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6" r:id="rId3"/>
    <p:sldId id="360" r:id="rId4"/>
    <p:sldId id="319" r:id="rId5"/>
    <p:sldId id="411" r:id="rId6"/>
    <p:sldId id="398" r:id="rId7"/>
    <p:sldId id="412" r:id="rId8"/>
    <p:sldId id="413" r:id="rId9"/>
    <p:sldId id="414" r:id="rId10"/>
    <p:sldId id="415" r:id="rId11"/>
    <p:sldId id="315" r:id="rId12"/>
    <p:sldId id="328" r:id="rId13"/>
    <p:sldId id="402" r:id="rId14"/>
    <p:sldId id="403" r:id="rId15"/>
    <p:sldId id="406" r:id="rId16"/>
    <p:sldId id="405" r:id="rId17"/>
    <p:sldId id="4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7" autoAdjust="0"/>
    <p:restoredTop sz="86441" autoAdjust="0"/>
  </p:normalViewPr>
  <p:slideViewPr>
    <p:cSldViewPr snapToGrid="0">
      <p:cViewPr varScale="1">
        <p:scale>
          <a:sx n="66" d="100"/>
          <a:sy n="66" d="100"/>
        </p:scale>
        <p:origin x="102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DC33A-4137-4B45-8AA4-4067B831CE2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A4D7-AADD-FA48-AD14-CBE313E0D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9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F3F715-01D8-564F-8DAD-71A9371F59BE}" type="slidenum">
              <a:rPr lang="en-AU">
                <a:latin typeface="Arial" pitchFamily="-84" charset="0"/>
              </a:rPr>
              <a:pPr/>
              <a:t>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3</a:t>
            </a:fld>
            <a:endParaRPr lang="en-A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15C305-00C5-CE4B-9FC2-6AC8B787271B}" type="slidenum">
              <a:rPr lang="en-AU">
                <a:latin typeface="Arial" pitchFamily="-84" charset="0"/>
              </a:rPr>
              <a:pPr/>
              <a:t>4</a:t>
            </a:fld>
            <a:endParaRPr lang="en-AU">
              <a:latin typeface="Arial" pitchFamily="-8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28D505-0565-2344-8E61-EAF171809637}" type="slidenum">
              <a:rPr lang="en-AU">
                <a:latin typeface="Arial" pitchFamily="-84" charset="0"/>
              </a:rPr>
              <a:pPr/>
              <a:t>8</a:t>
            </a:fld>
            <a:endParaRPr lang="en-AU">
              <a:latin typeface="Arial" pitchFamily="-84" charset="0"/>
            </a:endParaRPr>
          </a:p>
        </p:txBody>
      </p:sp>
      <p:sp>
        <p:nvSpPr>
          <p:cNvPr id="778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914AB1-A579-2F42-995D-A924F462C005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BE6-581F-F9C9-DBC2-40DCF65EF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B8A86-D95E-3F00-342A-7F863AC4A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5E8B5-A43A-F19F-BDFC-B352CCD3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72D9-8ADF-2CA8-22BE-F3CD5272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DC6E-A9A1-0F33-E5A9-10D5BEE8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6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7E43-525F-1A2B-6C75-85D9DD89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CC92-ED1D-B398-91F5-FDD0B649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1A90E-5C83-F4F2-BC2D-26C942A2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54610-C5F2-AFB5-FF9E-66B0C199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497D-6BCC-A1F4-7E47-B6CB5AB8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EFBE-9470-5B82-CBE3-7E4ACE62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6D12-D9A9-0F0C-D28B-7ECE7EE0F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6B9B-9F72-5D16-7CAA-E6E3A717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400E4-CA6C-F68C-6A46-143D5307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C4352-77F9-1881-B9D2-B8A24895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E978-2663-3F3B-C94A-20434FA1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43C9-A225-AC0F-F2DF-D7BE0E12F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CD3A4-BDB6-A1FB-A2AD-1F386EF5E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2C47A-4F15-C708-4078-4BE40029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2517-7ED7-A587-6C1A-51D0EABA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5555E-8A20-3F0D-9643-EBAB2CC1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BDC-0041-294D-A822-EE9095E0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AAEAC-6F4A-21AC-1233-7A2782FD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D67E-3201-92C4-4207-FDBE7AEB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4E78C-9511-8AC7-1C2E-2ECAAF052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40038-C842-AE8C-AB98-AF7EB4825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101AA-3503-58C3-F84F-2161D8DD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BF51E-0297-561A-54A5-5D61A0C6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34A64-F725-0745-AB3B-5A76C886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1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E2A0-364E-8C53-9DDE-BF56BC43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6C637-AC3F-BDF7-B830-0CA56F6B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93935-B968-D9A3-86D8-B992B26B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11A3D-2410-7A9A-7967-095C9F2E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54A98-0DD1-2D1A-3AAC-0D9F2783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EE3AA-227B-1031-0B03-5519F723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8FA5D-B9FB-B500-7D1B-78637A52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4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56C0-6856-4AA9-3B77-17D33E1F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0E9B-E08B-1B6F-3342-4F0D049F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32AFE-CB84-4803-827A-02DB53A54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558E6-AC59-9342-C78C-40A58171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50A1B-C943-C82C-621C-E9E35164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9D001-1E65-AEEE-C618-B73DFA41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1211-5DD5-227F-145A-80F160B1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59332-4B35-A14A-C10D-EE91202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27572-DAC7-CC4D-79D8-913A8B5B2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DD210-E53D-EC14-6A77-F354D5BF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77694-C1CF-FDE5-8BBA-A02877C1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D701B-EF95-5161-A9EB-36B05A6D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1683-7388-7568-E754-9C7435A4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C75E2-378D-ECEB-EF3C-85C493E43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61EF-8EDE-3012-5D90-9BC66BDE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13F04-AB4F-529D-EF0B-EAC6ABBD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8342A-1862-2B86-7F31-7EDEE2C1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6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4C3BF-FC0A-8D50-D83C-A7E556634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89B2C-01FF-F202-C968-3C8DE786B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E8CF-6377-9503-9F4E-B8FDA0DE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E372-37CD-CAF8-7A68-EEAC2D40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A8B8-DFEC-35BA-68D3-2E8DF720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0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28B7D-B071-2643-F83E-8EA1F889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A2C9-19B4-09B0-4119-E374F821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9919-6256-AC4D-9706-B8E60D535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54F17-8D3A-6B45-87D6-AFED54278D6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26082-6F06-0F88-B039-F1D5FD489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BCC1A-C8D7-2FF4-EF79-857B75EFD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A8710-7A90-574E-842E-AD40B2D58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NULL"/><Relationship Id="rId5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1F0C-3694-B169-B72C-D7AE69177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Diffie-Hellman Key Exchange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D296D-D05E-49D2-CF4E-70E95F259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236544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Diffie-Hellman Key Exchange Intro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 number of commercial products employ this key exchange technique</a:t>
            </a:r>
          </a:p>
          <a:p>
            <a:r>
              <a:rPr lang="en-AU" dirty="0"/>
              <a:t>Purpose is to enable two users to securely exchange a key that can then be used for subsequent symmetric encryption of messages</a:t>
            </a:r>
          </a:p>
          <a:p>
            <a:r>
              <a:rPr lang="en-AU" dirty="0"/>
              <a:t>The algorithm itself is limited to the exchange of secret values</a:t>
            </a:r>
          </a:p>
          <a:p>
            <a:r>
              <a:rPr lang="en-AU" dirty="0"/>
              <a:t>Its security depends on the difficulty of computing discrete logarithms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560"/>
    </mc:Choice>
    <mc:Fallback xmlns="">
      <p:transition spd="slow" advTm="82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0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5"/>
              <a:srcRect t="7273" b="11818"/>
              <a:stretch>
                <a:fillRect/>
              </a:stretch>
            </p:blipFill>
          </mc:Choice>
          <mc:Fallback>
            <p:blipFill>
              <a:blip r:embed="rId6"/>
              <a:srcRect t="7273" b="11818"/>
              <a:stretch>
                <a:fillRect/>
              </a:stretch>
            </p:blipFill>
          </mc:Fallback>
        </mc:AlternateContent>
        <p:spPr>
          <a:xfrm>
            <a:off x="3200401" y="-28887"/>
            <a:ext cx="6354050" cy="665303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8F1381E-3ECA-07CD-EFA9-F2A4793DE8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4760" y="0"/>
            <a:ext cx="3746025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Groups, Rings and Fields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8AF6A7-39A9-FD4F-9152-21A17874E8BC}"/>
              </a:ext>
            </a:extLst>
          </p:cNvPr>
          <p:cNvSpPr/>
          <p:nvPr/>
        </p:nvSpPr>
        <p:spPr>
          <a:xfrm>
            <a:off x="536105" y="1052736"/>
            <a:ext cx="2664296" cy="108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Abstract Algebra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072"/>
    </mc:Choice>
    <mc:Fallback xmlns="">
      <p:transition spd="slow" advTm="119072"/>
    </mc:Fallback>
  </mc:AlternateContent>
  <p:extLst>
    <p:ext uri="{3A86A75C-4F4B-4683-9AE1-C65F6400EC91}">
      <p14:laserTraceLst xmlns:p14="http://schemas.microsoft.com/office/powerpoint/2010/main">
        <p14:tracePtLst>
          <p14:tracePt t="19113" x="3911600" y="6769100"/>
          <p14:tracePt t="19126" x="4014788" y="6524625"/>
          <p14:tracePt t="19131" x="4170363" y="6170613"/>
          <p14:tracePt t="19138" x="4354513" y="5810250"/>
          <p14:tracePt t="19147" x="4586288" y="5422900"/>
          <p14:tracePt t="19154" x="4816475" y="5000625"/>
          <p14:tracePt t="19163" x="5033963" y="4625975"/>
          <p14:tracePt t="19175" x="5149850" y="4470400"/>
          <p14:tracePt t="19184" x="5360988" y="4170363"/>
          <p14:tracePt t="19196" x="5565775" y="3884613"/>
          <p14:tracePt t="19197" x="5721350" y="3652838"/>
          <p14:tracePt t="19208" x="5783263" y="3565525"/>
          <p14:tracePt t="19216" x="5891213" y="3408363"/>
          <p14:tracePt t="19229" x="6007100" y="3265488"/>
          <p14:tracePt t="19238" x="6081713" y="3190875"/>
          <p14:tracePt t="19248" x="6122988" y="3136900"/>
          <p14:tracePt t="19258" x="6170613" y="3089275"/>
          <p14:tracePt t="19270" x="6197600" y="3074988"/>
          <p14:tracePt t="19271" x="6211888" y="3062288"/>
          <p14:tracePt t="19287" x="6253163" y="3033713"/>
          <p14:tracePt t="19298" x="6265863" y="3021013"/>
          <p14:tracePt t="19304" x="6280150" y="3006725"/>
          <p14:tracePt t="19311" x="6300788" y="3006725"/>
          <p14:tracePt t="19326" x="6313488" y="2994025"/>
          <p14:tracePt t="19327" x="6327775" y="2973388"/>
          <p14:tracePt t="19337" x="6340475" y="2959100"/>
          <p14:tracePt t="19343" x="6354763" y="2946400"/>
          <p14:tracePt t="19351" x="6381750" y="2932113"/>
          <p14:tracePt t="19361" x="6381750" y="2919413"/>
          <p14:tracePt t="19369" x="6396038" y="2905125"/>
          <p14:tracePt t="19378" x="6396038" y="2890838"/>
          <p14:tracePt t="19384" x="6408738" y="2890838"/>
          <p14:tracePt t="19394" x="6408738" y="2878138"/>
          <p14:tracePt t="19411" x="6429375" y="2863850"/>
          <p14:tracePt t="19418" x="6429375" y="2830513"/>
          <p14:tracePt t="19429" x="6443663" y="2816225"/>
          <p14:tracePt t="19433" x="6443663" y="2803525"/>
          <p14:tracePt t="19445" x="6456363" y="2762250"/>
          <p14:tracePt t="19453" x="6470650" y="2714625"/>
          <p14:tracePt t="19462" x="6470650" y="2673350"/>
          <p14:tracePt t="19467" x="6483350" y="2633663"/>
          <p14:tracePt t="19478" x="6497638" y="2598738"/>
          <p14:tracePt t="19486" x="6497638" y="2544763"/>
          <p14:tracePt t="19495" x="6510338" y="2517775"/>
          <p14:tracePt t="19501" x="6510338" y="2490788"/>
          <p14:tracePt t="19512" x="6524625" y="2455863"/>
          <p14:tracePt t="19517" x="6524625" y="2428875"/>
          <p14:tracePt t="19529" x="6524625" y="2414588"/>
          <p14:tracePt t="19532" x="6545263" y="2401888"/>
          <p14:tracePt t="19545" x="6545263" y="2387600"/>
          <p14:tracePt t="19560" x="6545263" y="2374900"/>
          <p14:tracePt t="19566" x="6545263" y="2360613"/>
          <p14:tracePt t="19580" x="6545263" y="2339975"/>
          <p14:tracePt t="19596" x="6545263" y="2327275"/>
          <p14:tracePt t="19613" x="6524625" y="2327275"/>
          <p14:tracePt t="19621" x="6510338" y="2312988"/>
          <p14:tracePt t="19632" x="6483350" y="2312988"/>
          <p14:tracePt t="19641" x="6470650" y="2300288"/>
          <p14:tracePt t="19647" x="6443663" y="2300288"/>
          <p14:tracePt t="19658" x="6429375" y="2286000"/>
          <p14:tracePt t="19664" x="6381750" y="2286000"/>
          <p14:tracePt t="19674" x="6354763" y="2271713"/>
          <p14:tracePt t="19681" x="6327775" y="2271713"/>
          <p14:tracePt t="19689" x="6300788" y="2271713"/>
          <p14:tracePt t="19697" x="6280150" y="2271713"/>
          <p14:tracePt t="19707" x="6253163" y="2271713"/>
          <p14:tracePt t="19713" x="6238875" y="2271713"/>
          <p14:tracePt t="19724" x="6224588" y="2271713"/>
          <p14:tracePt t="19739" x="6224588" y="2286000"/>
          <p14:tracePt t="19755" x="6224588" y="2312988"/>
          <p14:tracePt t="19762" x="6224588" y="2339975"/>
          <p14:tracePt t="19771" x="6224588" y="2360613"/>
          <p14:tracePt t="19780" x="6253163" y="2374900"/>
          <p14:tracePt t="19787" x="6280150" y="2414588"/>
          <p14:tracePt t="19794" x="6327775" y="2428875"/>
          <p14:tracePt t="19805" x="6367463" y="2443163"/>
          <p14:tracePt t="19811" x="6408738" y="2455863"/>
          <p14:tracePt t="19821" x="6456363" y="2455863"/>
          <p14:tracePt t="19829" x="6510338" y="2455863"/>
          <p14:tracePt t="19837" x="6572250" y="2455863"/>
          <p14:tracePt t="19845" x="6626225" y="2455863"/>
          <p14:tracePt t="19854" x="6700838" y="2428875"/>
          <p14:tracePt t="19860" x="6756400" y="2401888"/>
          <p14:tracePt t="19871" x="6804025" y="2360613"/>
          <p14:tracePt t="19876" x="6816725" y="2327275"/>
          <p14:tracePt t="19886" x="6843713" y="2300288"/>
          <p14:tracePt t="19895" x="6858000" y="2259013"/>
          <p14:tracePt t="19903" x="6872288" y="2211388"/>
          <p14:tracePt t="19910" x="6872288" y="2170113"/>
          <p14:tracePt t="19920" x="6872288" y="2143125"/>
          <p14:tracePt t="19930" x="6858000" y="2116138"/>
          <p14:tracePt t="19936" x="6804025" y="2081213"/>
          <p14:tracePt t="19944" x="6742113" y="2054225"/>
          <p14:tracePt t="19951" x="6673850" y="2041525"/>
          <p14:tracePt t="19960" x="6586538" y="2027238"/>
          <p14:tracePt t="19970" x="6497638" y="2027238"/>
          <p14:tracePt t="19979" x="6408738" y="2027238"/>
          <p14:tracePt t="19984" x="6327775" y="2041525"/>
          <p14:tracePt t="19993" x="6253163" y="2081213"/>
          <p14:tracePt t="20004" x="6197600" y="2128838"/>
          <p14:tracePt t="20009" x="6184900" y="2157413"/>
          <p14:tracePt t="20019" x="6122988" y="2232025"/>
          <p14:tracePt t="20028" x="6110288" y="2244725"/>
          <p14:tracePt t="20034" x="6096000" y="2286000"/>
          <p14:tracePt t="20042" x="6096000" y="2327275"/>
          <p14:tracePt t="20051" x="6096000" y="2374900"/>
          <p14:tracePt t="20062" x="6096000" y="2414588"/>
          <p14:tracePt t="20066" x="6096000" y="2443163"/>
          <p14:tracePt t="20078" x="6122988" y="2470150"/>
          <p14:tracePt t="20082" x="6149975" y="2490788"/>
          <p14:tracePt t="20095" x="6211888" y="2490788"/>
          <p14:tracePt t="20098" x="6253163" y="2503488"/>
          <p14:tracePt t="20112" x="6327775" y="2503488"/>
          <p14:tracePt t="20112" x="6367463" y="2503488"/>
          <p14:tracePt t="20121" x="6443663" y="2490788"/>
          <p14:tracePt t="20131" x="6483350" y="2470150"/>
          <p14:tracePt t="20141" x="6497638" y="2443163"/>
          <p14:tracePt t="20148" x="6524625" y="2414588"/>
          <p14:tracePt t="20159" x="6557963" y="2374900"/>
          <p14:tracePt t="20164" x="6586538" y="2327275"/>
          <p14:tracePt t="20176" x="6599238" y="2286000"/>
          <p14:tracePt t="20181" x="6599238" y="2259013"/>
          <p14:tracePt t="20190" x="6599238" y="2232025"/>
          <p14:tracePt t="20199" x="6586538" y="2197100"/>
          <p14:tracePt t="20210" x="6557963" y="2184400"/>
          <p14:tracePt t="20211" x="6510338" y="2157413"/>
          <p14:tracePt t="20221" x="6456363" y="2143125"/>
          <p14:tracePt t="20230" x="6381750" y="2143125"/>
          <p14:tracePt t="20238" x="6313488" y="2143125"/>
          <p14:tracePt t="20246" x="6238875" y="2143125"/>
          <p14:tracePt t="20258" x="6184900" y="2170113"/>
          <p14:tracePt t="20262" x="6110288" y="2211388"/>
          <p14:tracePt t="20271" x="6042025" y="2286000"/>
          <p14:tracePt t="20279" x="5980113" y="2360613"/>
          <p14:tracePt t="20289" x="5926138" y="2428875"/>
          <p14:tracePt t="20296" x="5878513" y="2503488"/>
          <p14:tracePt t="20306" x="5864225" y="2544763"/>
          <p14:tracePt t="20312" x="5837238" y="2586038"/>
          <p14:tracePt t="20322" x="5824538" y="2646363"/>
          <p14:tracePt t="20331" x="5810250" y="2687638"/>
          <p14:tracePt t="20337" x="5810250" y="2714625"/>
          <p14:tracePt t="20345" x="5810250" y="2747963"/>
          <p14:tracePt t="20354" x="5810250" y="2776538"/>
          <p14:tracePt t="20360" x="5810250" y="2789238"/>
          <p14:tracePt t="20370" x="5810250" y="2803525"/>
          <p14:tracePt t="20378" x="5810250" y="2816225"/>
          <p14:tracePt t="20385" x="5851525" y="2830513"/>
          <p14:tracePt t="20396" x="5878513" y="2843213"/>
          <p14:tracePt t="20403" x="5926138" y="2843213"/>
          <p14:tracePt t="20411" x="6021388" y="2843213"/>
          <p14:tracePt t="20419" x="6122988" y="2843213"/>
          <p14:tracePt t="20430" x="6224588" y="2843213"/>
          <p14:tracePt t="20434" x="6280150" y="2816225"/>
          <p14:tracePt t="20444" x="6381750" y="2762250"/>
          <p14:tracePt t="20454" x="6483350" y="2700338"/>
          <p14:tracePt t="20460" x="6586538" y="2646363"/>
          <p14:tracePt t="20469" x="6653213" y="2586038"/>
          <p14:tracePt t="20475" x="6673850" y="2557463"/>
          <p14:tracePt t="20487" x="6715125" y="2503488"/>
          <p14:tracePt t="20491" x="6742113" y="2455863"/>
          <p14:tracePt t="20501" x="6756400" y="2414588"/>
          <p14:tracePt t="20511" x="6756400" y="2387600"/>
          <p14:tracePt t="20517" x="6756400" y="2374900"/>
          <p14:tracePt t="20530" x="6729413" y="2360613"/>
          <p14:tracePt t="20531" x="6653213" y="2327275"/>
          <p14:tracePt t="20544" x="6586538" y="2312988"/>
          <p14:tracePt t="20550" x="6470650" y="2312988"/>
          <p14:tracePt t="20561" x="6408738" y="2312988"/>
          <p14:tracePt t="20565" x="6313488" y="2312988"/>
          <p14:tracePt t="20577" x="6224588" y="2312988"/>
          <p14:tracePt t="20583" x="6137275" y="2327275"/>
          <p14:tracePt t="20594" x="6054725" y="2374900"/>
          <p14:tracePt t="20598" x="5980113" y="2428875"/>
          <p14:tracePt t="20611" x="5926138" y="2470150"/>
          <p14:tracePt t="20615" x="5878513" y="2530475"/>
          <p14:tracePt t="20628" x="5837238" y="2586038"/>
          <p14:tracePt t="20629" x="5810250" y="2646363"/>
          <p14:tracePt t="20638" x="5795963" y="2700338"/>
          <p14:tracePt t="20648" x="5783263" y="2735263"/>
          <p14:tracePt t="20657" x="5762625" y="2816225"/>
          <p14:tracePt t="20664" x="5762625" y="2863850"/>
          <p14:tracePt t="20673" x="5762625" y="2878138"/>
          <p14:tracePt t="20681" x="5762625" y="2946400"/>
          <p14:tracePt t="20694" x="5783263" y="2973388"/>
          <p14:tracePt t="20703" x="5810250" y="2994025"/>
          <p14:tracePt t="20712" x="5851525" y="3006725"/>
          <p14:tracePt t="20721" x="5891213" y="3006725"/>
          <p14:tracePt t="20729" x="5967413" y="2994025"/>
          <p14:tracePt t="20737" x="6007100" y="2973388"/>
          <p14:tracePt t="20744" x="6096000" y="2919413"/>
          <p14:tracePt t="20754" x="6170613" y="2863850"/>
          <p14:tracePt t="20762" x="6253163" y="2803525"/>
          <p14:tracePt t="20771" x="6327775" y="2735263"/>
          <p14:tracePt t="20779" x="6381750" y="2660650"/>
          <p14:tracePt t="20792" x="6429375" y="2598738"/>
          <p14:tracePt t="20793" x="6443663" y="2571750"/>
          <p14:tracePt t="20802" x="6470650" y="2530475"/>
          <p14:tracePt t="20812" x="6483350" y="2490788"/>
          <p14:tracePt t="20820" x="6483350" y="2443163"/>
          <p14:tracePt t="20830" x="6497638" y="2414588"/>
          <p14:tracePt t="20837" x="6497638" y="2374900"/>
          <p14:tracePt t="20844" x="6483350" y="2339975"/>
          <p14:tracePt t="20858" x="6456363" y="2327275"/>
          <p14:tracePt t="20859" x="6408738" y="2300288"/>
          <p14:tracePt t="20868" x="6354763" y="2271713"/>
          <p14:tracePt t="20878" x="6313488" y="2271713"/>
          <p14:tracePt t="20886" x="6253163" y="2259013"/>
          <p14:tracePt t="20896" x="6197600" y="2259013"/>
          <p14:tracePt t="20902" x="6149975" y="2259013"/>
          <p14:tracePt t="20912" x="6110288" y="2259013"/>
          <p14:tracePt t="20919" x="6069013" y="2259013"/>
          <p14:tracePt t="20929" x="6042025" y="2286000"/>
          <p14:tracePt t="20935" x="6007100" y="2312988"/>
          <p14:tracePt t="20943" x="5980113" y="2360613"/>
          <p14:tracePt t="20951" x="5953125" y="2401888"/>
          <p14:tracePt t="20960" x="5938838" y="2443163"/>
          <p14:tracePt t="20969" x="5938838" y="2470150"/>
          <p14:tracePt t="20978" x="5926138" y="2517775"/>
          <p14:tracePt t="20983" x="5926138" y="2557463"/>
          <p14:tracePt t="20995" x="5926138" y="2586038"/>
          <p14:tracePt t="20999" x="5926138" y="2619375"/>
          <p14:tracePt t="21011" x="5926138" y="2646363"/>
          <p14:tracePt t="21015" x="5938838" y="2660650"/>
          <p14:tracePt t="21029" x="5953125" y="2673350"/>
          <p14:tracePt t="21030" x="5994400" y="2687638"/>
          <p14:tracePt t="21041" x="6021388" y="2700338"/>
          <p14:tracePt t="21049" x="6054725" y="2700338"/>
          <p14:tracePt t="21059" x="6096000" y="2700338"/>
          <p14:tracePt t="21066" x="6137275" y="2700338"/>
          <p14:tracePt t="21075" x="6197600" y="2700338"/>
          <p14:tracePt t="21082" x="6253163" y="2700338"/>
          <p14:tracePt t="21092" x="6300788" y="2660650"/>
          <p14:tracePt t="21099" x="6354763" y="2619375"/>
          <p14:tracePt t="21110" x="6396038" y="2571750"/>
          <p14:tracePt t="21114" x="6443663" y="2517775"/>
          <p14:tracePt t="21126" x="6456363" y="2503488"/>
          <p14:tracePt t="21131" x="6483350" y="2455863"/>
          <p14:tracePt t="21144" x="6497638" y="2428875"/>
          <p14:tracePt t="21145" x="6497638" y="2401888"/>
          <p14:tracePt t="21154" x="6510338" y="2374900"/>
          <p14:tracePt t="21163" x="6510338" y="2360613"/>
          <p14:tracePt t="21177" x="6510338" y="2339975"/>
          <p14:tracePt t="21186" x="6483350" y="2339975"/>
          <p14:tracePt t="21196" x="6456363" y="2339975"/>
          <p14:tracePt t="21204" x="6381750" y="2401888"/>
          <p14:tracePt t="21212" x="6340475" y="2443163"/>
          <p14:tracePt t="21221" x="6265863" y="2503488"/>
          <p14:tracePt t="21228" x="6211888" y="2571750"/>
          <p14:tracePt t="21237" x="6137275" y="2646363"/>
          <p14:tracePt t="21243" x="6096000" y="2735263"/>
          <p14:tracePt t="21254" x="6054725" y="2816225"/>
          <p14:tracePt t="21261" x="6021388" y="2905125"/>
          <p14:tracePt t="21270" x="5994400" y="2973388"/>
          <p14:tracePt t="21277" x="5994400" y="3006725"/>
          <p14:tracePt t="21286" x="5994400" y="3062288"/>
          <p14:tracePt t="21295" x="5994400" y="3101975"/>
          <p14:tracePt t="21303" x="5994400" y="3176588"/>
          <p14:tracePt t="21312" x="5994400" y="3190875"/>
          <p14:tracePt t="21319" x="6042025" y="3205163"/>
          <p14:tracePt t="21330" x="6081713" y="3217863"/>
          <p14:tracePt t="21337" x="6122988" y="3232150"/>
          <p14:tracePt t="21344" x="6197600" y="3232150"/>
          <p14:tracePt t="21353" x="6253163" y="3232150"/>
          <p14:tracePt t="21363" x="6313488" y="3217863"/>
          <p14:tracePt t="21367" x="6367463" y="3190875"/>
          <p14:tracePt t="21378" x="6408738" y="3149600"/>
          <p14:tracePt t="21386" x="6456363" y="3122613"/>
          <p14:tracePt t="21394" x="6470650" y="3089275"/>
          <p14:tracePt t="21403" x="6497638" y="3048000"/>
          <p14:tracePt t="21410" x="6545263" y="2973388"/>
          <p14:tracePt t="21419" x="6545263" y="2959100"/>
          <p14:tracePt t="21430" x="6557963" y="2932113"/>
          <p14:tracePt t="21434" x="6557963" y="2863850"/>
          <p14:tracePt t="21447" x="6557963" y="2843213"/>
          <p14:tracePt t="21448" x="6557963" y="2816225"/>
          <p14:tracePt t="21458" x="6557963" y="2789238"/>
          <p14:tracePt t="21466" x="6545263" y="2776538"/>
          <p14:tracePt t="21477" x="6510338" y="2747963"/>
          <p14:tracePt t="21484" x="6483350" y="2735263"/>
          <p14:tracePt t="21494" x="6456363" y="2735263"/>
          <p14:tracePt t="21498" x="6408738" y="2735263"/>
          <p14:tracePt t="21510" x="6367463" y="2735263"/>
          <p14:tracePt t="21516" x="6327775" y="2735263"/>
          <p14:tracePt t="21527" x="6265863" y="2776538"/>
          <p14:tracePt t="21534" x="6238875" y="2803525"/>
          <p14:tracePt t="21546" x="6197600" y="2843213"/>
          <p14:tracePt t="21546" x="6149975" y="2905125"/>
          <p14:tracePt t="21557" x="6137275" y="2946400"/>
          <p14:tracePt t="21565" x="6137275" y="3006725"/>
          <p14:tracePt t="21574" x="6137275" y="3033713"/>
          <p14:tracePt t="21582" x="6137275" y="3074988"/>
          <p14:tracePt t="21589" x="6137275" y="3101975"/>
          <p14:tracePt t="21598" x="6197600" y="3136900"/>
          <p14:tracePt t="21606" x="6238875" y="3149600"/>
          <p14:tracePt t="21615" x="6313488" y="3163888"/>
          <p14:tracePt t="21625" x="6367463" y="3163888"/>
          <p14:tracePt t="21630" x="6429375" y="3163888"/>
          <p14:tracePt t="21639" x="6497638" y="3163888"/>
          <p14:tracePt t="21649" x="6545263" y="3149600"/>
          <p14:tracePt t="21656" x="6599238" y="3122613"/>
          <p14:tracePt t="21663" x="6640513" y="3074988"/>
          <p14:tracePt t="21673" x="6673850" y="3048000"/>
          <p14:tracePt t="21680" x="6729413" y="2994025"/>
          <p14:tracePt t="21689" x="6742113" y="2959100"/>
          <p14:tracePt t="21697" x="6769100" y="2932113"/>
          <p14:tracePt t="21704" x="6783388" y="2863850"/>
          <p14:tracePt t="21713" x="6804025" y="2816225"/>
          <p14:tracePt t="21721" x="6816725" y="2789238"/>
          <p14:tracePt t="21731" x="6816725" y="2735263"/>
          <p14:tracePt t="21736" x="6816725" y="2687638"/>
          <p14:tracePt t="21745" x="6816725" y="2633663"/>
          <p14:tracePt t="21753" x="6783388" y="2598738"/>
          <p14:tracePt t="21760" x="6769100" y="2571750"/>
          <p14:tracePt t="21770" x="6742113" y="2544763"/>
          <p14:tracePt t="21777" x="6715125" y="2530475"/>
          <p14:tracePt t="21786" x="6688138" y="2517775"/>
          <p14:tracePt t="21793" x="6640513" y="2517775"/>
          <p14:tracePt t="21803" x="6626225" y="2517775"/>
          <p14:tracePt t="21811" x="6586538" y="2517775"/>
          <p14:tracePt t="21820" x="6557963" y="2544763"/>
          <p14:tracePt t="21829" x="6497638" y="2598738"/>
          <p14:tracePt t="21836" x="6470650" y="2646363"/>
          <p14:tracePt t="21844" x="6429375" y="2714625"/>
          <p14:tracePt t="21853" x="6396038" y="2789238"/>
          <p14:tracePt t="21859" x="6367463" y="2863850"/>
          <p14:tracePt t="21869" x="6354763" y="2946400"/>
          <p14:tracePt t="21876" x="6354763" y="3033713"/>
          <p14:tracePt t="21886" x="6354763" y="3089275"/>
          <p14:tracePt t="21895" x="6354763" y="3122613"/>
          <p14:tracePt t="21902" x="6354763" y="3163888"/>
          <p14:tracePt t="21912" x="6381750" y="3205163"/>
          <p14:tracePt t="21916" x="6396038" y="3217863"/>
          <p14:tracePt t="21929" x="6429375" y="3252788"/>
          <p14:tracePt t="21934" x="6470650" y="3252788"/>
          <p14:tracePt t="21945" x="6497638" y="3252788"/>
          <p14:tracePt t="21947" x="6524625" y="3252788"/>
          <p14:tracePt t="21958" x="6572250" y="3252788"/>
          <p14:tracePt t="21966" x="6613525" y="3205163"/>
          <p14:tracePt t="21976" x="6653213" y="3149600"/>
          <p14:tracePt t="21983" x="6700838" y="3089275"/>
          <p14:tracePt t="21994" x="6756400" y="3048000"/>
          <p14:tracePt t="21998" x="6804025" y="2994025"/>
          <p14:tracePt t="22011" x="6831013" y="2919413"/>
          <p14:tracePt t="22015" x="6858000" y="2878138"/>
          <p14:tracePt t="22027" x="6872288" y="2830513"/>
          <p14:tracePt t="22032" x="6872288" y="2776538"/>
          <p14:tracePt t="22045" x="6884988" y="2735263"/>
          <p14:tracePt t="22046" x="6884988" y="2700338"/>
          <p14:tracePt t="22055" x="6872288" y="2660650"/>
          <p14:tracePt t="22065" x="6843713" y="2633663"/>
          <p14:tracePt t="22075" x="6783388" y="2598738"/>
          <p14:tracePt t="22081" x="6729413" y="2586038"/>
          <p14:tracePt t="22092" x="6673850" y="2571750"/>
          <p14:tracePt t="22096" x="6599238" y="2571750"/>
          <p14:tracePt t="22105" x="6470650" y="2571750"/>
          <p14:tracePt t="22114" x="6381750" y="2598738"/>
          <p14:tracePt t="22123" x="6300788" y="2660650"/>
          <p14:tracePt t="22132" x="6253163" y="2714625"/>
          <p14:tracePt t="22139" x="6096000" y="2863850"/>
          <p14:tracePt t="22146" x="6069013" y="2919413"/>
          <p14:tracePt t="22156" x="5953125" y="3089275"/>
          <p14:tracePt t="22163" x="5911850" y="3205163"/>
          <p14:tracePt t="22172" x="5891213" y="3265488"/>
          <p14:tracePt t="22179" x="5864225" y="3381375"/>
          <p14:tracePt t="22189" x="5851525" y="3476625"/>
          <p14:tracePt t="22197" x="5837238" y="3578225"/>
          <p14:tracePt t="22206" x="5837238" y="3667125"/>
          <p14:tracePt t="22213" x="5837238" y="3735388"/>
          <p14:tracePt t="22222" x="5851525" y="3795713"/>
          <p14:tracePt t="22227" x="5891213" y="3851275"/>
          <p14:tracePt t="22236" x="5938838" y="3884613"/>
          <p14:tracePt t="22246" x="5994400" y="3898900"/>
          <p14:tracePt t="22253" x="6042025" y="3898900"/>
          <p14:tracePt t="22262" x="6110288" y="3898900"/>
          <p14:tracePt t="22269" x="6184900" y="3898900"/>
          <p14:tracePt t="22279" x="6253163" y="3851275"/>
          <p14:tracePt t="22287" x="6327775" y="3795713"/>
          <p14:tracePt t="23347" x="6340475" y="3795713"/>
          <p14:tracePt t="23358" x="6354763" y="3768725"/>
          <p14:tracePt t="23368" x="6367463" y="3756025"/>
          <p14:tracePt t="23373" x="6381750" y="3721100"/>
          <p14:tracePt t="23385" x="6396038" y="3708400"/>
          <p14:tracePt t="23390" x="6396038" y="3694113"/>
          <p14:tracePt t="23401" x="6408738" y="3667125"/>
          <p14:tracePt t="23407" x="6429375" y="3640138"/>
          <p14:tracePt t="23416" x="6429375" y="3625850"/>
          <p14:tracePt t="23424" x="6443663" y="3592513"/>
          <p14:tracePt t="23434" x="6443663" y="3565525"/>
          <p14:tracePt t="23441" x="6456363" y="3551238"/>
          <p14:tracePt t="23452" x="6456363" y="3524250"/>
          <p14:tracePt t="23453" x="6456363" y="3509963"/>
          <p14:tracePt t="23463" x="6470650" y="3476625"/>
          <p14:tracePt t="23472" x="6470650" y="3462338"/>
          <p14:tracePt t="23483" x="6470650" y="3449638"/>
          <p14:tracePt t="23489" x="6470650" y="3435350"/>
          <p14:tracePt t="23500" x="6483350" y="3408363"/>
          <p14:tracePt t="23505" x="6483350" y="3395663"/>
          <p14:tracePt t="23520" x="6483350" y="3381375"/>
          <p14:tracePt t="23531" x="6497638" y="3360738"/>
          <p14:tracePt t="23539" x="6497638" y="3348038"/>
          <p14:tracePt t="23550" x="6497638" y="3333750"/>
          <p14:tracePt t="23554" x="6497638" y="3319463"/>
          <p14:tracePt t="23567" x="6497638" y="3306763"/>
          <p14:tracePt t="23572" x="6497638" y="3292475"/>
          <p14:tracePt t="23585" x="6510338" y="3279775"/>
          <p14:tracePt t="23595" x="6510338" y="3265488"/>
          <p14:tracePt t="23614" x="6510338" y="3252788"/>
          <p14:tracePt t="23642" x="6510338" y="3232150"/>
          <p14:tracePt t="23756" x="6510338" y="3217863"/>
          <p14:tracePt t="23766" x="6524625" y="3217863"/>
          <p14:tracePt t="23774" x="6524625" y="3205163"/>
          <p14:tracePt t="23789" x="6524625" y="3190875"/>
          <p14:tracePt t="23805" x="6545263" y="3176588"/>
          <p14:tracePt t="23814" x="6545263" y="3163888"/>
          <p14:tracePt t="23823" x="6545263" y="3149600"/>
          <p14:tracePt t="23838" x="6557963" y="3136900"/>
          <p14:tracePt t="23848" x="6557963" y="3122613"/>
          <p14:tracePt t="23856" x="6557963" y="3101975"/>
          <p14:tracePt t="23864" x="6572250" y="3089275"/>
          <p14:tracePt t="23876" x="6572250" y="3062288"/>
          <p14:tracePt t="23883" x="6586538" y="3021013"/>
          <p14:tracePt t="23889" x="6586538" y="2994025"/>
          <p14:tracePt t="23899" x="6599238" y="2959100"/>
          <p14:tracePt t="23906" x="6613525" y="2905125"/>
          <p14:tracePt t="23916" x="6613525" y="2863850"/>
          <p14:tracePt t="23923" x="6613525" y="2803525"/>
          <p14:tracePt t="23932" x="6626225" y="2762250"/>
          <p14:tracePt t="23939" x="6626225" y="2714625"/>
          <p14:tracePt t="23951" x="6626225" y="2660650"/>
          <p14:tracePt t="23957" x="6626225" y="2619375"/>
          <p14:tracePt t="23965" x="6626225" y="2557463"/>
          <p14:tracePt t="23974" x="6626225" y="2503488"/>
          <p14:tracePt t="23981" x="6613525" y="2455863"/>
          <p14:tracePt t="23990" x="6613525" y="2443163"/>
          <p14:tracePt t="23997" x="6586538" y="2401888"/>
          <p14:tracePt t="24006" x="6557963" y="2360613"/>
          <p14:tracePt t="24014" x="6545263" y="2327275"/>
          <p14:tracePt t="24023" x="6510338" y="2312988"/>
          <p14:tracePt t="24032" x="6483350" y="2300288"/>
          <p14:tracePt t="24038" x="6470650" y="2286000"/>
          <p14:tracePt t="24048" x="6443663" y="2286000"/>
          <p14:tracePt t="24057" x="6429375" y="2286000"/>
          <p14:tracePt t="24063" x="6408738" y="2286000"/>
          <p14:tracePt t="24072" x="6396038" y="2286000"/>
          <p14:tracePt t="24079" x="6381750" y="2286000"/>
          <p14:tracePt t="24395" x="6354763" y="2286000"/>
          <p14:tracePt t="24404" x="6327775" y="2286000"/>
          <p14:tracePt t="24413" x="6300788" y="2271713"/>
          <p14:tracePt t="24421" x="6265863" y="2271713"/>
          <p14:tracePt t="24430" x="6238875" y="2271713"/>
          <p14:tracePt t="24439" x="6197600" y="2271713"/>
          <p14:tracePt t="24447" x="6137275" y="2271713"/>
          <p14:tracePt t="24457" x="6096000" y="2271713"/>
          <p14:tracePt t="24464" x="6081713" y="2271713"/>
          <p14:tracePt t="24473" x="6042025" y="2286000"/>
          <p14:tracePt t="24480" x="6007100" y="2300288"/>
          <p14:tracePt t="24490" x="5980113" y="2327275"/>
          <p14:tracePt t="24497" x="5967413" y="2339975"/>
          <p14:tracePt t="24509" x="5926138" y="2387600"/>
          <p14:tracePt t="24514" x="5911850" y="2401888"/>
          <p14:tracePt t="24527" x="5878513" y="2455863"/>
          <p14:tracePt t="24528" x="5864225" y="2490788"/>
          <p14:tracePt t="24537" x="5837238" y="2530475"/>
          <p14:tracePt t="24546" x="5824538" y="2571750"/>
          <p14:tracePt t="24553" x="5810250" y="2619375"/>
          <p14:tracePt t="24562" x="5795963" y="2660650"/>
          <p14:tracePt t="24570" x="5795963" y="2700338"/>
          <p14:tracePt t="24580" x="5795963" y="2735263"/>
          <p14:tracePt t="24589" x="5783263" y="2776538"/>
          <p14:tracePt t="24596" x="5783263" y="2843213"/>
          <p14:tracePt t="24603" x="5783263" y="2890838"/>
          <p14:tracePt t="24611" x="5783263" y="2932113"/>
          <p14:tracePt t="24620" x="5783263" y="2994025"/>
          <p14:tracePt t="24629" x="5783263" y="3033713"/>
          <p14:tracePt t="24637" x="5783263" y="3089275"/>
          <p14:tracePt t="24644" x="5795963" y="3149600"/>
          <p14:tracePt t="24653" x="5824538" y="3190875"/>
          <p14:tracePt t="24660" x="5851525" y="3252788"/>
          <p14:tracePt t="24670" x="5878513" y="3292475"/>
          <p14:tracePt t="24677" x="5926138" y="3333750"/>
          <p14:tracePt t="24686" x="5967413" y="3381375"/>
          <p14:tracePt t="24696" x="6007100" y="3395663"/>
          <p14:tracePt t="24699" x="6069013" y="3422650"/>
          <p14:tracePt t="24710" x="6122988" y="3435350"/>
          <p14:tracePt t="24718" x="6197600" y="3449638"/>
          <p14:tracePt t="24728" x="6265863" y="3462338"/>
          <p14:tracePt t="24736" x="6354763" y="3462338"/>
          <p14:tracePt t="24741" x="6443663" y="3462338"/>
          <p14:tracePt t="24750" x="6572250" y="3408363"/>
          <p14:tracePt t="24759" x="6640513" y="3333750"/>
          <p14:tracePt t="24767" x="6688138" y="3279775"/>
          <p14:tracePt t="24775" x="6742113" y="3205163"/>
          <p14:tracePt t="24784" x="6804025" y="3122613"/>
          <p14:tracePt t="24791" x="6831013" y="3033713"/>
          <p14:tracePt t="24801" x="6858000" y="2946400"/>
          <p14:tracePt t="24807" x="6872288" y="2878138"/>
          <p14:tracePt t="24817" x="6884988" y="2803525"/>
          <p14:tracePt t="24824" x="6884988" y="2735263"/>
          <p14:tracePt t="24834" x="6872288" y="2660650"/>
          <p14:tracePt t="24841" x="6843713" y="2598738"/>
          <p14:tracePt t="24850" x="6769100" y="2544763"/>
          <p14:tracePt t="24857" x="6715125" y="2503488"/>
          <p14:tracePt t="24866" x="6640513" y="2470150"/>
          <p14:tracePt t="24874" x="6572250" y="2455863"/>
          <p14:tracePt t="24883" x="6497638" y="2455863"/>
          <p14:tracePt t="24892" x="6429375" y="2455863"/>
          <p14:tracePt t="24897" x="6327775" y="2455863"/>
          <p14:tracePt t="24909" x="6253163" y="2503488"/>
          <p14:tracePt t="24911" x="6211888" y="2557463"/>
          <p14:tracePt t="24920" x="6170613" y="2633663"/>
          <p14:tracePt t="24930" x="6110288" y="2714625"/>
          <p14:tracePt t="24940" x="6069013" y="2803525"/>
          <p14:tracePt t="24947" x="6021388" y="2905125"/>
          <p14:tracePt t="24959" x="6007100" y="2994025"/>
          <p14:tracePt t="24963" x="5994400" y="3074988"/>
          <p14:tracePt t="24975" x="5994400" y="3149600"/>
          <p14:tracePt t="24979" x="5994400" y="3205163"/>
          <p14:tracePt t="24991" x="6007100" y="3252788"/>
          <p14:tracePt t="24996" x="6042025" y="3292475"/>
          <p14:tracePt t="25008" x="6096000" y="3319463"/>
          <p14:tracePt t="25012" x="6170613" y="3348038"/>
          <p14:tracePt t="25025" x="6300788" y="3360738"/>
          <p14:tracePt t="25026" x="6354763" y="3360738"/>
          <p14:tracePt t="25035" x="6456363" y="3360738"/>
          <p14:tracePt t="25046" x="6545263" y="3360738"/>
          <p14:tracePt t="25053" x="6640513" y="3333750"/>
          <p14:tracePt t="25062" x="6715125" y="3292475"/>
          <p14:tracePt t="25069" x="6804025" y="3217863"/>
          <p14:tracePt t="25078" x="6858000" y="3149600"/>
          <p14:tracePt t="25086" x="6911975" y="3062288"/>
          <p14:tracePt t="25096" x="6959600" y="3006725"/>
          <p14:tracePt t="25103" x="6986588" y="2932113"/>
          <p14:tracePt t="25110" x="7000875" y="2863850"/>
          <p14:tracePt t="25123" x="7015163" y="2789238"/>
          <p14:tracePt t="25124" x="7015163" y="2700338"/>
          <p14:tracePt t="25133" x="7015163" y="2633663"/>
          <p14:tracePt t="25143" x="7000875" y="2571750"/>
          <p14:tracePt t="25151" x="6959600" y="2517775"/>
          <p14:tracePt t="25161" x="6911975" y="2455863"/>
          <p14:tracePt t="25168" x="6804025" y="2374900"/>
          <p14:tracePt t="25175" x="6715125" y="2339975"/>
          <p14:tracePt t="25184" x="6613525" y="2312988"/>
          <p14:tracePt t="25195" x="6557963" y="2312988"/>
          <p14:tracePt t="25202" x="6443663" y="2312988"/>
          <p14:tracePt t="25209" x="6265863" y="2312988"/>
          <p14:tracePt t="25223" x="6170613" y="2360613"/>
          <p14:tracePt t="25224" x="6069013" y="2443163"/>
          <p14:tracePt t="25233" x="5980113" y="2530475"/>
          <p14:tracePt t="25242" x="5953125" y="2586038"/>
          <p14:tracePt t="25249" x="5878513" y="2673350"/>
          <p14:tracePt t="25260" x="5837238" y="2776538"/>
          <p14:tracePt t="25267" x="5810250" y="2863850"/>
          <p14:tracePt t="25277" x="5795963" y="2932113"/>
          <p14:tracePt t="25283" x="5783263" y="3006725"/>
          <p14:tracePt t="25291" x="5783263" y="3074988"/>
          <p14:tracePt t="25300" x="5783263" y="3136900"/>
          <p14:tracePt t="25310" x="5795963" y="3190875"/>
          <p14:tracePt t="25316" x="5837238" y="3232150"/>
          <p14:tracePt t="25324" x="5878513" y="3279775"/>
          <p14:tracePt t="25331" x="5926138" y="3319463"/>
          <p14:tracePt t="25341" x="5994400" y="3348038"/>
          <p14:tracePt t="25348" x="6069013" y="3360738"/>
          <p14:tracePt t="25359" x="6149975" y="3381375"/>
          <p14:tracePt t="25364" x="6224588" y="3395663"/>
          <p14:tracePt t="25377" x="6313488" y="3395663"/>
          <p14:tracePt t="25378" x="6396038" y="3395663"/>
          <p14:tracePt t="25388" x="6483350" y="3381375"/>
          <p14:tracePt t="25397" x="6557963" y="3319463"/>
          <p14:tracePt t="25407" x="6613525" y="3279775"/>
          <p14:tracePt t="25414" x="6653213" y="3217863"/>
          <p14:tracePt t="25425" x="6673850" y="3190875"/>
          <p14:tracePt t="25429" x="6700838" y="3149600"/>
          <p14:tracePt t="25442" x="6715125" y="3101975"/>
          <p14:tracePt t="25446" x="6715125" y="3074988"/>
          <p14:tracePt t="25459" x="6715125" y="3048000"/>
          <p14:tracePt t="25460" x="6715125" y="3033713"/>
          <p14:tracePt t="25820" x="6715125" y="3021013"/>
          <p14:tracePt t="25829" x="6715125" y="3006725"/>
          <p14:tracePt t="25838" x="6715125" y="2973388"/>
          <p14:tracePt t="25846" x="6715125" y="2959100"/>
          <p14:tracePt t="25856" x="6715125" y="2932113"/>
          <p14:tracePt t="25863" x="6715125" y="2890838"/>
          <p14:tracePt t="25873" x="6729413" y="2830513"/>
          <p14:tracePt t="25881" x="6729413" y="2762250"/>
          <p14:tracePt t="25890" x="6742113" y="2673350"/>
          <p14:tracePt t="25897" x="6742113" y="2571750"/>
          <p14:tracePt t="25906" x="6756400" y="2503488"/>
          <p14:tracePt t="25913" x="6769100" y="2414588"/>
          <p14:tracePt t="25924" x="6783388" y="2327275"/>
          <p14:tracePt t="25929" x="6804025" y="2259013"/>
          <p14:tracePt t="25941" x="6816725" y="2170113"/>
          <p14:tracePt t="25945" x="6831013" y="2081213"/>
          <p14:tracePt t="25953" x="6843713" y="2014538"/>
          <p14:tracePt t="25962" x="6858000" y="1952625"/>
          <p14:tracePt t="25975" x="6872288" y="1925638"/>
          <p14:tracePt t="25976" x="6872288" y="1871663"/>
          <p14:tracePt t="25985" x="6884988" y="1824038"/>
          <p14:tracePt t="25995" x="6899275" y="1795463"/>
          <p14:tracePt t="26003" x="6899275" y="1768475"/>
          <p14:tracePt t="26011" x="6899275" y="1741488"/>
          <p14:tracePt t="26019" x="6911975" y="1728788"/>
          <p14:tracePt t="26030" x="6911975" y="1693863"/>
          <p14:tracePt t="26037" x="6932613" y="1681163"/>
          <p14:tracePt t="26044" x="6932613" y="1666875"/>
          <p14:tracePt t="26059" x="6946900" y="1666875"/>
          <p14:tracePt t="26069" x="6946900" y="1652588"/>
          <p14:tracePt t="26123" x="6946900" y="1639888"/>
          <p14:tracePt t="26139" x="6946900" y="1625600"/>
          <p14:tracePt t="26156" x="6946900" y="1612900"/>
          <p14:tracePt t="26173" x="6959600" y="1598613"/>
          <p14:tracePt t="26181" x="6959600" y="1565275"/>
          <p14:tracePt t="26192" x="6973888" y="1550988"/>
          <p14:tracePt t="26200" x="6973888" y="1538288"/>
          <p14:tracePt t="26209" x="6986588" y="1524000"/>
          <p14:tracePt t="26216" x="7000875" y="1497013"/>
          <p14:tracePt t="26227" x="7015163" y="1449388"/>
          <p14:tracePt t="26233" x="7027863" y="1435100"/>
          <p14:tracePt t="26240" x="7042150" y="1422400"/>
          <p14:tracePt t="26250" x="7062788" y="1395413"/>
          <p14:tracePt t="26257" x="7075488" y="1366838"/>
          <p14:tracePt t="26267" x="7089775" y="1339850"/>
          <p14:tracePt t="26274" x="7116763" y="1306513"/>
          <p14:tracePt t="26283" x="7116763" y="1279525"/>
          <p14:tracePt t="26292" x="7129463" y="1252538"/>
          <p14:tracePt t="26297" x="7143750" y="1238250"/>
          <p14:tracePt t="26308" x="7143750" y="1211263"/>
          <p14:tracePt t="26314" x="7158038" y="1190625"/>
          <p14:tracePt t="26327" x="7158038" y="1176338"/>
          <p14:tracePt t="26328" x="7158038" y="1149350"/>
          <p14:tracePt t="26336" x="7158038" y="1136650"/>
          <p14:tracePt t="26346" x="7158038" y="1122363"/>
          <p14:tracePt t="26356" x="7143750" y="1109663"/>
          <p14:tracePt t="26363" x="7129463" y="1095375"/>
          <p14:tracePt t="26373" x="7102475" y="1062038"/>
          <p14:tracePt t="26380" x="7089775" y="1062038"/>
          <p14:tracePt t="26387" x="7062788" y="1020763"/>
          <p14:tracePt t="26398" x="7042150" y="1006475"/>
          <p14:tracePt t="26408" x="7027863" y="979488"/>
          <p14:tracePt t="26412" x="7000875" y="966788"/>
          <p14:tracePt t="26424" x="6986588" y="946150"/>
          <p14:tracePt t="26429" x="6973888" y="919163"/>
          <p14:tracePt t="26440" x="6959600" y="904875"/>
          <p14:tracePt t="26443" x="6959600" y="890588"/>
          <p14:tracePt t="26452" x="6946900" y="877888"/>
          <p14:tracePt t="26462" x="6946900" y="863600"/>
          <p14:tracePt t="26470" x="6932613" y="850900"/>
          <p14:tracePt t="26478" x="6911975" y="836613"/>
          <p14:tracePt t="26491" x="6899275" y="815975"/>
          <p14:tracePt t="26500" x="6884988" y="815975"/>
          <p14:tracePt t="26509" x="6884988" y="803275"/>
          <p14:tracePt t="26518" x="6872288" y="803275"/>
          <p14:tracePt t="26527" x="6843713" y="788988"/>
          <p14:tracePt t="26536" x="6831013" y="788988"/>
          <p14:tracePt t="26541" x="6804025" y="788988"/>
          <p14:tracePt t="26552" x="6769100" y="788988"/>
          <p14:tracePt t="26558" x="6729413" y="788988"/>
          <p14:tracePt t="26569" x="6700838" y="788988"/>
          <p14:tracePt t="26575" x="6653213" y="788988"/>
          <p14:tracePt t="26584" x="6626225" y="788988"/>
          <p14:tracePt t="26593" x="6586538" y="803275"/>
          <p14:tracePt t="26601" x="6545263" y="815975"/>
          <p14:tracePt t="26608" x="6510338" y="836613"/>
          <p14:tracePt t="26618" x="6483350" y="850900"/>
          <p14:tracePt t="26626" x="6470650" y="863600"/>
          <p14:tracePt t="26635" x="6443663" y="877888"/>
          <p14:tracePt t="26643" x="6429375" y="877888"/>
          <p14:tracePt t="26656" x="6408738" y="904875"/>
          <p14:tracePt t="26665" x="6396038" y="919163"/>
          <p14:tracePt t="26675" x="6381750" y="966788"/>
          <p14:tracePt t="26683" x="6381750" y="993775"/>
          <p14:tracePt t="26693" x="6367463" y="1006475"/>
          <p14:tracePt t="26699" x="6367463" y="1062038"/>
          <p14:tracePt t="26710" x="6354763" y="1109663"/>
          <p14:tracePt t="26716" x="6354763" y="1163638"/>
          <p14:tracePt t="26727" x="6354763" y="1223963"/>
          <p14:tracePt t="26731" x="6354763" y="1279525"/>
          <p14:tracePt t="26742" x="6354763" y="1306513"/>
          <p14:tracePt t="26749" x="6354763" y="1354138"/>
          <p14:tracePt t="26758" x="6354763" y="1408113"/>
          <p14:tracePt t="26765" x="6354763" y="1449388"/>
          <p14:tracePt t="26775" x="6354763" y="1482725"/>
          <p14:tracePt t="26782" x="6354763" y="1509713"/>
          <p14:tracePt t="26792" x="6354763" y="1550988"/>
          <p14:tracePt t="26798" x="6367463" y="1577975"/>
          <p14:tracePt t="26808" x="6367463" y="1612900"/>
          <p14:tracePt t="26814" x="6381750" y="1652588"/>
          <p14:tracePt t="26827" x="6381750" y="1681163"/>
          <p14:tracePt t="26836" x="6396038" y="1708150"/>
          <p14:tracePt t="26846" x="6408738" y="1741488"/>
          <p14:tracePt t="26856" x="6408738" y="1755775"/>
          <p14:tracePt t="26863" x="6443663" y="1782763"/>
          <p14:tracePt t="26870" x="6443663" y="1795463"/>
          <p14:tracePt t="26880" x="6456363" y="1824038"/>
          <p14:tracePt t="26887" x="6483350" y="1836738"/>
          <p14:tracePt t="26897" x="6497638" y="1871663"/>
          <p14:tracePt t="26907" x="6510338" y="1884363"/>
          <p14:tracePt t="26912" x="6557963" y="1911350"/>
          <p14:tracePt t="26924" x="6586538" y="1925638"/>
          <p14:tracePt t="26929" x="6599238" y="1938338"/>
          <p14:tracePt t="26941" x="6640513" y="1985963"/>
          <p14:tracePt t="26945" x="6653213" y="2000250"/>
          <p14:tracePt t="26953" x="6673850" y="2014538"/>
          <p14:tracePt t="26962" x="6700838" y="2027238"/>
          <p14:tracePt t="26969" x="6729413" y="2041525"/>
          <p14:tracePt t="26979" x="6742113" y="2041525"/>
          <p14:tracePt t="26990" x="6769100" y="2041525"/>
          <p14:tracePt t="26991" x="6816725" y="2041525"/>
          <p14:tracePt t="27000" x="6831013" y="2041525"/>
          <p14:tracePt t="27009" x="6858000" y="2027238"/>
          <p14:tracePt t="27018" x="6884988" y="2000250"/>
          <p14:tracePt t="27028" x="6911975" y="1973263"/>
          <p14:tracePt t="27035" x="6946900" y="1925638"/>
          <p14:tracePt t="27044" x="6973888" y="1884363"/>
          <p14:tracePt t="27056" x="7000875" y="1809750"/>
          <p14:tracePt t="27057" x="7027863" y="1755775"/>
          <p14:tracePt t="27066" x="7062788" y="1681163"/>
          <p14:tracePt t="27076" x="7089775" y="1598613"/>
          <p14:tracePt t="27084" x="7116763" y="1524000"/>
          <p14:tracePt t="27093" x="7129463" y="1449388"/>
          <p14:tracePt t="27100" x="7143750" y="1366838"/>
          <p14:tracePt t="27110" x="7143750" y="1292225"/>
          <p14:tracePt t="27117" x="7158038" y="1223963"/>
          <p14:tracePt t="27128" x="7158038" y="1136650"/>
          <p14:tracePt t="27133" x="7158038" y="1062038"/>
          <p14:tracePt t="27144" x="7143750" y="993775"/>
          <p14:tracePt t="27149" x="7116763" y="931863"/>
          <p14:tracePt t="27158" x="7102475" y="904875"/>
          <p14:tracePt t="27167" x="7089775" y="863600"/>
          <p14:tracePt t="27174" x="7062788" y="815975"/>
          <p14:tracePt t="27184" x="7027863" y="788988"/>
          <p14:tracePt t="27195" x="7015163" y="762000"/>
          <p14:tracePt t="27199" x="6986588" y="735013"/>
          <p14:tracePt t="27208" x="6973888" y="720725"/>
          <p14:tracePt t="27217" x="6946900" y="708025"/>
          <p14:tracePt t="27223" x="6932613" y="687388"/>
          <p14:tracePt t="27234" x="6911975" y="673100"/>
          <p14:tracePt t="27242" x="6884988" y="660400"/>
          <p14:tracePt t="27248" x="6872288" y="646113"/>
          <p14:tracePt t="27258" x="6843713" y="646113"/>
          <p14:tracePt t="27264" x="6831013" y="633413"/>
          <p14:tracePt t="27276" x="6804025" y="633413"/>
          <p14:tracePt t="27278" x="6769100" y="619125"/>
          <p14:tracePt t="27288" x="6729413" y="619125"/>
          <p14:tracePt t="27297" x="6700838" y="619125"/>
          <p14:tracePt t="27307" x="6653213" y="619125"/>
          <p14:tracePt t="27313" x="6626225" y="619125"/>
          <p14:tracePt t="27321" x="6586538" y="619125"/>
          <p14:tracePt t="27330" x="6557963" y="619125"/>
          <p14:tracePt t="27340" x="6483350" y="619125"/>
          <p14:tracePt t="27347" x="6443663" y="619125"/>
          <p14:tracePt t="27354" x="6408738" y="619125"/>
          <p14:tracePt t="27363" x="6381750" y="619125"/>
          <p14:tracePt t="27372" x="6313488" y="619125"/>
          <p14:tracePt t="27380" x="6300788" y="619125"/>
          <p14:tracePt t="27390" x="6265863" y="633413"/>
          <p14:tracePt t="27396" x="6224588" y="646113"/>
          <p14:tracePt t="27404" x="6197600" y="660400"/>
          <p14:tracePt t="27412" x="6170613" y="673100"/>
          <p14:tracePt t="27424" x="6137275" y="687388"/>
          <p14:tracePt t="27429" x="6122988" y="708025"/>
          <p14:tracePt t="27441" x="6081713" y="735013"/>
          <p14:tracePt t="27442" x="6069013" y="762000"/>
          <p14:tracePt t="27452" x="6042025" y="803275"/>
          <p14:tracePt t="27459" x="6021388" y="836613"/>
          <p14:tracePt t="27469" x="6007100" y="877888"/>
          <p14:tracePt t="27476" x="5994400" y="946150"/>
          <p14:tracePt t="27485" x="5980113" y="1020763"/>
          <p14:tracePt t="27491" x="5967413" y="1109663"/>
          <p14:tracePt t="27502" x="5967413" y="1190625"/>
          <p14:tracePt t="27508" x="5967413" y="1279525"/>
          <p14:tracePt t="27518" x="5967413" y="1354138"/>
          <p14:tracePt t="27528" x="5967413" y="1435100"/>
          <p14:tracePt t="27536" x="5967413" y="1524000"/>
          <p14:tracePt t="27542" x="5967413" y="1598613"/>
          <p14:tracePt t="27552" x="5967413" y="1625600"/>
          <p14:tracePt t="27558" x="5980113" y="1728788"/>
          <p14:tracePt t="27568" x="5994400" y="1741488"/>
          <p14:tracePt t="27574" x="6007100" y="1782763"/>
          <p14:tracePt t="27584" x="6054725" y="1836738"/>
          <p14:tracePt t="27592" x="6081713" y="1857375"/>
          <p14:tracePt t="27601" x="6122988" y="1898650"/>
          <p14:tracePt t="27607" x="6149975" y="1911350"/>
          <p14:tracePt t="27617" x="6197600" y="1938338"/>
          <p14:tracePt t="27624" x="6238875" y="1952625"/>
          <p14:tracePt t="27633" x="6300788" y="1985963"/>
          <p14:tracePt t="27641" x="6340475" y="2000250"/>
          <p14:tracePt t="27650" x="6381750" y="2027238"/>
          <p14:tracePt t="27658" x="6429375" y="2054225"/>
          <p14:tracePt t="27667" x="6483350" y="2068513"/>
          <p14:tracePt t="27674" x="6524625" y="2101850"/>
          <p14:tracePt t="27683" x="6557963" y="2101850"/>
          <p14:tracePt t="27694" x="6626225" y="2116138"/>
          <p14:tracePt t="27695" x="6673850" y="2116138"/>
          <p14:tracePt t="27706" x="6700838" y="2116138"/>
          <p14:tracePt t="27714" x="6742113" y="2116138"/>
          <p14:tracePt t="27725" x="6769100" y="2101850"/>
          <p14:tracePt t="27730" x="6804025" y="2081213"/>
          <p14:tracePt t="27742" x="6831013" y="2041525"/>
          <p14:tracePt t="27748" x="6858000" y="2014538"/>
          <p14:tracePt t="27759" x="6899275" y="1973263"/>
          <p14:tracePt t="27763" x="6911975" y="1925638"/>
          <p14:tracePt t="27775" x="6959600" y="1871663"/>
          <p14:tracePt t="27780" x="6973888" y="1824038"/>
          <p14:tracePt t="27792" x="7000875" y="1768475"/>
          <p14:tracePt t="27796" x="7027863" y="1693863"/>
          <p14:tracePt t="27809" x="7042150" y="1639888"/>
          <p14:tracePt t="27813" x="7075488" y="1577975"/>
          <p14:tracePt t="27825" x="7089775" y="1509713"/>
          <p14:tracePt t="27830" x="7102475" y="1435100"/>
          <p14:tracePt t="27842" x="7116763" y="1366838"/>
          <p14:tracePt t="27843" x="7116763" y="1292225"/>
          <p14:tracePt t="27852" x="7116763" y="1211263"/>
          <p14:tracePt t="27862" x="7116763" y="1136650"/>
          <p14:tracePt t="27870" x="7116763" y="1047750"/>
          <p14:tracePt t="27878" x="7116763" y="979488"/>
          <p14:tracePt t="27886" x="7102475" y="904875"/>
          <p14:tracePt t="27895" x="7075488" y="836613"/>
          <p14:tracePt t="27906" x="7042150" y="762000"/>
          <p14:tracePt t="27910" x="7015163" y="708025"/>
          <p14:tracePt t="27920" x="6986588" y="633413"/>
          <p14:tracePt t="27927" x="6946900" y="577850"/>
          <p14:tracePt t="27936" x="6899275" y="503238"/>
          <p14:tracePt t="27944" x="6858000" y="461963"/>
          <p14:tracePt t="27951" x="6831013" y="414338"/>
          <p14:tracePt t="27961" x="6804025" y="401638"/>
          <p14:tracePt t="27970" x="6769100" y="374650"/>
          <p14:tracePt t="27977" x="6742113" y="360363"/>
          <p14:tracePt t="27990" x="6715125" y="347663"/>
          <p14:tracePt t="27991" x="6688138" y="333375"/>
          <p14:tracePt t="28000" x="6673850" y="312738"/>
          <p14:tracePt t="28010" x="6640513" y="312738"/>
          <p14:tracePt t="28017" x="6626225" y="312738"/>
          <p14:tracePt t="28027" x="6599238" y="312738"/>
          <p14:tracePt t="28033" x="6586538" y="312738"/>
          <p14:tracePt t="28045" x="6572250" y="312738"/>
          <p14:tracePt t="28051" x="6557963" y="312738"/>
          <p14:tracePt t="28059" x="6524625" y="312738"/>
          <p14:tracePt t="28074" x="6497638" y="312738"/>
          <p14:tracePt t="28082" x="6483350" y="312738"/>
          <p14:tracePt t="28092" x="6456363" y="312738"/>
          <p14:tracePt t="28099" x="6443663" y="312738"/>
          <p14:tracePt t="28110" x="6408738" y="312738"/>
          <p14:tracePt t="28116" x="6381750" y="333375"/>
          <p14:tracePt t="28127" x="6354763" y="333375"/>
          <p14:tracePt t="28131" x="6327775" y="347663"/>
          <p14:tracePt t="28143" x="6300788" y="347663"/>
          <p14:tracePt t="28149" x="6265863" y="360363"/>
          <p14:tracePt t="28160" x="6238875" y="374650"/>
          <p14:tracePt t="28164" x="6211888" y="387350"/>
          <p14:tracePt t="28176" x="6184900" y="401638"/>
          <p14:tracePt t="28181" x="6170613" y="414338"/>
          <p14:tracePt t="28194" x="6137275" y="428625"/>
          <p14:tracePt t="28195" x="6122988" y="449263"/>
          <p14:tracePt t="28206" x="6110288" y="476250"/>
          <p14:tracePt t="28214" x="6096000" y="490538"/>
          <p14:tracePt t="28224" x="6069013" y="517525"/>
          <p14:tracePt t="28231" x="6054725" y="544513"/>
          <p14:tracePt t="28242" x="6054725" y="577850"/>
          <p14:tracePt t="28246" x="6042025" y="592138"/>
          <p14:tracePt t="28258" x="6042025" y="633413"/>
          <p14:tracePt t="28264" x="6021388" y="673100"/>
          <p14:tracePt t="28275" x="6021388" y="735013"/>
          <p14:tracePt t="28279" x="6021388" y="788988"/>
          <p14:tracePt t="28291" x="6021388" y="850900"/>
          <p14:tracePt t="28297" x="6021388" y="931863"/>
          <p14:tracePt t="28307" x="6021388" y="1006475"/>
          <p14:tracePt t="28311" x="6021388" y="1074738"/>
          <p14:tracePt t="28323" x="6021388" y="1136650"/>
          <p14:tracePt t="28328" x="6021388" y="1211263"/>
          <p14:tracePt t="28336" x="6042025" y="1265238"/>
          <p14:tracePt t="28346" x="6042025" y="1339850"/>
          <p14:tracePt t="28351" x="6054725" y="1381125"/>
          <p14:tracePt t="28360" x="6069013" y="1435100"/>
          <p14:tracePt t="28373" x="6081713" y="1482725"/>
          <p14:tracePt t="28377" x="6096000" y="1524000"/>
          <p14:tracePt t="28387" x="6110288" y="1550988"/>
          <p14:tracePt t="28394" x="6122988" y="1577975"/>
          <p14:tracePt t="28404" x="6149975" y="1625600"/>
          <p14:tracePt t="28411" x="6197600" y="1652588"/>
          <p14:tracePt t="28420" x="6224588" y="1681163"/>
          <p14:tracePt t="28425" x="6253163" y="1708150"/>
          <p14:tracePt t="28434" x="6300788" y="1741488"/>
          <p14:tracePt t="28443" x="6340475" y="1755775"/>
          <p14:tracePt t="28452" x="6367463" y="1782763"/>
          <p14:tracePt t="28458" x="6408738" y="1809750"/>
          <p14:tracePt t="28468" x="6443663" y="1809750"/>
          <p14:tracePt t="28476" x="6497638" y="1857375"/>
          <p14:tracePt t="28486" x="6510338" y="1871663"/>
          <p14:tracePt t="28491" x="6545263" y="1884363"/>
          <p14:tracePt t="28502" x="6572250" y="1911350"/>
          <p14:tracePt t="28507" x="6599238" y="1925638"/>
          <p14:tracePt t="28518" x="6626225" y="1938338"/>
          <p14:tracePt t="28526" x="6653213" y="1952625"/>
          <p14:tracePt t="28534" x="6673850" y="1952625"/>
          <p14:tracePt t="28545" x="6700838" y="1973263"/>
          <p14:tracePt t="28549" x="6729413" y="1973263"/>
          <p14:tracePt t="28558" x="6742113" y="1973263"/>
          <p14:tracePt t="28567" x="6783388" y="1973263"/>
          <p14:tracePt t="28577" x="6816725" y="1973263"/>
          <p14:tracePt t="28581" x="6843713" y="1938338"/>
          <p14:tracePt t="28592" x="6858000" y="1925638"/>
          <p14:tracePt t="28600" x="6884988" y="1884363"/>
          <p14:tracePt t="28607" x="6911975" y="1836738"/>
          <p14:tracePt t="28617" x="6932613" y="1795463"/>
          <p14:tracePt t="28624" x="6959600" y="1755775"/>
          <p14:tracePt t="28635" x="6973888" y="1693863"/>
          <p14:tracePt t="28639" x="7000875" y="1625600"/>
          <p14:tracePt t="28651" x="7015163" y="1565275"/>
          <p14:tracePt t="28658" x="7027863" y="1497013"/>
          <p14:tracePt t="28665" x="7042150" y="1422400"/>
          <p14:tracePt t="28674" x="7062788" y="1354138"/>
          <p14:tracePt t="28683" x="7075488" y="1292225"/>
          <p14:tracePt t="28690" x="7089775" y="1223963"/>
          <p14:tracePt t="28700" x="7089775" y="1149350"/>
          <p14:tracePt t="28707" x="7102475" y="1095375"/>
          <p14:tracePt t="28717" x="7102475" y="1033463"/>
          <p14:tracePt t="28725" x="7102475" y="966788"/>
          <p14:tracePt t="28730" x="7102475" y="931863"/>
          <p14:tracePt t="28743" x="7102475" y="890588"/>
          <p14:tracePt t="28744" x="7102475" y="850900"/>
          <p14:tracePt t="28753" x="7102475" y="803275"/>
          <p14:tracePt t="28762" x="7102475" y="776288"/>
          <p14:tracePt t="28772" x="7089775" y="747713"/>
          <p14:tracePt t="28779" x="7075488" y="720725"/>
          <p14:tracePt t="28787" x="7062788" y="687388"/>
          <p14:tracePt t="28796" x="7042150" y="673100"/>
          <p14:tracePt t="28807" x="7027863" y="646113"/>
          <p14:tracePt t="28812" x="7015163" y="619125"/>
          <p14:tracePt t="28821" x="7000875" y="592138"/>
          <p14:tracePt t="28830" x="6986588" y="577850"/>
          <p14:tracePt t="28836" x="6973888" y="544513"/>
          <p14:tracePt t="28845" x="6959600" y="517525"/>
          <p14:tracePt t="28854" x="6946900" y="490538"/>
          <p14:tracePt t="28862" x="6932613" y="476250"/>
          <p14:tracePt t="28871" x="6911975" y="461963"/>
          <p14:tracePt t="28878" x="6899275" y="449263"/>
          <p14:tracePt t="28887" x="6884988" y="428625"/>
          <p14:tracePt t="28894" x="6872288" y="414338"/>
          <p14:tracePt t="28904" x="6858000" y="401638"/>
          <p14:tracePt t="28911" x="6831013" y="401638"/>
          <p14:tracePt t="28920" x="6816725" y="387350"/>
          <p14:tracePt t="28929" x="6783388" y="374650"/>
          <p14:tracePt t="28935" x="6769100" y="360363"/>
          <p14:tracePt t="28944" x="6756400" y="347663"/>
          <p14:tracePt t="28951" x="6742113" y="347663"/>
          <p14:tracePt t="28960" x="6715125" y="333375"/>
          <p14:tracePt t="28970" x="6700838" y="333375"/>
          <p14:tracePt t="28976" x="6688138" y="312738"/>
          <p14:tracePt t="28989" x="6673850" y="312738"/>
          <p14:tracePt t="28999" x="6653213" y="312738"/>
          <p14:tracePt t="29009" x="6640513" y="312738"/>
          <p14:tracePt t="29016" x="6626225" y="312738"/>
          <p14:tracePt t="29027" x="6613525" y="312738"/>
          <p14:tracePt t="29043" x="6599238" y="312738"/>
          <p14:tracePt t="29050" x="6586538" y="312738"/>
          <p14:tracePt t="29076" x="6572250" y="312738"/>
          <p14:tracePt t="29144" x="6557963" y="312738"/>
          <p14:tracePt t="29153" x="6557963" y="333375"/>
          <p14:tracePt t="29169" x="6545263" y="333375"/>
          <p14:tracePt t="29185" x="6524625" y="347663"/>
          <p14:tracePt t="29195" x="6510338" y="360363"/>
          <p14:tracePt t="29206" x="6497638" y="374650"/>
          <p14:tracePt t="29212" x="6497638" y="387350"/>
          <p14:tracePt t="29223" x="6483350" y="414338"/>
          <p14:tracePt t="29229" x="6470650" y="428625"/>
          <p14:tracePt t="29239" x="6456363" y="461963"/>
          <p14:tracePt t="29246" x="6443663" y="476250"/>
          <p14:tracePt t="29254" x="6429375" y="503238"/>
          <p14:tracePt t="29261" x="6429375" y="517525"/>
          <p14:tracePt t="29269" x="6429375" y="544513"/>
          <p14:tracePt t="29279" x="6408738" y="557213"/>
          <p14:tracePt t="29287" x="6408738" y="577850"/>
          <p14:tracePt t="29295" x="6408738" y="592138"/>
          <p14:tracePt t="29303" x="6408738" y="604838"/>
          <p14:tracePt t="29312" x="6408738" y="619125"/>
          <p14:tracePt t="29319" x="6429375" y="633413"/>
          <p14:tracePt t="29330" x="6456363" y="633413"/>
          <p14:tracePt t="29336" x="6483350" y="646113"/>
          <p14:tracePt t="29344" x="6497638" y="646113"/>
          <p14:tracePt t="29353" x="6524625" y="646113"/>
          <p14:tracePt t="29362" x="6572250" y="660400"/>
          <p14:tracePt t="29370" x="6586538" y="660400"/>
          <p14:tracePt t="29376" x="6613525" y="660400"/>
          <p14:tracePt t="29386" x="6640513" y="660400"/>
          <p14:tracePt t="29395" x="6688138" y="660400"/>
          <p14:tracePt t="29402" x="6700838" y="660400"/>
          <p14:tracePt t="29409" x="6715125" y="660400"/>
          <p14:tracePt t="29418" x="6742113" y="660400"/>
          <p14:tracePt t="29426" x="6756400" y="660400"/>
          <p14:tracePt t="29443" x="6769100" y="646113"/>
          <p14:tracePt t="29460" x="6783388" y="646113"/>
          <p14:tracePt t="29562" x="6769100" y="646113"/>
          <p14:tracePt t="29572" x="6756400" y="660400"/>
          <p14:tracePt t="29580" x="6729413" y="687388"/>
          <p14:tracePt t="29590" x="6715125" y="720725"/>
          <p14:tracePt t="29599" x="6700838" y="735013"/>
          <p14:tracePt t="29608" x="6688138" y="776288"/>
          <p14:tracePt t="29614" x="6673850" y="815975"/>
          <p14:tracePt t="29625" x="6653213" y="836613"/>
          <p14:tracePt t="29631" x="6653213" y="877888"/>
          <p14:tracePt t="29642" x="6640513" y="919163"/>
          <p14:tracePt t="29648" x="6640513" y="966788"/>
          <p14:tracePt t="29659" x="6640513" y="993775"/>
          <p14:tracePt t="29662" x="6640513" y="1020763"/>
          <p14:tracePt t="29674" x="6640513" y="1047750"/>
          <p14:tracePt t="29679" x="6640513" y="1074738"/>
          <p14:tracePt t="29691" x="6653213" y="1109663"/>
          <p14:tracePt t="29696" x="6673850" y="1136650"/>
          <p14:tracePt t="29708" x="6688138" y="1149350"/>
          <p14:tracePt t="29713" x="6700838" y="1176338"/>
          <p14:tracePt t="29725" x="6715125" y="1190625"/>
          <p14:tracePt t="29726" x="6729413" y="1211263"/>
          <p14:tracePt t="29735" x="6729413" y="1223963"/>
          <p14:tracePt t="29745" x="6742113" y="1238250"/>
          <p14:tracePt t="29753" x="6756400" y="1238250"/>
          <p14:tracePt t="29762" x="6756400" y="1252538"/>
          <p14:tracePt t="29770" x="6769100" y="1265238"/>
          <p14:tracePt t="29786" x="6783388" y="1279525"/>
          <p14:tracePt t="29811" x="6783388" y="1292225"/>
          <p14:tracePt t="29857" x="6804025" y="1292225"/>
          <p14:tracePt t="30611" x="6804025" y="1279525"/>
          <p14:tracePt t="30619" x="6804025" y="1265238"/>
          <p14:tracePt t="30629" x="6804025" y="1252538"/>
          <p14:tracePt t="30644" x="6804025" y="1238250"/>
          <p14:tracePt t="30652" x="6804025" y="1223963"/>
          <p14:tracePt t="30668" x="6783388" y="1223963"/>
          <p14:tracePt t="30676" x="6783388" y="1211263"/>
          <p14:tracePt t="30692" x="6769100" y="1211263"/>
          <p14:tracePt t="30701" x="6756400" y="1211263"/>
          <p14:tracePt t="30710" x="6742113" y="1211263"/>
          <p14:tracePt t="30719" x="6729413" y="1211263"/>
          <p14:tracePt t="30728" x="6715125" y="1211263"/>
          <p14:tracePt t="30736" x="6700838" y="1211263"/>
          <p14:tracePt t="30744" x="6688138" y="1211263"/>
          <p14:tracePt t="30753" x="6673850" y="1211263"/>
          <p14:tracePt t="30763" x="6653213" y="1223963"/>
          <p14:tracePt t="30779" x="6640513" y="1238250"/>
          <p14:tracePt t="30785" x="6626225" y="1238250"/>
          <p14:tracePt t="30801" x="6613525" y="1238250"/>
          <p14:tracePt t="30809" x="6613525" y="1252538"/>
          <p14:tracePt t="30831" x="6599238" y="1252538"/>
          <p14:tracePt t="30855" x="6599238" y="1265238"/>
          <p14:tracePt t="30897" x="6586538" y="1265238"/>
          <p14:tracePt t="30905" x="6586538" y="1279525"/>
          <p14:tracePt t="30914" x="6572250" y="1292225"/>
          <p14:tracePt t="30923" x="6557963" y="1306513"/>
          <p14:tracePt t="30933" x="6545263" y="1319213"/>
          <p14:tracePt t="30939" x="6510338" y="1354138"/>
          <p14:tracePt t="30952" x="6483350" y="1381125"/>
          <p14:tracePt t="30957" x="6443663" y="1422400"/>
          <p14:tracePt t="30965" x="6396038" y="1470025"/>
          <p14:tracePt t="30973" x="6340475" y="1509713"/>
          <p14:tracePt t="30981" x="6280150" y="1550988"/>
          <p14:tracePt t="30990" x="6238875" y="1598613"/>
          <p14:tracePt t="30998" x="6211888" y="1625600"/>
          <p14:tracePt t="31006" x="6184900" y="1652588"/>
          <p14:tracePt t="31014" x="6137275" y="1681163"/>
          <p14:tracePt t="31023" x="6110288" y="1728788"/>
          <p14:tracePt t="31032" x="6096000" y="1741488"/>
          <p14:tracePt t="31042" x="6081713" y="1755775"/>
          <p14:tracePt t="31047" x="6069013" y="1768475"/>
          <p14:tracePt t="31057" x="6054725" y="1768475"/>
          <p14:tracePt t="31065" x="6054725" y="1782763"/>
          <p14:tracePt t="31083" x="6042025" y="1782763"/>
          <p14:tracePt t="31142" x="6054725" y="1782763"/>
          <p14:tracePt t="31159" x="6069013" y="1782763"/>
          <p14:tracePt t="31168" x="6096000" y="1782763"/>
          <p14:tracePt t="31177" x="6122988" y="1795463"/>
          <p14:tracePt t="31187" x="6170613" y="1795463"/>
          <p14:tracePt t="31196" x="6197600" y="1809750"/>
          <p14:tracePt t="31202" x="6238875" y="1809750"/>
          <p14:tracePt t="31213" x="6265863" y="1836738"/>
          <p14:tracePt t="31219" x="6300788" y="1836738"/>
          <p14:tracePt t="31227" x="6327775" y="1857375"/>
          <p14:tracePt t="31236" x="6354763" y="1871663"/>
          <p14:tracePt t="31244" x="6396038" y="1884363"/>
          <p14:tracePt t="31253" x="6408738" y="1898650"/>
          <p14:tracePt t="31261" x="6443663" y="1911350"/>
          <p14:tracePt t="31268" x="6456363" y="1925638"/>
          <p14:tracePt t="31278" x="6483350" y="1938338"/>
          <p14:tracePt t="31285" x="6497638" y="1938338"/>
          <p14:tracePt t="31294" x="6510338" y="1952625"/>
          <p14:tracePt t="31301" x="6524625" y="1973263"/>
          <p14:tracePt t="31310" x="6557963" y="1985963"/>
          <p14:tracePt t="31329" x="6586538" y="2000250"/>
          <p14:tracePt t="31334" x="6599238" y="2000250"/>
          <p14:tracePt t="31342" x="6613525" y="2014538"/>
          <p14:tracePt t="31352" x="6640513" y="2014538"/>
          <p14:tracePt t="31357" x="6653213" y="2027238"/>
          <p14:tracePt t="31365" x="6688138" y="2041525"/>
          <p14:tracePt t="31375" x="6700838" y="2041525"/>
          <p14:tracePt t="31382" x="6715125" y="2054225"/>
          <p14:tracePt t="31392" x="6742113" y="2054225"/>
          <p14:tracePt t="31398" x="6756400" y="2054225"/>
          <p14:tracePt t="31407" x="6769100" y="2068513"/>
          <p14:tracePt t="31417" x="6783388" y="2068513"/>
          <p14:tracePt t="31424" x="6804025" y="2068513"/>
          <p14:tracePt t="31434" x="6831013" y="2068513"/>
          <p14:tracePt t="31440" x="6843713" y="2068513"/>
          <p14:tracePt t="31450" x="6858000" y="2068513"/>
          <p14:tracePt t="31458" x="6872288" y="2068513"/>
          <p14:tracePt t="31466" x="6884988" y="2068513"/>
          <p14:tracePt t="31474" x="6899275" y="2068513"/>
          <p14:tracePt t="31483" x="6911975" y="2068513"/>
          <p14:tracePt t="31491" x="6932613" y="2068513"/>
          <p14:tracePt t="31500" x="6946900" y="2068513"/>
          <p14:tracePt t="31507" x="6959600" y="2054225"/>
          <p14:tracePt t="31516" x="6973888" y="2054225"/>
          <p14:tracePt t="31523" x="6986588" y="2041525"/>
          <p14:tracePt t="31532" x="7000875" y="2027238"/>
          <p14:tracePt t="31542" x="7015163" y="2014538"/>
          <p14:tracePt t="31556" x="7027863" y="2000250"/>
          <p14:tracePt t="31567" x="7042150" y="2000250"/>
          <p14:tracePt t="31571" x="7042150" y="1985963"/>
          <p14:tracePt t="31583" x="7062788" y="1985963"/>
          <p14:tracePt t="31587" x="7062788" y="1973263"/>
          <p14:tracePt t="31603" x="7075488" y="1973263"/>
          <p14:tracePt t="31621" x="7075488" y="1952625"/>
          <p14:tracePt t="31887" x="7075488" y="1938338"/>
          <p14:tracePt t="31898" x="7062788" y="1938338"/>
          <p14:tracePt t="31906" x="7027863" y="1938338"/>
          <p14:tracePt t="31916" x="7015163" y="1925638"/>
          <p14:tracePt t="31923" x="6986588" y="1925638"/>
          <p14:tracePt t="31933" x="6959600" y="1911350"/>
          <p14:tracePt t="31940" x="6911975" y="1898650"/>
          <p14:tracePt t="31951" x="6872288" y="1898650"/>
          <p14:tracePt t="31955" x="6831013" y="1884363"/>
          <p14:tracePt t="31967" x="6816725" y="1884363"/>
          <p14:tracePt t="31973" x="6769100" y="1871663"/>
          <p14:tracePt t="31984" x="6729413" y="1857375"/>
          <p14:tracePt t="31989" x="6700838" y="1857375"/>
          <p14:tracePt t="32000" x="6673850" y="1857375"/>
          <p14:tracePt t="32004" x="6653213" y="1857375"/>
          <p14:tracePt t="32013" x="6640513" y="1857375"/>
          <p14:tracePt t="32023" x="6626225" y="1857375"/>
          <p14:tracePt t="32033" x="6613525" y="1857375"/>
          <p14:tracePt t="32037" x="6599238" y="1857375"/>
          <p14:tracePt t="32065" x="6586538" y="1857375"/>
          <p14:tracePt t="32087" x="6572250" y="1857375"/>
          <p14:tracePt t="32104" x="6557963" y="1857375"/>
          <p14:tracePt t="32117" x="6545263" y="1857375"/>
          <p14:tracePt t="32126" x="6545263" y="1871663"/>
          <p14:tracePt t="32135" x="6524625" y="1871663"/>
          <p14:tracePt t="32144" x="6524625" y="1884363"/>
          <p14:tracePt t="32174" x="6510338" y="1898650"/>
          <p14:tracePt t="32207" x="6510338" y="1911350"/>
          <p14:tracePt t="32217" x="6510338" y="1925638"/>
          <p14:tracePt t="32225" x="6524625" y="1925638"/>
          <p14:tracePt t="32235" x="6545263" y="1938338"/>
          <p14:tracePt t="32243" x="6557963" y="1973263"/>
          <p14:tracePt t="32253" x="6586538" y="1985963"/>
          <p14:tracePt t="32258" x="6599238" y="2000250"/>
          <p14:tracePt t="32269" x="6626225" y="2014538"/>
          <p14:tracePt t="32276" x="6673850" y="2027238"/>
          <p14:tracePt t="32286" x="6700838" y="2027238"/>
          <p14:tracePt t="32292" x="6729413" y="2041525"/>
          <p14:tracePt t="32303" x="6756400" y="2054225"/>
          <p14:tracePt t="32309" x="6804025" y="2054225"/>
          <p14:tracePt t="32319" x="6831013" y="2054225"/>
          <p14:tracePt t="32327" x="6858000" y="2054225"/>
          <p14:tracePt t="32336" x="6884988" y="2054225"/>
          <p14:tracePt t="32340" x="6911975" y="2054225"/>
          <p14:tracePt t="32352" x="6932613" y="2054225"/>
          <p14:tracePt t="32358" x="6959600" y="2054225"/>
          <p14:tracePt t="32373" x="6973888" y="2054225"/>
          <p14:tracePt t="32385" x="6986588" y="2054225"/>
          <p14:tracePt t="32391" x="7000875" y="2054225"/>
          <p14:tracePt t="32401" x="7000875" y="2041525"/>
          <p14:tracePt t="32407" x="7000875" y="2027238"/>
          <p14:tracePt t="32418" x="7015163" y="2027238"/>
          <p14:tracePt t="32424" x="7027863" y="2027238"/>
          <p14:tracePt t="32434" x="7027863" y="2014538"/>
          <p14:tracePt t="32438" x="7027863" y="2000250"/>
          <p14:tracePt t="32450" x="7042150" y="2000250"/>
          <p14:tracePt t="32483" x="7042150" y="1985963"/>
          <p14:tracePt t="32510" x="7062788" y="1985963"/>
          <p14:tracePt t="32543" x="7062788" y="1973263"/>
          <p14:tracePt t="32559" x="7075488" y="1973263"/>
          <p14:tracePt t="32568" x="7075488" y="1952625"/>
          <p14:tracePt t="32583" x="7089775" y="1952625"/>
          <p14:tracePt t="32600" x="7089775" y="1938338"/>
          <p14:tracePt t="32919" x="7089775" y="1925638"/>
          <p14:tracePt t="32936" x="7089775" y="1898650"/>
          <p14:tracePt t="32944" x="7089775" y="1871663"/>
          <p14:tracePt t="32953" x="7089775" y="1836738"/>
          <p14:tracePt t="32962" x="7089775" y="1795463"/>
          <p14:tracePt t="32972" x="7089775" y="1728788"/>
          <p14:tracePt t="32980" x="7089775" y="1666875"/>
          <p14:tracePt t="32989" x="7089775" y="1598613"/>
          <p14:tracePt t="32996" x="7089775" y="1524000"/>
          <p14:tracePt t="33006" x="7089775" y="1435100"/>
          <p14:tracePt t="33012" x="7089775" y="1366838"/>
          <p14:tracePt t="33020" x="7089775" y="1279525"/>
          <p14:tracePt t="33030" x="7089775" y="1211263"/>
          <p14:tracePt t="33040" x="7089775" y="1149350"/>
          <p14:tracePt t="33044" x="7089775" y="1074738"/>
          <p14:tracePt t="33054" x="7075488" y="1047750"/>
          <p14:tracePt t="33063" x="7075488" y="1020763"/>
          <p14:tracePt t="33071" x="7062788" y="993775"/>
          <p14:tracePt t="33079" x="7062788" y="966788"/>
          <p14:tracePt t="33087" x="7042150" y="931863"/>
          <p14:tracePt t="33103" x="7027863" y="919163"/>
          <p14:tracePt t="33110" x="7015163" y="904875"/>
          <p14:tracePt t="33135" x="7000875" y="890588"/>
          <p14:tracePt t="33145" x="6986588" y="890588"/>
          <p14:tracePt t="33153" x="6986588" y="877888"/>
          <p14:tracePt t="33159" x="6973888" y="877888"/>
          <p14:tracePt t="33175" x="6959600" y="863600"/>
          <p14:tracePt t="33185" x="6959600" y="850900"/>
          <p14:tracePt t="33195" x="6946900" y="836613"/>
          <p14:tracePt t="33201" x="6932613" y="815975"/>
          <p14:tracePt t="33217" x="6911975" y="788988"/>
          <p14:tracePt t="33226" x="6911975" y="776288"/>
          <p14:tracePt t="33235" x="6899275" y="762000"/>
          <p14:tracePt t="33251" x="6899275" y="747713"/>
          <p14:tracePt t="37432" x="6911975" y="747713"/>
          <p14:tracePt t="37448" x="6932613" y="735013"/>
          <p14:tracePt t="37457" x="6946900" y="735013"/>
          <p14:tracePt t="37467" x="6946900" y="720725"/>
          <p14:tracePt t="37474" x="6959600" y="708025"/>
          <p14:tracePt t="37482" x="6959600" y="687388"/>
          <p14:tracePt t="37491" x="6973888" y="687388"/>
          <p14:tracePt t="37498" x="6973888" y="673100"/>
          <p14:tracePt t="37507" x="6986588" y="660400"/>
          <p14:tracePt t="37518" x="6986588" y="646113"/>
          <p14:tracePt t="37522" x="6986588" y="633413"/>
          <p14:tracePt t="37534" x="6986588" y="619125"/>
          <p14:tracePt t="37541" x="6986588" y="604838"/>
          <p14:tracePt t="37548" x="6986588" y="577850"/>
          <p14:tracePt t="37555" x="6959600" y="544513"/>
          <p14:tracePt t="37565" x="6946900" y="517525"/>
          <p14:tracePt t="37572" x="6911975" y="490538"/>
          <p14:tracePt t="37581" x="6899275" y="476250"/>
          <p14:tracePt t="37589" x="6884988" y="449263"/>
          <p14:tracePt t="37597" x="6858000" y="414338"/>
          <p14:tracePt t="37606" x="6843713" y="401638"/>
          <p14:tracePt t="37614" x="6816725" y="374650"/>
          <p14:tracePt t="37623" x="6804025" y="360363"/>
          <p14:tracePt t="37630" x="6769100" y="333375"/>
          <p14:tracePt t="37640" x="6756400" y="312738"/>
          <p14:tracePt t="37647" x="6729413" y="300038"/>
          <p14:tracePt t="37655" x="6715125" y="300038"/>
          <p14:tracePt t="37663" x="6700838" y="285750"/>
          <p14:tracePt t="37673" x="6688138" y="271463"/>
          <p14:tracePt t="37680" x="6673850" y="258763"/>
          <p14:tracePt t="37690" x="6653213" y="258763"/>
          <p14:tracePt t="37696" x="6640513" y="244475"/>
          <p14:tracePt t="37704" x="6613525" y="231775"/>
          <p14:tracePt t="37714" x="6599238" y="231775"/>
          <p14:tracePt t="37721" x="6586538" y="231775"/>
          <p14:tracePt t="37730" x="6557963" y="217488"/>
          <p14:tracePt t="37739" x="6524625" y="217488"/>
          <p14:tracePt t="37751" x="6483350" y="204788"/>
          <p14:tracePt t="37760" x="6456363" y="204788"/>
          <p14:tracePt t="37770" x="6443663" y="204788"/>
          <p14:tracePt t="37778" x="6408738" y="204788"/>
          <p14:tracePt t="37787" x="6396038" y="204788"/>
          <p14:tracePt t="37795" x="6381750" y="204788"/>
          <p14:tracePt t="37804" x="6354763" y="204788"/>
          <p14:tracePt t="37818" x="6340475" y="204788"/>
          <p14:tracePt t="37826" x="6327775" y="217488"/>
          <p14:tracePt t="37836" x="6313488" y="244475"/>
          <p14:tracePt t="37844" x="6300788" y="271463"/>
          <p14:tracePt t="37854" x="6300788" y="285750"/>
          <p14:tracePt t="37859" x="6280150" y="333375"/>
          <p14:tracePt t="37871" x="6280150" y="347663"/>
          <p14:tracePt t="37876" x="6280150" y="387350"/>
          <p14:tracePt t="37887" x="6280150" y="414338"/>
          <p14:tracePt t="37893" x="6280150" y="449263"/>
          <p14:tracePt t="37903" x="6280150" y="476250"/>
          <p14:tracePt t="37909" x="6280150" y="503238"/>
          <p14:tracePt t="37920" x="6280150" y="517525"/>
          <p14:tracePt t="37928" x="6280150" y="530225"/>
          <p14:tracePt t="37937" x="6300788" y="557213"/>
          <p14:tracePt t="37943" x="6313488" y="577850"/>
          <p14:tracePt t="37956" x="6327775" y="604838"/>
          <p14:tracePt t="37957" x="6354763" y="619125"/>
          <p14:tracePt t="37968" x="6381750" y="633413"/>
          <p14:tracePt t="37975" x="6429375" y="646113"/>
          <p14:tracePt t="37985" x="6443663" y="660400"/>
          <p14:tracePt t="37992" x="6483350" y="660400"/>
          <p14:tracePt t="38002" x="6524625" y="673100"/>
          <p14:tracePt t="38008" x="6572250" y="673100"/>
          <p14:tracePt t="38016" x="6599238" y="673100"/>
          <p14:tracePt t="38025" x="6640513" y="673100"/>
          <p14:tracePt t="38035" x="6673850" y="660400"/>
          <p14:tracePt t="38044" x="6715125" y="633413"/>
          <p14:tracePt t="38048" x="6729413" y="619125"/>
          <p14:tracePt t="38059" x="6742113" y="604838"/>
          <p14:tracePt t="38065" x="6769100" y="577850"/>
          <p14:tracePt t="38074" x="6783388" y="544513"/>
          <p14:tracePt t="38086" x="6783388" y="517525"/>
          <p14:tracePt t="38090" x="6804025" y="476250"/>
          <p14:tracePt t="38102" x="6804025" y="449263"/>
          <p14:tracePt t="38106" x="6804025" y="414338"/>
          <p14:tracePt t="38115" x="6783388" y="387350"/>
          <p14:tracePt t="38122" x="6742113" y="360363"/>
          <p14:tracePt t="38132" x="6715125" y="333375"/>
          <p14:tracePt t="38139" x="6653213" y="300038"/>
          <p14:tracePt t="38148" x="6599238" y="271463"/>
          <p14:tracePt t="38156" x="6545263" y="244475"/>
          <p14:tracePt t="38165" x="6483350" y="231775"/>
          <p14:tracePt t="38169" x="6456363" y="231775"/>
          <p14:tracePt t="38178" x="6408738" y="231775"/>
          <p14:tracePt t="38188" x="6367463" y="231775"/>
          <p14:tracePt t="38196" x="6313488" y="231775"/>
          <p14:tracePt t="38205" x="6280150" y="231775"/>
          <p14:tracePt t="38213" x="6253163" y="258763"/>
          <p14:tracePt t="38220" x="6224588" y="285750"/>
          <p14:tracePt t="38230" x="6197600" y="333375"/>
          <p14:tracePt t="38236" x="6184900" y="374650"/>
          <p14:tracePt t="38246" x="6170613" y="414338"/>
          <p14:tracePt t="38254" x="6149975" y="476250"/>
          <p14:tracePt t="38263" x="6149975" y="530225"/>
          <p14:tracePt t="38271" x="6149975" y="592138"/>
          <p14:tracePt t="38279" x="6149975" y="646113"/>
          <p14:tracePt t="38287" x="6149975" y="720725"/>
          <p14:tracePt t="38295" x="6149975" y="762000"/>
          <p14:tracePt t="38305" x="6149975" y="788988"/>
          <p14:tracePt t="38312" x="6170613" y="850900"/>
          <p14:tracePt t="38323" x="6184900" y="863600"/>
          <p14:tracePt t="38329" x="6224588" y="904875"/>
          <p14:tracePt t="38336" x="6253163" y="919163"/>
          <p14:tracePt t="38346" x="6300788" y="931863"/>
          <p14:tracePt t="38353" x="6340475" y="946150"/>
          <p14:tracePt t="38362" x="6381750" y="946150"/>
          <p14:tracePt t="38368" x="6443663" y="946150"/>
          <p14:tracePt t="38384" x="6524625" y="904875"/>
          <p14:tracePt t="38392" x="6572250" y="877888"/>
          <p14:tracePt t="38402" x="6626225" y="836613"/>
          <p14:tracePt t="38409" x="6673850" y="776288"/>
          <p14:tracePt t="38420" x="6688138" y="762000"/>
          <p14:tracePt t="38429" x="6715125" y="720725"/>
          <p14:tracePt t="38436" x="6729413" y="673100"/>
          <p14:tracePt t="38441" x="6742113" y="646113"/>
          <p14:tracePt t="38454" x="6756400" y="592138"/>
          <p14:tracePt t="38461" x="6756400" y="577850"/>
          <p14:tracePt t="38469" x="6756400" y="517525"/>
          <p14:tracePt t="38474" x="6756400" y="503238"/>
          <p14:tracePt t="38485" x="6742113" y="476250"/>
          <p14:tracePt t="38490" x="6700838" y="449263"/>
          <p14:tracePt t="38503" x="6653213" y="414338"/>
          <p14:tracePt t="38507" x="6599238" y="374650"/>
          <p14:tracePt t="38520" x="6545263" y="360363"/>
          <p14:tracePt t="38521" x="6470650" y="333375"/>
          <p14:tracePt t="38530" x="6408738" y="312738"/>
          <p14:tracePt t="38540" x="6367463" y="312738"/>
          <p14:tracePt t="38550" x="6327775" y="300038"/>
          <p14:tracePt t="38557" x="6265863" y="300038"/>
          <p14:tracePt t="38565" x="6224588" y="300038"/>
          <p14:tracePt t="38574" x="6197600" y="300038"/>
          <p14:tracePt t="38581" x="6170613" y="300038"/>
          <p14:tracePt t="38589" x="6149975" y="333375"/>
          <p14:tracePt t="38597" x="6122988" y="347663"/>
          <p14:tracePt t="38607" x="6122988" y="360363"/>
          <p14:tracePt t="38614" x="6110288" y="401638"/>
          <p14:tracePt t="38624" x="6096000" y="449263"/>
          <p14:tracePt t="38631" x="6096000" y="490538"/>
          <p14:tracePt t="38638" x="6096000" y="517525"/>
          <p14:tracePt t="38648" x="6096000" y="544513"/>
          <p14:tracePt t="38656" x="6096000" y="604838"/>
          <p14:tracePt t="38664" x="6096000" y="633413"/>
          <p14:tracePt t="38670" x="6122988" y="673100"/>
          <p14:tracePt t="38680" x="6137275" y="708025"/>
          <p14:tracePt t="38686" x="6170613" y="735013"/>
          <p14:tracePt t="38697" x="6211888" y="747713"/>
          <p14:tracePt t="38703" x="6253163" y="776288"/>
          <p14:tracePt t="38712" x="6300788" y="776288"/>
          <p14:tracePt t="38722" x="6340475" y="788988"/>
          <p14:tracePt t="38729" x="6396038" y="788988"/>
          <p14:tracePt t="38736" x="6443663" y="788988"/>
          <p14:tracePt t="38746" x="6483350" y="776288"/>
          <p14:tracePt t="38753" x="6524625" y="747713"/>
          <p14:tracePt t="38762" x="6545263" y="720725"/>
          <p14:tracePt t="38770" x="6572250" y="687388"/>
          <p14:tracePt t="38779" x="6599238" y="660400"/>
          <p14:tracePt t="38786" x="6613525" y="633413"/>
          <p14:tracePt t="38795" x="6613525" y="604838"/>
          <p14:tracePt t="38804" x="6613525" y="577850"/>
          <p14:tracePt t="38809" x="6626225" y="557213"/>
          <p14:tracePt t="38821" x="6626225" y="544513"/>
          <p14:tracePt t="38829" x="6626225" y="530225"/>
          <p14:tracePt t="38837" x="6626225" y="517525"/>
          <p14:tracePt t="38854" x="6613525" y="517525"/>
          <p14:tracePt t="38871" x="6599238" y="517525"/>
          <p14:tracePt t="38875" x="6586538" y="517525"/>
          <p14:tracePt t="40593" x="6586538" y="503238"/>
          <p14:tracePt t="40602" x="6586538" y="490538"/>
          <p14:tracePt t="40612" x="6586538" y="476250"/>
          <p14:tracePt t="40619" x="6586538" y="428625"/>
          <p14:tracePt t="40629" x="6586538" y="414338"/>
          <p14:tracePt t="40636" x="6586538" y="374650"/>
          <p14:tracePt t="40646" x="6586538" y="360363"/>
          <p14:tracePt t="40652" x="6586538" y="312738"/>
          <p14:tracePt t="40663" x="6572250" y="271463"/>
          <p14:tracePt t="40669" x="6557963" y="244475"/>
          <p14:tracePt t="40677" x="6524625" y="217488"/>
          <p14:tracePt t="40686" x="6497638" y="184150"/>
          <p14:tracePt t="40699" x="6456363" y="157163"/>
          <p14:tracePt t="40700" x="6443663" y="157163"/>
          <p14:tracePt t="40709" x="6396038" y="142875"/>
          <p14:tracePt t="40717" x="6367463" y="128588"/>
          <p14:tracePt t="40728" x="6340475" y="115888"/>
          <p14:tracePt t="40735" x="6300788" y="115888"/>
          <p14:tracePt t="40743" x="6265863" y="115888"/>
          <p14:tracePt t="40751" x="6238875" y="115888"/>
          <p14:tracePt t="40761" x="6211888" y="115888"/>
          <p14:tracePt t="40767" x="6184900" y="115888"/>
          <p14:tracePt t="40775" x="6137275" y="115888"/>
          <p14:tracePt t="40783" x="6096000" y="115888"/>
          <p14:tracePt t="40792" x="6069013" y="115888"/>
          <p14:tracePt t="40799" x="6042025" y="115888"/>
          <p14:tracePt t="40808" x="5994400" y="128588"/>
          <p14:tracePt t="40815" x="5967413" y="142875"/>
          <p14:tracePt t="40825" x="5938838" y="142875"/>
          <p14:tracePt t="40832" x="5911850" y="157163"/>
          <p14:tracePt t="40842" x="5878513" y="169863"/>
          <p14:tracePt t="40848" x="5851525" y="184150"/>
          <p14:tracePt t="40858" x="5837238" y="184150"/>
          <p14:tracePt t="40865" x="5824538" y="204788"/>
          <p14:tracePt t="40880" x="5810250" y="204788"/>
          <p14:tracePt t="40888" x="5810250" y="217488"/>
          <p14:tracePt t="40920" x="5810250" y="231775"/>
          <p14:tracePt t="40929" x="5810250" y="244475"/>
          <p14:tracePt t="40938" x="5810250" y="258763"/>
          <p14:tracePt t="40949" x="5810250" y="271463"/>
          <p14:tracePt t="40955" x="5810250" y="285750"/>
          <p14:tracePt t="40966" x="5810250" y="312738"/>
          <p14:tracePt t="40972" x="5810250" y="333375"/>
          <p14:tracePt t="40982" x="5824538" y="347663"/>
          <p14:tracePt t="40988" x="5837238" y="360363"/>
          <p14:tracePt t="40999" x="5851525" y="387350"/>
          <p14:tracePt t="41005" x="5878513" y="401638"/>
          <p14:tracePt t="41016" x="5891213" y="414338"/>
          <p14:tracePt t="41022" x="5911850" y="428625"/>
          <p14:tracePt t="41033" x="5938838" y="449263"/>
          <p14:tracePt t="41037" x="5953125" y="461963"/>
          <p14:tracePt t="41047" x="5980113" y="476250"/>
          <p14:tracePt t="41057" x="6007100" y="490538"/>
          <p14:tracePt t="41062" x="6021388" y="503238"/>
          <p14:tracePt t="41072" x="6054725" y="517525"/>
          <p14:tracePt t="41081" x="6081713" y="530225"/>
          <p14:tracePt t="41087" x="6096000" y="544513"/>
          <p14:tracePt t="41098" x="6110288" y="544513"/>
          <p14:tracePt t="41103" x="6122988" y="557213"/>
          <p14:tracePt t="41115" x="6149975" y="577850"/>
          <p14:tracePt t="41120" x="6170613" y="577850"/>
          <p14:tracePt t="41132" x="6184900" y="592138"/>
          <p14:tracePt t="41133" x="6197600" y="592138"/>
          <p14:tracePt t="41143" x="6224588" y="604838"/>
          <p14:tracePt t="41152" x="6238875" y="604838"/>
          <p14:tracePt t="41162" x="6265863" y="619125"/>
          <p14:tracePt t="41169" x="6280150" y="619125"/>
          <p14:tracePt t="41179" x="6313488" y="619125"/>
          <p14:tracePt t="41185" x="6327775" y="619125"/>
          <p14:tracePt t="41195" x="6354763" y="619125"/>
          <p14:tracePt t="41202" x="6381750" y="619125"/>
          <p14:tracePt t="41210" x="6396038" y="619125"/>
          <p14:tracePt t="41219" x="6429375" y="619125"/>
          <p14:tracePt t="41229" x="6443663" y="619125"/>
          <p14:tracePt t="41233" x="6470650" y="604838"/>
          <p14:tracePt t="41243" x="6483350" y="592138"/>
          <p14:tracePt t="41252" x="6510338" y="557213"/>
          <p14:tracePt t="41260" x="6524625" y="544513"/>
          <p14:tracePt t="41267" x="6557963" y="530225"/>
          <p14:tracePt t="41277" x="6572250" y="503238"/>
          <p14:tracePt t="41284" x="6586538" y="490538"/>
          <p14:tracePt t="41293" x="6613525" y="461963"/>
          <p14:tracePt t="41300" x="6626225" y="428625"/>
          <p14:tracePt t="41309" x="6640513" y="401638"/>
          <p14:tracePt t="41317" x="6640513" y="387350"/>
          <p14:tracePt t="41323" x="6653213" y="374650"/>
          <p14:tracePt t="41333" x="6653213" y="347663"/>
          <p14:tracePt t="41342" x="6673850" y="333375"/>
          <p14:tracePt t="41351" x="6673850" y="312738"/>
          <p14:tracePt t="41356" x="6673850" y="271463"/>
          <p14:tracePt t="41365" x="6673850" y="258763"/>
          <p14:tracePt t="41374" x="6673850" y="244475"/>
          <p14:tracePt t="41383" x="6653213" y="231775"/>
          <p14:tracePt t="41391" x="6640513" y="204788"/>
          <p14:tracePt t="41397" x="6613525" y="184150"/>
          <p14:tracePt t="41407" x="6599238" y="169863"/>
          <p14:tracePt t="41414" x="6545263" y="142875"/>
          <p14:tracePt t="41423" x="6510338" y="142875"/>
          <p14:tracePt t="41430" x="6470650" y="128588"/>
          <p14:tracePt t="41440" x="6429375" y="128588"/>
          <p14:tracePt t="41449" x="6381750" y="128588"/>
          <p14:tracePt t="41456" x="6327775" y="128588"/>
          <p14:tracePt t="41465" x="6280150" y="128588"/>
          <p14:tracePt t="41473" x="6253163" y="128588"/>
          <p14:tracePt t="41483" x="6224588" y="142875"/>
          <p14:tracePt t="41489" x="6184900" y="169863"/>
          <p14:tracePt t="41497" x="6170613" y="184150"/>
          <p14:tracePt t="41507" x="6137275" y="217488"/>
          <p14:tracePt t="41514" x="6122988" y="231775"/>
          <p14:tracePt t="41523" x="6110288" y="258763"/>
          <p14:tracePt t="41530" x="6096000" y="271463"/>
          <p14:tracePt t="41541" x="6096000" y="285750"/>
          <p14:tracePt t="41545" x="6096000" y="312738"/>
          <p14:tracePt t="41554" x="6096000" y="333375"/>
          <p14:tracePt t="41565" x="6096000" y="347663"/>
          <p14:tracePt t="41569" x="6096000" y="387350"/>
          <p14:tracePt t="41582" x="6096000" y="401638"/>
          <p14:tracePt t="41586" x="6096000" y="428625"/>
          <p14:tracePt t="41598" x="6096000" y="449263"/>
          <p14:tracePt t="41602" x="6110288" y="476250"/>
          <p14:tracePt t="41614" x="6137275" y="517525"/>
          <p14:tracePt t="41619" x="6184900" y="530225"/>
          <p14:tracePt t="41633" x="6211888" y="557213"/>
          <p14:tracePt t="41634" x="6253163" y="577850"/>
          <p14:tracePt t="41643" x="6313488" y="577850"/>
          <p14:tracePt t="41652" x="6367463" y="592138"/>
          <p14:tracePt t="41662" x="6429375" y="592138"/>
          <p14:tracePt t="41668" x="6470650" y="592138"/>
          <p14:tracePt t="41677" x="6497638" y="592138"/>
          <p14:tracePt t="41685" x="6545263" y="577850"/>
          <p14:tracePt t="41696" x="6586538" y="544513"/>
          <p14:tracePt t="41700" x="6613525" y="530225"/>
          <p14:tracePt t="41710" x="6640513" y="517525"/>
          <p14:tracePt t="41719" x="6653213" y="490538"/>
          <p14:tracePt t="42025" x="6673850" y="476250"/>
          <p14:tracePt t="42035" x="6688138" y="428625"/>
          <p14:tracePt t="42044" x="6715125" y="401638"/>
          <p14:tracePt t="42053" x="6729413" y="387350"/>
          <p14:tracePt t="42061" x="6756400" y="347663"/>
          <p14:tracePt t="42069" x="6783388" y="300038"/>
          <p14:tracePt t="42077" x="6804025" y="271463"/>
          <p14:tracePt t="42085" x="6816725" y="231775"/>
          <p14:tracePt t="42095" x="6831013" y="204788"/>
          <p14:tracePt t="42102" x="6843713" y="157163"/>
          <p14:tracePt t="42111" x="6843713" y="115888"/>
          <p14:tracePt t="42120" x="6843713" y="101600"/>
          <p14:tracePt t="42128" x="6816725" y="74613"/>
          <p14:tracePt t="42134" x="6783388" y="53975"/>
          <p14:tracePt t="42145" x="6729413" y="41275"/>
          <p14:tracePt t="42151" x="6673850" y="26988"/>
          <p14:tracePt t="42160" x="6586538" y="14288"/>
          <p14:tracePt t="42199" x="6253163" y="14288"/>
          <p14:tracePt t="42207" x="6238875" y="26988"/>
          <p14:tracePt t="42217" x="6211888" y="53975"/>
          <p14:tracePt t="42225" x="6184900" y="88900"/>
          <p14:tracePt t="42235" x="6149975" y="115888"/>
          <p14:tracePt t="42241" x="6149975" y="128588"/>
          <p14:tracePt t="42252" x="6137275" y="157163"/>
          <p14:tracePt t="42258" x="6137275" y="184150"/>
          <p14:tracePt t="42269" x="6137275" y="217488"/>
          <p14:tracePt t="42275" x="6137275" y="258763"/>
          <p14:tracePt t="42286" x="6137275" y="271463"/>
          <p14:tracePt t="42290" x="6137275" y="312738"/>
          <p14:tracePt t="42301" x="6149975" y="347663"/>
          <p14:tracePt t="42308" x="6184900" y="374650"/>
          <p14:tracePt t="42319" x="6211888" y="401638"/>
          <p14:tracePt t="42323" x="6253163" y="414338"/>
          <p14:tracePt t="42335" x="6300788" y="428625"/>
          <p14:tracePt t="42340" x="6354763" y="449263"/>
          <p14:tracePt t="42352" x="6408738" y="461963"/>
          <p14:tracePt t="42356" x="6429375" y="461963"/>
          <p14:tracePt t="42370" x="6470650" y="461963"/>
          <p14:tracePt t="42371" x="6510338" y="461963"/>
          <p14:tracePt t="42379" x="6557963" y="461963"/>
          <p14:tracePt t="42389" x="6586538" y="461963"/>
          <p14:tracePt t="42397" x="6613525" y="461963"/>
          <p14:tracePt t="42406" x="6640513" y="449263"/>
          <p14:tracePt t="42413" x="6673850" y="428625"/>
          <p14:tracePt t="42422" x="6688138" y="428625"/>
          <p14:tracePt t="43770" x="6673850" y="428625"/>
          <p14:tracePt t="43787" x="6653213" y="428625"/>
          <p14:tracePt t="43802" x="6640513" y="428625"/>
          <p14:tracePt t="43812" x="6640513" y="449263"/>
          <p14:tracePt t="43820" x="6640513" y="461963"/>
          <p14:tracePt t="43830" x="6626225" y="476250"/>
          <p14:tracePt t="43841" x="6626225" y="490538"/>
          <p14:tracePt t="43846" x="6626225" y="530225"/>
          <p14:tracePt t="43856" x="6626225" y="557213"/>
          <p14:tracePt t="43863" x="6626225" y="592138"/>
          <p14:tracePt t="43873" x="6626225" y="619125"/>
          <p14:tracePt t="43879" x="6640513" y="646113"/>
          <p14:tracePt t="43889" x="6688138" y="673100"/>
          <p14:tracePt t="43896" x="6715125" y="687388"/>
          <p14:tracePt t="43906" x="6742113" y="687388"/>
          <p14:tracePt t="43913" x="6769100" y="708025"/>
          <p14:tracePt t="43920" x="6804025" y="720725"/>
          <p14:tracePt t="43929" x="6858000" y="720725"/>
          <p14:tracePt t="43937" x="6884988" y="720725"/>
          <p14:tracePt t="43945" x="6899275" y="720725"/>
          <p14:tracePt t="44425" x="6911975" y="720725"/>
          <p14:tracePt t="44434" x="6973888" y="720725"/>
          <p14:tracePt t="44443" x="7027863" y="720725"/>
          <p14:tracePt t="44451" x="7191375" y="720725"/>
          <p14:tracePt t="44460" x="7566025" y="720725"/>
          <p14:tracePt t="44468" x="7953375" y="720725"/>
          <p14:tracePt t="44478" x="8551863" y="720725"/>
          <p14:tracePt t="44486" x="9232900" y="788988"/>
          <p14:tracePt t="44493" x="10048875" y="946150"/>
          <p14:tracePt t="44501" x="10872788" y="1095375"/>
          <p14:tracePt t="44512" x="11688763" y="1211263"/>
          <p14:tracePt t="44518" x="11974513" y="1238250"/>
          <p14:tracePt t="44893" x="12150725" y="720725"/>
          <p14:tracePt t="44902" x="11879263" y="557213"/>
          <p14:tracePt t="44912" x="11558588" y="401638"/>
          <p14:tracePt t="44919" x="11212513" y="244475"/>
          <p14:tracePt t="44929" x="11028363" y="184150"/>
          <p14:tracePt t="44935" x="10709275" y="88900"/>
          <p14:tracePt t="44944" x="10463213" y="14288"/>
          <p14:tracePt t="44951" x="10355263" y="14288"/>
          <p14:tracePt t="45171" x="9891713" y="74613"/>
          <p14:tracePt t="45180" x="9634538" y="312738"/>
          <p14:tracePt t="45189" x="9328150" y="762000"/>
          <p14:tracePt t="45197" x="8974138" y="1292225"/>
          <p14:tracePt t="45207" x="8539163" y="1857375"/>
          <p14:tracePt t="45214" x="8150225" y="2443163"/>
          <p14:tracePt t="45224" x="7348538" y="3538538"/>
          <p14:tracePt t="45230" x="6545263" y="4646613"/>
          <p14:tracePt t="45238" x="6211888" y="5116513"/>
          <p14:tracePt t="45246" x="5551488" y="6021388"/>
          <p14:tracePt t="45257" x="5348288" y="6300788"/>
          <p14:tracePt t="45263" x="5205413" y="6483350"/>
          <p14:tracePt t="45271" x="5116513" y="6613525"/>
          <p14:tracePt t="45489" x="5102225" y="6640513"/>
          <p14:tracePt t="45500" x="5075238" y="6673850"/>
          <p14:tracePt t="45510" x="5048250" y="6700838"/>
          <p14:tracePt t="45517" x="5021263" y="6729413"/>
          <p14:tracePt t="45527" x="5000625" y="6742113"/>
          <p14:tracePt t="45533" x="5000625" y="6756400"/>
          <p14:tracePt t="45544" x="4986338" y="6769100"/>
          <p14:tracePt t="45560" x="4973638" y="6783388"/>
          <p14:tracePt t="45567" x="4973638" y="6804025"/>
          <p14:tracePt t="45574" x="4973638" y="6816725"/>
          <p14:tracePt t="45596" x="4973638" y="6831013"/>
          <p14:tracePt t="45604" x="4973638" y="6843713"/>
          <p14:tracePt t="46563" x="6700838" y="6804025"/>
          <p14:tracePt t="46572" x="6872288" y="6557963"/>
          <p14:tracePt t="46581" x="7232650" y="5994400"/>
          <p14:tracePt t="46589" x="7566025" y="5476875"/>
          <p14:tracePt t="46598" x="7967663" y="4843463"/>
          <p14:tracePt t="46609" x="8382000" y="4122738"/>
          <p14:tracePt t="46614" x="8831263" y="3306763"/>
          <p14:tracePt t="46622" x="9232900" y="2455863"/>
          <p14:tracePt t="46631" x="9634538" y="1612900"/>
          <p14:tracePt t="46638" x="9763125" y="1265238"/>
          <p14:tracePt t="46647" x="10021888" y="604838"/>
          <p14:tracePt t="46655" x="10090150" y="387350"/>
          <p14:tracePt t="46662" x="10150475" y="217488"/>
          <p14:tracePt t="46670" x="10191750" y="101600"/>
          <p14:tracePt t="105728" x="11545888" y="217488"/>
          <p14:tracePt t="105735" x="11225213" y="428625"/>
          <p14:tracePt t="105743" x="10885488" y="660400"/>
          <p14:tracePt t="105752" x="10539413" y="877888"/>
          <p14:tracePt t="105759" x="10382250" y="979488"/>
          <p14:tracePt t="105769" x="10090150" y="1149350"/>
          <p14:tracePt t="105777" x="9831388" y="1306513"/>
          <p14:tracePt t="105784" x="9620250" y="1449388"/>
          <p14:tracePt t="105793" x="9429750" y="1550988"/>
          <p14:tracePt t="105802" x="9272588" y="1639888"/>
          <p14:tracePt t="105812" x="9218613" y="1681163"/>
          <p14:tracePt t="105824" x="9090025" y="1741488"/>
          <p14:tracePt t="105835" x="8974138" y="1782763"/>
          <p14:tracePt t="105837" x="8885238" y="1824038"/>
          <p14:tracePt t="105857" x="8729663" y="1871663"/>
          <p14:tracePt t="105867" x="8653463" y="1884363"/>
          <p14:tracePt t="105868" x="8586788" y="1884363"/>
          <p14:tracePt t="105876" x="8524875" y="1898650"/>
          <p14:tracePt t="105884" x="8470900" y="1898650"/>
          <p14:tracePt t="105891" x="8396288" y="1911350"/>
          <p14:tracePt t="105901" x="8355013" y="1911350"/>
          <p14:tracePt t="105907" x="8307388" y="1911350"/>
          <p14:tracePt t="105917" x="8239125" y="1911350"/>
          <p14:tracePt t="105924" x="8197850" y="1911350"/>
          <p14:tracePt t="105932" x="8137525" y="1911350"/>
          <p14:tracePt t="105941" x="8081963" y="1911350"/>
          <p14:tracePt t="105949" x="8021638" y="1911350"/>
          <p14:tracePt t="105957" x="7932738" y="1911350"/>
          <p14:tracePt t="105965" x="7864475" y="1911350"/>
          <p14:tracePt t="105974" x="7789863" y="1911350"/>
          <p14:tracePt t="105982" x="7694613" y="1911350"/>
          <p14:tracePt t="105992" x="7504113" y="1925638"/>
          <p14:tracePt t="106000" x="7375525" y="1938338"/>
          <p14:tracePt t="106009" x="7307263" y="1938338"/>
          <p14:tracePt t="106016" x="7158038" y="1952625"/>
          <p14:tracePt t="106026" x="7042150" y="1973263"/>
          <p14:tracePt t="106035" x="6932613" y="1985963"/>
          <p14:tracePt t="106043" x="6804025" y="1985963"/>
          <p14:tracePt t="106051" x="6700838" y="2000250"/>
          <p14:tracePt t="106060" x="6586538" y="2000250"/>
          <p14:tracePt t="106067" x="6497638" y="2000250"/>
          <p14:tracePt t="106077" x="6470650" y="2000250"/>
          <p14:tracePt t="106083" x="6408738" y="2000250"/>
          <p14:tracePt t="106094" x="6354763" y="2000250"/>
          <p14:tracePt t="106099" x="6327775" y="2014538"/>
          <p14:tracePt t="106110" x="6280150" y="2014538"/>
          <p14:tracePt t="106115" x="6265863" y="2027238"/>
          <p14:tracePt t="106126" x="6253163" y="2027238"/>
          <p14:tracePt t="106131" x="6238875" y="2041525"/>
          <p14:tracePt t="106144" x="6238875" y="2054225"/>
          <p14:tracePt t="106146" x="6238875" y="2081213"/>
          <p14:tracePt t="106415" x="6224588" y="2081213"/>
          <p14:tracePt t="106425" x="6211888" y="2081213"/>
          <p14:tracePt t="106433" x="6197600" y="2081213"/>
          <p14:tracePt t="106443" x="6184900" y="2081213"/>
          <p14:tracePt t="106452" x="6149975" y="2081213"/>
          <p14:tracePt t="106458" x="6137275" y="2101850"/>
          <p14:tracePt t="106469" x="6096000" y="2116138"/>
          <p14:tracePt t="106475" x="6069013" y="2143125"/>
          <p14:tracePt t="106482" x="6021388" y="2170113"/>
          <p14:tracePt t="106491" x="5980113" y="2211388"/>
          <p14:tracePt t="106499" x="5953125" y="2259013"/>
          <p14:tracePt t="106508" x="5911850" y="2327275"/>
          <p14:tracePt t="106520" x="5864225" y="2387600"/>
          <p14:tracePt t="106522" x="5824538" y="2455863"/>
          <p14:tracePt t="106531" x="5795963" y="2517775"/>
          <p14:tracePt t="106540" x="5762625" y="2586038"/>
          <p14:tracePt t="106552" x="5735638" y="2673350"/>
          <p14:tracePt t="106558" x="5708650" y="2747963"/>
          <p14:tracePt t="106565" x="5694363" y="2830513"/>
          <p14:tracePt t="106573" x="5681663" y="2905125"/>
          <p14:tracePt t="106582" x="5681663" y="2959100"/>
          <p14:tracePt t="106591" x="5681663" y="3033713"/>
          <p14:tracePt t="106599" x="5681663" y="3089275"/>
          <p14:tracePt t="106606" x="5681663" y="3149600"/>
          <p14:tracePt t="106615" x="5681663" y="3205163"/>
          <p14:tracePt t="106624" x="5694363" y="3265488"/>
          <p14:tracePt t="106632" x="5721350" y="3319463"/>
          <p14:tracePt t="106639" x="5762625" y="3381375"/>
          <p14:tracePt t="106653" x="5810250" y="3435350"/>
          <p14:tracePt t="106654" x="5851525" y="3497263"/>
          <p14:tracePt t="106663" x="5911850" y="3551238"/>
          <p14:tracePt t="106672" x="5967413" y="3605213"/>
          <p14:tracePt t="106680" x="6021388" y="3652838"/>
          <p14:tracePt t="106688" x="6081713" y="3681413"/>
          <p14:tracePt t="106697" x="6137275" y="3721100"/>
          <p14:tracePt t="106703" x="6184900" y="3735388"/>
          <p14:tracePt t="106713" x="6238875" y="3768725"/>
          <p14:tracePt t="106720" x="6300788" y="3783013"/>
          <p14:tracePt t="106731" x="6340475" y="3783013"/>
          <p14:tracePt t="106737" x="6396038" y="3795713"/>
          <p14:tracePt t="106746" x="6443663" y="3795713"/>
          <p14:tracePt t="106754" x="6497638" y="3795713"/>
          <p14:tracePt t="106763" x="6557963" y="3795713"/>
          <p14:tracePt t="106772" x="6599238" y="3768725"/>
          <p14:tracePt t="106779" x="6640513" y="3735388"/>
          <p14:tracePt t="106786" x="6688138" y="3681413"/>
          <p14:tracePt t="106798" x="6729413" y="3625850"/>
          <p14:tracePt t="106803" x="6769100" y="3565525"/>
          <p14:tracePt t="106813" x="6804025" y="3497263"/>
          <p14:tracePt t="106819" x="6831013" y="3422650"/>
          <p14:tracePt t="106831" x="6858000" y="3360738"/>
          <p14:tracePt t="106835" x="6884988" y="3292475"/>
          <p14:tracePt t="106845" x="6899275" y="3217863"/>
          <p14:tracePt t="106852" x="6932613" y="3163888"/>
          <p14:tracePt t="106862" x="6946900" y="3101975"/>
          <p14:tracePt t="106869" x="6959600" y="3048000"/>
          <p14:tracePt t="106879" x="6973888" y="2994025"/>
          <p14:tracePt t="106886" x="6973888" y="2959100"/>
          <p14:tracePt t="106895" x="6986588" y="2890838"/>
          <p14:tracePt t="106903" x="7000875" y="2843213"/>
          <p14:tracePt t="106910" x="7000875" y="2816225"/>
          <p14:tracePt t="106921" x="7000875" y="2747963"/>
          <p14:tracePt t="106925" x="7000875" y="2735263"/>
          <p14:tracePt t="106938" x="7000875" y="2687638"/>
          <p14:tracePt t="106939" x="7000875" y="2660650"/>
          <p14:tracePt t="106948" x="7000875" y="2619375"/>
          <p14:tracePt t="106957" x="6986588" y="2586038"/>
          <p14:tracePt t="106968" x="6959600" y="2557463"/>
          <p14:tracePt t="106975" x="6946900" y="2544763"/>
          <p14:tracePt t="106983" x="6932613" y="2517775"/>
          <p14:tracePt t="106992" x="6899275" y="2503488"/>
          <p14:tracePt t="106999" x="6872288" y="2470150"/>
          <p14:tracePt t="107009" x="6831013" y="2443163"/>
          <p14:tracePt t="107019" x="6804025" y="2443163"/>
          <p14:tracePt t="107025" x="6756400" y="2428875"/>
          <p14:tracePt t="107036" x="6742113" y="2428875"/>
          <p14:tracePt t="107040" x="6688138" y="2428875"/>
          <p14:tracePt t="107049" x="6640513" y="2428875"/>
          <p14:tracePt t="107058" x="6613525" y="2428875"/>
          <p14:tracePt t="107066" x="6572250" y="2428875"/>
          <p14:tracePt t="107072" x="6524625" y="2428875"/>
          <p14:tracePt t="107082" x="6510338" y="2428875"/>
          <p14:tracePt t="107091" x="6470650" y="2428875"/>
          <p14:tracePt t="107097" x="6443663" y="2443163"/>
          <p14:tracePt t="107107" x="6396038" y="2455863"/>
          <p14:tracePt t="107115" x="6340475" y="2470150"/>
          <p14:tracePt t="107124" x="6313488" y="2490788"/>
          <p14:tracePt t="107132" x="6265863" y="2503488"/>
          <p14:tracePt t="107139" x="6224588" y="2503488"/>
          <p14:tracePt t="107149" x="6211888" y="2517775"/>
          <p14:tracePt t="107155" x="6184900" y="2530475"/>
          <p14:tracePt t="107165" x="6149975" y="2544763"/>
          <p14:tracePt t="107172" x="6110288" y="2557463"/>
          <p14:tracePt t="107181" x="6096000" y="2571750"/>
          <p14:tracePt t="107188" x="6069013" y="2586038"/>
          <p14:tracePt t="107198" x="6054725" y="2598738"/>
          <p14:tracePt t="107205" x="6042025" y="2619375"/>
          <p14:tracePt t="107214" x="6021388" y="2646363"/>
          <p14:tracePt t="107221" x="6007100" y="2660650"/>
          <p14:tracePt t="107234" x="6007100" y="2700338"/>
          <p14:tracePt t="107235" x="5994400" y="2714625"/>
          <p14:tracePt t="107244" x="5994400" y="2762250"/>
          <p14:tracePt t="107254" x="5980113" y="2789238"/>
          <p14:tracePt t="107262" x="5980113" y="2830513"/>
          <p14:tracePt t="107271" x="5980113" y="2890838"/>
          <p14:tracePt t="107278" x="5980113" y="2946400"/>
          <p14:tracePt t="107288" x="5980113" y="3006725"/>
          <p14:tracePt t="107296" x="5980113" y="3062288"/>
          <p14:tracePt t="107305" x="5994400" y="3122613"/>
          <p14:tracePt t="107312" x="6021388" y="3190875"/>
          <p14:tracePt t="107320" x="6054725" y="3232150"/>
          <p14:tracePt t="107330" x="6069013" y="3292475"/>
          <p14:tracePt t="107335" x="6122988" y="3360738"/>
          <p14:tracePt t="107345" x="6149975" y="3408363"/>
          <p14:tracePt t="107352" x="6197600" y="3462338"/>
          <p14:tracePt t="107362" x="6238875" y="3509963"/>
          <p14:tracePt t="107370" x="6280150" y="3538538"/>
          <p14:tracePt t="107378" x="6327775" y="3578225"/>
          <p14:tracePt t="107385" x="6381750" y="3605213"/>
          <p14:tracePt t="107395" x="6429375" y="3640138"/>
          <p14:tracePt t="107401" x="6470650" y="3652838"/>
          <p14:tracePt t="107410" x="6510338" y="3667125"/>
          <p14:tracePt t="107421" x="6557963" y="3667125"/>
          <p14:tracePt t="107426" x="6613525" y="3681413"/>
          <p14:tracePt t="107439" x="6653213" y="3681413"/>
          <p14:tracePt t="107440" x="6700838" y="3681413"/>
          <p14:tracePt t="107448" x="6742113" y="3681413"/>
          <p14:tracePt t="107458" x="6783388" y="3640138"/>
          <p14:tracePt t="107468" x="6816725" y="3605213"/>
          <p14:tracePt t="107475" x="6843713" y="3565525"/>
          <p14:tracePt t="107486" x="6884988" y="3509963"/>
          <p14:tracePt t="107490" x="6911975" y="3449638"/>
          <p14:tracePt t="107505" x="6946900" y="3395663"/>
          <p14:tracePt t="107505" x="6959600" y="3306763"/>
          <p14:tracePt t="107514" x="6986588" y="3232150"/>
          <p14:tracePt t="107523" x="7000875" y="3149600"/>
          <p14:tracePt t="107534" x="7015163" y="3062288"/>
          <p14:tracePt t="107541" x="7015163" y="2994025"/>
          <p14:tracePt t="107549" x="7027863" y="2946400"/>
          <p14:tracePt t="107554" x="7027863" y="2843213"/>
          <p14:tracePt t="107562" x="7027863" y="2816225"/>
          <p14:tracePt t="107572" x="7027863" y="2776538"/>
          <p14:tracePt t="107580" x="7027863" y="2735263"/>
          <p14:tracePt t="107589" x="7027863" y="2700338"/>
          <p14:tracePt t="107597" x="7027863" y="2646363"/>
          <p14:tracePt t="107606" x="7027863" y="2633663"/>
          <p14:tracePt t="107614" x="7000875" y="2598738"/>
          <p14:tracePt t="107620" x="6973888" y="2571750"/>
          <p14:tracePt t="107631" x="6932613" y="2544763"/>
          <p14:tracePt t="107637" x="6884988" y="2530475"/>
          <p14:tracePt t="107649" x="6831013" y="2503488"/>
          <p14:tracePt t="107655" x="6769100" y="2470150"/>
          <p14:tracePt t="107664" x="6715125" y="2443163"/>
          <p14:tracePt t="107671" x="6653213" y="2428875"/>
          <p14:tracePt t="107680" x="6626225" y="2414588"/>
          <p14:tracePt t="107688" x="6586538" y="2401888"/>
          <p14:tracePt t="107697" x="6545263" y="2387600"/>
          <p14:tracePt t="107704" x="6497638" y="2374900"/>
          <p14:tracePt t="107714" x="6483350" y="2374900"/>
          <p14:tracePt t="107721" x="6470650" y="2374900"/>
          <p14:tracePt t="107731" x="6456363" y="2374900"/>
          <p14:tracePt t="108970" x="6443663" y="2374900"/>
          <p14:tracePt t="108980" x="6396038" y="2374900"/>
          <p14:tracePt t="108989" x="6354763" y="2387600"/>
          <p14:tracePt t="108997" x="6313488" y="2414588"/>
          <p14:tracePt t="109007" x="6253163" y="2455863"/>
          <p14:tracePt t="109013" x="6197600" y="2503488"/>
          <p14:tracePt t="109024" x="6137275" y="2544763"/>
          <p14:tracePt t="109033" x="6069013" y="2598738"/>
          <p14:tracePt t="109042" x="6007100" y="2673350"/>
          <p14:tracePt t="109046" x="5938838" y="2747963"/>
          <p14:tracePt t="109059" x="5878513" y="2816225"/>
          <p14:tracePt t="109060" x="5824538" y="2905125"/>
          <p14:tracePt t="109070" x="5783263" y="2959100"/>
          <p14:tracePt t="109079" x="5735638" y="3048000"/>
          <p14:tracePt t="109090" x="5694363" y="3101975"/>
          <p14:tracePt t="109096" x="5667375" y="3176588"/>
          <p14:tracePt t="109104" x="5646738" y="3232150"/>
          <p14:tracePt t="109113" x="5619750" y="3292475"/>
          <p14:tracePt t="109120" x="5619750" y="3319463"/>
          <p14:tracePt t="109128" x="5619750" y="3408363"/>
          <p14:tracePt t="109137" x="5619750" y="3449638"/>
          <p14:tracePt t="109147" x="5619750" y="3497263"/>
          <p14:tracePt t="109154" x="5619750" y="3538538"/>
          <p14:tracePt t="109162" x="5646738" y="3565525"/>
          <p14:tracePt t="109170" x="5681663" y="3605213"/>
          <p14:tracePt t="109178" x="5694363" y="3625850"/>
          <p14:tracePt t="109187" x="5762625" y="3667125"/>
          <p14:tracePt t="109194" x="5783263" y="3681413"/>
          <p14:tracePt t="109203" x="5837238" y="3708400"/>
          <p14:tracePt t="109211" x="5851525" y="3721100"/>
          <p14:tracePt t="109220" x="5911850" y="3735388"/>
          <p14:tracePt t="109229" x="5938838" y="3756025"/>
          <p14:tracePt t="109235" x="5994400" y="3768725"/>
          <p14:tracePt t="109244" x="6042025" y="3768725"/>
          <p14:tracePt t="109252" x="6081713" y="3768725"/>
          <p14:tracePt t="109259" x="6137275" y="3768725"/>
          <p14:tracePt t="109269" x="6184900" y="3768725"/>
          <p14:tracePt t="109277" x="6224588" y="3735388"/>
          <p14:tracePt t="109290" x="6327775" y="3681413"/>
          <p14:tracePt t="109299" x="6381750" y="3625850"/>
          <p14:tracePt t="109309" x="6443663" y="3578225"/>
          <p14:tracePt t="109317" x="6483350" y="3524250"/>
          <p14:tracePt t="109327" x="6524625" y="3462338"/>
          <p14:tracePt t="109333" x="6572250" y="3395663"/>
          <p14:tracePt t="109344" x="6613525" y="3333750"/>
          <p14:tracePt t="109350" x="6653213" y="3279775"/>
          <p14:tracePt t="109360" x="6653213" y="3265488"/>
          <p14:tracePt t="109366" x="6715125" y="3176588"/>
          <p14:tracePt t="109377" x="6715125" y="3163888"/>
          <p14:tracePt t="109384" x="6729413" y="3122613"/>
          <p14:tracePt t="109394" x="6742113" y="3074988"/>
          <p14:tracePt t="109398" x="6769100" y="3033713"/>
          <p14:tracePt t="109408" x="6783388" y="2994025"/>
          <p14:tracePt t="109415" x="6783388" y="2959100"/>
          <p14:tracePt t="109427" x="6804025" y="2919413"/>
          <p14:tracePt t="109431" x="6804025" y="2878138"/>
          <p14:tracePt t="109444" x="6816725" y="2830513"/>
          <p14:tracePt t="109448" x="6816725" y="2789238"/>
          <p14:tracePt t="109460" x="6816725" y="2762250"/>
          <p14:tracePt t="109464" x="6816725" y="2735263"/>
          <p14:tracePt t="109476" x="6816725" y="2687638"/>
          <p14:tracePt t="109480" x="6816725" y="2660650"/>
          <p14:tracePt t="109493" x="6816725" y="2619375"/>
          <p14:tracePt t="109494" x="6816725" y="2571750"/>
          <p14:tracePt t="109504" x="6804025" y="2530475"/>
          <p14:tracePt t="109514" x="6783388" y="2490788"/>
          <p14:tracePt t="109524" x="6783388" y="2470150"/>
          <p14:tracePt t="109531" x="6769100" y="2414588"/>
          <p14:tracePt t="109541" x="6756400" y="2401888"/>
          <p14:tracePt t="109548" x="6756400" y="2374900"/>
          <p14:tracePt t="109553" x="6742113" y="2339975"/>
          <p14:tracePt t="109563" x="6729413" y="2312988"/>
          <p14:tracePt t="109575" x="6729413" y="2300288"/>
          <p14:tracePt t="109579" x="6715125" y="2286000"/>
          <p14:tracePt t="109593" x="6715125" y="2271713"/>
          <p14:tracePt t="109593" x="6700838" y="2259013"/>
          <p14:tracePt t="109602" x="6688138" y="2259013"/>
          <p14:tracePt t="109611" x="6673850" y="2244725"/>
          <p14:tracePt t="109620" x="6653213" y="2244725"/>
          <p14:tracePt t="109630" x="6640513" y="2232025"/>
          <p14:tracePt t="109637" x="6613525" y="2232025"/>
          <p14:tracePt t="109646" x="6599238" y="2232025"/>
          <p14:tracePt t="109651" x="6572250" y="2232025"/>
          <p14:tracePt t="109662" x="6557963" y="2232025"/>
          <p14:tracePt t="109670" x="6524625" y="2232025"/>
          <p14:tracePt t="109677" x="6510338" y="2232025"/>
          <p14:tracePt t="109686" x="6497638" y="2232025"/>
          <p14:tracePt t="109695" x="6483350" y="2232025"/>
          <p14:tracePt t="109702" x="6470650" y="2232025"/>
          <p14:tracePt t="109715" x="6456363" y="2232025"/>
          <p14:tracePt t="109739" x="6443663" y="2232025"/>
          <p14:tracePt t="114268" x="6443663" y="2211388"/>
          <p14:tracePt t="114276" x="6456363" y="2170113"/>
          <p14:tracePt t="114284" x="6483350" y="2116138"/>
          <p14:tracePt t="114292" x="6497638" y="2054225"/>
          <p14:tracePt t="114301" x="6524625" y="2000250"/>
          <p14:tracePt t="114309" x="6572250" y="1911350"/>
          <p14:tracePt t="114317" x="6640513" y="1768475"/>
          <p14:tracePt t="114325" x="6715125" y="1612900"/>
          <p14:tracePt t="114334" x="6783388" y="1449388"/>
          <p14:tracePt t="114342" x="6858000" y="1279525"/>
          <p14:tracePt t="114350" x="6932613" y="1095375"/>
          <p14:tracePt t="114359" x="7000875" y="919163"/>
          <p14:tracePt t="114367" x="7015163" y="850900"/>
          <p14:tracePt t="114376" x="7062788" y="708025"/>
          <p14:tracePt t="114384" x="7089775" y="604838"/>
          <p14:tracePt t="114392" x="7102475" y="557213"/>
          <p14:tracePt t="114401" x="7116763" y="503238"/>
          <p14:tracePt t="114409" x="7129463" y="449263"/>
          <p14:tracePt t="114417" x="7143750" y="401638"/>
          <p14:tracePt t="114426" x="7143750" y="374650"/>
          <p14:tracePt t="114433" x="7158038" y="360363"/>
          <p14:tracePt t="114441" x="7158038" y="347663"/>
          <p14:tracePt t="114449" x="7158038" y="333375"/>
          <p14:tracePt t="114457" x="7158038" y="312738"/>
          <p14:tracePt t="114466" x="7158038" y="300038"/>
          <p14:tracePt t="114475" x="7158038" y="285750"/>
          <p14:tracePt t="114482" x="7158038" y="271463"/>
          <p14:tracePt t="114490" x="7143750" y="258763"/>
          <p14:tracePt t="114499" x="7129463" y="244475"/>
          <p14:tracePt t="114508" x="7116763" y="231775"/>
          <p14:tracePt t="114520" x="7102475" y="217488"/>
          <p14:tracePt t="114525" x="7089775" y="204788"/>
          <p14:tracePt t="114533" x="7075488" y="184150"/>
          <p14:tracePt t="114541" x="7042150" y="169863"/>
          <p14:tracePt t="114555" x="7015163" y="142875"/>
          <p14:tracePt t="114556" x="7000875" y="142875"/>
          <p14:tracePt t="114565" x="6973888" y="128588"/>
          <p14:tracePt t="114574" x="6946900" y="115888"/>
          <p14:tracePt t="114581" x="6911975" y="101600"/>
          <p14:tracePt t="114592" x="6884988" y="88900"/>
          <p14:tracePt t="114597" x="6858000" y="74613"/>
          <p14:tracePt t="114605" x="6831013" y="53975"/>
          <p14:tracePt t="114613" x="6804025" y="53975"/>
          <p14:tracePt t="114624" x="6756400" y="41275"/>
          <p14:tracePt t="114632" x="6715125" y="26988"/>
          <p14:tracePt t="114640" x="6688138" y="14288"/>
          <p14:tracePt t="114800" x="5824538" y="14288"/>
          <p14:tracePt t="114809" x="5810250" y="41275"/>
          <p14:tracePt t="114817" x="5783263" y="53975"/>
          <p14:tracePt t="114827" x="5762625" y="101600"/>
          <p14:tracePt t="114837" x="5735638" y="128588"/>
          <p14:tracePt t="114842" x="5721350" y="157163"/>
          <p14:tracePt t="114854" x="5708650" y="204788"/>
          <p14:tracePt t="114860" x="5694363" y="244475"/>
          <p14:tracePt t="114867" x="5694363" y="258763"/>
          <p14:tracePt t="114876" x="5681663" y="300038"/>
          <p14:tracePt t="114883" x="5681663" y="333375"/>
          <p14:tracePt t="114892" x="5667375" y="374650"/>
          <p14:tracePt t="114900" x="5667375" y="401638"/>
          <p14:tracePt t="114909" x="5667375" y="428625"/>
          <p14:tracePt t="114920" x="5667375" y="449263"/>
          <p14:tracePt t="114926" x="5667375" y="476250"/>
          <p14:tracePt t="114933" x="5667375" y="490538"/>
          <p14:tracePt t="114942" x="5667375" y="503238"/>
          <p14:tracePt t="114949" x="5667375" y="517525"/>
          <p14:tracePt t="114957" x="5667375" y="544513"/>
          <p14:tracePt t="114966" x="5681663" y="557213"/>
          <p14:tracePt t="114973" x="5694363" y="592138"/>
          <p14:tracePt t="114982" x="5721350" y="619125"/>
          <p14:tracePt t="114990" x="5748338" y="646113"/>
          <p14:tracePt t="114999" x="5762625" y="673100"/>
          <p14:tracePt t="115006" x="5783263" y="708025"/>
          <p14:tracePt t="115016" x="5810250" y="735013"/>
          <p14:tracePt t="115022" x="5837238" y="762000"/>
          <p14:tracePt t="115034" x="5864225" y="776288"/>
          <p14:tracePt t="115041" x="5878513" y="803275"/>
          <p14:tracePt t="115050" x="5911850" y="815975"/>
          <p14:tracePt t="115060" x="5926138" y="850900"/>
          <p14:tracePt t="115065" x="5953125" y="863600"/>
          <p14:tracePt t="115074" x="5967413" y="877888"/>
          <p14:tracePt t="115083" x="5980113" y="904875"/>
          <p14:tracePt t="115093" x="6007100" y="919163"/>
          <p14:tracePt t="115098" x="6042025" y="931863"/>
          <p14:tracePt t="115107" x="6054725" y="946150"/>
          <p14:tracePt t="115114" x="6096000" y="979488"/>
          <p14:tracePt t="115122" x="6122988" y="993775"/>
          <p14:tracePt t="115134" x="6149975" y="1020763"/>
          <p14:tracePt t="115140" x="6197600" y="1020763"/>
          <p14:tracePt t="115149" x="6224588" y="1033463"/>
          <p14:tracePt t="115155" x="6265863" y="1047750"/>
          <p14:tracePt t="115165" x="6313488" y="1062038"/>
          <p14:tracePt t="115171" x="6340475" y="1062038"/>
          <p14:tracePt t="115187" x="6408738" y="1062038"/>
          <p14:tracePt t="115195" x="6456363" y="1062038"/>
          <p14:tracePt t="115205" x="6497638" y="1062038"/>
          <p14:tracePt t="115212" x="6545263" y="1062038"/>
          <p14:tracePt t="115222" x="6572250" y="1047750"/>
          <p14:tracePt t="115231" x="6613525" y="1020763"/>
          <p14:tracePt t="115240" x="6640513" y="993775"/>
          <p14:tracePt t="115245" x="6653213" y="966788"/>
          <p14:tracePt t="115257" x="6688138" y="931863"/>
          <p14:tracePt t="115262" x="6700838" y="904875"/>
          <p14:tracePt t="115274" x="6729413" y="863600"/>
          <p14:tracePt t="115275" x="6742113" y="815975"/>
          <p14:tracePt t="115284" x="6756400" y="776288"/>
          <p14:tracePt t="115295" x="6769100" y="735013"/>
          <p14:tracePt t="115305" x="6769100" y="687388"/>
          <p14:tracePt t="115311" x="6783388" y="646113"/>
          <p14:tracePt t="115321" x="6783388" y="604838"/>
          <p14:tracePt t="115328" x="6783388" y="577850"/>
          <p14:tracePt t="115338" x="6769100" y="530225"/>
          <p14:tracePt t="115343" x="6742113" y="503238"/>
          <p14:tracePt t="115352" x="6715125" y="461963"/>
          <p14:tracePt t="115359" x="6688138" y="428625"/>
          <p14:tracePt t="115371" x="6653213" y="401638"/>
          <p14:tracePt t="115376" x="6613525" y="374650"/>
          <p14:tracePt t="115385" x="6572250" y="360363"/>
          <p14:tracePt t="115392" x="6524625" y="347663"/>
          <p14:tracePt t="115405" x="6470650" y="333375"/>
          <p14:tracePt t="115410" x="6408738" y="312738"/>
          <p14:tracePt t="115417" x="6367463" y="312738"/>
          <p14:tracePt t="115425" x="6313488" y="312738"/>
          <p14:tracePt t="115435" x="6280150" y="312738"/>
          <p14:tracePt t="115441" x="6211888" y="312738"/>
          <p14:tracePt t="115450" x="6197600" y="312738"/>
          <p14:tracePt t="115459" x="6149975" y="312738"/>
          <p14:tracePt t="115467" x="6122988" y="312738"/>
          <p14:tracePt t="115476" x="6081713" y="333375"/>
          <p14:tracePt t="115483" x="6054725" y="333375"/>
          <p14:tracePt t="115490" x="6007100" y="360363"/>
          <p14:tracePt t="115500" x="5994400" y="374650"/>
          <p14:tracePt t="115507" x="5967413" y="374650"/>
          <p14:tracePt t="115516" x="5938838" y="387350"/>
          <p14:tracePt t="115524" x="5926138" y="414338"/>
          <p14:tracePt t="115533" x="5891213" y="428625"/>
          <p14:tracePt t="115541" x="5878513" y="449263"/>
          <p14:tracePt t="115555" x="5864225" y="461963"/>
          <p14:tracePt t="115556" x="5864225" y="476250"/>
          <p14:tracePt t="115564" x="5851525" y="503238"/>
          <p14:tracePt t="115574" x="5851525" y="530225"/>
          <p14:tracePt t="115581" x="5851525" y="557213"/>
          <p14:tracePt t="115591" x="5851525" y="592138"/>
          <p14:tracePt t="115597" x="5851525" y="619125"/>
          <p14:tracePt t="115607" x="5851525" y="660400"/>
          <p14:tracePt t="115614" x="5851525" y="687388"/>
          <p14:tracePt t="115624" x="5864225" y="720725"/>
          <p14:tracePt t="115633" x="5891213" y="747713"/>
          <p14:tracePt t="115639" x="5926138" y="776288"/>
          <p14:tracePt t="115646" x="5953125" y="803275"/>
          <p14:tracePt t="115655" x="5980113" y="836613"/>
          <p14:tracePt t="115664" x="6021388" y="863600"/>
          <p14:tracePt t="115671" x="6054725" y="890588"/>
          <p14:tracePt t="115681" x="6096000" y="904875"/>
          <p14:tracePt t="115688" x="6137275" y="931863"/>
          <p14:tracePt t="115698" x="6197600" y="946150"/>
          <p14:tracePt t="115705" x="6238875" y="966788"/>
          <p14:tracePt t="115714" x="6300788" y="979488"/>
          <p14:tracePt t="115722" x="6340475" y="979488"/>
          <p14:tracePt t="115733" x="6408738" y="979488"/>
          <p14:tracePt t="115738" x="6456363" y="979488"/>
          <p14:tracePt t="115747" x="6510338" y="979488"/>
          <p14:tracePt t="115756" x="6557963" y="966788"/>
          <p14:tracePt t="115761" x="6599238" y="931863"/>
          <p14:tracePt t="115774" x="6626225" y="904875"/>
          <p14:tracePt t="115775" x="6673850" y="863600"/>
          <p14:tracePt t="115785" x="6688138" y="850900"/>
          <p14:tracePt t="115794" x="6700838" y="815975"/>
          <p14:tracePt t="115802" x="6715125" y="776288"/>
          <p14:tracePt t="115811" x="6729413" y="747713"/>
          <p14:tracePt t="115822" x="6742113" y="720725"/>
          <p14:tracePt t="115826" x="6742113" y="687388"/>
          <p14:tracePt t="115838" x="6742113" y="660400"/>
          <p14:tracePt t="115841" x="6742113" y="619125"/>
          <p14:tracePt t="115850" x="6742113" y="592138"/>
          <p14:tracePt t="115859" x="6729413" y="557213"/>
          <p14:tracePt t="115867" x="6700838" y="517525"/>
          <p14:tracePt t="115874" x="6673850" y="490538"/>
          <p14:tracePt t="115883" x="6626225" y="449263"/>
          <p14:tracePt t="115893" x="6572250" y="414338"/>
          <p14:tracePt t="115900" x="6510338" y="387350"/>
          <p14:tracePt t="115910" x="6456363" y="347663"/>
          <p14:tracePt t="115917" x="6396038" y="312738"/>
          <p14:tracePt t="115925" x="6367463" y="300038"/>
          <p14:tracePt t="115934" x="6327775" y="300038"/>
          <p14:tracePt t="115941" x="6280150" y="285750"/>
          <p14:tracePt t="115950" x="6253163" y="285750"/>
          <p14:tracePt t="115957" x="6224588" y="285750"/>
          <p14:tracePt t="115966" x="6197600" y="285750"/>
          <p14:tracePt t="115973" x="6184900" y="285750"/>
          <p14:tracePt t="115982" x="6170613" y="285750"/>
          <p14:tracePt t="115990" x="6149975" y="285750"/>
          <p14:tracePt t="115999" x="6137275" y="285750"/>
          <p14:tracePt t="116008" x="6122988" y="300038"/>
          <p14:tracePt t="116016" x="6122988" y="312738"/>
          <p14:tracePt t="116023" x="6110288" y="347663"/>
          <p14:tracePt t="116033" x="6096000" y="360363"/>
          <p14:tracePt t="116041" x="6081713" y="401638"/>
          <p14:tracePt t="116054" x="6069013" y="461963"/>
          <p14:tracePt t="116063" x="6054725" y="503238"/>
          <p14:tracePt t="116073" x="6042025" y="530225"/>
          <p14:tracePt t="116079" x="6042025" y="557213"/>
          <p14:tracePt t="116091" x="6021388" y="604838"/>
          <p14:tracePt t="116099" x="6021388" y="633413"/>
          <p14:tracePt t="116108" x="6021388" y="646113"/>
          <p14:tracePt t="116112" x="6021388" y="673100"/>
          <p14:tracePt t="116124" x="6021388" y="720725"/>
          <p14:tracePt t="116132" x="6042025" y="747713"/>
          <p14:tracePt t="116139" x="6054725" y="762000"/>
          <p14:tracePt t="116149" x="6081713" y="788988"/>
          <p14:tracePt t="116154" x="6122988" y="815975"/>
          <p14:tracePt t="116165" x="6170613" y="836613"/>
          <p14:tracePt t="116171" x="6211888" y="863600"/>
          <p14:tracePt t="116181" x="6265863" y="877888"/>
          <p14:tracePt t="116188" x="6327775" y="877888"/>
          <p14:tracePt t="116198" x="6408738" y="890588"/>
          <p14:tracePt t="116206" x="6470650" y="890588"/>
          <p14:tracePt t="116211" x="6524625" y="890588"/>
          <p14:tracePt t="116223" x="6586538" y="890588"/>
          <p14:tracePt t="116227" x="6640513" y="890588"/>
          <p14:tracePt t="116240" x="6700838" y="877888"/>
          <p14:tracePt t="116241" x="6715125" y="863600"/>
          <p14:tracePt t="116251" x="6756400" y="836613"/>
          <p14:tracePt t="116260" x="6783388" y="803275"/>
          <p14:tracePt t="116268" x="6804025" y="788988"/>
          <p14:tracePt t="116277" x="6816725" y="762000"/>
          <p14:tracePt t="116287" x="6816725" y="735013"/>
          <p14:tracePt t="116293" x="6831013" y="720725"/>
          <p14:tracePt t="116302" x="6831013" y="673100"/>
          <p14:tracePt t="116310" x="6831013" y="646113"/>
          <p14:tracePt t="116318" x="6831013" y="619125"/>
          <p14:tracePt t="116327" x="6804025" y="592138"/>
          <p14:tracePt t="116335" x="6769100" y="557213"/>
          <p14:tracePt t="116342" x="6729413" y="530225"/>
          <p14:tracePt t="116355" x="6673850" y="490538"/>
          <p14:tracePt t="116360" x="6613525" y="461963"/>
          <p14:tracePt t="116367" x="6545263" y="428625"/>
          <p14:tracePt t="116376" x="6470650" y="414338"/>
          <p14:tracePt t="116385" x="6396038" y="401638"/>
          <p14:tracePt t="116392" x="6381750" y="401638"/>
          <p14:tracePt t="116401" x="6280150" y="401638"/>
          <p14:tracePt t="116408" x="6253163" y="401638"/>
          <p14:tracePt t="116417" x="6224588" y="401638"/>
          <p14:tracePt t="116424" x="6170613" y="428625"/>
          <p14:tracePt t="116433" x="6149975" y="449263"/>
          <p14:tracePt t="116441" x="6137275" y="476250"/>
          <p14:tracePt t="116450" x="6110288" y="517525"/>
          <p14:tracePt t="116457" x="6110288" y="544513"/>
          <p14:tracePt t="116466" x="6096000" y="577850"/>
          <p14:tracePt t="116474" x="6096000" y="604838"/>
          <p14:tracePt t="116482" x="6096000" y="646113"/>
          <p14:tracePt t="116490" x="6096000" y="673100"/>
          <p14:tracePt t="116499" x="6096000" y="720725"/>
          <p14:tracePt t="116508" x="6096000" y="735013"/>
          <p14:tracePt t="116515" x="6096000" y="762000"/>
          <p14:tracePt t="116524" x="6096000" y="788988"/>
          <p14:tracePt t="116532" x="6110288" y="815975"/>
          <p14:tracePt t="116539" x="6137275" y="836613"/>
          <p14:tracePt t="116548" x="6149975" y="863600"/>
          <p14:tracePt t="116556" x="6184900" y="877888"/>
          <p14:tracePt t="116565" x="6197600" y="890588"/>
          <p14:tracePt t="116573" x="6224588" y="904875"/>
          <p14:tracePt t="116582" x="6238875" y="904875"/>
          <p14:tracePt t="116589" x="6265863" y="919163"/>
          <p14:tracePt t="116603" x="6327775" y="919163"/>
          <p14:tracePt t="116612" x="6354763" y="919163"/>
          <p14:tracePt t="116622" x="6381750" y="919163"/>
          <p14:tracePt t="116630" x="6408738" y="904875"/>
          <p14:tracePt t="116640" x="6429375" y="890588"/>
          <p14:tracePt t="116646" x="6443663" y="863600"/>
          <p14:tracePt t="116657" x="6470650" y="836613"/>
          <p14:tracePt t="116662" x="6483350" y="803275"/>
          <p14:tracePt t="116674" x="6497638" y="776288"/>
          <p14:tracePt t="116676" x="6510338" y="747713"/>
          <p14:tracePt t="116686" x="6524625" y="720725"/>
          <p14:tracePt t="116694" x="6524625" y="687388"/>
          <p14:tracePt t="116704" x="6545263" y="673100"/>
          <p14:tracePt t="116711" x="6545263" y="646113"/>
          <p14:tracePt t="116718" x="6545263" y="619125"/>
          <p14:tracePt t="116728" x="6545263" y="604838"/>
          <p14:tracePt t="116735" x="6545263" y="592138"/>
          <p14:tracePt t="116744" x="6510338" y="544513"/>
          <p14:tracePt t="116752" x="6497638" y="530225"/>
          <p14:tracePt t="116761" x="6483350" y="517525"/>
          <p14:tracePt t="116772" x="6456363" y="490538"/>
          <p14:tracePt t="116777" x="6429375" y="476250"/>
          <p14:tracePt t="116784" x="6408738" y="476250"/>
          <p14:tracePt t="116793" x="6381750" y="461963"/>
          <p14:tracePt t="116806" x="6354763" y="461963"/>
          <p14:tracePt t="116807" x="6327775" y="461963"/>
          <p14:tracePt t="116815" x="6313488" y="461963"/>
          <p14:tracePt t="116825" x="6280150" y="461963"/>
          <p14:tracePt t="116833" x="6265863" y="461963"/>
          <p14:tracePt t="116842" x="6253163" y="461963"/>
          <p14:tracePt t="116855" x="6238875" y="461963"/>
          <p14:tracePt t="116863" x="6224588" y="476250"/>
          <p14:tracePt t="116873" x="6211888" y="490538"/>
          <p14:tracePt t="116882" x="6211888" y="503238"/>
          <p14:tracePt t="116891" x="6197600" y="517525"/>
          <p14:tracePt t="116905" x="6197600" y="530225"/>
          <p14:tracePt t="116913" x="6197600" y="544513"/>
          <p14:tracePt t="116923" x="6197600" y="557213"/>
          <p14:tracePt t="116937" x="6197600" y="577850"/>
          <p14:tracePt t="116954" x="6197600" y="592138"/>
          <p14:tracePt t="116986" x="6197600" y="604838"/>
          <p14:tracePt t="117019" x="6197600" y="619125"/>
          <p14:tracePt t="117043" x="6211888" y="619125"/>
          <p14:tracePt t="117053" x="6211888" y="633413"/>
          <p14:tracePt t="117061" x="6224588" y="646113"/>
          <p14:tracePt t="117071" x="6238875" y="646113"/>
          <p14:tracePt t="117079" x="6253163" y="660400"/>
          <p14:tracePt t="117090" x="6265863" y="660400"/>
          <p14:tracePt t="117096" x="6280150" y="660400"/>
          <p14:tracePt t="117106" x="6313488" y="673100"/>
          <p14:tracePt t="117112" x="6340475" y="673100"/>
          <p14:tracePt t="117123" x="6354763" y="673100"/>
          <p14:tracePt t="117131" x="6396038" y="673100"/>
          <p14:tracePt t="117140" x="6408738" y="673100"/>
          <p14:tracePt t="117148" x="6443663" y="673100"/>
          <p14:tracePt t="117155" x="6456363" y="673100"/>
          <p14:tracePt t="117162" x="6483350" y="646113"/>
          <p14:tracePt t="117173" x="6497638" y="633413"/>
          <p14:tracePt t="117177" x="6510338" y="604838"/>
          <p14:tracePt t="117190" x="6524625" y="592138"/>
          <p14:tracePt t="117191" x="6545263" y="577850"/>
          <p14:tracePt t="117201" x="6545263" y="544513"/>
          <p14:tracePt t="117210" x="6545263" y="530225"/>
          <p14:tracePt t="117220" x="6545263" y="517525"/>
          <p14:tracePt t="117227" x="6545263" y="503238"/>
          <p14:tracePt t="117240" x="6524625" y="490538"/>
          <p14:tracePt t="117249" x="6497638" y="490538"/>
          <p14:tracePt t="117258" x="6483350" y="476250"/>
          <p14:tracePt t="117267" x="6443663" y="476250"/>
          <p14:tracePt t="117276" x="6396038" y="476250"/>
          <p14:tracePt t="117284" x="6367463" y="490538"/>
          <p14:tracePt t="117291" x="6340475" y="517525"/>
          <p14:tracePt t="117301" x="6327775" y="544513"/>
          <p14:tracePt t="117310" x="6300788" y="592138"/>
          <p14:tracePt t="117317" x="6300788" y="604838"/>
          <p14:tracePt t="117324" x="6265863" y="646113"/>
          <p14:tracePt t="117334" x="6265863" y="673100"/>
          <p14:tracePt t="117341" x="6265863" y="708025"/>
          <p14:tracePt t="117349" x="6265863" y="735013"/>
          <p14:tracePt t="117356" x="6265863" y="776288"/>
          <p14:tracePt t="117366" x="6280150" y="788988"/>
          <p14:tracePt t="117373" x="6327775" y="788988"/>
          <p14:tracePt t="117382" x="6367463" y="803275"/>
          <p14:tracePt t="117390" x="6408738" y="803275"/>
          <p14:tracePt t="117399" x="6470650" y="803275"/>
          <p14:tracePt t="117408" x="6510338" y="803275"/>
          <p14:tracePt t="117416" x="6572250" y="803275"/>
          <p14:tracePt t="117424" x="6586538" y="788988"/>
          <p14:tracePt t="117432" x="6626225" y="776288"/>
          <p14:tracePt t="117439" x="6653213" y="747713"/>
          <p14:tracePt t="117449" x="6688138" y="735013"/>
          <p14:tracePt t="117456" x="6700838" y="708025"/>
          <p14:tracePt t="117465" x="6715125" y="687388"/>
          <p14:tracePt t="117472" x="6715125" y="673100"/>
          <p14:tracePt t="117482" x="6715125" y="6604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</a:t>
            </a:r>
            <a:endParaRPr lang="en-AU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>
                <a:ea typeface="+mn-ea"/>
                <a:cs typeface="+mn-cs"/>
              </a:rPr>
              <a:t>Group G, also denoted by {G, *}</a:t>
            </a:r>
          </a:p>
          <a:p>
            <a:pPr fontAlgn="auto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>
                <a:ea typeface="+mn-ea"/>
                <a:cs typeface="+mn-cs"/>
              </a:rPr>
              <a:t> A set of elements with a binary operation denoted by * that associates to each ordered pair (</a:t>
            </a:r>
            <a:r>
              <a:rPr lang="en-US" sz="2400" i="1" dirty="0">
                <a:ea typeface="+mn-ea"/>
                <a:cs typeface="+mn-cs"/>
              </a:rPr>
              <a:t>a,b</a:t>
            </a:r>
            <a:r>
              <a:rPr lang="en-US" sz="2400" dirty="0">
                <a:ea typeface="+mn-ea"/>
                <a:cs typeface="+mn-cs"/>
              </a:rPr>
              <a:t>) of elements in </a:t>
            </a:r>
            <a:r>
              <a:rPr lang="en-US" sz="2400" i="1" dirty="0">
                <a:ea typeface="+mn-ea"/>
                <a:cs typeface="+mn-cs"/>
              </a:rPr>
              <a:t>G</a:t>
            </a:r>
            <a:r>
              <a:rPr lang="en-US" sz="2400" dirty="0">
                <a:ea typeface="+mn-ea"/>
                <a:cs typeface="+mn-cs"/>
              </a:rPr>
              <a:t> an element (</a:t>
            </a:r>
            <a:r>
              <a:rPr lang="en-US" sz="2400" i="1" dirty="0">
                <a:ea typeface="+mn-ea"/>
                <a:cs typeface="+mn-cs"/>
              </a:rPr>
              <a:t>a</a:t>
            </a:r>
            <a:r>
              <a:rPr lang="en-US" sz="2400" dirty="0"/>
              <a:t>*</a:t>
            </a:r>
            <a:r>
              <a:rPr lang="en-US" sz="2400" i="1" dirty="0">
                <a:ea typeface="+mn-ea"/>
                <a:cs typeface="+mn-cs"/>
              </a:rPr>
              <a:t>b </a:t>
            </a:r>
            <a:r>
              <a:rPr lang="en-US" sz="2400" dirty="0">
                <a:ea typeface="+mn-ea"/>
                <a:cs typeface="+mn-cs"/>
              </a:rPr>
              <a:t>) in </a:t>
            </a:r>
            <a:r>
              <a:rPr lang="en-US" sz="2400" i="1" dirty="0">
                <a:ea typeface="+mn-ea"/>
                <a:cs typeface="+mn-cs"/>
              </a:rPr>
              <a:t>G</a:t>
            </a:r>
            <a:r>
              <a:rPr lang="en-US" sz="2400" dirty="0">
                <a:ea typeface="+mn-ea"/>
                <a:cs typeface="+mn-cs"/>
              </a:rPr>
              <a:t> , such that the following axioms are obeyed: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(A1) Closure: </a:t>
            </a:r>
            <a:r>
              <a:rPr lang="en-US" sz="1800" dirty="0">
                <a:ea typeface="+mn-ea"/>
              </a:rPr>
              <a:t>If </a:t>
            </a:r>
            <a:r>
              <a:rPr lang="en-US" sz="1800" i="1" dirty="0">
                <a:ea typeface="+mn-ea"/>
              </a:rPr>
              <a:t>a</a:t>
            </a:r>
            <a:r>
              <a:rPr lang="en-US" sz="1800" dirty="0">
                <a:ea typeface="+mn-ea"/>
              </a:rPr>
              <a:t> and </a:t>
            </a:r>
            <a:r>
              <a:rPr lang="en-US" sz="1800" i="1" dirty="0">
                <a:ea typeface="+mn-ea"/>
              </a:rPr>
              <a:t>b</a:t>
            </a:r>
            <a:r>
              <a:rPr lang="en-US" sz="1800" dirty="0">
                <a:ea typeface="+mn-ea"/>
              </a:rPr>
              <a:t> belong to </a:t>
            </a:r>
            <a:r>
              <a:rPr lang="en-US" sz="1800" i="1" dirty="0">
                <a:ea typeface="+mn-ea"/>
              </a:rPr>
              <a:t>G</a:t>
            </a:r>
            <a:r>
              <a:rPr lang="en-US" sz="1800" dirty="0">
                <a:ea typeface="+mn-ea"/>
              </a:rPr>
              <a:t>, then </a:t>
            </a:r>
            <a:r>
              <a:rPr lang="en-US" sz="1800" i="1" dirty="0">
                <a:ea typeface="+mn-ea"/>
              </a:rPr>
              <a:t>a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b</a:t>
            </a:r>
            <a:r>
              <a:rPr lang="en-US" sz="1800" dirty="0">
                <a:ea typeface="+mn-ea"/>
              </a:rPr>
              <a:t> is also in </a:t>
            </a:r>
            <a:r>
              <a:rPr lang="en-US" sz="1800" i="1" dirty="0">
                <a:ea typeface="+mn-ea"/>
              </a:rPr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(A2) Associative: </a:t>
            </a:r>
            <a:r>
              <a:rPr lang="en-US" sz="1800" i="1" dirty="0">
                <a:ea typeface="+mn-ea"/>
              </a:rPr>
              <a:t>a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(b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c) = (a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b)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c </a:t>
            </a:r>
            <a:r>
              <a:rPr lang="en-US" sz="1800" dirty="0">
                <a:ea typeface="+mn-ea"/>
              </a:rPr>
              <a:t>for all </a:t>
            </a:r>
            <a:r>
              <a:rPr lang="en-US" sz="1800" i="1" dirty="0">
                <a:ea typeface="+mn-ea"/>
              </a:rPr>
              <a:t>a, b, c </a:t>
            </a:r>
            <a:r>
              <a:rPr lang="en-US" sz="1800" dirty="0">
                <a:ea typeface="+mn-ea"/>
              </a:rPr>
              <a:t>in </a:t>
            </a:r>
            <a:r>
              <a:rPr lang="en-US" sz="1800" i="1" dirty="0">
                <a:ea typeface="+mn-ea"/>
              </a:rPr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(A3) Identity element: </a:t>
            </a:r>
            <a:r>
              <a:rPr lang="en-US" sz="1800" dirty="0">
                <a:ea typeface="+mn-ea"/>
              </a:rPr>
              <a:t>There is an element </a:t>
            </a:r>
            <a:r>
              <a:rPr lang="en-US" sz="1800" i="1" dirty="0">
                <a:ea typeface="+mn-ea"/>
              </a:rPr>
              <a:t>e</a:t>
            </a:r>
            <a:r>
              <a:rPr lang="en-US" sz="1800" dirty="0">
                <a:ea typeface="+mn-ea"/>
              </a:rPr>
              <a:t> in </a:t>
            </a:r>
            <a:r>
              <a:rPr lang="en-US" sz="1800" i="1" dirty="0">
                <a:ea typeface="+mn-ea"/>
              </a:rPr>
              <a:t>G</a:t>
            </a:r>
            <a:r>
              <a:rPr lang="en-US" sz="1800" dirty="0">
                <a:ea typeface="+mn-ea"/>
              </a:rPr>
              <a:t> such that </a:t>
            </a:r>
            <a:r>
              <a:rPr lang="en-US" sz="1800" i="1" dirty="0">
                <a:ea typeface="+mn-ea"/>
              </a:rPr>
              <a:t>a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e = e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a = a </a:t>
            </a:r>
            <a:r>
              <a:rPr lang="en-US" sz="1800" dirty="0">
                <a:ea typeface="+mn-ea"/>
              </a:rPr>
              <a:t>for all </a:t>
            </a:r>
            <a:r>
              <a:rPr lang="en-US" sz="1800" i="1" dirty="0">
                <a:ea typeface="+mn-ea"/>
              </a:rPr>
              <a:t>a</a:t>
            </a:r>
            <a:r>
              <a:rPr lang="en-US" sz="1800" dirty="0">
                <a:ea typeface="+mn-ea"/>
              </a:rPr>
              <a:t> in </a:t>
            </a:r>
            <a:r>
              <a:rPr lang="en-US" sz="1800" i="1" dirty="0">
                <a:ea typeface="+mn-ea"/>
              </a:rPr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(A4) Inverse element: </a:t>
            </a:r>
            <a:r>
              <a:rPr lang="en-US" sz="1800" dirty="0">
                <a:ea typeface="+mn-ea"/>
              </a:rPr>
              <a:t>For each </a:t>
            </a:r>
            <a:r>
              <a:rPr lang="en-US" sz="1800" i="1" dirty="0">
                <a:ea typeface="+mn-ea"/>
              </a:rPr>
              <a:t>a</a:t>
            </a:r>
            <a:r>
              <a:rPr lang="en-US" sz="1800" dirty="0">
                <a:ea typeface="+mn-ea"/>
              </a:rPr>
              <a:t> in </a:t>
            </a:r>
            <a:r>
              <a:rPr lang="en-US" sz="1800" i="1" dirty="0">
                <a:ea typeface="+mn-ea"/>
              </a:rPr>
              <a:t>G</a:t>
            </a:r>
            <a:r>
              <a:rPr lang="en-US" sz="1800" dirty="0">
                <a:ea typeface="+mn-ea"/>
              </a:rPr>
              <a:t>, there is an element </a:t>
            </a:r>
            <a:r>
              <a:rPr lang="en-US" sz="1800" i="1" dirty="0">
                <a:ea typeface="+mn-ea"/>
              </a:rPr>
              <a:t>a</a:t>
            </a:r>
            <a:r>
              <a:rPr lang="en-US" sz="1800" i="1" baseline="30000" dirty="0">
                <a:ea typeface="+mn-ea"/>
              </a:rPr>
              <a:t>’</a:t>
            </a:r>
            <a:r>
              <a:rPr lang="en-US" sz="1800" dirty="0">
                <a:ea typeface="+mn-ea"/>
              </a:rPr>
              <a:t> in </a:t>
            </a:r>
            <a:r>
              <a:rPr lang="en-US" sz="1800" i="1" dirty="0">
                <a:ea typeface="+mn-ea"/>
              </a:rPr>
              <a:t>G </a:t>
            </a:r>
            <a:r>
              <a:rPr lang="en-US" sz="1800" dirty="0">
                <a:ea typeface="+mn-ea"/>
              </a:rPr>
              <a:t>such that </a:t>
            </a:r>
            <a:r>
              <a:rPr lang="en-US" sz="1800" i="1" dirty="0">
                <a:ea typeface="+mn-ea"/>
              </a:rPr>
              <a:t>a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a</a:t>
            </a:r>
            <a:r>
              <a:rPr lang="en-US" sz="1600" i="1" baseline="30000" dirty="0">
                <a:ea typeface="+mn-ea"/>
              </a:rPr>
              <a:t>’</a:t>
            </a:r>
            <a:r>
              <a:rPr lang="en-US" sz="1800" i="1" dirty="0">
                <a:ea typeface="+mn-ea"/>
              </a:rPr>
              <a:t> = a</a:t>
            </a:r>
            <a:r>
              <a:rPr lang="en-US" sz="1600" i="1" baseline="30000" dirty="0">
                <a:ea typeface="+mn-ea"/>
              </a:rPr>
              <a:t>’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a = e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>
                <a:ea typeface="+mn-ea"/>
              </a:rPr>
              <a:t>(A5) Commutative: </a:t>
            </a:r>
          </a:p>
          <a:p>
            <a:pPr lvl="2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1800" i="1" dirty="0">
                <a:ea typeface="+mn-ea"/>
              </a:rPr>
              <a:t>a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b = b</a:t>
            </a:r>
            <a:r>
              <a:rPr lang="en-US" sz="1600" dirty="0"/>
              <a:t>*</a:t>
            </a:r>
            <a:r>
              <a:rPr lang="en-US" sz="1800" i="1" dirty="0">
                <a:ea typeface="+mn-ea"/>
              </a:rPr>
              <a:t>a </a:t>
            </a:r>
            <a:r>
              <a:rPr lang="en-US" sz="1800" dirty="0">
                <a:ea typeface="+mn-ea"/>
              </a:rPr>
              <a:t>for all </a:t>
            </a:r>
            <a:r>
              <a:rPr lang="en-US" sz="1800" i="1" dirty="0">
                <a:ea typeface="+mn-ea"/>
              </a:rPr>
              <a:t>a, b </a:t>
            </a:r>
            <a:r>
              <a:rPr lang="en-US" sz="1800" dirty="0">
                <a:ea typeface="+mn-ea"/>
              </a:rPr>
              <a:t>in </a:t>
            </a:r>
            <a:r>
              <a:rPr lang="en-US" sz="1800" i="1" dirty="0">
                <a:ea typeface="+mn-ea"/>
              </a:rPr>
              <a:t>G</a:t>
            </a:r>
          </a:p>
          <a:p>
            <a:pPr lvl="2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AU" sz="1800" i="1" dirty="0">
              <a:ea typeface="+mn-ea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8E54DB-6E8D-7F44-B2D8-A701797BB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5184" y="5232981"/>
            <a:ext cx="110892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F7DFC2-0E77-4E40-994A-D0262FB6E1AA}"/>
              </a:ext>
            </a:extLst>
          </p:cNvPr>
          <p:cNvSpPr/>
          <p:nvPr/>
        </p:nvSpPr>
        <p:spPr>
          <a:xfrm>
            <a:off x="5440767" y="5525244"/>
            <a:ext cx="1800200" cy="6081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Abelian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328F1-3312-8141-952A-653A6ADA4EDD}"/>
              </a:ext>
            </a:extLst>
          </p:cNvPr>
          <p:cNvSpPr/>
          <p:nvPr/>
        </p:nvSpPr>
        <p:spPr>
          <a:xfrm>
            <a:off x="7320136" y="404663"/>
            <a:ext cx="4536504" cy="18001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 </a:t>
            </a:r>
            <a:r>
              <a:rPr lang="en-US" sz="2000" b="1" dirty="0"/>
              <a:t>binary operation</a:t>
            </a:r>
            <a:r>
              <a:rPr lang="en-US" sz="2000" dirty="0"/>
              <a:t> is a calculation that combines two elements to produce another element, such as addition, subtraction, multiplication, vector addition, matrix multiplication, etc.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208"/>
    </mc:Choice>
    <mc:Fallback xmlns="">
      <p:transition spd="slow" advTm="146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 bldLvl="2"/>
      <p:bldP spid="5" grpId="0" animBg="1"/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6101" x="9593263" y="1925638"/>
          <p14:tracePt t="6109" x="9545638" y="1938338"/>
          <p14:tracePt t="6120" x="9491663" y="1952625"/>
          <p14:tracePt t="6124" x="9388475" y="1985963"/>
          <p14:tracePt t="6136" x="9286875" y="2027238"/>
          <p14:tracePt t="6141" x="9158288" y="2068513"/>
          <p14:tracePt t="6153" x="9028113" y="2101850"/>
          <p14:tracePt t="6158" x="8885238" y="2157413"/>
          <p14:tracePt t="6170" x="8729663" y="2184400"/>
          <p14:tracePt t="6174" x="8551863" y="2232025"/>
          <p14:tracePt t="6188" x="8340725" y="2271713"/>
          <p14:tracePt t="6189" x="8137525" y="2312988"/>
          <p14:tracePt t="6197" x="7932738" y="2360613"/>
          <p14:tracePt t="6207" x="7708900" y="2401888"/>
          <p14:tracePt t="6216" x="7477125" y="2428875"/>
          <p14:tracePt t="6224" x="7232650" y="2470150"/>
          <p14:tracePt t="6233" x="7000875" y="2517775"/>
          <p14:tracePt t="6242" x="6783388" y="2557463"/>
          <p14:tracePt t="6248" x="6599238" y="2586038"/>
          <p14:tracePt t="6257" x="6510338" y="2598738"/>
          <p14:tracePt t="6265" x="6340475" y="2619375"/>
          <p14:tracePt t="6272" x="6184900" y="2633663"/>
          <p14:tracePt t="6281" x="6054725" y="2633663"/>
          <p14:tracePt t="6288" x="5953125" y="2646363"/>
          <p14:tracePt t="6298" x="5911850" y="2646363"/>
          <p14:tracePt t="6304" x="5824538" y="2646363"/>
          <p14:tracePt t="6314" x="5783263" y="2646363"/>
          <p14:tracePt t="6324" x="5735638" y="2646363"/>
          <p14:tracePt t="6330" x="5708650" y="2646363"/>
          <p14:tracePt t="6337" x="5694363" y="2633663"/>
          <p14:tracePt t="6347" x="5681663" y="2619375"/>
          <p14:tracePt t="6354" x="5681663" y="2598738"/>
          <p14:tracePt t="6531" x="5646738" y="2586038"/>
          <p14:tracePt t="6541" x="5619750" y="2571750"/>
          <p14:tracePt t="6551" x="5592763" y="2544763"/>
          <p14:tracePt t="6559" x="5518150" y="2470150"/>
          <p14:tracePt t="6569" x="5449888" y="2414588"/>
          <p14:tracePt t="6578" x="5422900" y="2360613"/>
          <p14:tracePt t="6583" x="5348288" y="2286000"/>
          <p14:tracePt t="6595" x="5292725" y="2232025"/>
          <p14:tracePt t="6600" x="5259388" y="2184400"/>
          <p14:tracePt t="6612" x="5218113" y="2143125"/>
          <p14:tracePt t="6616" x="5176838" y="2081213"/>
          <p14:tracePt t="6629" x="5149850" y="2054225"/>
          <p14:tracePt t="6630" x="5116513" y="2014538"/>
          <p14:tracePt t="6640" x="5102225" y="2000250"/>
          <p14:tracePt t="6649" x="5089525" y="1973263"/>
          <p14:tracePt t="6659" x="5089525" y="1952625"/>
          <p14:tracePt t="6666" x="5075238" y="1938338"/>
          <p14:tracePt t="6674" x="5075238" y="1925638"/>
          <p14:tracePt t="6683" x="5062538" y="1911350"/>
          <p14:tracePt t="6697" x="5062538" y="1898650"/>
          <p14:tracePt t="6706" x="5048250" y="1884363"/>
          <p14:tracePt t="6716" x="5048250" y="1871663"/>
          <p14:tracePt t="6726" x="5048250" y="1857375"/>
          <p14:tracePt t="6738" x="5033963" y="1836738"/>
          <p14:tracePt t="6746" x="5033963" y="1824038"/>
          <p14:tracePt t="6755" x="5033963" y="1809750"/>
          <p14:tracePt t="6772" x="5021263" y="1809750"/>
          <p14:tracePt t="6794" x="5000625" y="1795463"/>
          <p14:tracePt t="6810" x="4986338" y="1795463"/>
          <p14:tracePt t="6827" x="4973638" y="1795463"/>
          <p14:tracePt t="6835" x="4959350" y="1809750"/>
          <p14:tracePt t="6845" x="4959350" y="1824038"/>
          <p14:tracePt t="6853" x="4946650" y="1836738"/>
          <p14:tracePt t="6863" x="4932363" y="1857375"/>
          <p14:tracePt t="6871" x="4919663" y="1884363"/>
          <p14:tracePt t="6881" x="4905375" y="1898650"/>
          <p14:tracePt t="6889" x="4884738" y="1925638"/>
          <p14:tracePt t="6897" x="4884738" y="1952625"/>
          <p14:tracePt t="6903" x="4872038" y="1973263"/>
          <p14:tracePt t="6911" x="4872038" y="2000250"/>
          <p14:tracePt t="6921" x="4872038" y="2027238"/>
          <p14:tracePt t="6928" x="4872038" y="2041525"/>
          <p14:tracePt t="6935" x="4872038" y="2054225"/>
          <p14:tracePt t="6943" x="4872038" y="2081213"/>
          <p14:tracePt t="6954" x="4872038" y="2101850"/>
          <p14:tracePt t="6962" x="4872038" y="2116138"/>
          <p14:tracePt t="6969" x="4884738" y="2116138"/>
          <p14:tracePt t="6979" x="4884738" y="2128838"/>
          <p14:tracePt t="6986" x="4905375" y="2128838"/>
          <p14:tracePt t="6998" x="4919663" y="2143125"/>
          <p14:tracePt t="6999" x="4932363" y="2143125"/>
          <p14:tracePt t="7010" x="4946650" y="2157413"/>
          <p14:tracePt t="7017" x="4959350" y="2157413"/>
          <p14:tracePt t="7028" x="4986338" y="2157413"/>
          <p14:tracePt t="7045" x="5000625" y="2143125"/>
          <p14:tracePt t="7050" x="5021263" y="2116138"/>
          <p14:tracePt t="7063" x="5021263" y="2101850"/>
          <p14:tracePt t="7064" x="5033963" y="2068513"/>
          <p14:tracePt t="7073" x="5033963" y="2041525"/>
          <p14:tracePt t="7083" x="5033963" y="2014538"/>
          <p14:tracePt t="7093" x="5033963" y="1985963"/>
          <p14:tracePt t="7100" x="5033963" y="1973263"/>
          <p14:tracePt t="7107" x="5033963" y="1938338"/>
          <p14:tracePt t="7117" x="5033963" y="1925638"/>
          <p14:tracePt t="7127" x="5021263" y="1911350"/>
          <p14:tracePt t="7134" x="5000625" y="1911350"/>
          <p14:tracePt t="7145" x="4986338" y="1898650"/>
          <p14:tracePt t="7146" x="4973638" y="1898650"/>
          <p14:tracePt t="7155" x="4959350" y="1898650"/>
          <p14:tracePt t="7164" x="4946650" y="1898650"/>
          <p14:tracePt t="7173" x="4932363" y="1898650"/>
          <p14:tracePt t="7182" x="4919663" y="1898650"/>
          <p14:tracePt t="7190" x="4919663" y="1911350"/>
          <p14:tracePt t="7200" x="4905375" y="1911350"/>
          <p14:tracePt t="7206" x="4905375" y="1925638"/>
          <p14:tracePt t="7213" x="4884738" y="1925638"/>
          <p14:tracePt t="7225" x="4884738" y="1938338"/>
          <p14:tracePt t="7252" x="4884738" y="1952625"/>
          <p14:tracePt t="7276" x="4905375" y="1952625"/>
          <p14:tracePt t="7284" x="4932363" y="1973263"/>
          <p14:tracePt t="7295" x="4946650" y="1973263"/>
          <p14:tracePt t="7303" x="4986338" y="1985963"/>
          <p14:tracePt t="7313" x="5021263" y="1985963"/>
          <p14:tracePt t="7321" x="5062538" y="1985963"/>
          <p14:tracePt t="7330" x="5102225" y="1985963"/>
          <p14:tracePt t="7337" x="5149850" y="1985963"/>
          <p14:tracePt t="7346" x="5164138" y="1985963"/>
          <p14:tracePt t="7353" x="5205413" y="1985963"/>
          <p14:tracePt t="7363" x="5232400" y="1973263"/>
          <p14:tracePt t="7370" x="5245100" y="1952625"/>
          <p14:tracePt t="7377" x="5280025" y="1938338"/>
          <p14:tracePt t="7388" x="5292725" y="1911350"/>
          <p14:tracePt t="7394" x="5307013" y="1898650"/>
          <p14:tracePt t="7404" x="5319713" y="1884363"/>
          <p14:tracePt t="7412" x="5334000" y="1857375"/>
          <p14:tracePt t="7426" x="5334000" y="1824038"/>
          <p14:tracePt t="7435" x="5334000" y="1809750"/>
          <p14:tracePt t="7448" x="5334000" y="1795463"/>
          <p14:tracePt t="7465" x="5334000" y="1782763"/>
          <p14:tracePt t="7497" x="5319713" y="1768475"/>
          <p14:tracePt t="7514" x="5307013" y="1768475"/>
          <p14:tracePt t="7530" x="5292725" y="1768475"/>
          <p14:tracePt t="7547" x="5280025" y="1768475"/>
          <p14:tracePt t="7555" x="5280025" y="1782763"/>
          <p14:tracePt t="7565" x="5280025" y="1795463"/>
          <p14:tracePt t="7573" x="5259388" y="1795463"/>
          <p14:tracePt t="7582" x="5259388" y="1809750"/>
          <p14:tracePt t="7592" x="5259388" y="1824038"/>
          <p14:tracePt t="7598" x="5259388" y="1836738"/>
          <p14:tracePt t="7608" x="5259388" y="1857375"/>
          <p14:tracePt t="7616" x="5259388" y="1871663"/>
          <p14:tracePt t="7626" x="5259388" y="1884363"/>
          <p14:tracePt t="7630" x="5259388" y="1911350"/>
          <p14:tracePt t="7642" x="5259388" y="1925638"/>
          <p14:tracePt t="7648" x="5259388" y="1938338"/>
          <p14:tracePt t="7656" x="5280025" y="1973263"/>
          <p14:tracePt t="7665" x="5292725" y="1985963"/>
          <p14:tracePt t="7673" x="5319713" y="1985963"/>
          <p14:tracePt t="7680" x="5334000" y="2000250"/>
          <p14:tracePt t="7690" x="5348288" y="2000250"/>
          <p14:tracePt t="7696" x="5375275" y="2014538"/>
          <p14:tracePt t="7706" x="5387975" y="2014538"/>
          <p14:tracePt t="7713" x="5408613" y="2014538"/>
          <p14:tracePt t="7723" x="5435600" y="2014538"/>
          <p14:tracePt t="7733" x="5449888" y="2000250"/>
          <p14:tracePt t="7743" x="5462588" y="1952625"/>
          <p14:tracePt t="7744" x="5476875" y="1925638"/>
          <p14:tracePt t="7754" x="5491163" y="1898650"/>
          <p14:tracePt t="7763" x="5491163" y="1871663"/>
          <p14:tracePt t="7771" x="5491163" y="1824038"/>
          <p14:tracePt t="7779" x="5491163" y="1795463"/>
          <p14:tracePt t="7788" x="5491163" y="1782763"/>
          <p14:tracePt t="7797" x="5491163" y="1768475"/>
          <p14:tracePt t="7804" x="5491163" y="1755775"/>
          <p14:tracePt t="7813" x="5491163" y="1741488"/>
          <p14:tracePt t="7820" x="5476875" y="1741488"/>
          <p14:tracePt t="7830" x="5462588" y="1741488"/>
          <p14:tracePt t="7836" x="5449888" y="1741488"/>
          <p14:tracePt t="7847" x="5422900" y="1741488"/>
          <p14:tracePt t="7854" x="5408613" y="1755775"/>
          <p14:tracePt t="7862" x="5375275" y="1782763"/>
          <p14:tracePt t="7871" x="5348288" y="1836738"/>
          <p14:tracePt t="7876" x="5319713" y="1884363"/>
          <p14:tracePt t="7887" x="5292725" y="1925638"/>
          <p14:tracePt t="7894" x="5292725" y="1938338"/>
          <p14:tracePt t="7903" x="5280025" y="1985963"/>
          <p14:tracePt t="7911" x="5259388" y="2027238"/>
          <p14:tracePt t="7921" x="5259388" y="2054225"/>
          <p14:tracePt t="7926" x="5245100" y="2068513"/>
          <p14:tracePt t="7941" x="5245100" y="2081213"/>
          <p14:tracePt t="7951" x="5245100" y="2101850"/>
          <p14:tracePt t="50411" x="5232400" y="2101850"/>
          <p14:tracePt t="50421" x="5191125" y="2116138"/>
          <p14:tracePt t="50431" x="5129213" y="2143125"/>
          <p14:tracePt t="50440" x="5048250" y="2184400"/>
          <p14:tracePt t="50446" x="4932363" y="2232025"/>
          <p14:tracePt t="50457" x="4776788" y="2300288"/>
          <p14:tracePt t="50465" x="4238625" y="2517775"/>
          <p14:tracePt t="50472" x="3756025" y="2714625"/>
          <p14:tracePt t="50481" x="3190875" y="2994025"/>
          <p14:tracePt t="50488" x="2905125" y="3122613"/>
          <p14:tracePt t="50498" x="2428875" y="3333750"/>
          <p14:tracePt t="50505" x="1952625" y="3565525"/>
          <p14:tracePt t="50516" x="1795463" y="3640138"/>
          <p14:tracePt t="50519" x="1681163" y="3694113"/>
          <p14:tracePt t="50531" x="1598613" y="3756025"/>
          <p14:tracePt t="50539" x="1422400" y="3824288"/>
          <p14:tracePt t="50547" x="1319213" y="3884613"/>
          <p14:tracePt t="50555" x="1265238" y="3925888"/>
          <p14:tracePt t="50566" x="1238250" y="3938588"/>
          <p14:tracePt t="50828" x="1252538" y="3938588"/>
          <p14:tracePt t="50844" x="1292225" y="3938588"/>
          <p14:tracePt t="50846" x="1366838" y="3952875"/>
          <p14:tracePt t="50860" x="1482725" y="3994150"/>
          <p14:tracePt t="50872" x="1728788" y="4068763"/>
          <p14:tracePt t="50874" x="2000250" y="4143375"/>
          <p14:tracePt t="50887" x="2259013" y="4211638"/>
          <p14:tracePt t="50888" x="2571750" y="4286250"/>
          <p14:tracePt t="50896" x="2905125" y="4387850"/>
          <p14:tracePt t="50907" x="3074988" y="4414838"/>
          <p14:tracePt t="50916" x="3360738" y="4497388"/>
          <p14:tracePt t="50931" x="3640138" y="4572000"/>
          <p14:tracePt t="50932" x="3898900" y="4625975"/>
          <p14:tracePt t="50939" x="3967163" y="4646613"/>
          <p14:tracePt t="50947" x="4041775" y="4660900"/>
          <p14:tracePt t="50965" x="4157663" y="4687888"/>
          <p14:tracePt t="50967" x="4238625" y="4700588"/>
          <p14:tracePt t="50968" x="4286250" y="4714875"/>
          <p14:tracePt t="50983" x="4313238" y="4729163"/>
          <p14:tracePt t="51139" x="4387850" y="4700588"/>
          <p14:tracePt t="51149" x="4443413" y="4673600"/>
          <p14:tracePt t="51160" x="4497388" y="4646613"/>
          <p14:tracePt t="51167" x="4545013" y="4613275"/>
          <p14:tracePt t="51175" x="4598988" y="4586288"/>
          <p14:tracePt t="51184" x="4625975" y="4572000"/>
          <p14:tracePt t="51195" x="4646613" y="4545013"/>
          <p14:tracePt t="51200" x="4660900" y="4530725"/>
          <p14:tracePt t="51212" x="4687888" y="4497388"/>
          <p14:tracePt t="51213" x="4714875" y="4470400"/>
          <p14:tracePt t="51223" x="4714875" y="4443413"/>
          <p14:tracePt t="51233" x="4729163" y="4429125"/>
          <p14:tracePt t="51241" x="4729163" y="4414838"/>
          <p14:tracePt t="51249" x="4729163" y="4402138"/>
          <p14:tracePt t="51258" x="4729163" y="4387850"/>
          <p14:tracePt t="51264" x="4700588" y="4367213"/>
          <p14:tracePt t="51274" x="4673600" y="4367213"/>
          <p14:tracePt t="51281" x="4646613" y="4367213"/>
          <p14:tracePt t="51290" x="4598988" y="4367213"/>
          <p14:tracePt t="51297" x="4572000" y="4367213"/>
          <p14:tracePt t="51305" x="4545013" y="4367213"/>
          <p14:tracePt t="51316" x="4518025" y="4367213"/>
          <p14:tracePt t="51327" x="4483100" y="4402138"/>
          <p14:tracePt t="51328" x="4470400" y="4414838"/>
          <p14:tracePt t="51337" x="4456113" y="4456113"/>
          <p14:tracePt t="51347" x="4456113" y="4470400"/>
          <p14:tracePt t="51356" x="4456113" y="4518025"/>
          <p14:tracePt t="51361" x="4456113" y="4530725"/>
          <p14:tracePt t="51371" x="4470400" y="4545013"/>
          <p14:tracePt t="51381" x="4483100" y="4557713"/>
          <p14:tracePt t="51389" x="4530725" y="4572000"/>
          <p14:tracePt t="51400" x="4572000" y="4586288"/>
          <p14:tracePt t="51401" x="4613275" y="4586288"/>
          <p14:tracePt t="51412" x="4646613" y="4586288"/>
          <p14:tracePt t="51421" x="4673600" y="4586288"/>
          <p14:tracePt t="51430" x="4714875" y="4557713"/>
          <p14:tracePt t="51439" x="4741863" y="4530725"/>
          <p14:tracePt t="51445" x="4756150" y="4483100"/>
          <p14:tracePt t="51455" x="4789488" y="4456113"/>
          <p14:tracePt t="51462" x="4789488" y="4443413"/>
          <p14:tracePt t="51471" x="4789488" y="4402138"/>
          <p14:tracePt t="51478" x="4789488" y="4340225"/>
          <p14:tracePt t="51487" x="4789488" y="4313238"/>
          <p14:tracePt t="51501" x="4741863" y="4271963"/>
          <p14:tracePt t="51513" x="4729163" y="4271963"/>
          <p14:tracePt t="51520" x="4700588" y="4271963"/>
          <p14:tracePt t="51531" x="4646613" y="4271963"/>
          <p14:tracePt t="51536" x="4613275" y="4271963"/>
          <p14:tracePt t="51545" x="4586288" y="4271963"/>
          <p14:tracePt t="51552" x="4572000" y="4286250"/>
          <p14:tracePt t="51562" x="4545013" y="4300538"/>
          <p14:tracePt t="51569" x="4530725" y="4327525"/>
          <p14:tracePt t="51578" x="4518025" y="4354513"/>
          <p14:tracePt t="51591" x="4518025" y="4387850"/>
          <p14:tracePt t="51593" x="4518025" y="4414838"/>
          <p14:tracePt t="51601" x="4518025" y="4429125"/>
          <p14:tracePt t="51611" x="4518025" y="4456113"/>
          <p14:tracePt t="51618" x="4518025" y="4483100"/>
          <p14:tracePt t="51628" x="4530725" y="4497388"/>
          <p14:tracePt t="51633" x="4557713" y="4497388"/>
          <p14:tracePt t="51645" x="4598988" y="4518025"/>
          <p14:tracePt t="51650" x="4646613" y="4518025"/>
          <p14:tracePt t="51663" x="4687888" y="4518025"/>
          <p14:tracePt t="51664" x="4729163" y="4497388"/>
          <p14:tracePt t="51673" x="4776788" y="4470400"/>
          <p14:tracePt t="51683" x="4803775" y="4456113"/>
          <p14:tracePt t="51690" x="4830763" y="4414838"/>
          <p14:tracePt t="51700" x="4857750" y="4402138"/>
          <p14:tracePt t="51708" x="4872038" y="4354513"/>
          <p14:tracePt t="51715" x="4884738" y="4327525"/>
          <p14:tracePt t="51728" x="4884738" y="4300538"/>
          <p14:tracePt t="51730" x="4884738" y="4286250"/>
          <p14:tracePt t="51739" x="4884738" y="4238625"/>
          <p14:tracePt t="51748" x="4872038" y="4224338"/>
          <p14:tracePt t="51757" x="4843463" y="4211638"/>
          <p14:tracePt t="51766" x="4816475" y="4211638"/>
          <p14:tracePt t="51772" x="4789488" y="4211638"/>
          <p14:tracePt t="51780" x="4741863" y="4211638"/>
          <p14:tracePt t="51791" x="4687888" y="4211638"/>
          <p14:tracePt t="51797" x="4646613" y="4224338"/>
          <p14:tracePt t="51807" x="4586288" y="4271963"/>
          <p14:tracePt t="51814" x="4545013" y="4313238"/>
          <p14:tracePt t="51828" x="4497388" y="4354513"/>
          <p14:tracePt t="51829" x="4483100" y="4387850"/>
          <p14:tracePt t="51838" x="4456113" y="4429125"/>
          <p14:tracePt t="51845" x="4443413" y="4456113"/>
          <p14:tracePt t="51855" x="4429125" y="4483100"/>
          <p14:tracePt t="51862" x="4429125" y="4518025"/>
          <p14:tracePt t="51872" x="4429125" y="4530725"/>
          <p14:tracePt t="51878" x="4429125" y="4557713"/>
          <p14:tracePt t="51897" x="4456113" y="4557713"/>
          <p14:tracePt t="51904" x="4483100" y="4557713"/>
          <p14:tracePt t="51913" x="4518025" y="4557713"/>
          <p14:tracePt t="51921" x="4545013" y="4557713"/>
          <p14:tracePt t="51928" x="4572000" y="4557713"/>
          <p14:tracePt t="51935" x="4598988" y="4545013"/>
          <p14:tracePt t="51945" x="4646613" y="4518025"/>
          <p14:tracePt t="52359" x="4673600" y="4518025"/>
          <p14:tracePt t="52368" x="4714875" y="4518025"/>
          <p14:tracePt t="52378" x="4776788" y="4518025"/>
          <p14:tracePt t="52386" x="4830763" y="4518025"/>
          <p14:tracePt t="52396" x="4884738" y="4530725"/>
          <p14:tracePt t="52403" x="4959350" y="4545013"/>
          <p14:tracePt t="52414" x="5048250" y="4557713"/>
          <p14:tracePt t="52420" x="5102225" y="4572000"/>
          <p14:tracePt t="52428" x="5129213" y="4586288"/>
          <p14:tracePt t="52439" x="5176838" y="4586288"/>
          <p14:tracePt t="52443" x="5218113" y="4598988"/>
          <p14:tracePt t="52454" x="5259388" y="4598988"/>
          <p14:tracePt t="52460" x="5280025" y="4613275"/>
          <p14:tracePt t="52471" x="5307013" y="4613275"/>
          <p14:tracePt t="52477" x="5319713" y="4613275"/>
          <p14:tracePt t="52500" x="5334000" y="4625975"/>
          <p14:tracePt t="52533" x="5348288" y="4625975"/>
          <p14:tracePt t="52562" x="5360988" y="4625975"/>
          <p14:tracePt t="52578" x="5375275" y="4625975"/>
          <p14:tracePt t="52583" x="5387975" y="4625975"/>
          <p14:tracePt t="52596" x="5422900" y="4625975"/>
          <p14:tracePt t="52597" x="5435600" y="4625975"/>
          <p14:tracePt t="52607" x="5449888" y="4625975"/>
          <p14:tracePt t="52616" x="5462588" y="4625975"/>
          <p14:tracePt t="52626" x="5491163" y="4625975"/>
          <p14:tracePt t="52634" x="5518150" y="4625975"/>
          <p14:tracePt t="52641" x="5538788" y="4625975"/>
          <p14:tracePt t="52649" x="5551488" y="4625975"/>
          <p14:tracePt t="52658" x="5578475" y="4625975"/>
          <p14:tracePt t="52666" x="5592763" y="4625975"/>
          <p14:tracePt t="52674" x="5619750" y="4625975"/>
          <p14:tracePt t="52681" x="5634038" y="4625975"/>
          <p14:tracePt t="53162" x="5619750" y="4613275"/>
          <p14:tracePt t="53171" x="5578475" y="4586288"/>
          <p14:tracePt t="53180" x="5551488" y="4572000"/>
          <p14:tracePt t="53189" x="5518150" y="4557713"/>
          <p14:tracePt t="53196" x="5503863" y="4545013"/>
          <p14:tracePt t="53205" x="5503863" y="4530725"/>
          <p14:tracePt t="53212" x="5491163" y="4530725"/>
          <p14:tracePt t="53227" x="5476875" y="4518025"/>
          <p14:tracePt t="53251" x="5476875" y="4497388"/>
          <p14:tracePt t="53276" x="5491163" y="4497388"/>
          <p14:tracePt t="53285" x="5503863" y="4497388"/>
          <p14:tracePt t="53294" x="5551488" y="4518025"/>
          <p14:tracePt t="53303" x="5592763" y="4530725"/>
          <p14:tracePt t="53313" x="5667375" y="4557713"/>
          <p14:tracePt t="53320" x="5735638" y="4586288"/>
          <p14:tracePt t="53331" x="5810250" y="4598988"/>
          <p14:tracePt t="53337" x="5878513" y="4613275"/>
          <p14:tracePt t="53345" x="5953125" y="4625975"/>
          <p14:tracePt t="53354" x="5980113" y="4646613"/>
          <p14:tracePt t="53362" x="6042025" y="4646613"/>
          <p14:tracePt t="53376" x="6122988" y="4646613"/>
          <p14:tracePt t="53385" x="6149975" y="4646613"/>
          <p14:tracePt t="53395" x="6184900" y="4646613"/>
          <p14:tracePt t="53402" x="6197600" y="4646613"/>
          <p14:tracePt t="53412" x="6211888" y="4646613"/>
          <p14:tracePt t="53429" x="6224588" y="4646613"/>
          <p14:tracePt t="53448" x="6238875" y="4646613"/>
          <p14:tracePt t="53890" x="6280150" y="4646613"/>
          <p14:tracePt t="53899" x="6340475" y="4625975"/>
          <p14:tracePt t="53909" x="6396038" y="4625975"/>
          <p14:tracePt t="53917" x="6470650" y="4625975"/>
          <p14:tracePt t="53927" x="6510338" y="4625975"/>
          <p14:tracePt t="53936" x="6557963" y="4625975"/>
          <p14:tracePt t="53946" x="6599238" y="4625975"/>
          <p14:tracePt t="53949" x="6640513" y="4625975"/>
          <p14:tracePt t="53961" x="6673850" y="4625975"/>
          <p14:tracePt t="53967" x="6700838" y="4625975"/>
          <p14:tracePt t="53975" x="6715125" y="4625975"/>
          <p14:tracePt t="53984" x="6729413" y="4625975"/>
          <p14:tracePt t="53994" x="6742113" y="4625975"/>
          <p14:tracePt t="54011" x="6756400" y="4625975"/>
          <p14:tracePt t="54086" x="6756400" y="4613275"/>
          <p14:tracePt t="54250" x="6742113" y="4613275"/>
          <p14:tracePt t="54260" x="6742113" y="4598988"/>
          <p14:tracePt t="54269" x="6729413" y="4598988"/>
          <p14:tracePt t="54283" x="6715125" y="4586288"/>
          <p14:tracePt t="54300" x="6700838" y="4586288"/>
          <p14:tracePt t="54310" x="6688138" y="4572000"/>
          <p14:tracePt t="54318" x="6673850" y="4572000"/>
          <p14:tracePt t="54329" x="6653213" y="4557713"/>
          <p14:tracePt t="54346" x="6640513" y="4545013"/>
          <p14:tracePt t="54362" x="6626225" y="4545013"/>
          <p14:tracePt t="54380" x="6626225" y="4530725"/>
          <p14:tracePt t="54384" x="6613525" y="4530725"/>
          <p14:tracePt t="54635" x="6626225" y="4530725"/>
          <p14:tracePt t="54668" x="6640513" y="4530725"/>
          <p14:tracePt t="54684" x="6653213" y="4530725"/>
          <p14:tracePt t="54694" x="6653213" y="4545013"/>
          <p14:tracePt t="54703" x="6673850" y="4545013"/>
          <p14:tracePt t="54713" x="6688138" y="4545013"/>
          <p14:tracePt t="54727" x="6700838" y="4545013"/>
          <p14:tracePt t="54736" x="6715125" y="4557713"/>
          <p14:tracePt t="54747" x="6729413" y="4557713"/>
          <p14:tracePt t="54752" x="6742113" y="4557713"/>
          <p14:tracePt t="54766" x="6756400" y="4557713"/>
          <p14:tracePt t="54791" x="6769100" y="4572000"/>
          <p14:tracePt t="54815" x="6783388" y="4572000"/>
          <p14:tracePt t="54856" x="6804025" y="4572000"/>
          <p14:tracePt t="58611" x="6783388" y="4572000"/>
          <p14:tracePt t="58620" x="6769100" y="4557713"/>
          <p14:tracePt t="58630" x="6742113" y="4557713"/>
          <p14:tracePt t="58637" x="6729413" y="4557713"/>
          <p14:tracePt t="58647" x="6700838" y="4545013"/>
          <p14:tracePt t="58654" x="6688138" y="4530725"/>
          <p14:tracePt t="58663" x="6640513" y="4518025"/>
          <p14:tracePt t="58676" x="6599238" y="4497388"/>
          <p14:tracePt t="58686" x="6557963" y="4497388"/>
          <p14:tracePt t="58696" x="6524625" y="4497388"/>
          <p14:tracePt t="58702" x="6510338" y="4483100"/>
          <p14:tracePt t="58713" x="6470650" y="4483100"/>
          <p14:tracePt t="58719" x="6443663" y="4483100"/>
          <p14:tracePt t="58732" x="6408738" y="4483100"/>
          <p14:tracePt t="58733" x="6381750" y="4470400"/>
          <p14:tracePt t="58744" x="6354763" y="4470400"/>
          <p14:tracePt t="58752" x="6327775" y="4470400"/>
          <p14:tracePt t="58762" x="6313488" y="4470400"/>
          <p14:tracePt t="58768" x="6280150" y="4456113"/>
          <p14:tracePt t="58779" x="6253163" y="4456113"/>
          <p14:tracePt t="58785" x="6238875" y="4443413"/>
          <p14:tracePt t="58797" x="6211888" y="4443413"/>
          <p14:tracePt t="58801" x="6184900" y="4429125"/>
          <p14:tracePt t="58813" x="6170613" y="4414838"/>
          <p14:tracePt t="58818" x="6137275" y="4402138"/>
          <p14:tracePt t="58827" x="6110288" y="4387850"/>
          <p14:tracePt t="58837" x="6069013" y="4367213"/>
          <p14:tracePt t="58844" x="6042025" y="4354513"/>
          <p14:tracePt t="58855" x="5994400" y="4327525"/>
          <p14:tracePt t="58861" x="5938838" y="4300538"/>
          <p14:tracePt t="58873" x="5891213" y="4271963"/>
          <p14:tracePt t="58876" x="5837238" y="4238625"/>
          <p14:tracePt t="58886" x="5783263" y="4211638"/>
          <p14:tracePt t="58891" x="5708650" y="4170363"/>
          <p14:tracePt t="58900" x="5634038" y="4122738"/>
          <p14:tracePt t="58913" x="5565775" y="4095750"/>
          <p14:tracePt t="58914" x="5491163" y="4068763"/>
          <p14:tracePt t="58924" x="5422900" y="4041775"/>
          <p14:tracePt t="58932" x="5348288" y="4014788"/>
          <p14:tracePt t="58941" x="5292725" y="4014788"/>
          <p14:tracePt t="58948" x="5232400" y="3994150"/>
          <p14:tracePt t="58958" x="5176838" y="3994150"/>
          <p14:tracePt t="58965" x="5116513" y="3994150"/>
          <p14:tracePt t="58974" x="5062538" y="3994150"/>
          <p14:tracePt t="58981" x="5000625" y="4014788"/>
          <p14:tracePt t="58991" x="4946650" y="4041775"/>
          <p14:tracePt t="58998" x="4884738" y="4054475"/>
          <p14:tracePt t="59008" x="4830763" y="4081463"/>
          <p14:tracePt t="59016" x="4776788" y="4110038"/>
          <p14:tracePt t="59028" x="4714875" y="4143375"/>
          <p14:tracePt t="59030" x="4673600" y="4170363"/>
          <p14:tracePt t="59039" x="4625975" y="4197350"/>
          <p14:tracePt t="59047" x="4598988" y="4211638"/>
          <p14:tracePt t="59060" x="4572000" y="4224338"/>
          <p14:tracePt t="59061" x="4545013" y="4259263"/>
          <p14:tracePt t="59070" x="4497388" y="4300538"/>
          <p14:tracePt t="59080" x="4483100" y="4313238"/>
          <p14:tracePt t="59090" x="4456113" y="4340225"/>
          <p14:tracePt t="59096" x="4443413" y="4367213"/>
          <p14:tracePt t="59105" x="4429125" y="4402138"/>
          <p14:tracePt t="59113" x="4414838" y="4414838"/>
          <p14:tracePt t="59124" x="4402138" y="4443413"/>
          <p14:tracePt t="59131" x="4387850" y="4470400"/>
          <p14:tracePt t="59139" x="4367213" y="4497388"/>
          <p14:tracePt t="59148" x="4367213" y="4518025"/>
          <p14:tracePt t="59155" x="4367213" y="4545013"/>
          <p14:tracePt t="59164" x="4354513" y="4557713"/>
          <p14:tracePt t="59171" x="4354513" y="4586288"/>
          <p14:tracePt t="59179" x="4354513" y="4598988"/>
          <p14:tracePt t="59189" x="4354513" y="4625975"/>
          <p14:tracePt t="59196" x="4354513" y="4660900"/>
          <p14:tracePt t="59203" x="4354513" y="4673600"/>
          <p14:tracePt t="59212" x="4354513" y="4687888"/>
          <p14:tracePt t="59226" x="4354513" y="4714875"/>
          <p14:tracePt t="59235" x="4354513" y="4729163"/>
          <p14:tracePt t="59245" x="4354513" y="4756150"/>
          <p14:tracePt t="59263" x="4354513" y="4776788"/>
          <p14:tracePt t="59267" x="4367213" y="4803775"/>
          <p14:tracePt t="59280" x="4367213" y="4816475"/>
          <p14:tracePt t="59284" x="4387850" y="4843463"/>
          <p14:tracePt t="59296" x="4402138" y="4843463"/>
          <p14:tracePt t="59301" x="4402138" y="4872038"/>
          <p14:tracePt t="59313" x="4414838" y="4884738"/>
          <p14:tracePt t="59314" x="4414838" y="4919663"/>
          <p14:tracePt t="59324" x="4429125" y="4932363"/>
          <p14:tracePt t="59334" x="4443413" y="4959350"/>
          <p14:tracePt t="59344" x="4456113" y="4973638"/>
          <p14:tracePt t="59349" x="4470400" y="5000625"/>
          <p14:tracePt t="59362" x="4497388" y="5033963"/>
          <p14:tracePt t="59367" x="4518025" y="5048250"/>
          <p14:tracePt t="59380" x="4545013" y="5089525"/>
          <p14:tracePt t="59381" x="4572000" y="5116513"/>
          <p14:tracePt t="59390" x="4598988" y="5149850"/>
          <p14:tracePt t="59399" x="4646613" y="5176838"/>
          <p14:tracePt t="59412" x="4660900" y="5191125"/>
          <p14:tracePt t="59413" x="4687888" y="5218113"/>
          <p14:tracePt t="59422" x="4714875" y="5232400"/>
          <p14:tracePt t="59431" x="4741863" y="5245100"/>
          <p14:tracePt t="59780" x="4776788" y="5245100"/>
          <p14:tracePt t="59789" x="4816475" y="5245100"/>
          <p14:tracePt t="59799" x="4857750" y="5245100"/>
          <p14:tracePt t="59807" x="4932363" y="5245100"/>
          <p14:tracePt t="59816" x="4986338" y="5259388"/>
          <p14:tracePt t="59824" x="5048250" y="5259388"/>
          <p14:tracePt t="59833" x="5116513" y="5280025"/>
          <p14:tracePt t="59840" x="5176838" y="5292725"/>
          <p14:tracePt t="59848" x="5232400" y="5292725"/>
          <p14:tracePt t="59858" x="5292725" y="5307013"/>
          <p14:tracePt t="59864" x="5360988" y="5319713"/>
          <p14:tracePt t="59874" x="5422900" y="5319713"/>
          <p14:tracePt t="59883" x="5449888" y="5334000"/>
          <p14:tracePt t="59891" x="5503863" y="5334000"/>
          <p14:tracePt t="59898" x="5551488" y="5348288"/>
          <p14:tracePt t="59908" x="5592763" y="5348288"/>
          <p14:tracePt t="59915" x="5634038" y="5360988"/>
          <p14:tracePt t="59926" x="5667375" y="5360988"/>
          <p14:tracePt t="59932" x="5694363" y="5375275"/>
          <p14:tracePt t="59940" x="5721350" y="5375275"/>
          <p14:tracePt t="59948" x="5748338" y="5375275"/>
          <p14:tracePt t="59957" x="5783263" y="5375275"/>
          <p14:tracePt t="59963" x="5810250" y="5375275"/>
          <p14:tracePt t="59974" x="5851525" y="5375275"/>
          <p14:tracePt t="59983" x="5878513" y="5375275"/>
          <p14:tracePt t="59988" x="5926138" y="5375275"/>
          <p14:tracePt t="60000" x="5967413" y="5375275"/>
          <p14:tracePt t="60004" x="5994400" y="5348288"/>
          <p14:tracePt t="60016" x="6042025" y="5334000"/>
          <p14:tracePt t="60021" x="6081713" y="5307013"/>
          <p14:tracePt t="60034" x="6110288" y="5292725"/>
          <p14:tracePt t="60035" x="6149975" y="5259388"/>
          <p14:tracePt t="60046" x="6184900" y="5232400"/>
          <p14:tracePt t="60053" x="6211888" y="5191125"/>
          <p14:tracePt t="60065" x="6253163" y="5164138"/>
          <p14:tracePt t="60072" x="6280150" y="5116513"/>
          <p14:tracePt t="60083" x="6300788" y="5102225"/>
          <p14:tracePt t="60084" x="6327775" y="5062538"/>
          <p14:tracePt t="60096" x="6340475" y="5033963"/>
          <p14:tracePt t="60103" x="6354763" y="4986338"/>
          <p14:tracePt t="60111" x="6354763" y="4959350"/>
          <p14:tracePt t="60120" x="6367463" y="4946650"/>
          <p14:tracePt t="60131" x="6367463" y="4932363"/>
          <p14:tracePt t="60135" x="6367463" y="4905375"/>
          <p14:tracePt t="60147" x="6354763" y="4884738"/>
          <p14:tracePt t="60152" x="6340475" y="4872038"/>
          <p14:tracePt t="60166" x="6300788" y="4857750"/>
          <p14:tracePt t="60167" x="6197600" y="4830763"/>
          <p14:tracePt t="60176" x="6110288" y="4816475"/>
          <p14:tracePt t="60185" x="6054725" y="4803775"/>
          <p14:tracePt t="60193" x="5953125" y="4789488"/>
          <p14:tracePt t="60202" x="5878513" y="4789488"/>
          <p14:tracePt t="60210" x="5837238" y="4789488"/>
          <p14:tracePt t="60217" x="5762625" y="4776788"/>
          <p14:tracePt t="60226" x="5721350" y="4776788"/>
          <p14:tracePt t="60236" x="5681663" y="4776788"/>
          <p14:tracePt t="60242" x="5634038" y="4776788"/>
          <p14:tracePt t="60251" x="5619750" y="4776788"/>
          <p14:tracePt t="60260" x="5605463" y="4776788"/>
          <p14:tracePt t="60267" x="5592763" y="4776788"/>
          <p14:tracePt t="60276" x="5592763" y="4789488"/>
          <p14:tracePt t="60284" x="5592763" y="4803775"/>
          <p14:tracePt t="60300" x="5592763" y="4830763"/>
          <p14:tracePt t="60309" x="5592763" y="4843463"/>
          <p14:tracePt t="60316" x="5592763" y="4872038"/>
          <p14:tracePt t="60325" x="5605463" y="4905375"/>
          <p14:tracePt t="60333" x="5619750" y="4919663"/>
          <p14:tracePt t="60342" x="5646738" y="4946650"/>
          <p14:tracePt t="60350" x="5681663" y="4973638"/>
          <p14:tracePt t="60357" x="5735638" y="5000625"/>
          <p14:tracePt t="60367" x="5783263" y="5021263"/>
          <p14:tracePt t="60374" x="5824538" y="5033963"/>
          <p14:tracePt t="60384" x="5878513" y="5048250"/>
          <p14:tracePt t="60391" x="5926138" y="5048250"/>
          <p14:tracePt t="60400" x="5953125" y="5048250"/>
          <p14:tracePt t="60407" x="5994400" y="5048250"/>
          <p14:tracePt t="60416" x="6042025" y="5048250"/>
          <p14:tracePt t="60425" x="6069013" y="5048250"/>
          <p14:tracePt t="60714" x="6081713" y="5048250"/>
          <p14:tracePt t="60723" x="6110288" y="5048250"/>
          <p14:tracePt t="60734" x="6137275" y="5048250"/>
          <p14:tracePt t="60741" x="6170613" y="5062538"/>
          <p14:tracePt t="60748" x="6211888" y="5062538"/>
          <p14:tracePt t="60759" x="6265863" y="5075238"/>
          <p14:tracePt t="60764" x="6313488" y="5089525"/>
          <p14:tracePt t="60775" x="6340475" y="5089525"/>
          <p14:tracePt t="60787" x="6381750" y="5089525"/>
          <p14:tracePt t="60788" x="6429375" y="5102225"/>
          <p14:tracePt t="60798" x="6456363" y="5102225"/>
          <p14:tracePt t="60808" x="6483350" y="5116513"/>
          <p14:tracePt t="60818" x="6510338" y="5116513"/>
          <p14:tracePt t="60823" x="6545263" y="5116513"/>
          <p14:tracePt t="60835" x="6557963" y="5116513"/>
          <p14:tracePt t="60839" x="6586538" y="5116513"/>
          <p14:tracePt t="60851" x="6599238" y="5116513"/>
          <p14:tracePt t="60856" x="6613525" y="5116513"/>
          <p14:tracePt t="60868" x="6626225" y="5116513"/>
          <p14:tracePt t="60885" x="6640513" y="5116513"/>
          <p14:tracePt t="60898" x="6653213" y="5116513"/>
          <p14:tracePt t="60927" x="6673850" y="5116513"/>
          <p14:tracePt t="60959" x="6688138" y="5116513"/>
          <p14:tracePt t="60976" x="6700838" y="5116513"/>
          <p14:tracePt t="60986" x="6715125" y="5116513"/>
          <p14:tracePt t="60994" x="6729413" y="5116513"/>
          <p14:tracePt t="61012" x="6742113" y="5116513"/>
          <p14:tracePt t="61022" x="6756400" y="5102225"/>
          <p14:tracePt t="61028" x="6769100" y="5102225"/>
          <p14:tracePt t="61295" x="6783388" y="5089525"/>
          <p14:tracePt t="61306" x="6816725" y="5075238"/>
          <p14:tracePt t="61314" x="6858000" y="5033963"/>
          <p14:tracePt t="61325" x="6911975" y="4973638"/>
          <p14:tracePt t="61335" x="6946900" y="4932363"/>
          <p14:tracePt t="61340" x="6973888" y="4905375"/>
          <p14:tracePt t="61353" x="7015163" y="4857750"/>
          <p14:tracePt t="61354" x="7042150" y="4830763"/>
          <p14:tracePt t="61364" x="7062788" y="4803775"/>
          <p14:tracePt t="61372" x="7075488" y="4776788"/>
          <p14:tracePt t="61383" x="7089775" y="4756150"/>
          <p14:tracePt t="61387" x="7089775" y="4741863"/>
          <p14:tracePt t="61399" x="7089775" y="4729163"/>
          <p14:tracePt t="61415" x="7089775" y="4714875"/>
          <p14:tracePt t="61420" x="7062788" y="4714875"/>
          <p14:tracePt t="61429" x="7015163" y="4700588"/>
          <p14:tracePt t="61441" x="6973888" y="4687888"/>
          <p14:tracePt t="61449" x="6911975" y="4687888"/>
          <p14:tracePt t="61455" x="6858000" y="4673600"/>
          <p14:tracePt t="61468" x="6783388" y="4660900"/>
          <p14:tracePt t="61469" x="6715125" y="4646613"/>
          <p14:tracePt t="61479" x="6640513" y="4646613"/>
          <p14:tracePt t="61488" x="6572250" y="4625975"/>
          <p14:tracePt t="61496" x="6545263" y="4625975"/>
          <p14:tracePt t="61504" x="6470650" y="4625975"/>
          <p14:tracePt t="61512" x="6429375" y="4625975"/>
          <p14:tracePt t="61519" x="6381750" y="4625975"/>
          <p14:tracePt t="61529" x="6354763" y="4646613"/>
          <p14:tracePt t="61536" x="6340475" y="4673600"/>
          <p14:tracePt t="61546" x="6313488" y="4700588"/>
          <p14:tracePt t="61555" x="6300788" y="4741863"/>
          <p14:tracePt t="61562" x="6300788" y="4756150"/>
          <p14:tracePt t="61570" x="6280150" y="4803775"/>
          <p14:tracePt t="61578" x="6280150" y="4830763"/>
          <p14:tracePt t="61586" x="6265863" y="4872038"/>
          <p14:tracePt t="61598" x="6265863" y="4884738"/>
          <p14:tracePt t="61599" x="6265863" y="4932363"/>
          <p14:tracePt t="61608" x="6265863" y="4946650"/>
          <p14:tracePt t="61618" x="6265863" y="4973638"/>
          <p14:tracePt t="61626" x="6265863" y="4986338"/>
          <p14:tracePt t="61636" x="6265863" y="5000625"/>
          <p14:tracePt t="61642" x="6280150" y="5021263"/>
          <p14:tracePt t="61651" x="6300788" y="5021263"/>
          <p14:tracePt t="61659" x="6300788" y="5033963"/>
          <p14:tracePt t="61667" x="6313488" y="5033963"/>
          <p14:tracePt t="61677" x="6327775" y="5048250"/>
          <p14:tracePt t="61684" x="6340475" y="5048250"/>
          <p14:tracePt t="61693" x="6367463" y="5048250"/>
          <p14:tracePt t="61701" x="6381750" y="5048250"/>
          <p14:tracePt t="61707" x="6429375" y="5048250"/>
          <p14:tracePt t="61718" x="6456363" y="5048250"/>
          <p14:tracePt t="61725" x="6483350" y="5048250"/>
          <p14:tracePt t="61737" x="6524625" y="5048250"/>
          <p14:tracePt t="61738" x="6557963" y="5033963"/>
          <p14:tracePt t="61749" x="6599238" y="5000625"/>
          <p14:tracePt t="61756" x="6626225" y="4973638"/>
          <p14:tracePt t="61768" x="6653213" y="4932363"/>
          <p14:tracePt t="61773" x="6688138" y="4905375"/>
          <p14:tracePt t="61785" x="6700838" y="4872038"/>
          <p14:tracePt t="61790" x="6715125" y="4843463"/>
          <p14:tracePt t="61799" x="6729413" y="4816475"/>
          <p14:tracePt t="61809" x="6742113" y="4789488"/>
          <p14:tracePt t="61815" x="6742113" y="4756150"/>
          <p14:tracePt t="61826" x="6742113" y="4741863"/>
          <p14:tracePt t="61832" x="6742113" y="4714875"/>
          <p14:tracePt t="61850" x="6700838" y="4700588"/>
          <p14:tracePt t="61856" x="6653213" y="4700588"/>
          <p14:tracePt t="61868" x="6599238" y="4700588"/>
          <p14:tracePt t="61869" x="6524625" y="4700588"/>
          <p14:tracePt t="61881" x="6456363" y="4700588"/>
          <p14:tracePt t="61887" x="6396038" y="4700588"/>
          <p14:tracePt t="61898" x="6327775" y="4729163"/>
          <p14:tracePt t="61905" x="6280150" y="4776788"/>
          <p14:tracePt t="61917" x="6253163" y="4789488"/>
          <p14:tracePt t="61918" x="6224588" y="4816475"/>
          <p14:tracePt t="61928" x="6211888" y="4843463"/>
          <p14:tracePt t="61937" x="6197600" y="4884738"/>
          <p14:tracePt t="61945" x="6184900" y="4905375"/>
          <p14:tracePt t="61954" x="6170613" y="4932363"/>
          <p14:tracePt t="61962" x="6170613" y="4959350"/>
          <p14:tracePt t="61972" x="6170613" y="4986338"/>
          <p14:tracePt t="61977" x="6170613" y="5021263"/>
          <p14:tracePt t="61986" x="6170613" y="5033963"/>
          <p14:tracePt t="61996" x="6170613" y="5048250"/>
          <p14:tracePt t="62002" x="6197600" y="5075238"/>
          <p14:tracePt t="62012" x="6211888" y="5089525"/>
          <p14:tracePt t="62020" x="6224588" y="5102225"/>
          <p14:tracePt t="62036" x="6253163" y="5116513"/>
          <p14:tracePt t="62049" x="6265863" y="5116513"/>
          <p14:tracePt t="62051" x="6300788" y="5116513"/>
          <p14:tracePt t="62060" x="6313488" y="5116513"/>
          <p14:tracePt t="62654" x="6340475" y="5116513"/>
          <p14:tracePt t="62664" x="6367463" y="5116513"/>
          <p14:tracePt t="62674" x="6429375" y="5116513"/>
          <p14:tracePt t="62684" x="6456363" y="5116513"/>
          <p14:tracePt t="62690" x="6497638" y="5116513"/>
          <p14:tracePt t="62700" x="6545263" y="5116513"/>
          <p14:tracePt t="62707" x="6572250" y="5116513"/>
          <p14:tracePt t="62717" x="6613525" y="5116513"/>
          <p14:tracePt t="62724" x="6626225" y="5116513"/>
          <p14:tracePt t="62736" x="6653213" y="5116513"/>
          <p14:tracePt t="62745" x="6673850" y="5116513"/>
          <p14:tracePt t="62761" x="6688138" y="5116513"/>
          <p14:tracePt t="63097" x="6700838" y="5102225"/>
          <p14:tracePt t="63106" x="6729413" y="5089525"/>
          <p14:tracePt t="63117" x="6769100" y="5075238"/>
          <p14:tracePt t="63125" x="6804025" y="5062538"/>
          <p14:tracePt t="63135" x="6831013" y="5048250"/>
          <p14:tracePt t="63143" x="6884988" y="5033963"/>
          <p14:tracePt t="63152" x="6959600" y="5000625"/>
          <p14:tracePt t="63159" x="7042150" y="4986338"/>
          <p14:tracePt t="63167" x="7143750" y="4986338"/>
          <p14:tracePt t="63178" x="7218363" y="4973638"/>
          <p14:tracePt t="63184" x="7319963" y="4973638"/>
          <p14:tracePt t="63199" x="7491413" y="4973638"/>
          <p14:tracePt t="63208" x="7518400" y="4973638"/>
          <p14:tracePt t="63218" x="7593013" y="4973638"/>
          <p14:tracePt t="63226" x="7634288" y="4973638"/>
          <p14:tracePt t="80641" x="7605713" y="4973638"/>
          <p14:tracePt t="80649" x="7578725" y="4973638"/>
          <p14:tracePt t="80660" x="7491413" y="4973638"/>
          <p14:tracePt t="80666" x="7319963" y="4973638"/>
          <p14:tracePt t="80676" x="7205663" y="4986338"/>
          <p14:tracePt t="80682" x="6872288" y="5021263"/>
          <p14:tracePt t="80691" x="6557963" y="5033963"/>
          <p14:tracePt t="80698" x="6224588" y="5048250"/>
          <p14:tracePt t="80709" x="6054725" y="5062538"/>
          <p14:tracePt t="80715" x="5721350" y="5062538"/>
          <p14:tracePt t="80727" x="5422900" y="5062538"/>
          <p14:tracePt t="80733" x="5307013" y="5062538"/>
          <p14:tracePt t="80740" x="5232400" y="5062538"/>
          <p14:tracePt t="80751" x="5089525" y="5062538"/>
          <p14:tracePt t="80756" x="4986338" y="5075238"/>
          <p14:tracePt t="81022" x="4959350" y="5075238"/>
          <p14:tracePt t="81031" x="4905375" y="5075238"/>
          <p14:tracePt t="81041" x="4843463" y="5089525"/>
          <p14:tracePt t="81050" x="4756150" y="5102225"/>
          <p14:tracePt t="81060" x="4673600" y="5129213"/>
          <p14:tracePt t="81067" x="4483100" y="5205413"/>
          <p14:tracePt t="81078" x="4354513" y="5245100"/>
          <p14:tracePt t="81084" x="4143375" y="5319713"/>
          <p14:tracePt t="81093" x="3925888" y="5422900"/>
          <p14:tracePt t="81102" x="3694113" y="5518150"/>
          <p14:tracePt t="81109" x="3476625" y="5634038"/>
          <p14:tracePt t="81120" x="3292475" y="5748338"/>
          <p14:tracePt t="81126" x="3205163" y="5810250"/>
          <p14:tracePt t="81135" x="3074988" y="5911850"/>
          <p14:tracePt t="81143" x="2973388" y="5994400"/>
          <p14:tracePt t="81152" x="2946400" y="6021388"/>
          <p14:tracePt t="81161" x="2878138" y="6096000"/>
          <p14:tracePt t="81172" x="2830513" y="6149975"/>
          <p14:tracePt t="81177" x="2803525" y="6184900"/>
          <p14:tracePt t="81183" x="2776538" y="6211888"/>
          <p14:tracePt t="81195" x="2762250" y="6224588"/>
          <p14:tracePt t="81197" x="2747963" y="6238875"/>
          <p14:tracePt t="81206" x="2735263" y="6253163"/>
          <p14:tracePt t="81215" x="2735263" y="6265863"/>
          <p14:tracePt t="81227" x="2714625" y="6265863"/>
          <p14:tracePt t="81228" x="2700338" y="6280150"/>
          <p14:tracePt t="81244" x="2700338" y="6300788"/>
          <p14:tracePt t="81252" x="2687638" y="6300788"/>
          <p14:tracePt t="81262" x="2687638" y="6313488"/>
          <p14:tracePt t="81271" x="2673350" y="6313488"/>
          <p14:tracePt t="81280" x="2673350" y="6327775"/>
          <p14:tracePt t="81288" x="2660650" y="6327775"/>
          <p14:tracePt t="81297" x="2646363" y="6340475"/>
          <p14:tracePt t="81310" x="2633663" y="6354763"/>
          <p14:tracePt t="81320" x="2598738" y="6367463"/>
          <p14:tracePt t="81330" x="2586038" y="6396038"/>
          <p14:tracePt t="81338" x="2571750" y="6408738"/>
          <p14:tracePt t="81346" x="2557463" y="6429375"/>
          <p14:tracePt t="81356" x="2530475" y="6456363"/>
          <p14:tracePt t="81363" x="2517775" y="6470650"/>
          <p14:tracePt t="81371" x="2490788" y="6497638"/>
          <p14:tracePt t="81382" x="2455863" y="6510338"/>
          <p14:tracePt t="81389" x="2428875" y="6524625"/>
          <p14:tracePt t="81399" x="2414588" y="6545263"/>
          <p14:tracePt t="81406" x="2387600" y="6557963"/>
          <p14:tracePt t="81419" x="2360613" y="6572250"/>
          <p14:tracePt t="81438" x="2339975" y="6572250"/>
          <p14:tracePt t="81444" x="2327275" y="6572250"/>
          <p14:tracePt t="81469" x="2312988" y="6572250"/>
          <p14:tracePt t="81481" x="2312988" y="6557963"/>
          <p14:tracePt t="81497" x="2312988" y="6545263"/>
          <p14:tracePt t="81506" x="2312988" y="6524625"/>
          <p14:tracePt t="81522" x="2312988" y="6510338"/>
          <p14:tracePt t="81542" x="2327275" y="6510338"/>
          <p14:tracePt t="81550" x="2327275" y="6497638"/>
          <p14:tracePt t="81566" x="2339975" y="6497638"/>
          <p14:tracePt t="81579" x="2360613" y="6497638"/>
          <p14:tracePt t="81596" x="2374900" y="6497638"/>
          <p14:tracePt t="81605" x="2387600" y="6497638"/>
          <p14:tracePt t="81615" x="2401888" y="6497638"/>
          <p14:tracePt t="81624" x="2414588" y="6497638"/>
          <p14:tracePt t="81631" x="2428875" y="6497638"/>
          <p14:tracePt t="81642" x="2443163" y="6497638"/>
          <p14:tracePt t="81655" x="2455863" y="6497638"/>
          <p14:tracePt t="81665" x="2470150" y="6497638"/>
          <p14:tracePt t="81682" x="2490788" y="6497638"/>
          <p14:tracePt t="81719" x="2503488" y="6497638"/>
          <p14:tracePt t="81882" x="2503488" y="6483350"/>
          <p14:tracePt t="81907" x="2517775" y="6483350"/>
          <p14:tracePt t="81923" x="2530475" y="6470650"/>
          <p14:tracePt t="81935" x="2544763" y="6470650"/>
          <p14:tracePt t="81948" x="2557463" y="6470650"/>
          <p14:tracePt t="81958" x="2557463" y="6456363"/>
          <p14:tracePt t="82832" x="2571750" y="6456363"/>
          <p14:tracePt t="82842" x="2598738" y="6456363"/>
          <p14:tracePt t="82850" x="2633663" y="6456363"/>
          <p14:tracePt t="82860" x="2673350" y="6456363"/>
          <p14:tracePt t="82868" x="2803525" y="6456363"/>
          <p14:tracePt t="82877" x="2863850" y="6456363"/>
          <p14:tracePt t="82885" x="2959100" y="6456363"/>
          <p14:tracePt t="82892" x="3074988" y="6470650"/>
          <p14:tracePt t="82900" x="3176588" y="6470650"/>
          <p14:tracePt t="82908" x="3381375" y="6497638"/>
          <p14:tracePt t="82916" x="3422650" y="6497638"/>
          <p14:tracePt t="82926" x="3538538" y="6510338"/>
          <p14:tracePt t="82936" x="3640138" y="6524625"/>
          <p14:tracePt t="82943" x="3667125" y="6545263"/>
          <p14:tracePt t="82953" x="3735388" y="6545263"/>
          <p14:tracePt t="82960" x="3783013" y="6557963"/>
          <p14:tracePt t="83954" x="3795713" y="6557963"/>
          <p14:tracePt t="83964" x="3824288" y="6545263"/>
          <p14:tracePt t="83973" x="3863975" y="6545263"/>
          <p14:tracePt t="83980" x="3911600" y="6524625"/>
          <p14:tracePt t="83992" x="3952875" y="6510338"/>
          <p14:tracePt t="83998" x="3994150" y="6497638"/>
          <p14:tracePt t="84009" x="4054475" y="6497638"/>
          <p14:tracePt t="84014" x="4110038" y="6483350"/>
          <p14:tracePt t="84027" x="4170363" y="6470650"/>
          <p14:tracePt t="84028" x="4184650" y="6456363"/>
          <p14:tracePt t="84039" x="4238625" y="6456363"/>
          <p14:tracePt t="84046" x="4271963" y="6443663"/>
          <p14:tracePt t="84055" x="4300538" y="6443663"/>
          <p14:tracePt t="84063" x="4327525" y="6443663"/>
          <p14:tracePt t="84074" x="4340225" y="6443663"/>
          <p14:tracePt t="84080" x="4354513" y="6443663"/>
          <p14:tracePt t="84109" x="4367213" y="6443663"/>
          <p14:tracePt t="86801" x="4367213" y="6429375"/>
          <p14:tracePt t="86810" x="4367213" y="6396038"/>
          <p14:tracePt t="86819" x="4367213" y="6367463"/>
          <p14:tracePt t="86830" x="4367213" y="6327775"/>
          <p14:tracePt t="86835" x="4387850" y="6265863"/>
          <p14:tracePt t="86847" x="4402138" y="6197600"/>
          <p14:tracePt t="86852" x="4414838" y="6110288"/>
          <p14:tracePt t="86866" x="4429125" y="6042025"/>
          <p14:tracePt t="86867" x="4443413" y="5938838"/>
          <p14:tracePt t="86877" x="4443413" y="5783263"/>
          <p14:tracePt t="86886" x="4443413" y="5667375"/>
          <p14:tracePt t="86893" x="4443413" y="5551488"/>
          <p14:tracePt t="86902" x="4367213" y="5408613"/>
          <p14:tracePt t="86911" x="4259263" y="5129213"/>
          <p14:tracePt t="86918" x="4122738" y="4946650"/>
          <p14:tracePt t="86927" x="4041775" y="4830763"/>
          <p14:tracePt t="86937" x="3898900" y="4646613"/>
          <p14:tracePt t="86944" x="3836988" y="4572000"/>
          <p14:tracePt t="86953" x="3735388" y="4429125"/>
          <p14:tracePt t="86965" x="3694113" y="4367213"/>
          <p14:tracePt t="86967" x="3625850" y="4286250"/>
          <p14:tracePt t="86976" x="3578225" y="4224338"/>
          <p14:tracePt t="87209" x="3551238" y="4184650"/>
          <p14:tracePt t="87220" x="3509963" y="4157663"/>
          <p14:tracePt t="87230" x="3476625" y="4110038"/>
          <p14:tracePt t="87239" x="3435350" y="4068763"/>
          <p14:tracePt t="87249" x="3408363" y="4027488"/>
          <p14:tracePt t="87254" x="3360738" y="3979863"/>
          <p14:tracePt t="87263" x="3319463" y="3938588"/>
          <p14:tracePt t="87274" x="3265488" y="3898900"/>
          <p14:tracePt t="87275" x="3217863" y="3836988"/>
          <p14:tracePt t="87286" x="3122613" y="3735388"/>
          <p14:tracePt t="87295" x="3048000" y="3667125"/>
          <p14:tracePt t="87304" x="3021013" y="3640138"/>
          <p14:tracePt t="87312" x="2959100" y="3592513"/>
          <p14:tracePt t="87323" x="2919413" y="3551238"/>
          <p14:tracePt t="87328" x="2878138" y="3524250"/>
          <p14:tracePt t="87341" x="2803525" y="3476625"/>
          <p14:tracePt t="87342" x="2776538" y="3476625"/>
          <p14:tracePt t="87351" x="2735263" y="3462338"/>
          <p14:tracePt t="87360" x="2687638" y="3462338"/>
          <p14:tracePt t="87371" x="2646363" y="3462338"/>
          <p14:tracePt t="87377" x="2586038" y="3462338"/>
          <p14:tracePt t="87388" x="2544763" y="3462338"/>
          <p14:tracePt t="87392" x="2517775" y="3462338"/>
          <p14:tracePt t="87402" x="2470150" y="3462338"/>
          <p14:tracePt t="87408" x="2443163" y="3462338"/>
          <p14:tracePt t="87418" x="2401888" y="3462338"/>
          <p14:tracePt t="87425" x="2339975" y="3462338"/>
          <p14:tracePt t="87438" x="2300288" y="3462338"/>
          <p14:tracePt t="87442" x="2271713" y="3462338"/>
          <p14:tracePt t="87451" x="2211388" y="3462338"/>
          <p14:tracePt t="87458" x="2184400" y="3462338"/>
          <p14:tracePt t="87472" x="2157413" y="3462338"/>
          <p14:tracePt t="87473" x="2116138" y="3462338"/>
          <p14:tracePt t="87482" x="2081213" y="3462338"/>
          <p14:tracePt t="87491" x="2041525" y="3462338"/>
          <p14:tracePt t="87499" x="2014538" y="3462338"/>
          <p14:tracePt t="87507" x="1985963" y="3462338"/>
          <p14:tracePt t="87516" x="1973263" y="3462338"/>
          <p14:tracePt t="87524" x="1952625" y="3462338"/>
          <p14:tracePt t="87533" x="1925638" y="3476625"/>
          <p14:tracePt t="87540" x="1898650" y="3497263"/>
          <p14:tracePt t="87550" x="1884363" y="3524250"/>
          <p14:tracePt t="87558" x="1857375" y="3551238"/>
          <p14:tracePt t="87567" x="1836738" y="3578225"/>
          <p14:tracePt t="87575" x="1809750" y="3625850"/>
          <p14:tracePt t="87583" x="1782763" y="3681413"/>
          <p14:tracePt t="87593" x="1741488" y="3721100"/>
          <p14:tracePt t="87599" x="1708150" y="3783013"/>
          <p14:tracePt t="87609" x="1666875" y="3851275"/>
          <p14:tracePt t="87617" x="1625600" y="3925888"/>
          <p14:tracePt t="87630" x="1577975" y="4014788"/>
          <p14:tracePt t="87631" x="1550988" y="4068763"/>
          <p14:tracePt t="87641" x="1509713" y="4143375"/>
          <p14:tracePt t="87646" x="1482725" y="4211638"/>
          <p14:tracePt t="87655" x="1449388" y="4271963"/>
          <p14:tracePt t="87665" x="1435100" y="4327525"/>
          <p14:tracePt t="87671" x="1422400" y="4387850"/>
          <p14:tracePt t="87685" x="1408113" y="4429125"/>
          <p14:tracePt t="87687" x="1408113" y="4456113"/>
          <p14:tracePt t="87696" x="1395413" y="4530725"/>
          <p14:tracePt t="87706" x="1395413" y="4557713"/>
          <p14:tracePt t="87712" x="1395413" y="4613275"/>
          <p14:tracePt t="87723" x="1395413" y="4625975"/>
          <p14:tracePt t="87727" x="1395413" y="4673600"/>
          <p14:tracePt t="87740" x="1395413" y="4714875"/>
          <p14:tracePt t="87745" x="1395413" y="4776788"/>
          <p14:tracePt t="87757" x="1395413" y="4816475"/>
          <p14:tracePt t="87761" x="1395413" y="4843463"/>
          <p14:tracePt t="87774" x="1395413" y="4905375"/>
          <p14:tracePt t="87775" x="1395413" y="4946650"/>
          <p14:tracePt t="87784" x="1408113" y="4986338"/>
          <p14:tracePt t="87793" x="1408113" y="5048250"/>
          <p14:tracePt t="87804" x="1408113" y="5102225"/>
          <p14:tracePt t="87810" x="1422400" y="5149850"/>
          <p14:tracePt t="87818" x="1422400" y="5205413"/>
          <p14:tracePt t="87828" x="1422400" y="5232400"/>
          <p14:tracePt t="87838" x="1422400" y="5307013"/>
          <p14:tracePt t="87840" x="1422400" y="5334000"/>
          <p14:tracePt t="87849" x="1422400" y="5408613"/>
          <p14:tracePt t="87859" x="1435100" y="5449888"/>
          <p14:tracePt t="87868" x="1435100" y="5491163"/>
          <p14:tracePt t="87877" x="1449388" y="5538788"/>
          <p14:tracePt t="87884" x="1449388" y="5565775"/>
          <p14:tracePt t="87895" x="1449388" y="5619750"/>
          <p14:tracePt t="87900" x="1470025" y="5667375"/>
          <p14:tracePt t="87909" x="1482725" y="5694363"/>
          <p14:tracePt t="87919" x="1482725" y="5721350"/>
          <p14:tracePt t="87926" x="1497013" y="5762625"/>
          <p14:tracePt t="87934" x="1509713" y="5810250"/>
          <p14:tracePt t="87948" x="1538288" y="5851525"/>
          <p14:tracePt t="87949" x="1550988" y="5878513"/>
          <p14:tracePt t="87956" x="1577975" y="5926138"/>
          <p14:tracePt t="87967" x="1598613" y="5967413"/>
          <p14:tracePt t="87973" x="1625600" y="5994400"/>
          <p14:tracePt t="87983" x="1652588" y="6021388"/>
          <p14:tracePt t="87990" x="1681163" y="6069013"/>
          <p14:tracePt t="88000" x="1681163" y="6081713"/>
          <p14:tracePt t="88007" x="1728788" y="6110288"/>
          <p14:tracePt t="88017" x="1741488" y="6137275"/>
          <p14:tracePt t="88026" x="1768475" y="6170613"/>
          <p14:tracePt t="88033" x="1795463" y="6184900"/>
          <p14:tracePt t="88042" x="1809750" y="6211888"/>
          <p14:tracePt t="88050" x="1836738" y="6224588"/>
          <p14:tracePt t="88060" x="1871663" y="6238875"/>
          <p14:tracePt t="88067" x="1898650" y="6253163"/>
          <p14:tracePt t="88078" x="1911350" y="6265863"/>
          <p14:tracePt t="88081" x="1938338" y="6265863"/>
          <p14:tracePt t="88093" x="1973263" y="6280150"/>
          <p14:tracePt t="88094" x="2000250" y="6280150"/>
          <p14:tracePt t="88105" x="2027238" y="6300788"/>
          <p14:tracePt t="88114" x="2054225" y="6300788"/>
          <p14:tracePt t="88123" x="2081213" y="6300788"/>
          <p14:tracePt t="88130" x="2116138" y="6300788"/>
          <p14:tracePt t="88141" x="2128838" y="6300788"/>
          <p14:tracePt t="88145" x="2170113" y="6300788"/>
          <p14:tracePt t="88157" x="2184400" y="6280150"/>
          <p14:tracePt t="88159" x="2211388" y="6253163"/>
          <p14:tracePt t="88171" x="2244725" y="6211888"/>
          <p14:tracePt t="88179" x="2259013" y="6149975"/>
          <p14:tracePt t="88189" x="2286000" y="6096000"/>
          <p14:tracePt t="88196" x="2312988" y="6021388"/>
          <p14:tracePt t="88208" x="2339975" y="5938838"/>
          <p14:tracePt t="88209" x="2401888" y="5795963"/>
          <p14:tracePt t="88221" x="2443163" y="5667375"/>
          <p14:tracePt t="88229" x="2470150" y="5538788"/>
          <p14:tracePt t="88240" x="2517775" y="5408613"/>
          <p14:tracePt t="88241" x="2544763" y="5334000"/>
          <p14:tracePt t="88251" x="2586038" y="5116513"/>
          <p14:tracePt t="88260" x="2598738" y="5048250"/>
          <p14:tracePt t="88268" x="2646363" y="4919663"/>
          <p14:tracePt t="88278" x="2673350" y="4789488"/>
          <p14:tracePt t="88285" x="2687638" y="4673600"/>
          <p14:tracePt t="88293" x="2714625" y="4572000"/>
          <p14:tracePt t="88306" x="2735263" y="4483100"/>
          <p14:tracePt t="88307" x="2747963" y="4414838"/>
          <p14:tracePt t="88317" x="2747963" y="4327525"/>
          <p14:tracePt t="88327" x="2762250" y="4259263"/>
          <p14:tracePt t="88334" x="2762250" y="4170363"/>
          <p14:tracePt t="88343" x="2762250" y="4081463"/>
          <p14:tracePt t="88351" x="2762250" y="4014788"/>
          <p14:tracePt t="88360" x="2762250" y="3925888"/>
          <p14:tracePt t="88365" x="2762250" y="3851275"/>
          <p14:tracePt t="88374" x="2747963" y="3768725"/>
          <p14:tracePt t="88389" x="2735263" y="3694113"/>
          <p14:tracePt t="88390" x="2714625" y="3667125"/>
          <p14:tracePt t="88400" x="2700338" y="3605213"/>
          <p14:tracePt t="88407" x="2700338" y="3565525"/>
          <p14:tracePt t="88418" x="2687638" y="3524250"/>
          <p14:tracePt t="88428" x="2673350" y="3509963"/>
          <p14:tracePt t="88440" x="2673350" y="3476625"/>
          <p14:tracePt t="88442" x="2660650" y="3462338"/>
          <p14:tracePt t="88451" x="2660650" y="3449638"/>
          <p14:tracePt t="88458" x="2646363" y="3435350"/>
          <p14:tracePt t="88467" x="2646363" y="3422650"/>
          <p14:tracePt t="88473" x="2633663" y="3408363"/>
          <p14:tracePt t="88492" x="2619375" y="3395663"/>
          <p14:tracePt t="88501" x="2598738" y="3381375"/>
          <p14:tracePt t="88509" x="2598738" y="3360738"/>
          <p14:tracePt t="88523" x="2586038" y="3360738"/>
          <p14:tracePt t="88524" x="2586038" y="3348038"/>
          <p14:tracePt t="88533" x="2571750" y="3333750"/>
          <p14:tracePt t="88540" x="2557463" y="3319463"/>
          <p14:tracePt t="88549" x="2544763" y="3319463"/>
          <p14:tracePt t="88558" x="2544763" y="3306763"/>
          <p14:tracePt t="88565" x="2530475" y="3306763"/>
          <p14:tracePt t="88574" x="2517775" y="3292475"/>
          <p14:tracePt t="88581" x="2490788" y="3292475"/>
          <p14:tracePt t="88590" x="2470150" y="3292475"/>
          <p14:tracePt t="88597" x="2455863" y="3292475"/>
          <p14:tracePt t="88608" x="2428875" y="3292475"/>
          <p14:tracePt t="88620" x="2360613" y="3292475"/>
          <p14:tracePt t="88629" x="2327275" y="3292475"/>
          <p14:tracePt t="88639" x="2286000" y="3292475"/>
          <p14:tracePt t="88647" x="2244725" y="3306763"/>
          <p14:tracePt t="88657" x="2184400" y="3333750"/>
          <p14:tracePt t="88663" x="2128838" y="3360738"/>
          <p14:tracePt t="88672" x="2068513" y="3408363"/>
          <p14:tracePt t="88680" x="2014538" y="3449638"/>
          <p14:tracePt t="88688" x="1952625" y="3497263"/>
          <p14:tracePt t="88699" x="1898650" y="3538538"/>
          <p14:tracePt t="88705" x="1857375" y="3578225"/>
          <p14:tracePt t="88720" x="1741488" y="3681413"/>
          <p14:tracePt t="88730" x="1693863" y="3721100"/>
          <p14:tracePt t="88740" x="1681163" y="3735388"/>
          <p14:tracePt t="88745" x="1639888" y="3783013"/>
          <p14:tracePt t="88758" x="1612900" y="3810000"/>
          <p14:tracePt t="88759" x="1565275" y="3884613"/>
          <p14:tracePt t="88768" x="1550988" y="3898900"/>
          <p14:tracePt t="88777" x="1524000" y="3952875"/>
          <p14:tracePt t="88788" x="1509713" y="3979863"/>
          <p14:tracePt t="88793" x="1482725" y="4014788"/>
          <p14:tracePt t="88806" x="1482725" y="4054475"/>
          <p14:tracePt t="88807" x="1470025" y="4095750"/>
          <p14:tracePt t="88816" x="1449388" y="4143375"/>
          <p14:tracePt t="88824" x="1449388" y="4170363"/>
          <p14:tracePt t="88833" x="1435100" y="4197350"/>
          <p14:tracePt t="88840" x="1435100" y="4238625"/>
          <p14:tracePt t="88851" x="1422400" y="4271963"/>
          <p14:tracePt t="88860" x="1422400" y="4313238"/>
          <p14:tracePt t="88866" x="1422400" y="4354513"/>
          <p14:tracePt t="88874" x="1408113" y="4414838"/>
          <p14:tracePt t="88885" x="1408113" y="4429125"/>
          <p14:tracePt t="88892" x="1408113" y="4470400"/>
          <p14:tracePt t="88901" x="1408113" y="4518025"/>
          <p14:tracePt t="88908" x="1408113" y="4545013"/>
          <p14:tracePt t="88918" x="1408113" y="4572000"/>
          <p14:tracePt t="88925" x="1408113" y="4598988"/>
          <p14:tracePt t="88935" x="1408113" y="4625975"/>
          <p14:tracePt t="88942" x="1408113" y="4660900"/>
          <p14:tracePt t="88950" x="1408113" y="4673600"/>
          <p14:tracePt t="88959" x="1408113" y="4700588"/>
          <p14:tracePt t="88975" x="1408113" y="4729163"/>
          <p14:tracePt t="88981" x="1408113" y="4741863"/>
          <p14:tracePt t="88991" x="1408113" y="4756150"/>
          <p14:tracePt t="88998" x="1408113" y="4776788"/>
          <p14:tracePt t="89006" x="1408113" y="4789488"/>
          <p14:tracePt t="89016" x="1408113" y="4803775"/>
          <p14:tracePt t="89022" x="1408113" y="4816475"/>
          <p14:tracePt t="89038" x="1408113" y="4830763"/>
          <p14:tracePt t="89054" x="1408113" y="4857750"/>
          <p14:tracePt t="89062" x="1408113" y="4872038"/>
          <p14:tracePt t="89073" x="1408113" y="4884738"/>
          <p14:tracePt t="89079" x="1408113" y="4905375"/>
          <p14:tracePt t="89091" x="1408113" y="4932363"/>
          <p14:tracePt t="89095" x="1422400" y="4946650"/>
          <p14:tracePt t="89108" x="1422400" y="4959350"/>
          <p14:tracePt t="89112" x="1422400" y="4986338"/>
          <p14:tracePt t="89125" x="1435100" y="5000625"/>
          <p14:tracePt t="89126" x="1435100" y="5021263"/>
          <p14:tracePt t="89138" x="1435100" y="5033963"/>
          <p14:tracePt t="89145" x="1435100" y="5048250"/>
          <p14:tracePt t="89155" x="1449388" y="5062538"/>
          <p14:tracePt t="89162" x="1449388" y="5075238"/>
          <p14:tracePt t="89173" x="1449388" y="5089525"/>
          <p14:tracePt t="89178" x="1470025" y="5102225"/>
          <p14:tracePt t="89191" x="1470025" y="5116513"/>
          <p14:tracePt t="89192" x="1470025" y="5129213"/>
          <p14:tracePt t="89201" x="1470025" y="5149850"/>
          <p14:tracePt t="89215" x="1482725" y="5164138"/>
          <p14:tracePt t="89225" x="1482725" y="5176838"/>
          <p14:tracePt t="89240" x="1482725" y="5191125"/>
          <p14:tracePt t="89256" x="1482725" y="5205413"/>
          <p14:tracePt t="89265" x="1497013" y="5218113"/>
          <p14:tracePt t="89275" x="1497013" y="5232400"/>
          <p14:tracePt t="89283" x="1509713" y="5245100"/>
          <p14:tracePt t="89291" x="1509713" y="5280025"/>
          <p14:tracePt t="89300" x="1524000" y="5292725"/>
          <p14:tracePt t="89306" x="1538288" y="5307013"/>
          <p14:tracePt t="89317" x="1550988" y="5334000"/>
          <p14:tracePt t="89326" x="1565275" y="5387975"/>
          <p14:tracePt t="89334" x="1577975" y="5408613"/>
          <p14:tracePt t="89342" x="1612900" y="5449888"/>
          <p14:tracePt t="89355" x="1625600" y="5476875"/>
          <p14:tracePt t="89356" x="1639888" y="5518150"/>
          <p14:tracePt t="89365" x="1666875" y="5551488"/>
          <p14:tracePt t="89374" x="1693863" y="5592763"/>
          <p14:tracePt t="89384" x="1708150" y="5605463"/>
          <p14:tracePt t="89391" x="1741488" y="5634038"/>
          <p14:tracePt t="89401" x="1755775" y="5667375"/>
          <p14:tracePt t="89410" x="1768475" y="5694363"/>
          <p14:tracePt t="89425" x="1795463" y="5708650"/>
          <p14:tracePt t="89426" x="1809750" y="5721350"/>
          <p14:tracePt t="89438" x="1824038" y="5735638"/>
          <p14:tracePt t="89439" x="1836738" y="5748338"/>
          <p14:tracePt t="89448" x="1857375" y="5748338"/>
          <p14:tracePt t="89458" x="1871663" y="5762625"/>
          <p14:tracePt t="89465" x="1884363" y="5762625"/>
          <p14:tracePt t="89474" x="1898650" y="5762625"/>
          <p14:tracePt t="89489" x="1925638" y="5762625"/>
          <p14:tracePt t="89494" x="1938338" y="5762625"/>
          <p14:tracePt t="89495" x="1952625" y="5762625"/>
          <p14:tracePt t="89506" x="1985963" y="5748338"/>
          <p14:tracePt t="89514" x="2000250" y="5735638"/>
          <p14:tracePt t="89525" x="2014538" y="5735638"/>
          <p14:tracePt t="89529" x="2027238" y="5721350"/>
          <p14:tracePt t="89542" x="2041525" y="5708650"/>
          <p14:tracePt t="89547" x="2054225" y="5694363"/>
          <p14:tracePt t="89557" x="2068513" y="5681663"/>
          <p14:tracePt t="89570" x="2101850" y="5667375"/>
          <p14:tracePt t="89579" x="2116138" y="5646738"/>
          <p14:tracePt t="89589" x="2128838" y="5634038"/>
          <p14:tracePt t="89594" x="2128838" y="5619750"/>
          <p14:tracePt t="89608" x="2143125" y="5592763"/>
          <p14:tracePt t="89609" x="2157413" y="5578475"/>
          <p14:tracePt t="89620" x="2170113" y="5565775"/>
          <p14:tracePt t="89638" x="2184400" y="5551488"/>
          <p14:tracePt t="89646" x="2184400" y="5538788"/>
          <p14:tracePt t="89657" x="2184400" y="5518150"/>
          <p14:tracePt t="89658" x="2197100" y="5503863"/>
          <p14:tracePt t="89674" x="2211388" y="5491163"/>
          <p14:tracePt t="89690" x="2211388" y="5476875"/>
          <p14:tracePt t="89706" x="2211388" y="5462588"/>
          <p14:tracePt t="89715" x="2232025" y="5462588"/>
          <p14:tracePt t="89725" x="2232025" y="5449888"/>
          <p14:tracePt t="89739" x="2232025" y="5435600"/>
          <p14:tracePt t="90534" x="2259013" y="5435600"/>
          <p14:tracePt t="90545" x="2327275" y="5435600"/>
          <p14:tracePt t="90552" x="2428875" y="5449888"/>
          <p14:tracePt t="90559" x="2530475" y="5476875"/>
          <p14:tracePt t="90571" x="2673350" y="5538788"/>
          <p14:tracePt t="90579" x="2863850" y="5578475"/>
          <p14:tracePt t="90591" x="3048000" y="5646738"/>
          <p14:tracePt t="90592" x="3265488" y="5708650"/>
          <p14:tracePt t="90603" x="3449638" y="5762625"/>
          <p14:tracePt t="90610" x="3652838" y="5824538"/>
          <p14:tracePt t="90618" x="3863975" y="5864225"/>
          <p14:tracePt t="90628" x="3952875" y="5878513"/>
          <p14:tracePt t="90640" x="4122738" y="5926138"/>
          <p14:tracePt t="90641" x="4259263" y="5938838"/>
          <p14:tracePt t="90652" x="4402138" y="5967413"/>
          <p14:tracePt t="90660" x="4518025" y="5994400"/>
          <p14:tracePt t="90670" x="4613275" y="6007100"/>
          <p14:tracePt t="90675" x="4700588" y="6021388"/>
          <p14:tracePt t="90967" x="4776788" y="6042025"/>
          <p14:tracePt t="90978" x="4884738" y="6081713"/>
          <p14:tracePt t="90988" x="5048250" y="6122988"/>
          <p14:tracePt t="90995" x="5218113" y="6170613"/>
          <p14:tracePt t="91006" x="5375275" y="6211888"/>
          <p14:tracePt t="91012" x="5518150" y="6238875"/>
          <p14:tracePt t="91025" x="5667375" y="6265863"/>
          <p14:tracePt t="91025" x="5783263" y="6280150"/>
          <p14:tracePt t="91037" x="5864225" y="6300788"/>
          <p14:tracePt t="91044" x="5953125" y="6313488"/>
          <p14:tracePt t="91051" x="6122988" y="6327775"/>
          <p14:tracePt t="91061" x="6253163" y="6340475"/>
          <p14:tracePt t="91073" x="6367463" y="6354763"/>
          <p14:tracePt t="91327" x="6408738" y="6354763"/>
          <p14:tracePt t="91338" x="6456363" y="6354763"/>
          <p14:tracePt t="91347" x="6483350" y="6354763"/>
          <p14:tracePt t="91356" x="6510338" y="6340475"/>
          <p14:tracePt t="91363" x="6557963" y="6340475"/>
          <p14:tracePt t="91374" x="6599238" y="6327775"/>
          <p14:tracePt t="91382" x="6640513" y="6313488"/>
          <p14:tracePt t="91392" x="6742113" y="6300788"/>
          <p14:tracePt t="91397" x="6831013" y="6280150"/>
          <p14:tracePt t="91409" x="6911975" y="6238875"/>
          <p14:tracePt t="91410" x="7000875" y="6211888"/>
          <p14:tracePt t="91422" x="7075488" y="6184900"/>
          <p14:tracePt t="91429" x="7158038" y="6149975"/>
          <p14:tracePt t="91441" x="7232650" y="6122988"/>
          <p14:tracePt t="91446" x="7319963" y="6081713"/>
          <p14:tracePt t="91458" x="7348538" y="6081713"/>
          <p14:tracePt t="91459" x="7388225" y="6054725"/>
          <p14:tracePt t="91469" x="7435850" y="6021388"/>
          <p14:tracePt t="91477" x="7450138" y="6007100"/>
          <p14:tracePt t="91487" x="7477125" y="5994400"/>
          <p14:tracePt t="91495" x="7491413" y="5980113"/>
          <p14:tracePt t="91503" x="7504113" y="5967413"/>
          <p14:tracePt t="91511" x="7518400" y="5953125"/>
          <p14:tracePt t="91520" x="7518400" y="5938838"/>
          <p14:tracePt t="91527" x="7518400" y="5926138"/>
          <p14:tracePt t="91537" x="7518400" y="5891213"/>
          <p14:tracePt t="91544" x="7518400" y="5878513"/>
          <p14:tracePt t="91554" x="7518400" y="5864225"/>
          <p14:tracePt t="91560" x="7518400" y="5824538"/>
          <p14:tracePt t="91570" x="7518400" y="5795963"/>
          <p14:tracePt t="91579" x="7504113" y="5762625"/>
          <p14:tracePt t="91585" x="7477125" y="5721350"/>
          <p14:tracePt t="91594" x="7435850" y="5694363"/>
          <p14:tracePt t="91603" x="7402513" y="5646738"/>
          <p14:tracePt t="91612" x="7348538" y="5605463"/>
          <p14:tracePt t="91619" x="7307263" y="5578475"/>
          <p14:tracePt t="91629" x="7232650" y="5538788"/>
          <p14:tracePt t="91637" x="7158038" y="5491163"/>
          <p14:tracePt t="91646" x="7062788" y="5449888"/>
          <p14:tracePt t="91659" x="6986588" y="5422900"/>
          <p14:tracePt t="91660" x="6884988" y="5387975"/>
          <p14:tracePt t="91667" x="6783388" y="5375275"/>
          <p14:tracePt t="91676" x="6700838" y="5360988"/>
          <p14:tracePt t="91683" x="6626225" y="5360988"/>
          <p14:tracePt t="91691" x="6545263" y="5360988"/>
          <p14:tracePt t="91701" x="6470650" y="5360988"/>
          <p14:tracePt t="91709" x="6396038" y="5360988"/>
          <p14:tracePt t="91722" x="6265863" y="5422900"/>
          <p14:tracePt t="91732" x="6211888" y="5435600"/>
          <p14:tracePt t="91743" x="6149975" y="5462588"/>
          <p14:tracePt t="91747" x="6122988" y="5476875"/>
          <p14:tracePt t="91758" x="6054725" y="5538788"/>
          <p14:tracePt t="91765" x="6042025" y="5551488"/>
          <p14:tracePt t="91774" x="5980113" y="5605463"/>
          <p14:tracePt t="91784" x="5953125" y="5634038"/>
          <p14:tracePt t="91791" x="5926138" y="5681663"/>
          <p14:tracePt t="91800" x="5891213" y="5721350"/>
          <p14:tracePt t="91812" x="5891213" y="5748338"/>
          <p14:tracePt t="91814" x="5878513" y="5783263"/>
          <p14:tracePt t="91825" x="5864225" y="5851525"/>
          <p14:tracePt t="91830" x="5864225" y="5864225"/>
          <p14:tracePt t="91842" x="5864225" y="5911850"/>
          <p14:tracePt t="91846" x="5864225" y="5980113"/>
          <p14:tracePt t="91859" x="5864225" y="6007100"/>
          <p14:tracePt t="91863" x="5864225" y="6054725"/>
          <p14:tracePt t="91876" x="5864225" y="6081713"/>
          <p14:tracePt t="91877" x="5878513" y="6122988"/>
          <p14:tracePt t="91886" x="5926138" y="6149975"/>
          <p14:tracePt t="91896" x="5953125" y="6184900"/>
          <p14:tracePt t="91903" x="6007100" y="6224588"/>
          <p14:tracePt t="91913" x="6069013" y="6253163"/>
          <p14:tracePt t="91925" x="6122988" y="6265863"/>
          <p14:tracePt t="91926" x="6197600" y="6300788"/>
          <p14:tracePt t="91938" x="6253163" y="6313488"/>
          <p14:tracePt t="91945" x="6313488" y="6340475"/>
          <p14:tracePt t="91954" x="6381750" y="6340475"/>
          <p14:tracePt t="91961" x="6443663" y="6354763"/>
          <p14:tracePt t="91970" x="6497638" y="6354763"/>
          <p14:tracePt t="91978" x="6586538" y="6354763"/>
          <p14:tracePt t="91991" x="6653213" y="6354763"/>
          <p14:tracePt t="91992" x="6729413" y="6354763"/>
          <p14:tracePt t="92001" x="6816725" y="6354763"/>
          <p14:tracePt t="92010" x="6884988" y="6340475"/>
          <p14:tracePt t="92019" x="6959600" y="6313488"/>
          <p14:tracePt t="92025" x="7027863" y="6280150"/>
          <p14:tracePt t="92036" x="7116763" y="6238875"/>
          <p14:tracePt t="92044" x="7170738" y="6211888"/>
          <p14:tracePt t="92054" x="7232650" y="6170613"/>
          <p14:tracePt t="92061" x="7307263" y="6122988"/>
          <p14:tracePt t="92068" x="7348538" y="6081713"/>
          <p14:tracePt t="92077" x="7375525" y="6069013"/>
          <p14:tracePt t="92085" x="7402513" y="6042025"/>
          <p14:tracePt t="92095" x="7435850" y="6007100"/>
          <p14:tracePt t="92103" x="7450138" y="5980113"/>
          <p14:tracePt t="92113" x="7477125" y="5953125"/>
          <p14:tracePt t="92120" x="7477125" y="5938838"/>
          <p14:tracePt t="92130" x="7491413" y="5911850"/>
          <p14:tracePt t="92134" x="7491413" y="5891213"/>
          <p14:tracePt t="92200" x="7218363" y="5551488"/>
          <p14:tracePt t="92210" x="7102475" y="5462588"/>
          <p14:tracePt t="92215" x="6959600" y="5375275"/>
          <p14:tracePt t="92224" x="6816725" y="5292725"/>
          <p14:tracePt t="92235" x="6640513" y="5205413"/>
          <p14:tracePt t="92247" x="6586538" y="5176838"/>
          <p14:tracePt t="92248" x="6443663" y="5116513"/>
          <p14:tracePt t="92259" x="6327775" y="5075238"/>
          <p14:tracePt t="92264" x="6224588" y="5062538"/>
          <p14:tracePt t="92277" x="6137275" y="5062538"/>
          <p14:tracePt t="92281" x="6054725" y="5062538"/>
          <p14:tracePt t="92294" x="5980113" y="5062538"/>
          <p14:tracePt t="92295" x="5911850" y="5089525"/>
          <p14:tracePt t="92306" x="5851525" y="5116513"/>
          <p14:tracePt t="92314" x="5810250" y="5164138"/>
          <p14:tracePt t="92325" x="5762625" y="5205413"/>
          <p14:tracePt t="92330" x="5708650" y="5259388"/>
          <p14:tracePt t="92344" x="5667375" y="5319713"/>
          <p14:tracePt t="92345" x="5634038" y="5375275"/>
          <p14:tracePt t="92356" x="5592763" y="5449888"/>
          <p14:tracePt t="92363" x="5551488" y="5503863"/>
          <p14:tracePt t="92375" x="5503863" y="5565775"/>
          <p14:tracePt t="92380" x="5476875" y="5605463"/>
          <p14:tracePt t="92390" x="5462588" y="5634038"/>
          <p14:tracePt t="92399" x="5435600" y="5681663"/>
          <p14:tracePt t="92407" x="5422900" y="5721350"/>
          <p14:tracePt t="92423" x="5387975" y="5795963"/>
          <p14:tracePt t="92428" x="5375275" y="5824538"/>
          <p14:tracePt t="92442" x="5375275" y="5864225"/>
          <p14:tracePt t="92443" x="5375275" y="5891213"/>
          <p14:tracePt t="92452" x="5375275" y="5926138"/>
          <p14:tracePt t="92459" x="5375275" y="5967413"/>
          <p14:tracePt t="92469" x="5387975" y="5980113"/>
          <p14:tracePt t="92475" x="5408613" y="6007100"/>
          <p14:tracePt t="92486" x="5422900" y="6054725"/>
          <p14:tracePt t="92493" x="5449888" y="6081713"/>
          <p14:tracePt t="92503" x="5462588" y="6110288"/>
          <p14:tracePt t="92511" x="5476875" y="6149975"/>
          <p14:tracePt t="92519" x="5503863" y="6197600"/>
          <p14:tracePt t="92529" x="5538788" y="6224588"/>
          <p14:tracePt t="92536" x="5565775" y="6265863"/>
          <p14:tracePt t="92549" x="5578475" y="6300788"/>
          <p14:tracePt t="92552" x="5605463" y="6327775"/>
          <p14:tracePt t="92561" x="5634038" y="6367463"/>
          <p14:tracePt t="92567" x="5681663" y="6381750"/>
          <p14:tracePt t="92577" x="5721350" y="6408738"/>
          <p14:tracePt t="92584" x="5748338" y="6443663"/>
          <p14:tracePt t="92594" x="5795963" y="6456363"/>
          <p14:tracePt t="92602" x="5837238" y="6483350"/>
          <p14:tracePt t="92611" x="5878513" y="6497638"/>
          <p14:tracePt t="92619" x="5938838" y="6510338"/>
          <p14:tracePt t="92628" x="5980113" y="6524625"/>
          <p14:tracePt t="92642" x="6042025" y="6545263"/>
          <p14:tracePt t="92643" x="6096000" y="6557963"/>
          <p14:tracePt t="92651" x="6224588" y="6586538"/>
          <p14:tracePt t="92660" x="6280150" y="6586538"/>
          <p14:tracePt t="92672" x="6456363" y="6613525"/>
          <p14:tracePt t="92682" x="6545263" y="6626225"/>
          <p14:tracePt t="92693" x="6626225" y="6626225"/>
          <p14:tracePt t="92700" x="6715125" y="6640513"/>
          <p14:tracePt t="92708" x="6783388" y="6640513"/>
          <p14:tracePt t="92715" x="6843713" y="6640513"/>
          <p14:tracePt t="92724" x="6899275" y="6640513"/>
          <p14:tracePt t="92735" x="6959600" y="6626225"/>
          <p14:tracePt t="92741" x="7015163" y="6613525"/>
          <p14:tracePt t="92749" x="7062788" y="6586538"/>
          <p14:tracePt t="92757" x="7102475" y="6572250"/>
          <p14:tracePt t="92769" x="7158038" y="6524625"/>
          <p14:tracePt t="92777" x="7191375" y="6497638"/>
          <p14:tracePt t="92780" x="7232650" y="6470650"/>
          <p14:tracePt t="92791" x="7259638" y="6429375"/>
          <p14:tracePt t="92796" x="7286625" y="6381750"/>
          <p14:tracePt t="92810" x="7319963" y="6340475"/>
          <p14:tracePt t="92811" x="7334250" y="6300788"/>
          <p14:tracePt t="92820" x="7348538" y="6265863"/>
          <p14:tracePt t="92830" x="7361238" y="6211888"/>
          <p14:tracePt t="92838" x="7375525" y="6184900"/>
          <p14:tracePt t="92848" x="7375525" y="6149975"/>
          <p14:tracePt t="92853" x="7388225" y="6110288"/>
          <p14:tracePt t="92863" x="7388225" y="6054725"/>
          <p14:tracePt t="92877" x="7388225" y="6007100"/>
          <p14:tracePt t="92878" x="7388225" y="5994400"/>
          <p14:tracePt t="92889" x="7388225" y="5938838"/>
          <p14:tracePt t="92895" x="7375525" y="5911850"/>
          <p14:tracePt t="92909" x="7361238" y="5864225"/>
          <p14:tracePt t="92910" x="7334250" y="5824538"/>
          <p14:tracePt t="92920" x="7307263" y="5795963"/>
          <p14:tracePt t="92930" x="7259638" y="5762625"/>
          <p14:tracePt t="92943" x="7218363" y="5721350"/>
          <p14:tracePt t="92944" x="7158038" y="5681663"/>
          <p14:tracePt t="92953" x="7089775" y="5646738"/>
          <p14:tracePt t="92960" x="7027863" y="5605463"/>
          <p14:tracePt t="92970" x="6946900" y="5578475"/>
          <p14:tracePt t="92978" x="6872288" y="5551488"/>
          <p14:tracePt t="92986" x="6804025" y="5538788"/>
          <p14:tracePt t="92995" x="6729413" y="5518150"/>
          <p14:tracePt t="93008" x="6653213" y="5518150"/>
          <p14:tracePt t="93010" x="6557963" y="5518150"/>
          <p14:tracePt t="93017" x="6470650" y="5518150"/>
          <p14:tracePt t="93028" x="6396038" y="5518150"/>
          <p14:tracePt t="93035" x="6313488" y="5538788"/>
          <p14:tracePt t="93043" x="6238875" y="5565775"/>
          <p14:tracePt t="93052" x="6137275" y="5605463"/>
          <p14:tracePt t="93060" x="6081713" y="5646738"/>
          <p14:tracePt t="93068" x="5994400" y="5708650"/>
          <p14:tracePt t="93078" x="5938838" y="5748338"/>
          <p14:tracePt t="93085" x="5878513" y="5810250"/>
          <p14:tracePt t="93095" x="5837238" y="5864225"/>
          <p14:tracePt t="93110" x="5795963" y="5926138"/>
          <p14:tracePt t="93111" x="5783263" y="5953125"/>
          <p14:tracePt t="93116" x="5748338" y="5994400"/>
          <p14:tracePt t="93125" x="5735638" y="6021388"/>
          <p14:tracePt t="93135" x="5721350" y="6069013"/>
          <p14:tracePt t="93143" x="5708650" y="6096000"/>
          <p14:tracePt t="93150" x="5708650" y="6122988"/>
          <p14:tracePt t="93158" x="5708650" y="6184900"/>
          <p14:tracePt t="93166" x="5708650" y="6211888"/>
          <p14:tracePt t="93175" x="5708650" y="6238875"/>
          <p14:tracePt t="93182" x="5708650" y="6280150"/>
          <p14:tracePt t="93190" x="5721350" y="6327775"/>
          <p14:tracePt t="93201" x="5748338" y="6354763"/>
          <p14:tracePt t="93207" x="5783263" y="6396038"/>
          <p14:tracePt t="93218" x="5810250" y="6429375"/>
          <p14:tracePt t="93226" x="5824538" y="6443663"/>
          <p14:tracePt t="93234" x="5851525" y="6483350"/>
          <p14:tracePt t="93245" x="5891213" y="6510338"/>
          <p14:tracePt t="93248" x="5926138" y="6524625"/>
          <p14:tracePt t="93261" x="5953125" y="6545263"/>
          <p14:tracePt t="93262" x="5980113" y="6557963"/>
          <p14:tracePt t="93273" x="6021388" y="6586538"/>
          <p14:tracePt t="93280" x="6042025" y="6599238"/>
          <p14:tracePt t="93292" x="6081713" y="6613525"/>
          <p14:tracePt t="93293" x="6110288" y="6626225"/>
          <p14:tracePt t="93303" x="6137275" y="6626225"/>
          <p14:tracePt t="93314" x="6184900" y="6640513"/>
          <p14:tracePt t="93324" x="6211888" y="6653213"/>
          <p14:tracePt t="93329" x="6253163" y="6653213"/>
          <p14:tracePt t="93341" x="6280150" y="6653213"/>
          <p14:tracePt t="93345" x="6313488" y="6673850"/>
          <p14:tracePt t="93359" x="6354763" y="6673850"/>
          <p14:tracePt t="93360" x="6381750" y="6673850"/>
          <p14:tracePt t="93368" x="6429375" y="6673850"/>
          <p14:tracePt t="93378" x="6443663" y="6673850"/>
          <p14:tracePt t="93386" x="6483350" y="6673850"/>
          <p14:tracePt t="93396" x="6524625" y="6673850"/>
          <p14:tracePt t="93404" x="6572250" y="6653213"/>
          <p14:tracePt t="93411" x="6613525" y="6653213"/>
          <p14:tracePt t="93424" x="6653213" y="6640513"/>
          <p14:tracePt t="93425" x="6700838" y="6640513"/>
          <p14:tracePt t="93435" x="6742113" y="6626225"/>
          <p14:tracePt t="93442" x="6756400" y="6626225"/>
          <p14:tracePt t="93452" x="6804025" y="6626225"/>
          <p14:tracePt t="93460" x="6831013" y="6626225"/>
          <p14:tracePt t="93473" x="6872288" y="6626225"/>
          <p14:tracePt t="93474" x="6899275" y="6626225"/>
          <p14:tracePt t="94414" x="6884988" y="6626225"/>
          <p14:tracePt t="94424" x="6858000" y="6626225"/>
          <p14:tracePt t="94434" x="6816725" y="6626225"/>
          <p14:tracePt t="94442" x="6769100" y="6613525"/>
          <p14:tracePt t="94448" x="6715125" y="6599238"/>
          <p14:tracePt t="94459" x="6653213" y="6572250"/>
          <p14:tracePt t="94470" x="6586538" y="6557963"/>
          <p14:tracePt t="94475" x="6510338" y="6545263"/>
          <p14:tracePt t="94487" x="6470650" y="6524625"/>
          <p14:tracePt t="94492" x="6443663" y="6524625"/>
          <p14:tracePt t="94504" x="6396038" y="6510338"/>
          <p14:tracePt t="94505" x="6354763" y="6497638"/>
          <p14:tracePt t="94516" x="6327775" y="6497638"/>
          <p14:tracePt t="94525" x="6313488" y="6497638"/>
          <p14:tracePt t="94532" x="6300788" y="6483350"/>
          <p14:tracePt t="94541" x="6280150" y="6483350"/>
          <p14:tracePt t="94549" x="6265863" y="6483350"/>
          <p14:tracePt t="94568" x="6253163" y="6483350"/>
          <p14:tracePt t="94684" x="6253163" y="6470650"/>
          <p14:tracePt t="94693" x="6238875" y="6470650"/>
          <p14:tracePt t="94717" x="6224588" y="6470650"/>
          <p14:tracePt t="94742" x="6211888" y="6470650"/>
          <p14:tracePt t="94758" x="6211888" y="6456363"/>
          <p14:tracePt t="94769" x="6197600" y="6456363"/>
          <p14:tracePt t="94807" x="6197600" y="6443663"/>
          <p14:tracePt t="94817" x="6184900" y="6443663"/>
          <p14:tracePt t="94872" x="6184900" y="6429375"/>
          <p14:tracePt t="94913" x="6197600" y="6408738"/>
          <p14:tracePt t="94930" x="6211888" y="6408738"/>
          <p14:tracePt t="94939" x="6238875" y="6396038"/>
          <p14:tracePt t="94949" x="6265863" y="6396038"/>
          <p14:tracePt t="94958" x="6300788" y="6396038"/>
          <p14:tracePt t="94966" x="6327775" y="6396038"/>
          <p14:tracePt t="94973" x="6367463" y="6381750"/>
          <p14:tracePt t="94981" x="6408738" y="6381750"/>
          <p14:tracePt t="94989" x="6456363" y="6367463"/>
          <p14:tracePt t="94997" x="6497638" y="6354763"/>
          <p14:tracePt t="95006" x="6545263" y="6340475"/>
          <p14:tracePt t="95014" x="6586538" y="6327775"/>
          <p14:tracePt t="95026" x="6599238" y="6300788"/>
          <p14:tracePt t="95033" x="6640513" y="6280150"/>
          <p14:tracePt t="95042" x="6653213" y="6265863"/>
          <p14:tracePt t="95050" x="6688138" y="6238875"/>
          <p14:tracePt t="95058" x="6715125" y="6224588"/>
          <p14:tracePt t="95066" x="6729413" y="6197600"/>
          <p14:tracePt t="95077" x="6756400" y="6184900"/>
          <p14:tracePt t="95086" x="6769100" y="6184900"/>
          <p14:tracePt t="95090" x="6804025" y="6170613"/>
          <p14:tracePt t="95106" x="6831013" y="6149975"/>
          <p14:tracePt t="95113" x="6843713" y="6149975"/>
          <p14:tracePt t="95125" x="6858000" y="6149975"/>
          <p14:tracePt t="95130" x="6872288" y="6149975"/>
          <p14:tracePt t="95139" x="6884988" y="6149975"/>
          <p14:tracePt t="95146" x="6899275" y="6149975"/>
          <p14:tracePt t="95157" x="6911975" y="6149975"/>
          <p14:tracePt t="95163" x="6932613" y="6149975"/>
          <p14:tracePt t="95173" x="6946900" y="6149975"/>
          <p14:tracePt t="95180" x="6959600" y="6149975"/>
          <p14:tracePt t="95197" x="6973888" y="6149975"/>
          <p14:tracePt t="95215" x="6986588" y="6170613"/>
          <p14:tracePt t="95234" x="7000875" y="6170613"/>
          <p14:tracePt t="95243" x="7015163" y="6170613"/>
          <p14:tracePt t="95253" x="7027863" y="6184900"/>
          <p14:tracePt t="95264" x="7062788" y="6184900"/>
          <p14:tracePt t="95271" x="7075488" y="6184900"/>
          <p14:tracePt t="95281" x="7089775" y="6197600"/>
          <p14:tracePt t="95290" x="7116763" y="6197600"/>
          <p14:tracePt t="95881" x="7102475" y="6197600"/>
          <p14:tracePt t="95891" x="7042150" y="6211888"/>
          <p14:tracePt t="95902" x="6858000" y="6265863"/>
          <p14:tracePt t="95909" x="6653213" y="6313488"/>
          <p14:tracePt t="95920" x="6340475" y="6354763"/>
          <p14:tracePt t="95921" x="5953125" y="6367463"/>
          <p14:tracePt t="95933" x="5191125" y="6367463"/>
          <p14:tracePt t="95942" x="4905375" y="6367463"/>
          <p14:tracePt t="95953" x="4387850" y="6238875"/>
          <p14:tracePt t="95954" x="3824288" y="6054725"/>
          <p14:tracePt t="95965" x="3333750" y="5795963"/>
          <p14:tracePt t="95974" x="2905125" y="5518150"/>
          <p14:tracePt t="95985" x="2762250" y="5375275"/>
          <p14:tracePt t="95987" x="2490788" y="5149850"/>
          <p14:tracePt t="95999" x="2401888" y="5048250"/>
          <p14:tracePt t="96008" x="2360613" y="4986338"/>
          <p14:tracePt t="96014" x="2244725" y="4857750"/>
          <p14:tracePt t="96028" x="2184400" y="4789488"/>
          <p14:tracePt t="96034" x="2157413" y="4741863"/>
          <p14:tracePt t="96223" x="2157413" y="4714875"/>
          <p14:tracePt t="96234" x="2157413" y="4687888"/>
          <p14:tracePt t="96243" x="2157413" y="4660900"/>
          <p14:tracePt t="96253" x="2157413" y="4598988"/>
          <p14:tracePt t="96261" x="2170113" y="4530725"/>
          <p14:tracePt t="96271" x="2170113" y="4470400"/>
          <p14:tracePt t="96275" x="2184400" y="4387850"/>
          <p14:tracePt t="96288" x="2184400" y="4313238"/>
          <p14:tracePt t="96292" x="2184400" y="4238625"/>
          <p14:tracePt t="96305" x="2184400" y="4157663"/>
          <p14:tracePt t="96306" x="2184400" y="4081463"/>
          <p14:tracePt t="96316" x="2170113" y="4014788"/>
          <p14:tracePt t="96327" x="2143125" y="3925888"/>
          <p14:tracePt t="96339" x="2116138" y="3851275"/>
          <p14:tracePt t="96340" x="2081213" y="3810000"/>
          <p14:tracePt t="96351" x="2068513" y="3783013"/>
          <p14:tracePt t="96361" x="2041525" y="3735388"/>
          <p14:tracePt t="96370" x="2014538" y="3694113"/>
          <p14:tracePt t="96376" x="2000250" y="3681413"/>
          <p14:tracePt t="96389" x="1985963" y="3667125"/>
          <p14:tracePt t="96391" x="1985963" y="3652838"/>
          <p14:tracePt t="96401" x="1973263" y="3640138"/>
          <p14:tracePt t="96425" x="1952625" y="3640138"/>
          <p14:tracePt t="96439" x="1952625" y="3625850"/>
          <p14:tracePt t="96447" x="1938338" y="3625850"/>
          <p14:tracePt t="96470" x="1925638" y="3625850"/>
          <p14:tracePt t="96480" x="1925638" y="3605213"/>
          <p14:tracePt t="96498" x="1911350" y="3605213"/>
          <p14:tracePt t="96504" x="1898650" y="3605213"/>
          <p14:tracePt t="96514" x="1884363" y="3592513"/>
          <p14:tracePt t="96527" x="1871663" y="3592513"/>
          <p14:tracePt t="96537" x="1857375" y="3578225"/>
          <p14:tracePt t="96546" x="1836738" y="3578225"/>
          <p14:tracePt t="96560" x="1824038" y="3578225"/>
          <p14:tracePt t="96576" x="1809750" y="3578225"/>
          <p14:tracePt t="96588" x="1795463" y="3578225"/>
          <p14:tracePt t="96606" x="1782763" y="3578225"/>
          <p14:tracePt t="96614" x="1768475" y="3578225"/>
          <p14:tracePt t="96619" x="1755775" y="3578225"/>
          <p14:tracePt t="96638" x="1741488" y="3592513"/>
          <p14:tracePt t="96647" x="1728788" y="3605213"/>
          <p14:tracePt t="96654" x="1708150" y="3625850"/>
          <p14:tracePt t="96664" x="1693863" y="3652838"/>
          <p14:tracePt t="96670" x="1681163" y="3667125"/>
          <p14:tracePt t="96682" x="1666875" y="3681413"/>
          <p14:tracePt t="96692" x="1666875" y="3694113"/>
          <p14:tracePt t="96695" x="1652588" y="3721100"/>
          <p14:tracePt t="96705" x="1652588" y="3735388"/>
          <p14:tracePt t="96712" x="1639888" y="3768725"/>
          <p14:tracePt t="96720" x="1639888" y="3783013"/>
          <p14:tracePt t="96729" x="1639888" y="3795713"/>
          <p14:tracePt t="96742" x="1625600" y="3824288"/>
          <p14:tracePt t="96744" x="1625600" y="3836988"/>
          <p14:tracePt t="96757" x="1625600" y="3863975"/>
          <p14:tracePt t="96768" x="1625600" y="3884613"/>
          <p14:tracePt t="96776" x="1625600" y="3898900"/>
          <p14:tracePt t="96793" x="1625600" y="3911600"/>
          <p14:tracePt t="96809" x="1625600" y="3925888"/>
          <p14:tracePt t="96824" x="1625600" y="3938588"/>
          <p14:tracePt t="96840" x="1639888" y="3952875"/>
          <p14:tracePt t="96857" x="1639888" y="3967163"/>
          <p14:tracePt t="96866" x="1639888" y="3979863"/>
          <p14:tracePt t="96875" x="1652588" y="3979863"/>
          <p14:tracePt t="96892" x="1652588" y="3994150"/>
          <p14:tracePt t="96899" x="1652588" y="4014788"/>
          <p14:tracePt t="96921" x="1652588" y="4027488"/>
          <p14:tracePt t="96923" x="1666875" y="4041775"/>
          <p14:tracePt t="96932" x="1666875" y="4054475"/>
          <p14:tracePt t="96948" x="1666875" y="4068763"/>
          <p14:tracePt t="96956" x="1666875" y="4081463"/>
          <p14:tracePt t="96962" x="1666875" y="4095750"/>
          <p14:tracePt t="96971" x="1666875" y="4122738"/>
          <p14:tracePt t="96980" x="1666875" y="4143375"/>
          <p14:tracePt t="96987" x="1666875" y="4157663"/>
          <p14:tracePt t="96997" x="1666875" y="4170363"/>
          <p14:tracePt t="97005" x="1681163" y="4184650"/>
          <p14:tracePt t="97019" x="1681163" y="4211638"/>
          <p14:tracePt t="97020" x="1681163" y="4224338"/>
          <p14:tracePt t="97028" x="1681163" y="4259263"/>
          <p14:tracePt t="97039" x="1681163" y="4286250"/>
          <p14:tracePt t="97046" x="1681163" y="4300538"/>
          <p14:tracePt t="97056" x="1681163" y="4327525"/>
          <p14:tracePt t="97063" x="1681163" y="4354513"/>
          <p14:tracePt t="97070" x="1681163" y="4367213"/>
          <p14:tracePt t="97080" x="1681163" y="4387850"/>
          <p14:tracePt t="97086" x="1681163" y="4414838"/>
          <p14:tracePt t="97102" x="1681163" y="4483100"/>
          <p14:tracePt t="97112" x="1693863" y="4518025"/>
          <p14:tracePt t="97124" x="1693863" y="4545013"/>
          <p14:tracePt t="97125" x="1693863" y="4586288"/>
          <p14:tracePt t="97136" x="1708150" y="4625975"/>
          <p14:tracePt t="97145" x="1708150" y="4673600"/>
          <p14:tracePt t="97154" x="1728788" y="4714875"/>
          <p14:tracePt t="97162" x="1728788" y="4729163"/>
          <p14:tracePt t="97172" x="1728788" y="4776788"/>
          <p14:tracePt t="97176" x="1728788" y="4816475"/>
          <p14:tracePt t="97188" x="1741488" y="4872038"/>
          <p14:tracePt t="97193" x="1741488" y="4905375"/>
          <p14:tracePt t="97205" x="1755775" y="4932363"/>
          <p14:tracePt t="97210" x="1768475" y="4973638"/>
          <p14:tracePt t="97224" x="1782763" y="5033963"/>
          <p14:tracePt t="97225" x="1795463" y="5062538"/>
          <p14:tracePt t="97236" x="1809750" y="5102225"/>
          <p14:tracePt t="97244" x="1824038" y="5149850"/>
          <p14:tracePt t="97253" x="1836738" y="5164138"/>
          <p14:tracePt t="97259" x="1857375" y="5191125"/>
          <p14:tracePt t="97273" x="1871663" y="5218113"/>
          <p14:tracePt t="97274" x="1884363" y="5245100"/>
          <p14:tracePt t="97285" x="1898650" y="5280025"/>
          <p14:tracePt t="97293" x="1911350" y="5292725"/>
          <p14:tracePt t="97304" x="1925638" y="5319713"/>
          <p14:tracePt t="97308" x="1938338" y="5334000"/>
          <p14:tracePt t="97322" x="1952625" y="5348288"/>
          <p14:tracePt t="97322" x="1973263" y="5348288"/>
          <p14:tracePt t="97332" x="1985963" y="5360988"/>
          <p14:tracePt t="97341" x="2000250" y="5375275"/>
          <p14:tracePt t="97349" x="2014538" y="5375275"/>
          <p14:tracePt t="97358" x="2027238" y="5387975"/>
          <p14:tracePt t="97366" x="2041525" y="5408613"/>
          <p14:tracePt t="97374" x="2054225" y="5408613"/>
          <p14:tracePt t="97387" x="2068513" y="5422900"/>
          <p14:tracePt t="97388" x="2081213" y="5422900"/>
          <p14:tracePt t="97398" x="2101850" y="5422900"/>
          <p14:tracePt t="97406" x="2116138" y="5422900"/>
          <p14:tracePt t="97415" x="2128838" y="5422900"/>
          <p14:tracePt t="97422" x="2143125" y="5422900"/>
          <p14:tracePt t="97432" x="2170113" y="5422900"/>
          <p14:tracePt t="97440" x="2184400" y="5422900"/>
          <p14:tracePt t="97452" x="2211388" y="5422900"/>
          <p14:tracePt t="97453" x="2232025" y="5422900"/>
          <p14:tracePt t="97462" x="2259013" y="5387975"/>
          <p14:tracePt t="97472" x="2271713" y="5375275"/>
          <p14:tracePt t="97480" x="2300288" y="5334000"/>
          <p14:tracePt t="97487" x="2327275" y="5307013"/>
          <p14:tracePt t="97497" x="2360613" y="5259388"/>
          <p14:tracePt t="97506" x="2401888" y="5205413"/>
          <p14:tracePt t="97513" x="2414588" y="5149850"/>
          <p14:tracePt t="97527" x="2443163" y="5089525"/>
          <p14:tracePt t="97528" x="2470150" y="5033963"/>
          <p14:tracePt t="97539" x="2503488" y="4959350"/>
          <p14:tracePt t="97546" x="2517775" y="4905375"/>
          <p14:tracePt t="97555" x="2530475" y="4843463"/>
          <p14:tracePt t="97568" x="2544763" y="4714875"/>
          <p14:tracePt t="97577" x="2557463" y="4646613"/>
          <p14:tracePt t="97589" x="2557463" y="4586288"/>
          <p14:tracePt t="97593" x="2557463" y="4518025"/>
          <p14:tracePt t="97605" x="2557463" y="4443413"/>
          <p14:tracePt t="97612" x="2557463" y="4354513"/>
          <p14:tracePt t="97623" x="2557463" y="4286250"/>
          <p14:tracePt t="97627" x="2530475" y="4211638"/>
          <p14:tracePt t="97636" x="2517775" y="4157663"/>
          <p14:tracePt t="97647" x="2503488" y="4122738"/>
          <p14:tracePt t="97653" x="2490788" y="4081463"/>
          <p14:tracePt t="97664" x="2490788" y="4041775"/>
          <p14:tracePt t="97672" x="2470150" y="4014788"/>
          <p14:tracePt t="97680" x="2455863" y="3979863"/>
          <p14:tracePt t="97691" x="2443163" y="3952875"/>
          <p14:tracePt t="97695" x="2443163" y="3938588"/>
          <p14:tracePt t="97704" x="2428875" y="3925888"/>
          <p14:tracePt t="97710" x="2428875" y="3911600"/>
          <p14:tracePt t="97720" x="2414588" y="3898900"/>
          <p14:tracePt t="97727" x="2414588" y="3884613"/>
          <p14:tracePt t="97736" x="2401888" y="3863975"/>
          <p14:tracePt t="97748" x="2401888" y="3851275"/>
          <p14:tracePt t="97751" x="2387600" y="3851275"/>
          <p14:tracePt t="97766" x="2374900" y="3836988"/>
          <p14:tracePt t="97781" x="2360613" y="3836988"/>
          <p14:tracePt t="97791" x="2360613" y="3824288"/>
          <p14:tracePt t="97798" x="2339975" y="3824288"/>
          <p14:tracePt t="97807" x="2327275" y="3824288"/>
          <p14:tracePt t="97817" x="2312988" y="3824288"/>
          <p14:tracePt t="97826" x="2300288" y="3824288"/>
          <p14:tracePt t="97832" x="2259013" y="3810000"/>
          <p14:tracePt t="97842" x="2244725" y="3810000"/>
          <p14:tracePt t="97855" x="2211388" y="3810000"/>
          <p14:tracePt t="97856" x="2184400" y="3795713"/>
          <p14:tracePt t="97865" x="2128838" y="3795713"/>
          <p14:tracePt t="97876" x="2116138" y="3795713"/>
          <p14:tracePt t="97886" x="2068513" y="3795713"/>
          <p14:tracePt t="97888" x="2041525" y="3783013"/>
          <p14:tracePt t="97898" x="2014538" y="3783013"/>
          <p14:tracePt t="97904" x="1985963" y="3783013"/>
          <p14:tracePt t="97915" x="1973263" y="3783013"/>
          <p14:tracePt t="97925" x="1952625" y="3783013"/>
          <p14:tracePt t="97931" x="1925638" y="3783013"/>
          <p14:tracePt t="97942" x="1911350" y="3783013"/>
          <p14:tracePt t="97956" x="1884363" y="3783013"/>
          <p14:tracePt t="97957" x="1871663" y="3783013"/>
          <p14:tracePt t="97965" x="1857375" y="3810000"/>
          <p14:tracePt t="97973" x="1809750" y="3836988"/>
          <p14:tracePt t="97980" x="1795463" y="3863975"/>
          <p14:tracePt t="97991" x="1768475" y="3898900"/>
          <p14:tracePt t="97999" x="1755775" y="3925888"/>
          <p14:tracePt t="98004" x="1741488" y="3967163"/>
          <p14:tracePt t="98018" x="1708150" y="4081463"/>
          <p14:tracePt t="98028" x="1693863" y="4143375"/>
          <p14:tracePt t="98039" x="1693863" y="4197350"/>
          <p14:tracePt t="98045" x="1681163" y="4271963"/>
          <p14:tracePt t="98053" x="1681163" y="4340225"/>
          <p14:tracePt t="98062" x="1666875" y="4414838"/>
          <p14:tracePt t="98070" x="1666875" y="4497388"/>
          <p14:tracePt t="98079" x="1666875" y="4557713"/>
          <p14:tracePt t="98086" x="1666875" y="4625975"/>
          <p14:tracePt t="98094" x="1666875" y="4687888"/>
          <p14:tracePt t="98104" x="1666875" y="4756150"/>
          <p14:tracePt t="98111" x="1666875" y="4803775"/>
          <p14:tracePt t="98120" x="1666875" y="4843463"/>
          <p14:tracePt t="98130" x="1681163" y="4919663"/>
          <p14:tracePt t="98137" x="1693863" y="4946650"/>
          <p14:tracePt t="98147" x="1708150" y="4986338"/>
          <p14:tracePt t="98161" x="1728788" y="5021263"/>
          <p14:tracePt t="98162" x="1741488" y="5062538"/>
          <p14:tracePt t="98169" x="1755775" y="5075238"/>
          <p14:tracePt t="98182" x="1768475" y="5102225"/>
          <p14:tracePt t="98185" x="1782763" y="5129213"/>
          <p14:tracePt t="98194" x="1795463" y="5164138"/>
          <p14:tracePt t="98205" x="1809750" y="5176838"/>
          <p14:tracePt t="98206" x="1836738" y="5191125"/>
          <p14:tracePt t="98216" x="1857375" y="5218113"/>
          <p14:tracePt t="98226" x="1857375" y="5232400"/>
          <p14:tracePt t="98232" x="1871663" y="5245100"/>
          <p14:tracePt t="98245" x="1884363" y="5259388"/>
          <p14:tracePt t="98253" x="1898650" y="5280025"/>
          <p14:tracePt t="98259" x="1911350" y="5292725"/>
          <p14:tracePt t="98274" x="1925638" y="5307013"/>
          <p14:tracePt t="98289" x="1938338" y="5319713"/>
          <p14:tracePt t="98303" x="1952625" y="5319713"/>
          <p14:tracePt t="98312" x="1973263" y="5334000"/>
          <p14:tracePt t="98322" x="1985963" y="5334000"/>
          <p14:tracePt t="98331" x="2000250" y="5334000"/>
          <p14:tracePt t="98337" x="2014538" y="5348288"/>
          <p14:tracePt t="98348" x="2041525" y="5348288"/>
          <p14:tracePt t="98357" x="2054225" y="5348288"/>
          <p14:tracePt t="98365" x="2081213" y="5348288"/>
          <p14:tracePt t="98372" x="2116138" y="5348288"/>
          <p14:tracePt t="98386" x="2143125" y="5348288"/>
          <p14:tracePt t="98387" x="2157413" y="5348288"/>
          <p14:tracePt t="98396" x="2197100" y="5348288"/>
          <p14:tracePt t="98406" x="2232025" y="5334000"/>
          <p14:tracePt t="98414" x="2244725" y="5319713"/>
          <p14:tracePt t="98422" x="2286000" y="5307013"/>
          <p14:tracePt t="98429" x="2327275" y="5292725"/>
          <p14:tracePt t="98441" x="2339975" y="5280025"/>
          <p14:tracePt t="98447" x="2374900" y="5259388"/>
          <p14:tracePt t="98456" x="2414588" y="5218113"/>
          <p14:tracePt t="98464" x="2443163" y="5191125"/>
          <p14:tracePt t="98475" x="2470150" y="5164138"/>
          <p14:tracePt t="98479" x="2503488" y="5102225"/>
          <p14:tracePt t="98490" x="2530475" y="5048250"/>
          <p14:tracePt t="98495" x="2557463" y="4973638"/>
          <p14:tracePt t="98506" x="2598738" y="4905375"/>
          <p14:tracePt t="98518" x="2660650" y="4729163"/>
          <p14:tracePt t="98528" x="2687638" y="4625975"/>
          <p14:tracePt t="98539" x="2714625" y="4530725"/>
          <p14:tracePt t="98546" x="2735263" y="4443413"/>
          <p14:tracePt t="98552" x="2735263" y="4340225"/>
          <p14:tracePt t="98562" x="2747963" y="4271963"/>
          <p14:tracePt t="98571" x="2747963" y="4211638"/>
          <p14:tracePt t="98578" x="2747963" y="4170363"/>
          <p14:tracePt t="98591" x="2747963" y="4122738"/>
          <p14:tracePt t="98592" x="2747963" y="4081463"/>
          <p14:tracePt t="98603" x="2735263" y="4041775"/>
          <p14:tracePt t="98611" x="2714625" y="4014788"/>
          <p14:tracePt t="98622" x="2700338" y="3979863"/>
          <p14:tracePt t="98624" x="2687638" y="3967163"/>
          <p14:tracePt t="98635" x="2660650" y="3938588"/>
          <p14:tracePt t="98644" x="2646363" y="3911600"/>
          <p14:tracePt t="98656" x="2619375" y="3898900"/>
          <p14:tracePt t="98657" x="2586038" y="3863975"/>
          <p14:tracePt t="98669" x="2557463" y="3851275"/>
          <p14:tracePt t="98677" x="2530475" y="3836988"/>
          <p14:tracePt t="98689" x="2503488" y="3824288"/>
          <p14:tracePt t="98690" x="2470150" y="3810000"/>
          <p14:tracePt t="98701" x="2443163" y="3795713"/>
          <p14:tracePt t="98708" x="2401888" y="3783013"/>
          <p14:tracePt t="98719" x="2374900" y="3756025"/>
          <p14:tracePt t="98724" x="2327275" y="3756025"/>
          <p14:tracePt t="98737" x="2312988" y="3735388"/>
          <p14:tracePt t="98738" x="2286000" y="3735388"/>
          <p14:tracePt t="98748" x="2244725" y="3721100"/>
          <p14:tracePt t="98755" x="2211388" y="3721100"/>
          <p14:tracePt t="98765" x="2184400" y="3721100"/>
          <p14:tracePt t="98774" x="2157413" y="3721100"/>
          <p14:tracePt t="98782" x="2128838" y="3721100"/>
          <p14:tracePt t="98791" x="2101850" y="3721100"/>
          <p14:tracePt t="98799" x="2081213" y="3721100"/>
          <p14:tracePt t="98806" x="2068513" y="3721100"/>
          <p14:tracePt t="98815" x="2054225" y="3721100"/>
          <p14:tracePt t="98825" x="2041525" y="3721100"/>
          <p14:tracePt t="98831" x="2027238" y="3735388"/>
          <p14:tracePt t="98848" x="2014538" y="3756025"/>
          <p14:tracePt t="98857" x="2000250" y="3768725"/>
          <p14:tracePt t="98874" x="1985963" y="3783013"/>
          <p14:tracePt t="98887" x="1973263" y="3795713"/>
          <p14:tracePt t="98888" x="1952625" y="3810000"/>
          <p14:tracePt t="98897" x="1938338" y="3824288"/>
          <p14:tracePt t="98904" x="1938338" y="3836988"/>
          <p14:tracePt t="98914" x="1925638" y="3851275"/>
          <p14:tracePt t="98924" x="1911350" y="3863975"/>
          <p14:tracePt t="98930" x="1898650" y="3911600"/>
          <p14:tracePt t="98943" x="1898650" y="3938588"/>
          <p14:tracePt t="98945" x="1884363" y="3952875"/>
          <p14:tracePt t="98956" x="1871663" y="4014788"/>
          <p14:tracePt t="98963" x="1857375" y="4041775"/>
          <p14:tracePt t="98970" x="1836738" y="4081463"/>
          <p14:tracePt t="98980" x="1836738" y="4122738"/>
          <p14:tracePt t="98988" x="1836738" y="4170363"/>
          <p14:tracePt t="98995" x="1824038" y="4224338"/>
          <p14:tracePt t="99005" x="1824038" y="4271963"/>
          <p14:tracePt t="99012" x="1809750" y="4313238"/>
          <p14:tracePt t="99024" x="1809750" y="4340225"/>
          <p14:tracePt t="99029" x="1809750" y="4387850"/>
          <p14:tracePt t="99037" x="1809750" y="4429125"/>
          <p14:tracePt t="99047" x="1809750" y="4470400"/>
          <p14:tracePt t="99052" x="1809750" y="4530725"/>
          <p14:tracePt t="99064" x="1809750" y="4545013"/>
          <p14:tracePt t="99069" x="1809750" y="4586288"/>
          <p14:tracePt t="99080" x="1809750" y="4613275"/>
          <p14:tracePt t="99086" x="1809750" y="4646613"/>
          <p14:tracePt t="99094" x="1809750" y="4687888"/>
          <p14:tracePt t="99102" x="1809750" y="4714875"/>
          <p14:tracePt t="99114" x="1809750" y="4756150"/>
          <p14:tracePt t="99119" x="1824038" y="4789488"/>
          <p14:tracePt t="99130" x="1824038" y="4816475"/>
          <p14:tracePt t="99137" x="1824038" y="4843463"/>
          <p14:tracePt t="99145" x="1836738" y="4872038"/>
          <p14:tracePt t="99154" x="1857375" y="4905375"/>
          <p14:tracePt t="99164" x="1857375" y="4932363"/>
          <p14:tracePt t="99169" x="1871663" y="4946650"/>
          <p14:tracePt t="99174" x="1884363" y="4973638"/>
          <p14:tracePt t="99188" x="1884363" y="5000625"/>
          <p14:tracePt t="99189" x="1898650" y="5021263"/>
          <p14:tracePt t="99199" x="1911350" y="5033963"/>
          <p14:tracePt t="99208" x="1925638" y="5062538"/>
          <p14:tracePt t="99216" x="1938338" y="5075238"/>
          <p14:tracePt t="99225" x="1952625" y="5102225"/>
          <p14:tracePt t="99231" x="1973263" y="5116513"/>
          <p14:tracePt t="99241" x="1973263" y="5129213"/>
          <p14:tracePt t="99248" x="2000250" y="5164138"/>
          <p14:tracePt t="99258" x="2014538" y="5176838"/>
          <p14:tracePt t="99266" x="2027238" y="5191125"/>
          <p14:tracePt t="99276" x="2041525" y="5205413"/>
          <p14:tracePt t="99288" x="2054225" y="5232400"/>
          <p14:tracePt t="99290" x="2068513" y="5245100"/>
          <p14:tracePt t="99298" x="2101850" y="5245100"/>
          <p14:tracePt t="99304" x="2116138" y="5259388"/>
          <p14:tracePt t="99316" x="2128838" y="5259388"/>
          <p14:tracePt t="99325" x="2143125" y="5280025"/>
          <p14:tracePt t="99331" x="2157413" y="5280025"/>
          <p14:tracePt t="99339" x="2170113" y="5280025"/>
          <p14:tracePt t="99347" x="2184400" y="5280025"/>
          <p14:tracePt t="99356" x="2197100" y="5280025"/>
          <p14:tracePt t="99363" x="2211388" y="5280025"/>
          <p14:tracePt t="99371" x="2244725" y="5280025"/>
          <p14:tracePt t="99382" x="2259013" y="5280025"/>
          <p14:tracePt t="99388" x="2286000" y="5245100"/>
          <p14:tracePt t="99402" x="2300288" y="5218113"/>
          <p14:tracePt t="99403" x="2312988" y="5191125"/>
          <p14:tracePt t="99413" x="2339975" y="5149850"/>
          <p14:tracePt t="99423" x="2360613" y="5102225"/>
          <p14:tracePt t="99428" x="2374900" y="5062538"/>
          <p14:tracePt t="99439" x="2387600" y="5021263"/>
          <p14:tracePt t="99446" x="2414588" y="4973638"/>
          <p14:tracePt t="99454" x="2428875" y="4919663"/>
          <p14:tracePt t="99466" x="2455863" y="4843463"/>
          <p14:tracePt t="99475" x="2470150" y="4789488"/>
          <p14:tracePt t="99478" x="2490788" y="4729163"/>
          <p14:tracePt t="99489" x="2503488" y="4673600"/>
          <p14:tracePt t="99494" x="2517775" y="4646613"/>
          <p14:tracePt t="99504" x="2530475" y="4598988"/>
          <p14:tracePt t="99511" x="2530475" y="4557713"/>
          <p14:tracePt t="99519" x="2544763" y="4483100"/>
          <p14:tracePt t="99530" x="2544763" y="4443413"/>
          <p14:tracePt t="99536" x="2544763" y="4402138"/>
          <p14:tracePt t="99546" x="2544763" y="4354513"/>
          <p14:tracePt t="99552" x="2544763" y="4313238"/>
          <p14:tracePt t="99560" x="2544763" y="4271963"/>
          <p14:tracePt t="99571" x="2544763" y="4224338"/>
          <p14:tracePt t="99576" x="2530475" y="4184650"/>
          <p14:tracePt t="99586" x="2503488" y="4157663"/>
          <p14:tracePt t="99594" x="2490788" y="4110038"/>
          <p14:tracePt t="99602" x="2455863" y="4068763"/>
          <p14:tracePt t="99615" x="2414588" y="4027488"/>
          <p14:tracePt t="99616" x="2387600" y="3994150"/>
          <p14:tracePt t="99627" x="2339975" y="3967163"/>
          <p14:tracePt t="99639" x="2300288" y="3938588"/>
          <p14:tracePt t="99640" x="2271713" y="3938588"/>
          <p14:tracePt t="99649" x="2244725" y="3911600"/>
          <p14:tracePt t="99658" x="2197100" y="3911600"/>
          <p14:tracePt t="99667" x="2170113" y="3898900"/>
          <p14:tracePt t="99674" x="2143125" y="3898900"/>
          <p14:tracePt t="99687" x="2116138" y="3898900"/>
          <p14:tracePt t="99688" x="2081213" y="3898900"/>
          <p14:tracePt t="99697" x="2068513" y="3898900"/>
          <p14:tracePt t="99706" x="2041525" y="3898900"/>
          <p14:tracePt t="99715" x="2027238" y="3911600"/>
          <p14:tracePt t="99724" x="2000250" y="3925888"/>
          <p14:tracePt t="99737" x="1973263" y="3952875"/>
          <p14:tracePt t="99737" x="1952625" y="3979863"/>
          <p14:tracePt t="99747" x="1938338" y="4014788"/>
          <p14:tracePt t="99755" x="1911350" y="4054475"/>
          <p14:tracePt t="99765" x="1898650" y="4095750"/>
          <p14:tracePt t="99771" x="1884363" y="4157663"/>
          <p14:tracePt t="99782" x="1871663" y="4211638"/>
          <p14:tracePt t="99791" x="1857375" y="4259263"/>
          <p14:tracePt t="99799" x="1836738" y="4327525"/>
          <p14:tracePt t="99810" x="1824038" y="4367213"/>
          <p14:tracePt t="99814" x="1824038" y="4443413"/>
          <p14:tracePt t="99822" x="1809750" y="4483100"/>
          <p14:tracePt t="99831" x="1809750" y="4545013"/>
          <p14:tracePt t="99838" x="1809750" y="4598988"/>
          <p14:tracePt t="99848" x="1809750" y="4660900"/>
          <p14:tracePt t="99855" x="1809750" y="4714875"/>
          <p14:tracePt t="99862" x="1809750" y="4756150"/>
          <p14:tracePt t="99871" x="1809750" y="4816475"/>
          <p14:tracePt t="99882" x="1809750" y="4872038"/>
          <p14:tracePt t="99888" x="1809750" y="4919663"/>
          <p14:tracePt t="99895" x="1809750" y="4959350"/>
          <p14:tracePt t="99904" x="1836738" y="5021263"/>
          <p14:tracePt t="99912" x="1857375" y="5062538"/>
          <p14:tracePt t="99923" x="1857375" y="5089525"/>
          <p14:tracePt t="99929" x="1884363" y="5129213"/>
          <p14:tracePt t="99943" x="1898650" y="5164138"/>
          <p14:tracePt t="99944" x="1911350" y="5205413"/>
          <p14:tracePt t="99955" x="1938338" y="5232400"/>
          <p14:tracePt t="99963" x="1952625" y="5245100"/>
          <p14:tracePt t="99968" x="1985963" y="5280025"/>
          <p14:tracePt t="99979" x="2014538" y="5307013"/>
          <p14:tracePt t="99986" x="2041525" y="5319713"/>
          <p14:tracePt t="99997" x="2054225" y="5319713"/>
          <p14:tracePt t="100002" x="2101850" y="5348288"/>
          <p14:tracePt t="100014" x="2128838" y="5348288"/>
          <p14:tracePt t="100026" x="2157413" y="5360988"/>
          <p14:tracePt t="100027" x="2184400" y="5360988"/>
          <p14:tracePt t="100038" x="2211388" y="5360988"/>
          <p14:tracePt t="100043" x="2259013" y="5375275"/>
          <p14:tracePt t="100053" x="2271713" y="5375275"/>
          <p14:tracePt t="100061" x="2300288" y="5375275"/>
          <p14:tracePt t="100070" x="2327275" y="5375275"/>
          <p14:tracePt t="100077" x="2339975" y="5375275"/>
          <p14:tracePt t="100088" x="2374900" y="5375275"/>
          <p14:tracePt t="100090" x="2414588" y="5360988"/>
          <p14:tracePt t="100101" x="2428875" y="5348288"/>
          <p14:tracePt t="100109" x="2455863" y="5319713"/>
          <p14:tracePt t="100120" x="2490788" y="5292725"/>
          <p14:tracePt t="100125" x="2517775" y="5245100"/>
          <p14:tracePt t="100139" x="2530475" y="5205413"/>
          <p14:tracePt t="100140" x="2557463" y="5149850"/>
          <p14:tracePt t="100149" x="2586038" y="5102225"/>
          <p14:tracePt t="100158" x="2598738" y="5048250"/>
          <p14:tracePt t="100170" x="2619375" y="5000625"/>
          <p14:tracePt t="100171" x="2633663" y="4973638"/>
          <p14:tracePt t="100181" x="2660650" y="4884738"/>
          <p14:tracePt t="100188" x="2660650" y="4872038"/>
          <p14:tracePt t="100498" x="2660650" y="4857750"/>
          <p14:tracePt t="100507" x="2660650" y="4830763"/>
          <p14:tracePt t="100515" x="2687638" y="4789488"/>
          <p14:tracePt t="100525" x="2735263" y="4729163"/>
          <p14:tracePt t="100535" x="2803525" y="4625975"/>
          <p14:tracePt t="100542" x="2878138" y="4530725"/>
          <p14:tracePt t="100554" x="3048000" y="4286250"/>
          <p14:tracePt t="100558" x="3435350" y="3768725"/>
          <p14:tracePt t="100570" x="3592513" y="3551238"/>
          <p14:tracePt t="100575" x="4122738" y="2830513"/>
          <p14:tracePt t="100588" x="4545013" y="2327275"/>
          <p14:tracePt t="100589" x="4756150" y="2101850"/>
          <p14:tracePt t="100598" x="5164138" y="1625600"/>
          <p14:tracePt t="100608" x="5551488" y="1211263"/>
          <p14:tracePt t="100618" x="5926138" y="803275"/>
          <p14:tracePt t="100624" x="6054725" y="687388"/>
          <p14:tracePt t="100635" x="6149975" y="592138"/>
          <p14:tracePt t="100640" x="6367463" y="360363"/>
          <p14:tracePt t="100653" x="6510338" y="184150"/>
          <p14:tracePt t="100657" x="6626225" y="74613"/>
          <p14:tracePt t="100671" x="6640513" y="41275"/>
          <p14:tracePt t="101006" x="6599238" y="74613"/>
          <p14:tracePt t="101016" x="6524625" y="157163"/>
          <p14:tracePt t="101025" x="6443663" y="258763"/>
          <p14:tracePt t="101035" x="6340475" y="347663"/>
          <p14:tracePt t="101042" x="6265863" y="414338"/>
          <p14:tracePt t="101052" x="6197600" y="503238"/>
          <p14:tracePt t="101057" x="6042025" y="646113"/>
          <p14:tracePt t="101069" x="5878513" y="776288"/>
          <p14:tracePt t="101073" x="5824538" y="815975"/>
          <p14:tracePt t="101086" x="5694363" y="904875"/>
          <p14:tracePt t="101091" x="5646738" y="931863"/>
          <p14:tracePt t="101104" x="5592763" y="979488"/>
          <p14:tracePt t="101105" x="5538788" y="1020763"/>
          <p14:tracePt t="101114" x="5476875" y="1033463"/>
          <p14:tracePt t="101124" x="5462588" y="1062038"/>
          <p14:tracePt t="101132" x="5449888" y="1062038"/>
          <p14:tracePt t="101138" x="5435600" y="1062038"/>
          <p14:tracePt t="101148" x="5422900" y="1074738"/>
          <p14:tracePt t="101158" x="5408613" y="1074738"/>
          <p14:tracePt t="101163" x="5408613" y="1095375"/>
          <p14:tracePt t="101174" x="5387975" y="1095375"/>
          <p14:tracePt t="101196" x="5375275" y="1095375"/>
          <p14:tracePt t="101204" x="5375275" y="1109663"/>
          <p14:tracePt t="101324" x="5387975" y="1109663"/>
          <p14:tracePt t="101335" x="5422900" y="1109663"/>
          <p14:tracePt t="101343" x="5491163" y="1109663"/>
          <p14:tracePt t="101353" x="5592763" y="1109663"/>
          <p14:tracePt t="101362" x="5694363" y="1109663"/>
          <p14:tracePt t="101369" x="5810250" y="1109663"/>
          <p14:tracePt t="101379" x="5953125" y="1109663"/>
          <p14:tracePt t="101386" x="6096000" y="1109663"/>
          <p14:tracePt t="101396" x="6184900" y="1109663"/>
          <p14:tracePt t="101402" x="6300788" y="1109663"/>
          <p14:tracePt t="101413" x="6408738" y="1109663"/>
          <p14:tracePt t="101417" x="6456363" y="1109663"/>
          <p14:tracePt t="101429" x="6545263" y="1109663"/>
          <p14:tracePt t="101433" x="6599238" y="1109663"/>
          <p14:tracePt t="101446" x="6626225" y="1109663"/>
          <p14:tracePt t="101448" x="6673850" y="1109663"/>
          <p14:tracePt t="101457" x="6688138" y="1109663"/>
          <p14:tracePt t="101472" x="6700838" y="1109663"/>
          <p14:tracePt t="101521" x="6673850" y="1109663"/>
          <p14:tracePt t="101530" x="6626225" y="1109663"/>
          <p14:tracePt t="101539" x="6524625" y="1095375"/>
          <p14:tracePt t="101548" x="6429375" y="1062038"/>
          <p14:tracePt t="101557" x="6327775" y="1047750"/>
          <p14:tracePt t="101566" x="6170613" y="1006475"/>
          <p14:tracePt t="101578" x="6007100" y="966788"/>
          <p14:tracePt t="101579" x="5837238" y="919163"/>
          <p14:tracePt t="101589" x="5667375" y="863600"/>
          <p14:tracePt t="101598" x="5592763" y="850900"/>
          <p14:tracePt t="101606" x="5476875" y="803275"/>
          <p14:tracePt t="101613" x="5435600" y="788988"/>
          <p14:tracePt t="101624" x="5360988" y="762000"/>
          <p14:tracePt t="101630" x="5319713" y="747713"/>
          <p14:tracePt t="101640" x="5280025" y="747713"/>
          <p14:tracePt t="101648" x="5259388" y="735013"/>
          <p14:tracePt t="101654" x="5245100" y="735013"/>
          <p14:tracePt t="101663" x="5245100" y="720725"/>
          <p14:tracePt t="101698" x="5259388" y="708025"/>
          <p14:tracePt t="101706" x="5292725" y="708025"/>
          <p14:tracePt t="101714" x="5348288" y="687388"/>
          <p14:tracePt t="101720" x="5422900" y="673100"/>
          <p14:tracePt t="101734" x="5538788" y="660400"/>
          <p14:tracePt t="101735" x="5634038" y="660400"/>
          <p14:tracePt t="101746" x="5783263" y="646113"/>
          <p14:tracePt t="101753" x="5953125" y="633413"/>
          <p14:tracePt t="101764" x="6122988" y="633413"/>
          <p14:tracePt t="101771" x="6313488" y="619125"/>
          <p14:tracePt t="101782" x="6396038" y="619125"/>
          <p14:tracePt t="101786" x="6545263" y="619125"/>
          <p14:tracePt t="101798" x="6673850" y="604838"/>
          <p14:tracePt t="101803" x="6700838" y="604838"/>
          <p14:tracePt t="101814" x="6783388" y="604838"/>
          <p14:tracePt t="101818" x="6843713" y="604838"/>
          <p14:tracePt t="101831" x="6884988" y="604838"/>
          <p14:tracePt t="101835" x="6899275" y="604838"/>
          <p14:tracePt t="101847" x="6911975" y="604838"/>
          <p14:tracePt t="101851" x="6932613" y="604838"/>
          <p14:tracePt t="101873" x="6884988" y="619125"/>
          <p14:tracePt t="101882" x="6831013" y="646113"/>
          <p14:tracePt t="101891" x="6742113" y="660400"/>
          <p14:tracePt t="101901" x="6613525" y="687388"/>
          <p14:tracePt t="101908" x="6470650" y="708025"/>
          <p14:tracePt t="101917" x="6381750" y="708025"/>
          <p14:tracePt t="101928" x="6265863" y="735013"/>
          <p14:tracePt t="101933" x="6122988" y="735013"/>
          <p14:tracePt t="101943" x="6081713" y="747713"/>
          <p14:tracePt t="101950" x="5994400" y="762000"/>
          <p14:tracePt t="101962" x="5926138" y="762000"/>
          <p14:tracePt t="101967" x="5878513" y="776288"/>
          <p14:tracePt t="101979" x="5864225" y="776288"/>
          <p14:tracePt t="101981" x="5837238" y="776288"/>
          <p14:tracePt t="102028" x="5864225" y="776288"/>
          <p14:tracePt t="102037" x="5891213" y="776288"/>
          <p14:tracePt t="102047" x="5938838" y="776288"/>
          <p14:tracePt t="102056" x="5980113" y="788988"/>
          <p14:tracePt t="102065" x="6054725" y="788988"/>
          <p14:tracePt t="102073" x="6110288" y="803275"/>
          <p14:tracePt t="102080" x="6170613" y="815975"/>
          <p14:tracePt t="102091" x="6211888" y="815975"/>
          <p14:tracePt t="102096" x="6253163" y="836613"/>
          <p14:tracePt t="102107" x="6313488" y="850900"/>
          <p14:tracePt t="102113" x="6354763" y="850900"/>
          <p14:tracePt t="102124" x="6381750" y="850900"/>
          <p14:tracePt t="102129" x="6396038" y="863600"/>
          <p14:tracePt t="102139" x="6429375" y="863600"/>
          <p14:tracePt t="102156" x="6443663" y="863600"/>
          <p14:tracePt t="102164" x="6456363" y="863600"/>
          <p14:tracePt t="104500" x="6483350" y="877888"/>
          <p14:tracePt t="104511" x="6510338" y="904875"/>
          <p14:tracePt t="104519" x="6557963" y="931863"/>
          <p14:tracePt t="104526" x="6613525" y="966788"/>
          <p14:tracePt t="104538" x="6673850" y="1006475"/>
          <p14:tracePt t="104544" x="6742113" y="1033463"/>
          <p14:tracePt t="104555" x="6816725" y="1074738"/>
          <p14:tracePt t="104560" x="6899275" y="1109663"/>
          <p14:tracePt t="104572" x="7042150" y="1149350"/>
          <p14:tracePt t="104576" x="7129463" y="1176338"/>
          <p14:tracePt t="104588" x="7205663" y="1190625"/>
          <p14:tracePt t="104593" x="7307263" y="1223963"/>
          <p14:tracePt t="104605" x="7402513" y="1238250"/>
          <p14:tracePt t="104607" x="7504113" y="1238250"/>
          <p14:tracePt t="104617" x="7593013" y="1252538"/>
          <p14:tracePt t="104625" x="7694613" y="1252538"/>
          <p14:tracePt t="104636" x="7762875" y="1252538"/>
          <p14:tracePt t="104643" x="7864475" y="1252538"/>
          <p14:tracePt t="104650" x="7932738" y="1252538"/>
          <p14:tracePt t="104660" x="8007350" y="1238250"/>
          <p14:tracePt t="104668" x="8081963" y="1223963"/>
          <p14:tracePt t="104675" x="8123238" y="1190625"/>
          <p14:tracePt t="104688" x="8177213" y="1176338"/>
          <p14:tracePt t="104689" x="8224838" y="1149350"/>
          <p14:tracePt t="104699" x="8266113" y="1109663"/>
          <p14:tracePt t="104706" x="8293100" y="1074738"/>
          <p14:tracePt t="104715" x="8328025" y="1033463"/>
          <p14:tracePt t="104725" x="8367713" y="979488"/>
          <p14:tracePt t="104738" x="8382000" y="919163"/>
          <p14:tracePt t="104738" x="8396288" y="890588"/>
          <p14:tracePt t="104748" x="8408988" y="850900"/>
          <p14:tracePt t="104757" x="8435975" y="803275"/>
          <p14:tracePt t="104765" x="8456613" y="762000"/>
          <p14:tracePt t="104771" x="8470900" y="735013"/>
          <p14:tracePt t="104782" x="8470900" y="708025"/>
          <p14:tracePt t="104790" x="8483600" y="673100"/>
          <p14:tracePt t="104803" x="8483600" y="646113"/>
          <p14:tracePt t="104804" x="8497888" y="619125"/>
          <p14:tracePt t="104813" x="8497888" y="604838"/>
          <p14:tracePt t="104824" x="8497888" y="577850"/>
          <p14:tracePt t="104830" x="8497888" y="530225"/>
          <p14:tracePt t="104841" x="8497888" y="503238"/>
          <p14:tracePt t="104848" x="8497888" y="476250"/>
          <p14:tracePt t="104858" x="8483600" y="449263"/>
          <p14:tracePt t="104864" x="8470900" y="414338"/>
          <p14:tracePt t="104872" x="8435975" y="374650"/>
          <p14:tracePt t="104883" x="8408988" y="347663"/>
          <p14:tracePt t="104890" x="8382000" y="312738"/>
          <p14:tracePt t="104897" x="8340725" y="285750"/>
          <p14:tracePt t="104907" x="8293100" y="244475"/>
          <p14:tracePt t="104914" x="8239125" y="217488"/>
          <p14:tracePt t="104922" x="8177213" y="169863"/>
          <p14:tracePt t="104932" x="8123238" y="128588"/>
          <p14:tracePt t="104942" x="8069263" y="101600"/>
          <p14:tracePt t="104945" x="8048625" y="101600"/>
          <p14:tracePt t="104955" x="7994650" y="74613"/>
          <p14:tracePt t="104962" x="7953375" y="53975"/>
          <p14:tracePt t="104974" x="7920038" y="53975"/>
          <p14:tracePt t="104978" x="7891463" y="53975"/>
          <p14:tracePt t="104990" x="7851775" y="53975"/>
          <p14:tracePt t="104994" x="7837488" y="53975"/>
          <p14:tracePt t="105006" x="7824788" y="53975"/>
          <p14:tracePt t="105010" x="7789863" y="53975"/>
          <p14:tracePt t="105022" x="7777163" y="74613"/>
          <p14:tracePt t="105024" x="7762875" y="74613"/>
          <p14:tracePt t="105033" x="7762875" y="88900"/>
          <p14:tracePt t="105043" x="7748588" y="88900"/>
          <p14:tracePt t="105053" x="7748588" y="101600"/>
          <p14:tracePt t="105060" x="7735888" y="115888"/>
          <p14:tracePt t="105070" x="7721600" y="115888"/>
          <p14:tracePt t="105077" x="7721600" y="128588"/>
          <p14:tracePt t="105088" x="7708900" y="142875"/>
          <p14:tracePt t="105093" x="7694613" y="142875"/>
          <p14:tracePt t="105105" x="7673975" y="157163"/>
          <p14:tracePt t="105109" x="7661275" y="169863"/>
          <p14:tracePt t="105122" x="7646988" y="184150"/>
          <p14:tracePt t="105123" x="7634288" y="204788"/>
          <p14:tracePt t="105133" x="7605713" y="217488"/>
          <p14:tracePt t="105141" x="7593013" y="231775"/>
          <p14:tracePt t="105153" x="7566025" y="244475"/>
          <p14:tracePt t="105157" x="7545388" y="258763"/>
          <p14:tracePt t="105167" x="7504113" y="285750"/>
          <p14:tracePt t="105174" x="7491413" y="300038"/>
          <p14:tracePt t="105184" x="7462838" y="347663"/>
          <p14:tracePt t="105192" x="7450138" y="360363"/>
          <p14:tracePt t="105204" x="7402513" y="401638"/>
          <p14:tracePt t="105205" x="7388225" y="414338"/>
          <p14:tracePt t="105215" x="7348538" y="476250"/>
          <p14:tracePt t="105224" x="7334250" y="503238"/>
          <p14:tracePt t="105232" x="7319963" y="517525"/>
          <p14:tracePt t="105242" x="7286625" y="577850"/>
          <p14:tracePt t="105249" x="7272338" y="604838"/>
          <p14:tracePt t="105257" x="7272338" y="633413"/>
          <p14:tracePt t="105266" x="7259638" y="660400"/>
          <p14:tracePt t="105274" x="7245350" y="708025"/>
          <p14:tracePt t="105281" x="7232650" y="735013"/>
          <p14:tracePt t="105290" x="7232650" y="776288"/>
          <p14:tracePt t="105300" x="7232650" y="815975"/>
          <p14:tracePt t="105306" x="7232650" y="863600"/>
          <p14:tracePt t="105316" x="7232650" y="904875"/>
          <p14:tracePt t="105325" x="7232650" y="946150"/>
          <p14:tracePt t="105328" x="7232650" y="993775"/>
          <p14:tracePt t="105339" x="7245350" y="1047750"/>
          <p14:tracePt t="105347" x="7272338" y="1095375"/>
          <p14:tracePt t="105357" x="7307263" y="1163638"/>
          <p14:tracePt t="105364" x="7319963" y="1211263"/>
          <p14:tracePt t="105371" x="7361238" y="1265238"/>
          <p14:tracePt t="105383" x="7402513" y="1319213"/>
          <p14:tracePt t="105385" x="7450138" y="1381125"/>
          <p14:tracePt t="105403" x="7566025" y="1470025"/>
          <p14:tracePt t="105411" x="7634288" y="1509713"/>
          <p14:tracePt t="105423" x="7694613" y="1550988"/>
          <p14:tracePt t="105430" x="7762875" y="1612900"/>
          <p14:tracePt t="105437" x="7824788" y="1652588"/>
          <p14:tracePt t="105447" x="7891463" y="1693863"/>
          <p14:tracePt t="105453" x="7980363" y="1728788"/>
          <p14:tracePt t="105464" x="8048625" y="1782763"/>
          <p14:tracePt t="105470" x="8137525" y="1809750"/>
          <p14:tracePt t="105486" x="8293100" y="1871663"/>
          <p14:tracePt t="105494" x="8367713" y="1898650"/>
          <p14:tracePt t="105504" x="8435975" y="1911350"/>
          <p14:tracePt t="105511" x="8510588" y="1925638"/>
          <p14:tracePt t="105524" x="8599488" y="1938338"/>
          <p14:tracePt t="105525" x="8667750" y="1938338"/>
          <p14:tracePt t="105535" x="8756650" y="1952625"/>
          <p14:tracePt t="105543" x="8843963" y="1952625"/>
          <p14:tracePt t="105554" x="8926513" y="1952625"/>
          <p14:tracePt t="105561" x="9015413" y="1952625"/>
          <p14:tracePt t="105571" x="9102725" y="1952625"/>
          <p14:tracePt t="105575" x="9170988" y="1952625"/>
          <p14:tracePt t="105588" x="9245600" y="1925638"/>
          <p14:tracePt t="105593" x="9301163" y="1898650"/>
          <p14:tracePt t="105606" x="9375775" y="1871663"/>
          <p14:tracePt t="105607" x="9429750" y="1824038"/>
          <p14:tracePt t="105617" x="9477375" y="1782763"/>
          <p14:tracePt t="105625" x="9518650" y="1741488"/>
          <p14:tracePt t="105634" x="9558338" y="1681163"/>
          <p14:tracePt t="105642" x="9605963" y="1625600"/>
          <p14:tracePt t="105655" x="9647238" y="1565275"/>
          <p14:tracePt t="105656" x="9674225" y="1497013"/>
          <p14:tracePt t="105665" x="9701213" y="1435100"/>
          <p14:tracePt t="105673" x="9721850" y="1408113"/>
          <p14:tracePt t="105682" x="9748838" y="1366838"/>
          <p14:tracePt t="105690" x="9763125" y="1319213"/>
          <p14:tracePt t="105699" x="9763125" y="1279525"/>
          <p14:tracePt t="105709" x="9777413" y="1252538"/>
          <p14:tracePt t="105716" x="9777413" y="1223963"/>
          <p14:tracePt t="105726" x="9790113" y="1190625"/>
          <p14:tracePt t="105734" x="9790113" y="1176338"/>
          <p14:tracePt t="105742" x="9790113" y="1149350"/>
          <p14:tracePt t="105750" x="9790113" y="1122363"/>
          <p14:tracePt t="105759" x="9777413" y="1095375"/>
          <p14:tracePt t="105767" x="9748838" y="1047750"/>
          <p14:tracePt t="105776" x="9674225" y="993775"/>
          <p14:tracePt t="105784" x="9620250" y="931863"/>
          <p14:tracePt t="105797" x="9531350" y="877888"/>
          <p14:tracePt t="105798" x="9491663" y="836613"/>
          <p14:tracePt t="105804" x="9388475" y="776288"/>
          <p14:tracePt t="105815" x="9301163" y="720725"/>
          <p14:tracePt t="105825" x="9197975" y="673100"/>
          <p14:tracePt t="105836" x="9015413" y="619125"/>
          <p14:tracePt t="105846" x="8926513" y="592138"/>
          <p14:tracePt t="105856" x="8843963" y="592138"/>
          <p14:tracePt t="105863" x="8769350" y="592138"/>
          <p14:tracePt t="105874" x="8715375" y="592138"/>
          <p14:tracePt t="105877" x="8640763" y="592138"/>
          <p14:tracePt t="105890" x="8599488" y="592138"/>
          <p14:tracePt t="105894" x="8551863" y="619125"/>
          <p14:tracePt t="105907" x="8510588" y="633413"/>
          <p14:tracePt t="105911" x="8483600" y="673100"/>
          <p14:tracePt t="105925" x="8435975" y="720725"/>
          <p14:tracePt t="105926" x="8408988" y="762000"/>
          <p14:tracePt t="105939" x="8382000" y="815975"/>
          <p14:tracePt t="105946" x="8355013" y="863600"/>
          <p14:tracePt t="105955" x="8340725" y="904875"/>
          <p14:tracePt t="105961" x="8328025" y="966788"/>
          <p14:tracePt t="105974" x="8307388" y="1020763"/>
          <p14:tracePt t="105975" x="8293100" y="1095375"/>
          <p14:tracePt t="105986" x="8293100" y="1149350"/>
          <p14:tracePt t="105994" x="8293100" y="1223963"/>
          <p14:tracePt t="106004" x="8293100" y="1279525"/>
          <p14:tracePt t="106011" x="8293100" y="1354138"/>
          <p14:tracePt t="106021" x="8307388" y="1422400"/>
          <p14:tracePt t="106026" x="8328025" y="1482725"/>
          <p14:tracePt t="106039" x="8355013" y="1538288"/>
          <p14:tracePt t="106040" x="8367713" y="1577975"/>
          <p14:tracePt t="106050" x="8408988" y="1639888"/>
          <p14:tracePt t="106059" x="8435975" y="1681163"/>
          <p14:tracePt t="106067" x="8470900" y="1728788"/>
          <p14:tracePt t="106077" x="8510588" y="1782763"/>
          <p14:tracePt t="106085" x="8551863" y="1824038"/>
          <p14:tracePt t="106093" x="8613775" y="1871663"/>
          <p14:tracePt t="106100" x="8667750" y="1911350"/>
          <p14:tracePt t="106109" x="8742363" y="1952625"/>
          <p14:tracePt t="106122" x="8796338" y="1985963"/>
          <p14:tracePt t="106123" x="8872538" y="2014538"/>
          <p14:tracePt t="106132" x="8939213" y="2027238"/>
          <p14:tracePt t="106139" x="9001125" y="2041525"/>
          <p14:tracePt t="106149" x="9055100" y="2054225"/>
          <p14:tracePt t="106156" x="9129713" y="2054225"/>
          <p14:tracePt t="106166" x="9185275" y="2054225"/>
          <p14:tracePt t="106173" x="9259888" y="2054225"/>
          <p14:tracePt t="106182" x="9328150" y="2041525"/>
          <p14:tracePt t="106189" x="9402763" y="2000250"/>
          <p14:tracePt t="106200" x="9491663" y="1938338"/>
          <p14:tracePt t="106209" x="9572625" y="1884363"/>
          <p14:tracePt t="106215" x="9647238" y="1824038"/>
          <p14:tracePt t="106226" x="9701213" y="1755775"/>
          <p14:tracePt t="106233" x="9763125" y="1681163"/>
          <p14:tracePt t="106243" x="9804400" y="1612900"/>
          <p14:tracePt t="106256" x="9852025" y="1550988"/>
          <p14:tracePt t="106257" x="9879013" y="1482725"/>
          <p14:tracePt t="106265" x="9891713" y="1422400"/>
          <p14:tracePt t="106274" x="9906000" y="1395413"/>
          <p14:tracePt t="106280" x="9906000" y="1354138"/>
          <p14:tracePt t="106289" x="9920288" y="1279525"/>
          <p14:tracePt t="106299" x="9920288" y="1238250"/>
          <p14:tracePt t="106306" x="9920288" y="1190625"/>
          <p14:tracePt t="106313" x="9906000" y="1149350"/>
          <p14:tracePt t="106323" x="9864725" y="1095375"/>
          <p14:tracePt t="106331" x="9817100" y="1033463"/>
          <p14:tracePt t="106340" x="9777413" y="979488"/>
          <p14:tracePt t="106347" x="9674225" y="877888"/>
          <p14:tracePt t="106357" x="9572625" y="788988"/>
          <p14:tracePt t="106361" x="9477375" y="735013"/>
          <p14:tracePt t="106372" x="9402763" y="708025"/>
          <p14:tracePt t="106381" x="9301163" y="646113"/>
          <p14:tracePt t="106387" x="9197975" y="619125"/>
          <p14:tracePt t="106397" x="9015413" y="592138"/>
          <p14:tracePt t="106403" x="8885238" y="577850"/>
          <p14:tracePt t="106416" x="8769350" y="577850"/>
          <p14:tracePt t="106417" x="8694738" y="577850"/>
          <p14:tracePt t="106427" x="8613775" y="619125"/>
          <p14:tracePt t="106438" x="8510588" y="673100"/>
          <p14:tracePt t="106445" x="8423275" y="735013"/>
          <p14:tracePt t="106455" x="8340725" y="815975"/>
          <p14:tracePt t="106461" x="8266113" y="890588"/>
          <p14:tracePt t="106471" x="8212138" y="966788"/>
          <p14:tracePt t="106478" x="8164513" y="1033463"/>
          <p14:tracePt t="106487" x="8123238" y="1109663"/>
          <p14:tracePt t="106495" x="8096250" y="1163638"/>
          <p14:tracePt t="106504" x="8081963" y="1223963"/>
          <p14:tracePt t="106511" x="8081963" y="1279525"/>
          <p14:tracePt t="106522" x="8081963" y="1339850"/>
          <p14:tracePt t="106527" x="8081963" y="1395413"/>
          <p14:tracePt t="106539" x="8081963" y="1435100"/>
          <p14:tracePt t="106541" x="8096250" y="1497013"/>
          <p14:tracePt t="106550" x="8123238" y="1550988"/>
          <p14:tracePt t="106559" x="8150225" y="1598613"/>
          <p14:tracePt t="106571" x="8197850" y="1652588"/>
          <p14:tracePt t="106573" x="8253413" y="1693863"/>
          <p14:tracePt t="106582" x="8293100" y="1741488"/>
          <p14:tracePt t="106590" x="8367713" y="1768475"/>
          <p14:tracePt t="106600" x="8483600" y="1824038"/>
          <p14:tracePt t="106609" x="8524875" y="1824038"/>
          <p14:tracePt t="106614" x="8613775" y="1857375"/>
          <p14:tracePt t="106624" x="8715375" y="1871663"/>
          <p14:tracePt t="106637" x="8872538" y="1871663"/>
          <p14:tracePt t="106638" x="8986838" y="1871663"/>
          <p14:tracePt t="106647" x="9102725" y="1871663"/>
          <p14:tracePt t="106657" x="9158288" y="1871663"/>
          <p14:tracePt t="106664" x="9259888" y="1857375"/>
          <p14:tracePt t="106672" x="9361488" y="1795463"/>
          <p14:tracePt t="106681" x="9444038" y="1741488"/>
          <p14:tracePt t="106690" x="9531350" y="1666875"/>
          <p14:tracePt t="106703" x="9661525" y="1550988"/>
          <p14:tracePt t="106704" x="9736138" y="1435100"/>
          <p14:tracePt t="106713" x="9804400" y="1339850"/>
          <p14:tracePt t="106724" x="9831388" y="1265238"/>
          <p14:tracePt t="106733" x="9891713" y="1163638"/>
          <p14:tracePt t="106740" x="9932988" y="1062038"/>
          <p14:tracePt t="106749" x="9959975" y="979488"/>
          <p14:tracePt t="106757" x="9980613" y="946150"/>
          <p14:tracePt t="106764" x="9994900" y="877888"/>
          <p14:tracePt t="106772" x="9994900" y="803275"/>
          <p14:tracePt t="106782" x="9994900" y="747713"/>
          <p14:tracePt t="106789" x="9994900" y="673100"/>
          <p14:tracePt t="106796" x="9947275" y="619125"/>
          <p14:tracePt t="106805" x="9864725" y="544513"/>
          <p14:tracePt t="106815" x="9748838" y="449263"/>
          <p14:tracePt t="106825" x="9593263" y="347663"/>
          <p14:tracePt t="106831" x="9415463" y="244475"/>
          <p14:tracePt t="106841" x="9259888" y="157163"/>
          <p14:tracePt t="106848" x="9170988" y="128588"/>
          <p14:tracePt t="106858" x="9028113" y="74613"/>
          <p14:tracePt t="106861" x="8885238" y="41275"/>
          <p14:tracePt t="106872" x="8756650" y="26988"/>
          <p14:tracePt t="106877" x="8640763" y="26988"/>
          <p14:tracePt t="106889" x="8539163" y="26988"/>
          <p14:tracePt t="106894" x="8456613" y="53975"/>
          <p14:tracePt t="106907" x="8382000" y="88900"/>
          <p14:tracePt t="106908" x="8307388" y="128588"/>
          <p14:tracePt t="106919" x="8253413" y="169863"/>
          <p14:tracePt t="106926" x="8212138" y="204788"/>
          <p14:tracePt t="106938" x="8177213" y="258763"/>
          <p14:tracePt t="106943" x="8150225" y="300038"/>
          <p14:tracePt t="106956" x="8123238" y="347663"/>
          <p14:tracePt t="106957" x="8110538" y="401638"/>
          <p14:tracePt t="106967" x="8096250" y="449263"/>
          <p14:tracePt t="106977" x="8096250" y="503238"/>
          <p14:tracePt t="106984" x="8081963" y="557213"/>
          <p14:tracePt t="106994" x="8081963" y="633413"/>
          <p14:tracePt t="107004" x="8081963" y="708025"/>
          <p14:tracePt t="107008" x="8081963" y="776288"/>
          <p14:tracePt t="107020" x="8081963" y="863600"/>
          <p14:tracePt t="107025" x="8081963" y="946150"/>
          <p14:tracePt t="107037" x="8096250" y="1033463"/>
          <p14:tracePt t="107043" x="8110538" y="1122363"/>
          <p14:tracePt t="107056" x="8137525" y="1190625"/>
          <p14:tracePt t="107057" x="8164513" y="1265238"/>
          <p14:tracePt t="107066" x="8212138" y="1339850"/>
          <p14:tracePt t="107072" x="8239125" y="1422400"/>
          <p14:tracePt t="107083" x="8293100" y="1497013"/>
          <p14:tracePt t="107093" x="8367713" y="1565275"/>
          <p14:tracePt t="107099" x="8423275" y="1612900"/>
          <p14:tracePt t="107108" x="8510588" y="1666875"/>
          <p14:tracePt t="107118" x="8586788" y="1708150"/>
          <p14:tracePt t="107127" x="8667750" y="1768475"/>
          <p14:tracePt t="107139" x="8742363" y="1795463"/>
          <p14:tracePt t="107140" x="8810625" y="1809750"/>
          <p14:tracePt t="107148" x="8912225" y="1824038"/>
          <p14:tracePt t="107155" x="9001125" y="1836738"/>
          <p14:tracePt t="107165" x="9090025" y="1836738"/>
          <p14:tracePt t="107173" x="9170988" y="1836738"/>
          <p14:tracePt t="107187" x="9232900" y="1836738"/>
          <p14:tracePt t="107188" x="9301163" y="1836738"/>
          <p14:tracePt t="107197" x="9361488" y="1809750"/>
          <p14:tracePt t="107206" x="9415463" y="1768475"/>
          <p14:tracePt t="107214" x="9477375" y="1708150"/>
          <p14:tracePt t="107224" x="9531350" y="1639888"/>
          <p14:tracePt t="107229" x="9572625" y="1565275"/>
          <p14:tracePt t="107240" x="9605963" y="1497013"/>
          <p14:tracePt t="107247" x="9647238" y="1422400"/>
          <p14:tracePt t="107255" x="9688513" y="1354138"/>
          <p14:tracePt t="107263" x="9736138" y="1279525"/>
          <p14:tracePt t="107273" x="9748838" y="1252538"/>
          <p14:tracePt t="107280" x="9763125" y="1211263"/>
          <p14:tracePt t="107289" x="9790113" y="1163638"/>
          <p14:tracePt t="108127" x="9736138" y="1136650"/>
          <p14:tracePt t="108136" x="9647238" y="1074738"/>
          <p14:tracePt t="108147" x="9558338" y="1020763"/>
          <p14:tracePt t="108156" x="9444038" y="966788"/>
          <p14:tracePt t="108163" x="9348788" y="904875"/>
          <p14:tracePt t="108173" x="9245600" y="850900"/>
          <p14:tracePt t="108180" x="9129713" y="788988"/>
          <p14:tracePt t="108191" x="8939213" y="708025"/>
          <p14:tracePt t="108196" x="8858250" y="673100"/>
          <p14:tracePt t="108208" x="8715375" y="633413"/>
          <p14:tracePt t="108213" x="8586788" y="604838"/>
          <p14:tracePt t="108226" x="8539163" y="604838"/>
          <p14:tracePt t="108227" x="8470900" y="592138"/>
          <p14:tracePt t="108236" x="8408988" y="592138"/>
          <p14:tracePt t="108245" x="8367713" y="592138"/>
          <p14:tracePt t="108253" x="8340725" y="592138"/>
          <p14:tracePt t="108261" x="8328025" y="592138"/>
          <p14:tracePt t="108272" x="8307388" y="592138"/>
          <p14:tracePt t="108285" x="8293100" y="592138"/>
          <p14:tracePt t="108389" x="8293100" y="604838"/>
          <p14:tracePt t="108406" x="8307388" y="604838"/>
          <p14:tracePt t="108415" x="8328025" y="619125"/>
          <p14:tracePt t="108425" x="8340725" y="619125"/>
          <p14:tracePt t="108434" x="8367713" y="633413"/>
          <p14:tracePt t="108444" x="8408988" y="646113"/>
          <p14:tracePt t="108450" x="8456613" y="660400"/>
          <p14:tracePt t="108458" x="8539163" y="673100"/>
          <p14:tracePt t="108467" x="8640763" y="687388"/>
          <p14:tracePt t="108473" x="8682038" y="687388"/>
          <p14:tracePt t="108482" x="8796338" y="708025"/>
          <p14:tracePt t="108491" x="8885238" y="720725"/>
          <p14:tracePt t="108501" x="9015413" y="735013"/>
          <p14:tracePt t="108507" x="9197975" y="747713"/>
          <p14:tracePt t="108518" x="9259888" y="747713"/>
          <p14:tracePt t="108524" x="9375775" y="762000"/>
          <p14:tracePt t="108535" x="9402763" y="762000"/>
          <p14:tracePt t="108540" x="9491663" y="776288"/>
          <p14:tracePt t="108552" x="9545638" y="776288"/>
          <p14:tracePt t="108557" x="9593263" y="788988"/>
          <p14:tracePt t="108568" x="9620250" y="788988"/>
          <p14:tracePt t="108574" x="9647238" y="803275"/>
          <p14:tracePt t="108954" x="9661525" y="803275"/>
          <p14:tracePt t="108964" x="9674225" y="803275"/>
          <p14:tracePt t="108973" x="9688513" y="803275"/>
          <p14:tracePt t="108982" x="9721850" y="803275"/>
          <p14:tracePt t="108992" x="9736138" y="803275"/>
          <p14:tracePt t="108998" x="9763125" y="803275"/>
          <p14:tracePt t="109008" x="9790113" y="803275"/>
          <p14:tracePt t="109015" x="9831388" y="803275"/>
          <p14:tracePt t="109026" x="9879013" y="803275"/>
          <p14:tracePt t="109030" x="9891713" y="803275"/>
          <p14:tracePt t="109042" x="9932988" y="803275"/>
          <p14:tracePt t="109046" x="9959975" y="803275"/>
          <p14:tracePt t="109055" x="9994900" y="803275"/>
          <p14:tracePt t="109063" x="10021888" y="803275"/>
          <p14:tracePt t="109075" x="10034588" y="803275"/>
          <p14:tracePt t="109079" x="10048875" y="803275"/>
          <p14:tracePt t="109093" x="10063163" y="803275"/>
          <p14:tracePt t="109109" x="10075863" y="803275"/>
          <p14:tracePt t="121851" x="10021888" y="803275"/>
          <p14:tracePt t="121852" x="9959975" y="788988"/>
          <p14:tracePt t="121862" x="9891713" y="776288"/>
          <p14:tracePt t="121870" x="9777413" y="747713"/>
          <p14:tracePt t="121879" x="9674225" y="735013"/>
          <p14:tracePt t="121889" x="9545638" y="708025"/>
          <p14:tracePt t="121897" x="9429750" y="687388"/>
          <p14:tracePt t="121905" x="9042400" y="619125"/>
          <p14:tracePt t="121914" x="8899525" y="619125"/>
          <p14:tracePt t="121922" x="8640763" y="577850"/>
          <p14:tracePt t="121929" x="8382000" y="544513"/>
          <p14:tracePt t="121941" x="8096250" y="530225"/>
          <p14:tracePt t="121943" x="7837488" y="503238"/>
          <p14:tracePt t="121953" x="7748588" y="503238"/>
          <p14:tracePt t="121962" x="7566025" y="503238"/>
          <p14:tracePt t="121967" x="7415213" y="503238"/>
          <p14:tracePt t="121978" x="7361238" y="503238"/>
          <p14:tracePt t="121985" x="7272338" y="503238"/>
          <p14:tracePt t="121993" x="7218363" y="503238"/>
          <p14:tracePt t="122002" x="7170738" y="503238"/>
          <p14:tracePt t="122011" x="7143750" y="517525"/>
          <p14:tracePt t="122027" x="7129463" y="530225"/>
          <p14:tracePt t="122035" x="7129463" y="544513"/>
          <p14:tracePt t="122052" x="7143750" y="557213"/>
          <p14:tracePt t="122058" x="7158038" y="592138"/>
          <p14:tracePt t="122067" x="7191375" y="592138"/>
          <p14:tracePt t="122077" x="7232650" y="604838"/>
          <p14:tracePt t="122086" x="7272338" y="619125"/>
          <p14:tracePt t="122099" x="7361238" y="646113"/>
          <p14:tracePt t="122109" x="7435850" y="660400"/>
          <p14:tracePt t="122119" x="7504113" y="660400"/>
          <p14:tracePt t="122125" x="7593013" y="660400"/>
          <p14:tracePt t="122136" x="7661275" y="660400"/>
          <p14:tracePt t="122140" x="7735888" y="660400"/>
          <p14:tracePt t="122152" x="7804150" y="633413"/>
          <p14:tracePt t="122157" x="7891463" y="619125"/>
          <p14:tracePt t="122168" x="7967663" y="592138"/>
          <p14:tracePt t="122174" x="8048625" y="557213"/>
          <p14:tracePt t="122184" x="8096250" y="544513"/>
          <p14:tracePt t="122191" x="8137525" y="544513"/>
          <p14:tracePt t="122201" x="8177213" y="530225"/>
          <p14:tracePt t="122208" x="8224838" y="517525"/>
          <p14:tracePt t="122216" x="8239125" y="517525"/>
          <p14:tracePt t="122226" x="8253413" y="517525"/>
          <p14:tracePt t="122233" x="8253413" y="503238"/>
          <p14:tracePt t="122261" x="8212138" y="503238"/>
          <p14:tracePt t="122270" x="8164513" y="517525"/>
          <p14:tracePt t="122279" x="8110538" y="530225"/>
          <p14:tracePt t="122289" x="8048625" y="557213"/>
          <p14:tracePt t="122296" x="8007350" y="577850"/>
          <p14:tracePt t="122305" x="7980363" y="592138"/>
          <p14:tracePt t="122318" x="7953375" y="604838"/>
          <p14:tracePt t="122319" x="7920038" y="619125"/>
          <p14:tracePt t="122328" x="7891463" y="633413"/>
          <p14:tracePt t="122336" x="7891463" y="646113"/>
          <p14:tracePt t="122346" x="7878763" y="646113"/>
          <p14:tracePt t="122361" x="7878763" y="660400"/>
          <p14:tracePt t="122369" x="7878763" y="673100"/>
          <p14:tracePt t="122378" x="7891463" y="673100"/>
          <p14:tracePt t="122388" x="7920038" y="673100"/>
          <p14:tracePt t="122396" x="7967663" y="687388"/>
          <p14:tracePt t="122403" x="8007350" y="708025"/>
          <p14:tracePt t="122413" x="8069263" y="720725"/>
          <p14:tracePt t="122420" x="8123238" y="720725"/>
          <p14:tracePt t="122428" x="8177213" y="735013"/>
          <p14:tracePt t="122440" x="8253413" y="735013"/>
          <p14:tracePt t="122445" x="8307388" y="747713"/>
          <p14:tracePt t="122455" x="8367713" y="747713"/>
          <p14:tracePt t="122462" x="8435975" y="762000"/>
          <p14:tracePt t="122472" x="8470900" y="762000"/>
          <p14:tracePt t="122654" x="8497888" y="762000"/>
          <p14:tracePt t="122663" x="8539163" y="762000"/>
          <p14:tracePt t="122673" x="8586788" y="762000"/>
          <p14:tracePt t="122683" x="8640763" y="776288"/>
          <p14:tracePt t="122689" x="8715375" y="776288"/>
          <p14:tracePt t="122700" x="8769350" y="788988"/>
          <p14:tracePt t="122707" x="8831263" y="788988"/>
          <p14:tracePt t="122718" x="8926513" y="803275"/>
          <p14:tracePt t="122723" x="9015413" y="803275"/>
          <p14:tracePt t="122730" x="9055100" y="815975"/>
          <p14:tracePt t="122739" x="9117013" y="815975"/>
          <p14:tracePt t="122752" x="9170988" y="815975"/>
          <p14:tracePt t="122753" x="9197975" y="815975"/>
          <p14:tracePt t="122762" x="9232900" y="815975"/>
          <p14:tracePt t="122770" x="9259888" y="815975"/>
          <p14:tracePt t="122785" x="9272588" y="815975"/>
          <p14:tracePt t="122801" x="9286875" y="815975"/>
          <p14:tracePt t="122866" x="9272588" y="815975"/>
          <p14:tracePt t="122875" x="9259888" y="815975"/>
          <p14:tracePt t="122885" x="9232900" y="815975"/>
          <p14:tracePt t="122893" x="9197975" y="815975"/>
          <p14:tracePt t="122903" x="9144000" y="815975"/>
          <p14:tracePt t="122911" x="9102725" y="815975"/>
          <p14:tracePt t="122918" x="9069388" y="815975"/>
          <p14:tracePt t="122926" x="9028113" y="815975"/>
          <p14:tracePt t="122938" x="8986838" y="815975"/>
          <p14:tracePt t="122942" x="8959850" y="815975"/>
          <p14:tracePt t="122951" x="8926513" y="815975"/>
          <p14:tracePt t="122961" x="8912225" y="815975"/>
          <p14:tracePt t="122968" x="8899525" y="815975"/>
          <p14:tracePt t="122985" x="8885238" y="815975"/>
          <p14:tracePt t="123062" x="8899525" y="815975"/>
          <p14:tracePt t="123080" x="8912225" y="815975"/>
          <p14:tracePt t="123090" x="8926513" y="815975"/>
          <p14:tracePt t="123100" x="8939213" y="815975"/>
          <p14:tracePt t="123108" x="8974138" y="815975"/>
          <p14:tracePt t="123117" x="8986838" y="815975"/>
          <p14:tracePt t="123125" x="9001125" y="815975"/>
          <p14:tracePt t="123134" x="9028113" y="815975"/>
          <p14:tracePt t="123140" x="9042400" y="815975"/>
          <p14:tracePt t="123151" x="9069388" y="815975"/>
          <p14:tracePt t="123155" x="9090025" y="803275"/>
          <p14:tracePt t="124627" x="9042400" y="803275"/>
          <p14:tracePt t="124637" x="8986838" y="803275"/>
          <p14:tracePt t="124645" x="8926513" y="803275"/>
          <p14:tracePt t="124654" x="8843963" y="815975"/>
          <p14:tracePt t="124662" x="8682038" y="836613"/>
          <p14:tracePt t="124671" x="8566150" y="850900"/>
          <p14:tracePt t="124679" x="8497888" y="863600"/>
          <p14:tracePt t="124688" x="8408988" y="890588"/>
          <p14:tracePt t="124695" x="8367713" y="890588"/>
          <p14:tracePt t="124703" x="8293100" y="904875"/>
          <p14:tracePt t="124712" x="8253413" y="919163"/>
          <p14:tracePt t="124720" x="8212138" y="931863"/>
          <p14:tracePt t="124729" x="8197850" y="931863"/>
          <p14:tracePt t="124737" x="8177213" y="946150"/>
          <p14:tracePt t="124754" x="8177213" y="966788"/>
          <p14:tracePt t="124770" x="8212138" y="966788"/>
          <p14:tracePt t="124779" x="8253413" y="979488"/>
          <p14:tracePt t="124787" x="8328025" y="979488"/>
          <p14:tracePt t="124796" x="8382000" y="993775"/>
          <p14:tracePt t="124803" x="8456613" y="993775"/>
          <p14:tracePt t="124812" x="8524875" y="993775"/>
          <p14:tracePt t="124820" x="8613775" y="993775"/>
          <p14:tracePt t="124827" x="8694738" y="993775"/>
          <p14:tracePt t="124836" x="8769350" y="979488"/>
          <p14:tracePt t="124845" x="8796338" y="966788"/>
          <p14:tracePt t="124854" x="8843963" y="966788"/>
          <p14:tracePt t="124860" x="8885238" y="946150"/>
          <p14:tracePt t="124870" x="8899525" y="931863"/>
          <p14:tracePt t="124879" x="8926513" y="931863"/>
          <p14:tracePt t="124886" x="8926513" y="919163"/>
          <p14:tracePt t="124908" x="8885238" y="919163"/>
          <p14:tracePt t="124918" x="8831263" y="904875"/>
          <p14:tracePt t="124925" x="8756650" y="904875"/>
          <p14:tracePt t="124936" x="8682038" y="904875"/>
          <p14:tracePt t="124940" x="8599488" y="904875"/>
          <p14:tracePt t="124953" x="8510588" y="904875"/>
          <p14:tracePt t="124957" x="8470900" y="904875"/>
          <p14:tracePt t="124969" x="8408988" y="904875"/>
          <p14:tracePt t="124973" x="8367713" y="919163"/>
          <p14:tracePt t="124986" x="8340725" y="919163"/>
          <p14:tracePt t="124990" x="8328025" y="919163"/>
          <p14:tracePt t="125002" x="8307388" y="919163"/>
          <p14:tracePt t="125028" x="8355013" y="919163"/>
          <p14:tracePt t="125038" x="8396288" y="919163"/>
          <p14:tracePt t="125048" x="8470900" y="890588"/>
          <p14:tracePt t="125057" x="8539163" y="877888"/>
          <p14:tracePt t="125066" x="8653463" y="850900"/>
          <p14:tracePt t="125073" x="8729663" y="850900"/>
          <p14:tracePt t="125083" x="8810625" y="836613"/>
          <p14:tracePt t="125090" x="8885238" y="815975"/>
          <p14:tracePt t="126027" x="8872538" y="836613"/>
          <p14:tracePt t="126037" x="8843963" y="877888"/>
          <p14:tracePt t="126046" x="8831263" y="904875"/>
          <p14:tracePt t="126055" x="8796338" y="931863"/>
          <p14:tracePt t="126065" x="8769350" y="966788"/>
          <p14:tracePt t="126075" x="8729663" y="993775"/>
          <p14:tracePt t="126079" x="8682038" y="1033463"/>
          <p14:tracePt t="126093" x="8640763" y="1095375"/>
          <p14:tracePt t="126094" x="8551863" y="1176338"/>
          <p14:tracePt t="126105" x="8483600" y="1265238"/>
          <p14:tracePt t="126112" x="8408988" y="1366838"/>
          <p14:tracePt t="126122" x="8307388" y="1509713"/>
          <p14:tracePt t="126130" x="8212138" y="1652588"/>
          <p14:tracePt t="126141" x="7994650" y="1973263"/>
          <p14:tracePt t="126145" x="7851775" y="2232025"/>
          <p14:tracePt t="126158" x="7673975" y="2503488"/>
          <p14:tracePt t="126159" x="7518400" y="2816225"/>
          <p14:tracePt t="126169" x="7348538" y="3205163"/>
          <p14:tracePt t="126178" x="7191375" y="3578225"/>
          <p14:tracePt t="126186" x="7027863" y="4027488"/>
          <p14:tracePt t="126194" x="6884988" y="4470400"/>
          <p14:tracePt t="126205" x="6769100" y="4884738"/>
          <p14:tracePt t="126210" x="6729413" y="5062538"/>
          <p14:tracePt t="126220" x="6640513" y="5422900"/>
          <p14:tracePt t="126226" x="6599238" y="5708650"/>
          <p14:tracePt t="126240" x="6586538" y="5810250"/>
          <p14:tracePt t="126502" x="6586538" y="5824538"/>
          <p14:tracePt t="126511" x="6557963" y="5837238"/>
          <p14:tracePt t="126522" x="6545263" y="5864225"/>
          <p14:tracePt t="126530" x="6510338" y="5891213"/>
          <p14:tracePt t="126539" x="6483350" y="5938838"/>
          <p14:tracePt t="126547" x="6429375" y="5980113"/>
          <p14:tracePt t="126558" x="6381750" y="6042025"/>
          <p14:tracePt t="126562" x="6340475" y="6110288"/>
          <p14:tracePt t="126575" x="6300788" y="6184900"/>
          <p14:tracePt t="126579" x="6253163" y="6238875"/>
          <p14:tracePt t="126593" x="6211888" y="6313488"/>
          <p14:tracePt t="126594" x="6170613" y="6367463"/>
          <p14:tracePt t="126604" x="6122988" y="6443663"/>
          <p14:tracePt t="126612" x="6081713" y="6497638"/>
          <p14:tracePt t="126622" x="6054725" y="6572250"/>
          <p14:tracePt t="126627" x="6007100" y="6640513"/>
          <p14:tracePt t="126641" x="5967413" y="6700838"/>
          <p14:tracePt t="126645" x="5926138" y="6756400"/>
          <p14:tracePt t="126658" x="5891213" y="6816725"/>
          <p14:tracePt t="127294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DC20-DA31-F24F-9BA3-FF1A5B53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DB0E4-D102-244C-B4C5-531BD808C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 Is {Z, +} a group? </a:t>
            </a:r>
          </a:p>
          <a:p>
            <a:r>
              <a:rPr lang="en-US" dirty="0"/>
              <a:t>Z ={…,-4,-3,-2,-1,0,1,2,3,4, …}, operation: addition.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(A1) Closure: </a:t>
            </a:r>
            <a:r>
              <a:rPr lang="en-US" sz="1800" dirty="0"/>
              <a:t>If </a:t>
            </a:r>
            <a:r>
              <a:rPr lang="en-US" sz="1800" i="1" dirty="0"/>
              <a:t>a</a:t>
            </a:r>
            <a:r>
              <a:rPr lang="en-US" sz="1800" dirty="0"/>
              <a:t> and </a:t>
            </a:r>
            <a:r>
              <a:rPr lang="en-US" sz="1800" i="1" dirty="0"/>
              <a:t>b</a:t>
            </a:r>
            <a:r>
              <a:rPr lang="en-US" sz="1800" dirty="0"/>
              <a:t> belong to </a:t>
            </a:r>
            <a:r>
              <a:rPr lang="en-US" sz="1800" i="1" dirty="0"/>
              <a:t>G</a:t>
            </a:r>
            <a:r>
              <a:rPr lang="en-US" sz="1800" dirty="0"/>
              <a:t>, then </a:t>
            </a:r>
            <a:r>
              <a:rPr lang="en-US" sz="1800" i="1" dirty="0" err="1"/>
              <a:t>a</a:t>
            </a:r>
            <a:r>
              <a:rPr lang="en-US" sz="1600" i="1" dirty="0" err="1"/>
              <a:t>+</a:t>
            </a:r>
            <a:r>
              <a:rPr lang="en-US" sz="1800" i="1" dirty="0" err="1"/>
              <a:t>b</a:t>
            </a:r>
            <a:r>
              <a:rPr lang="en-US" sz="1800" dirty="0"/>
              <a:t> is also 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(A2) Associative: </a:t>
            </a:r>
            <a:r>
              <a:rPr lang="en-US" sz="1800" i="1" dirty="0"/>
              <a:t>a</a:t>
            </a:r>
            <a:r>
              <a:rPr lang="en-US" sz="1600" i="1" dirty="0"/>
              <a:t>+</a:t>
            </a:r>
            <a:r>
              <a:rPr lang="en-US" sz="1800" i="1" dirty="0"/>
              <a:t>(</a:t>
            </a:r>
            <a:r>
              <a:rPr lang="en-US" sz="1800" i="1" dirty="0" err="1"/>
              <a:t>b</a:t>
            </a:r>
            <a:r>
              <a:rPr lang="en-US" sz="1600" i="1" dirty="0" err="1"/>
              <a:t>+</a:t>
            </a:r>
            <a:r>
              <a:rPr lang="en-US" sz="1800" i="1" dirty="0" err="1"/>
              <a:t>c</a:t>
            </a:r>
            <a:r>
              <a:rPr lang="en-US" sz="1800" i="1" dirty="0"/>
              <a:t>) = (</a:t>
            </a:r>
            <a:r>
              <a:rPr lang="en-US" sz="1800" i="1" dirty="0" err="1"/>
              <a:t>a</a:t>
            </a:r>
            <a:r>
              <a:rPr lang="en-US" sz="1600" i="1" dirty="0" err="1"/>
              <a:t>+</a:t>
            </a:r>
            <a:r>
              <a:rPr lang="en-US" sz="1800" i="1" dirty="0" err="1"/>
              <a:t>b</a:t>
            </a:r>
            <a:r>
              <a:rPr lang="en-US" sz="1800" i="1" dirty="0"/>
              <a:t>)</a:t>
            </a:r>
            <a:r>
              <a:rPr lang="en-US" sz="1600" i="1" dirty="0"/>
              <a:t>+</a:t>
            </a:r>
            <a:r>
              <a:rPr lang="en-US" sz="1800" i="1" dirty="0"/>
              <a:t>c </a:t>
            </a:r>
            <a:r>
              <a:rPr lang="en-US" sz="1800" dirty="0"/>
              <a:t>for all </a:t>
            </a:r>
            <a:r>
              <a:rPr lang="en-US" sz="1800" i="1" dirty="0"/>
              <a:t>a, b, c </a:t>
            </a:r>
            <a:r>
              <a:rPr lang="en-US" sz="1800" dirty="0"/>
              <a:t>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(A3) Identity element: </a:t>
            </a:r>
            <a:r>
              <a:rPr lang="en-US" sz="1800" dirty="0"/>
              <a:t>There is an element </a:t>
            </a:r>
            <a:r>
              <a:rPr lang="en-US" sz="1800" i="1" dirty="0"/>
              <a:t>e</a:t>
            </a:r>
            <a:r>
              <a:rPr lang="en-US" sz="1800" dirty="0"/>
              <a:t> in </a:t>
            </a:r>
            <a:r>
              <a:rPr lang="en-US" sz="1800" i="1" dirty="0"/>
              <a:t>G</a:t>
            </a:r>
            <a:r>
              <a:rPr lang="en-US" sz="1800" dirty="0"/>
              <a:t> such that </a:t>
            </a:r>
            <a:r>
              <a:rPr lang="en-US" sz="1800" i="1" dirty="0" err="1"/>
              <a:t>a</a:t>
            </a:r>
            <a:r>
              <a:rPr lang="en-US" sz="1600" i="1" dirty="0" err="1"/>
              <a:t>+</a:t>
            </a:r>
            <a:r>
              <a:rPr lang="en-US" sz="1800" i="1" dirty="0" err="1"/>
              <a:t>e</a:t>
            </a:r>
            <a:r>
              <a:rPr lang="en-US" sz="1800" i="1" dirty="0"/>
              <a:t> = </a:t>
            </a:r>
            <a:r>
              <a:rPr lang="en-US" sz="1800" i="1" dirty="0" err="1"/>
              <a:t>e</a:t>
            </a:r>
            <a:r>
              <a:rPr lang="en-US" sz="1600" i="1" dirty="0" err="1"/>
              <a:t>+</a:t>
            </a:r>
            <a:r>
              <a:rPr lang="en-US" sz="1800" i="1" dirty="0" err="1"/>
              <a:t>a</a:t>
            </a:r>
            <a:r>
              <a:rPr lang="en-US" sz="1800" i="1" dirty="0"/>
              <a:t> = a </a:t>
            </a:r>
            <a:r>
              <a:rPr lang="en-US" sz="1800" dirty="0"/>
              <a:t>for all </a:t>
            </a:r>
            <a:r>
              <a:rPr lang="en-US" sz="1800" i="1" dirty="0"/>
              <a:t>a</a:t>
            </a:r>
            <a:r>
              <a:rPr lang="en-US" sz="1800" dirty="0"/>
              <a:t> in </a:t>
            </a:r>
            <a:r>
              <a:rPr lang="en-US" sz="1800" i="1" dirty="0"/>
              <a:t>G. </a:t>
            </a:r>
            <a:r>
              <a:rPr lang="en-US" sz="3200" b="1" i="1" dirty="0">
                <a:solidFill>
                  <a:srgbClr val="FF0000"/>
                </a:solidFill>
              </a:rPr>
              <a:t>e=0</a:t>
            </a:r>
            <a:endParaRPr lang="en-US" sz="1800" b="1" i="1" dirty="0">
              <a:solidFill>
                <a:srgbClr val="FF0000"/>
              </a:solidFill>
            </a:endParaRP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(A4) Inverse element: </a:t>
            </a:r>
            <a:r>
              <a:rPr lang="en-US" sz="1800" dirty="0"/>
              <a:t>For each </a:t>
            </a:r>
            <a:r>
              <a:rPr lang="en-US" sz="1800" i="1" dirty="0"/>
              <a:t>a</a:t>
            </a:r>
            <a:r>
              <a:rPr lang="en-US" sz="1800" dirty="0"/>
              <a:t> in </a:t>
            </a:r>
            <a:r>
              <a:rPr lang="en-US" sz="1800" i="1" dirty="0"/>
              <a:t>G</a:t>
            </a:r>
            <a:r>
              <a:rPr lang="en-US" sz="1800" dirty="0"/>
              <a:t>, there is an element </a:t>
            </a:r>
            <a:r>
              <a:rPr lang="en-US" sz="1800" i="1" dirty="0"/>
              <a:t>a</a:t>
            </a:r>
            <a:r>
              <a:rPr lang="en-US" sz="1800" i="1" baseline="30000" dirty="0"/>
              <a:t>’</a:t>
            </a:r>
            <a:r>
              <a:rPr lang="en-US" sz="1800" dirty="0"/>
              <a:t> in </a:t>
            </a:r>
            <a:r>
              <a:rPr lang="en-US" sz="1800" i="1" dirty="0"/>
              <a:t>G </a:t>
            </a:r>
            <a:r>
              <a:rPr lang="en-US" sz="1800" dirty="0"/>
              <a:t>such that </a:t>
            </a:r>
            <a:r>
              <a:rPr lang="en-US" sz="1800" i="1" dirty="0" err="1"/>
              <a:t>a</a:t>
            </a:r>
            <a:r>
              <a:rPr lang="en-US" sz="1600" i="1" dirty="0" err="1"/>
              <a:t>+</a:t>
            </a:r>
            <a:r>
              <a:rPr lang="en-US" sz="1800" i="1" dirty="0" err="1"/>
              <a:t>a</a:t>
            </a:r>
            <a:r>
              <a:rPr lang="en-US" sz="1600" i="1" baseline="30000" dirty="0"/>
              <a:t>’</a:t>
            </a:r>
            <a:r>
              <a:rPr lang="en-US" sz="1800" i="1" dirty="0"/>
              <a:t> = a</a:t>
            </a:r>
            <a:r>
              <a:rPr lang="en-US" sz="1600" i="1" baseline="30000" dirty="0"/>
              <a:t>’</a:t>
            </a:r>
            <a:r>
              <a:rPr lang="en-US" sz="1800" i="1" dirty="0"/>
              <a:t> + a = </a:t>
            </a:r>
            <a:r>
              <a:rPr lang="en-US" sz="3200" b="1" i="1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/>
              <a:t>Example 2: Is {Z, *} a group?</a:t>
            </a:r>
          </a:p>
          <a:p>
            <a:pPr lvl="1"/>
            <a:r>
              <a:rPr lang="en-US" dirty="0"/>
              <a:t>Most of the elements do not have inverses in Z.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BFB03-FC0D-854F-9502-1F2F3050F6C6}"/>
              </a:ext>
            </a:extLst>
          </p:cNvPr>
          <p:cNvSpPr/>
          <p:nvPr/>
        </p:nvSpPr>
        <p:spPr>
          <a:xfrm>
            <a:off x="5663952" y="1556792"/>
            <a:ext cx="1608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Yes!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CD5EA-1441-FB4A-BEA3-0A1CDF33F605}"/>
              </a:ext>
            </a:extLst>
          </p:cNvPr>
          <p:cNvSpPr/>
          <p:nvPr/>
        </p:nvSpPr>
        <p:spPr>
          <a:xfrm>
            <a:off x="5426585" y="464953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No!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9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080"/>
    </mc:Choice>
    <mc:Fallback xmlns="">
      <p:transition spd="slow" advTm="1940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  <p:bldP spid="8" grpId="0"/>
      <p:bldP spid="9" grpId="0"/>
    </p:bldLst>
  </p:timing>
  <p:extLst>
    <p:ext uri="{3A86A75C-4F4B-4683-9AE1-C65F6400EC91}">
      <p14:laserTraceLst xmlns:p14="http://schemas.microsoft.com/office/powerpoint/2010/main">
        <p14:tracePtLst>
          <p14:tracePt t="146226" x="3348038" y="6715125"/>
          <p14:tracePt t="146234" x="3252788" y="6443663"/>
          <p14:tracePt t="146243" x="3122613" y="6081713"/>
          <p14:tracePt t="146250" x="2959100" y="5634038"/>
          <p14:tracePt t="146259" x="2816225" y="5129213"/>
          <p14:tracePt t="146267" x="2660650" y="4598988"/>
          <p14:tracePt t="146276" x="2544763" y="4081463"/>
          <p14:tracePt t="146283" x="2428875" y="3592513"/>
          <p14:tracePt t="146291" x="2387600" y="3408363"/>
          <p14:tracePt t="146305" x="2300288" y="3021013"/>
          <p14:tracePt t="146317" x="2232025" y="2598738"/>
          <p14:tracePt t="146329" x="2211388" y="2530475"/>
          <p14:tracePt t="146338" x="2197100" y="2374900"/>
          <p14:tracePt t="146545" x="2170113" y="2360613"/>
          <p14:tracePt t="146554" x="2128838" y="2339975"/>
          <p14:tracePt t="146561" x="2081213" y="2327275"/>
          <p14:tracePt t="146570" x="2041525" y="2312988"/>
          <p14:tracePt t="146578" x="2014538" y="2312988"/>
          <p14:tracePt t="146586" x="1985963" y="2312988"/>
          <p14:tracePt t="146594" x="1952625" y="2312988"/>
          <p14:tracePt t="146602" x="1938338" y="2312988"/>
          <p14:tracePt t="146612" x="1857375" y="2339975"/>
          <p14:tracePt t="146621" x="1809750" y="2414588"/>
          <p14:tracePt t="146629" x="1768475" y="2517775"/>
          <p14:tracePt t="146640" x="1728788" y="2646363"/>
          <p14:tracePt t="146647" x="1666875" y="2789238"/>
          <p14:tracePt t="146654" x="1625600" y="2994025"/>
          <p14:tracePt t="146663" x="1565275" y="3205163"/>
          <p14:tracePt t="146670" x="1497013" y="3435350"/>
          <p14:tracePt t="146678" x="1449388" y="3640138"/>
          <p14:tracePt t="146686" x="1395413" y="3863975"/>
          <p14:tracePt t="146694" x="1354138" y="4081463"/>
          <p14:tracePt t="146701" x="1319213" y="4271963"/>
          <p14:tracePt t="146711" x="1306513" y="4340225"/>
          <p14:tracePt t="146725" x="1292225" y="4497388"/>
          <p14:tracePt t="146727" x="1292225" y="4613275"/>
          <p14:tracePt t="146734" x="1292225" y="4714875"/>
          <p14:tracePt t="146743" x="1292225" y="4816475"/>
          <p14:tracePt t="146751" x="1292225" y="4905375"/>
          <p14:tracePt t="146759" x="1292225" y="4959350"/>
          <p14:tracePt t="146768" x="1306513" y="5021263"/>
          <p14:tracePt t="146776" x="1319213" y="5048250"/>
          <p14:tracePt t="146786" x="1354138" y="5116513"/>
          <p14:tracePt t="146796" x="1366838" y="5129213"/>
          <p14:tracePt t="146805" x="1395413" y="5164138"/>
          <p14:tracePt t="146812" x="1422400" y="5191125"/>
          <p14:tracePt t="146819" x="1435100" y="5218113"/>
          <p14:tracePt t="146827" x="1470025" y="5245100"/>
          <p14:tracePt t="146837" x="1509713" y="5280025"/>
          <p14:tracePt t="146845" x="1524000" y="5292725"/>
          <p14:tracePt t="146853" x="1538288" y="5307013"/>
          <p14:tracePt t="146863" x="1598613" y="5334000"/>
          <p14:tracePt t="146871" x="1625600" y="5348288"/>
          <p14:tracePt t="146880" x="1652588" y="5360988"/>
          <p14:tracePt t="146882" x="1693863" y="5375275"/>
          <p14:tracePt t="146892" x="1741488" y="5375275"/>
          <p14:tracePt t="146899" x="1782763" y="5375275"/>
          <p14:tracePt t="146910" x="1824038" y="5375275"/>
          <p14:tracePt t="146918" x="1871663" y="5375275"/>
          <p14:tracePt t="146927" x="1911350" y="5375275"/>
          <p14:tracePt t="146935" x="1938338" y="5334000"/>
          <p14:tracePt t="146944" x="1973263" y="5292725"/>
          <p14:tracePt t="146952" x="2014538" y="5232400"/>
          <p14:tracePt t="146961" x="2054225" y="5149850"/>
          <p14:tracePt t="146965" x="2081213" y="5062538"/>
          <p14:tracePt t="146977" x="2116138" y="4973638"/>
          <p14:tracePt t="146981" x="2128838" y="4857750"/>
          <p14:tracePt t="146993" x="2170113" y="4673600"/>
          <p14:tracePt t="146998" x="2197100" y="4530725"/>
          <p14:tracePt t="147012" x="2197100" y="4456113"/>
          <p14:tracePt t="147012" x="2211388" y="4313238"/>
          <p14:tracePt t="147024" x="2232025" y="4197350"/>
          <p14:tracePt t="147030" x="2244725" y="4068763"/>
          <p14:tracePt t="147041" x="2244725" y="3967163"/>
          <p14:tracePt t="147048" x="2244725" y="3851275"/>
          <p14:tracePt t="147059" x="2244725" y="3768725"/>
          <p14:tracePt t="147063" x="2244725" y="3735388"/>
          <p14:tracePt t="147075" x="2244725" y="3667125"/>
          <p14:tracePt t="147079" x="2232025" y="3625850"/>
          <p14:tracePt t="147092" x="2211388" y="3578225"/>
          <p14:tracePt t="147097" x="2197100" y="3538538"/>
          <p14:tracePt t="147110" x="2170113" y="3497263"/>
          <p14:tracePt t="147111" x="2157413" y="3462338"/>
          <p14:tracePt t="147122" x="2128838" y="3449638"/>
          <p14:tracePt t="147130" x="2101850" y="3422650"/>
          <p14:tracePt t="147138" x="2054225" y="3395663"/>
          <p14:tracePt t="147147" x="2041525" y="3395663"/>
          <p14:tracePt t="147155" x="1985963" y="3381375"/>
          <p14:tracePt t="147162" x="1938338" y="3381375"/>
          <p14:tracePt t="147169" x="1898650" y="3381375"/>
          <p14:tracePt t="147178" x="1857375" y="3381375"/>
          <p14:tracePt t="147187" x="1809750" y="3395663"/>
          <p14:tracePt t="147195" x="1768475" y="3422650"/>
          <p14:tracePt t="147204" x="1728788" y="3462338"/>
          <p14:tracePt t="147212" x="1681163" y="3509963"/>
          <p14:tracePt t="147220" x="1612900" y="3605213"/>
          <p14:tracePt t="147229" x="1598613" y="3667125"/>
          <p14:tracePt t="147236" x="1550988" y="3756025"/>
          <p14:tracePt t="147246" x="1524000" y="3851275"/>
          <p14:tracePt t="147254" x="1509713" y="3952875"/>
          <p14:tracePt t="147262" x="1497013" y="4110038"/>
          <p14:tracePt t="147274" x="1497013" y="4387850"/>
          <p14:tracePt t="147283" x="1497013" y="4443413"/>
          <p14:tracePt t="147293" x="1538288" y="4557713"/>
          <p14:tracePt t="147302" x="1565275" y="4660900"/>
          <p14:tracePt t="147310" x="1625600" y="4776788"/>
          <p14:tracePt t="147319" x="1666875" y="4872038"/>
          <p14:tracePt t="147326" x="1708150" y="4959350"/>
          <p14:tracePt t="147335" x="1741488" y="4986338"/>
          <p14:tracePt t="147343" x="1782763" y="5033963"/>
          <p14:tracePt t="147350" x="1809750" y="5075238"/>
          <p14:tracePt t="147359" x="1871663" y="5129213"/>
          <p14:tracePt t="147368" x="1911350" y="5149850"/>
          <p14:tracePt t="147374" x="1952625" y="5149850"/>
          <p14:tracePt t="147385" x="2000250" y="5149850"/>
          <p14:tracePt t="147390" x="2081213" y="5149850"/>
          <p14:tracePt t="147401" x="2170113" y="5102225"/>
          <p14:tracePt t="147408" x="2271713" y="5033963"/>
          <p14:tracePt t="147419" x="2401888" y="4919663"/>
          <p14:tracePt t="147425" x="2544763" y="4803775"/>
          <p14:tracePt t="147435" x="2660650" y="4660900"/>
          <p14:tracePt t="147441" x="2789238" y="4518025"/>
          <p14:tracePt t="147452" x="2890838" y="4354513"/>
          <p14:tracePt t="147460" x="2932113" y="4271963"/>
          <p14:tracePt t="147468" x="3021013" y="4122738"/>
          <p14:tracePt t="147475" x="3074988" y="3994150"/>
          <p14:tracePt t="147483" x="3101975" y="3863975"/>
          <p14:tracePt t="147492" x="3122613" y="3735388"/>
          <p14:tracePt t="147498" x="3136900" y="3640138"/>
          <p14:tracePt t="147512" x="3136900" y="3449638"/>
          <p14:tracePt t="147512" x="3101975" y="3319463"/>
          <p14:tracePt t="147524" x="3048000" y="3205163"/>
          <p14:tracePt t="147531" x="2959100" y="3062288"/>
          <p14:tracePt t="147542" x="2863850" y="2946400"/>
          <p14:tracePt t="147546" x="2803525" y="2905125"/>
          <p14:tracePt t="147560" x="2714625" y="2803525"/>
          <p14:tracePt t="147561" x="2633663" y="2762250"/>
          <p14:tracePt t="147570" x="2557463" y="2714625"/>
          <p14:tracePt t="147580" x="2503488" y="2700338"/>
          <p14:tracePt t="147588" x="2428875" y="2700338"/>
          <p14:tracePt t="147597" x="2339975" y="2700338"/>
          <p14:tracePt t="147604" x="2271713" y="2747963"/>
          <p14:tracePt t="147613" x="2197100" y="2830513"/>
          <p14:tracePt t="147626" x="2128838" y="2905125"/>
          <p14:tracePt t="147627" x="2041525" y="3021013"/>
          <p14:tracePt t="147636" x="1973263" y="3136900"/>
          <p14:tracePt t="147644" x="1884363" y="3306763"/>
          <p14:tracePt t="147653" x="1824038" y="3462338"/>
          <p14:tracePt t="147660" x="1768475" y="3625850"/>
          <p14:tracePt t="147670" x="1728788" y="3795713"/>
          <p14:tracePt t="147676" x="1708150" y="3979863"/>
          <p14:tracePt t="147686" x="1708150" y="4068763"/>
          <p14:tracePt t="147695" x="1708150" y="4238625"/>
          <p14:tracePt t="147703" x="1708150" y="4387850"/>
          <p14:tracePt t="147710" x="1708150" y="4497388"/>
          <p14:tracePt t="147719" x="1728788" y="4613275"/>
          <p14:tracePt t="147727" x="1768475" y="4714875"/>
          <p14:tracePt t="147737" x="1824038" y="4803775"/>
          <p14:tracePt t="147745" x="1884363" y="4872038"/>
          <p14:tracePt t="147752" x="1938338" y="4932363"/>
          <p14:tracePt t="147762" x="2027238" y="4986338"/>
          <p14:tracePt t="147771" x="2081213" y="5033963"/>
          <p14:tracePt t="147785" x="2157413" y="5062538"/>
          <p14:tracePt t="147786" x="2244725" y="5089525"/>
          <p14:tracePt t="147795" x="2339975" y="5102225"/>
          <p14:tracePt t="147802" x="2428875" y="5102225"/>
          <p14:tracePt t="147811" x="2517775" y="5116513"/>
          <p14:tracePt t="147819" x="2619375" y="5116513"/>
          <p14:tracePt t="147828" x="2735263" y="5116513"/>
          <p14:tracePt t="147835" x="2890838" y="5116513"/>
          <p14:tracePt t="147848" x="2994025" y="5075238"/>
          <p14:tracePt t="147849" x="3089275" y="5033963"/>
          <p14:tracePt t="147861" x="3149600" y="4986338"/>
          <p14:tracePt t="147866" x="3232150" y="4919663"/>
          <p14:tracePt t="147878" x="3292475" y="4843463"/>
          <p14:tracePt t="147890" x="3408363" y="4598988"/>
          <p14:tracePt t="147899" x="3422650" y="4497388"/>
          <p14:tracePt t="147910" x="3422650" y="4429125"/>
          <p14:tracePt t="147915" x="3422650" y="4238625"/>
          <p14:tracePt t="147927" x="3422650" y="4110038"/>
          <p14:tracePt t="147932" x="3360738" y="3979863"/>
          <p14:tracePt t="147941" x="3292475" y="3836988"/>
          <p14:tracePt t="147952" x="3205163" y="3708400"/>
          <p14:tracePt t="147961" x="3101975" y="3578225"/>
          <p14:tracePt t="147965" x="2994025" y="3462338"/>
          <p14:tracePt t="147977" x="2932113" y="3422650"/>
          <p14:tracePt t="147978" x="2830513" y="3348038"/>
          <p14:tracePt t="147990" x="2714625" y="3292475"/>
          <p14:tracePt t="147998" x="2619375" y="3265488"/>
          <p14:tracePt t="148009" x="2517775" y="3265488"/>
          <p14:tracePt t="148014" x="2360613" y="3265488"/>
          <p14:tracePt t="148027" x="2271713" y="3279775"/>
          <p14:tracePt t="148028" x="2170113" y="3348038"/>
          <p14:tracePt t="148040" x="2081213" y="3449638"/>
          <p14:tracePt t="148048" x="1985963" y="3565525"/>
          <p14:tracePt t="148061" x="1898650" y="3694113"/>
          <p14:tracePt t="148062" x="1824038" y="3863975"/>
          <p14:tracePt t="148071" x="1768475" y="4041775"/>
          <p14:tracePt t="148081" x="1728788" y="4224338"/>
          <p14:tracePt t="148087" x="1693863" y="4414838"/>
          <p14:tracePt t="148097" x="1681163" y="4586288"/>
          <p14:tracePt t="148110" x="1681163" y="4776788"/>
          <p14:tracePt t="148112" x="1681163" y="4843463"/>
          <p14:tracePt t="148122" x="1693863" y="4973638"/>
          <p14:tracePt t="148128" x="1728788" y="5089525"/>
          <p14:tracePt t="148142" x="1782763" y="5191125"/>
          <p14:tracePt t="148143" x="1836738" y="5259388"/>
          <p14:tracePt t="148153" x="1911350" y="5334000"/>
          <p14:tracePt t="148164" x="1985963" y="5408613"/>
          <p14:tracePt t="148170" x="2041525" y="5449888"/>
          <p14:tracePt t="148182" x="2116138" y="5476875"/>
          <p14:tracePt t="148192" x="2184400" y="5503863"/>
          <p14:tracePt t="148196" x="2244725" y="5503863"/>
          <p14:tracePt t="148203" x="2300288" y="5503863"/>
          <p14:tracePt t="148210" x="2374900" y="5503863"/>
          <p14:tracePt t="148219" x="2414588" y="5491163"/>
          <p14:tracePt t="148229" x="2503488" y="5435600"/>
          <p14:tracePt t="148236" x="2544763" y="5348288"/>
          <p14:tracePt t="148249" x="2598738" y="5232400"/>
          <p14:tracePt t="148252" x="2660650" y="5116513"/>
          <p14:tracePt t="148263" x="2687638" y="5000625"/>
          <p14:tracePt t="148266" x="2735263" y="4857750"/>
          <p14:tracePt t="148279" x="2762250" y="4714875"/>
          <p14:tracePt t="148285" x="2762250" y="4545013"/>
          <p14:tracePt t="148294" x="2776538" y="4387850"/>
          <p14:tracePt t="148302" x="2776538" y="4211638"/>
          <p14:tracePt t="148312" x="2776538" y="4068763"/>
          <p14:tracePt t="148319" x="2776538" y="3979863"/>
          <p14:tracePt t="148330" x="2762250" y="3863975"/>
          <p14:tracePt t="148333" x="2714625" y="3735388"/>
          <p14:tracePt t="148343" x="2660650" y="3625850"/>
          <p14:tracePt t="148349" x="2598738" y="3538538"/>
          <p14:tracePt t="148359" x="2530475" y="3462338"/>
          <p14:tracePt t="148367" x="2470150" y="3395663"/>
          <p14:tracePt t="148376" x="2414588" y="3348038"/>
          <p14:tracePt t="148386" x="2387600" y="3348038"/>
          <p14:tracePt t="148397" x="2327275" y="3333750"/>
          <p14:tracePt t="148400" x="2286000" y="3319463"/>
          <p14:tracePt t="148409" x="2244725" y="3306763"/>
          <p14:tracePt t="148423" x="2211388" y="3306763"/>
          <p14:tracePt t="148424" x="2184400" y="3306763"/>
          <p14:tracePt t="148433" x="2157413" y="3306763"/>
          <p14:tracePt t="148443" x="2128838" y="3333750"/>
          <p14:tracePt t="148449" x="2101850" y="3381375"/>
          <p14:tracePt t="148459" x="2081213" y="3422650"/>
          <p14:tracePt t="148473" x="2054225" y="3497263"/>
          <p14:tracePt t="148475" x="2041525" y="3551238"/>
          <p14:tracePt t="148481" x="2014538" y="3640138"/>
          <p14:tracePt t="148491" x="2000250" y="3708400"/>
          <p14:tracePt t="148499" x="1985963" y="3810000"/>
          <p14:tracePt t="148508" x="1973263" y="3884613"/>
          <p14:tracePt t="148517" x="1952625" y="3979863"/>
          <p14:tracePt t="148524" x="1952625" y="4095750"/>
          <p14:tracePt t="148533" x="1952625" y="4197350"/>
          <p14:tracePt t="148538" x="1952625" y="4286250"/>
          <p14:tracePt t="148547" x="1952625" y="4387850"/>
          <p14:tracePt t="148560" x="1985963" y="4557713"/>
          <p14:tracePt t="148561" x="2014538" y="4613275"/>
          <p14:tracePt t="148571" x="2054225" y="4714875"/>
          <p14:tracePt t="148582" x="2116138" y="4816475"/>
          <p14:tracePt t="148593" x="2157413" y="4872038"/>
          <p14:tracePt t="148594" x="2211388" y="4946650"/>
          <p14:tracePt t="148604" x="2259013" y="4986338"/>
          <p14:tracePt t="148613" x="2312988" y="5033963"/>
          <p14:tracePt t="148620" x="2387600" y="5048250"/>
          <p14:tracePt t="148631" x="2428875" y="5048250"/>
          <p14:tracePt t="148644" x="2490788" y="5048250"/>
          <p14:tracePt t="148645" x="2544763" y="5048250"/>
          <p14:tracePt t="148653" x="2633663" y="5021263"/>
          <p14:tracePt t="148664" x="2700338" y="4932363"/>
          <p14:tracePt t="148670" x="2735263" y="4884738"/>
          <p14:tracePt t="148684" x="2816225" y="4776788"/>
          <p14:tracePt t="148685" x="2843213" y="4714875"/>
          <p14:tracePt t="148693" x="2919413" y="4545013"/>
          <p14:tracePt t="148703" x="2946400" y="4402138"/>
          <p14:tracePt t="148712" x="2973388" y="4259263"/>
          <p14:tracePt t="148720" x="2973388" y="4122738"/>
          <p14:tracePt t="148730" x="2973388" y="3967163"/>
          <p14:tracePt t="148737" x="2973388" y="3810000"/>
          <p14:tracePt t="148748" x="2932113" y="3652838"/>
          <p14:tracePt t="148751" x="2905125" y="3578225"/>
          <p14:tracePt t="148762" x="2830513" y="3462338"/>
          <p14:tracePt t="148769" x="2776538" y="3360738"/>
          <p14:tracePt t="148781" x="2673350" y="3279775"/>
          <p14:tracePt t="148783" x="2598738" y="3217863"/>
          <p14:tracePt t="148792" x="2517775" y="3163888"/>
          <p14:tracePt t="148800" x="2443163" y="3149600"/>
          <p14:tracePt t="148809" x="2360613" y="3136900"/>
          <p14:tracePt t="148820" x="2286000" y="3136900"/>
          <p14:tracePt t="148828" x="2211388" y="3136900"/>
          <p14:tracePt t="148832" x="2157413" y="3149600"/>
          <p14:tracePt t="148843" x="2101850" y="3190875"/>
          <p14:tracePt t="148851" x="2014538" y="3279775"/>
          <p14:tracePt t="148859" x="1973263" y="3333750"/>
          <p14:tracePt t="148867" x="1925638" y="3408363"/>
          <p14:tracePt t="148876" x="1884363" y="3497263"/>
          <p14:tracePt t="148890" x="1836738" y="3578225"/>
          <p14:tracePt t="148892" x="1809750" y="3667125"/>
          <p14:tracePt t="148902" x="1782763" y="3768725"/>
          <p14:tracePt t="148908" x="1768475" y="3851275"/>
          <p14:tracePt t="148923" x="1741488" y="3938588"/>
          <p14:tracePt t="148924" x="1741488" y="3994150"/>
          <p14:tracePt t="148933" x="1741488" y="4068763"/>
          <p14:tracePt t="148943" x="1741488" y="4122738"/>
          <p14:tracePt t="148949" x="1741488" y="4170363"/>
          <p14:tracePt t="148962" x="1755775" y="4211638"/>
          <p14:tracePt t="148963" x="1782763" y="4259263"/>
          <p14:tracePt t="148976" x="1809750" y="4300538"/>
          <p14:tracePt t="148977" x="1836738" y="4327525"/>
          <p14:tracePt t="148987" x="1871663" y="4367213"/>
          <p14:tracePt t="148996" x="1898650" y="4387850"/>
          <p14:tracePt t="149008" x="1925638" y="4414838"/>
          <p14:tracePt t="149014" x="1952625" y="4429125"/>
          <p14:tracePt t="149026" x="1985963" y="4456113"/>
          <p14:tracePt t="149028" x="2014538" y="4456113"/>
          <p14:tracePt t="149036" x="2068513" y="4483100"/>
          <p14:tracePt t="149044" x="2081213" y="4483100"/>
          <p14:tracePt t="149056" x="2128838" y="4483100"/>
          <p14:tracePt t="149061" x="2170113" y="4483100"/>
          <p14:tracePt t="149071" x="2197100" y="4483100"/>
          <p14:tracePt t="149078" x="2232025" y="4470400"/>
          <p14:tracePt t="149092" x="2271713" y="4443413"/>
          <p14:tracePt t="149093" x="2300288" y="4402138"/>
          <p14:tracePt t="149102" x="2312988" y="4387850"/>
          <p14:tracePt t="149109" x="2360613" y="4327525"/>
          <p14:tracePt t="149118" x="2374900" y="4286250"/>
          <p14:tracePt t="149125" x="2387600" y="4224338"/>
          <p14:tracePt t="149136" x="2401888" y="4170363"/>
          <p14:tracePt t="149142" x="2414588" y="4095750"/>
          <p14:tracePt t="149153" x="2414588" y="4014788"/>
          <p14:tracePt t="149159" x="2414588" y="3925888"/>
          <p14:tracePt t="149169" x="2414588" y="3836988"/>
          <p14:tracePt t="149175" x="2414588" y="3756025"/>
          <p14:tracePt t="149186" x="2387600" y="3652838"/>
          <p14:tracePt t="149192" x="2360613" y="3551238"/>
          <p14:tracePt t="149202" x="2327275" y="3462338"/>
          <p14:tracePt t="149210" x="2300288" y="3395663"/>
          <p14:tracePt t="149217" x="2271713" y="3360738"/>
          <p14:tracePt t="149226" x="2259013" y="3319463"/>
          <p14:tracePt t="149235" x="2232025" y="3279775"/>
          <p14:tracePt t="149242" x="2197100" y="3265488"/>
          <p14:tracePt t="149252" x="2184400" y="3252788"/>
          <p14:tracePt t="149263" x="2157413" y="3252788"/>
          <p14:tracePt t="149265" x="2116138" y="3252788"/>
          <p14:tracePt t="149276" x="2081213" y="3252788"/>
          <p14:tracePt t="149283" x="2068513" y="3252788"/>
          <p14:tracePt t="149294" x="2027238" y="3279775"/>
          <p14:tracePt t="149298" x="1985963" y="3333750"/>
          <p14:tracePt t="149309" x="1938338" y="3395663"/>
          <p14:tracePt t="149316" x="1898650" y="3449638"/>
          <p14:tracePt t="149325" x="1857375" y="3524250"/>
          <p14:tracePt t="149332" x="1795463" y="3667125"/>
          <p14:tracePt t="149341" x="1755775" y="3783013"/>
          <p14:tracePt t="149350" x="1708150" y="3898900"/>
          <p14:tracePt t="149358" x="1681163" y="4041775"/>
          <p14:tracePt t="149370" x="1666875" y="4184650"/>
          <p14:tracePt t="149378" x="1652588" y="4340225"/>
          <p14:tracePt t="149381" x="1652588" y="4429125"/>
          <p14:tracePt t="149392" x="1652588" y="4572000"/>
          <p14:tracePt t="149397" x="1652588" y="4700588"/>
          <p14:tracePt t="149409" x="1652588" y="4803775"/>
          <p14:tracePt t="149413" x="1652588" y="4905375"/>
          <p14:tracePt t="149426" x="1652588" y="4986338"/>
          <p14:tracePt t="149430" x="1652588" y="5062538"/>
          <p14:tracePt t="149442" x="1681163" y="5116513"/>
          <p14:tracePt t="149447" x="1693863" y="5191125"/>
          <p14:tracePt t="149461" x="1728788" y="5232400"/>
          <p14:tracePt t="149462" x="1768475" y="5280025"/>
          <p14:tracePt t="149473" x="1795463" y="5319713"/>
          <p14:tracePt t="149480" x="1836738" y="5334000"/>
          <p14:tracePt t="149488" x="1884363" y="5360988"/>
          <p14:tracePt t="149498" x="1938338" y="5360988"/>
          <p14:tracePt t="149504" x="2014538" y="5375275"/>
          <p14:tracePt t="149513" x="2068513" y="5375275"/>
          <p14:tracePt t="149520" x="2143125" y="5375275"/>
          <p14:tracePt t="149529" x="2211388" y="5334000"/>
          <p14:tracePt t="149542" x="2271713" y="5307013"/>
          <p14:tracePt t="149543" x="2339975" y="5259388"/>
          <p14:tracePt t="149552" x="2387600" y="5205413"/>
          <p14:tracePt t="149559" x="2414588" y="5191125"/>
          <p14:tracePt t="149569" x="2490788" y="5116513"/>
          <p14:tracePt t="149577" x="2517775" y="5062538"/>
          <p14:tracePt t="149586" x="2544763" y="5021263"/>
          <p14:tracePt t="150851" x="2544763" y="5000625"/>
          <p14:tracePt t="150861" x="2544763" y="4959350"/>
          <p14:tracePt t="150870" x="2557463" y="4905375"/>
          <p14:tracePt t="150880" x="2571750" y="4830763"/>
          <p14:tracePt t="150890" x="2586038" y="4756150"/>
          <p14:tracePt t="150896" x="2598738" y="4687888"/>
          <p14:tracePt t="150908" x="2619375" y="4598988"/>
          <p14:tracePt t="150912" x="2646363" y="4443413"/>
          <p14:tracePt t="150925" x="2673350" y="4286250"/>
          <p14:tracePt t="150926" x="2673350" y="4197350"/>
          <p14:tracePt t="150936" x="2673350" y="4041775"/>
          <p14:tracePt t="150944" x="2673350" y="3911600"/>
          <p14:tracePt t="150954" x="2673350" y="3768725"/>
          <p14:tracePt t="150961" x="2673350" y="3652838"/>
          <p14:tracePt t="150972" x="2673350" y="3565525"/>
          <p14:tracePt t="150976" x="2660650" y="3476625"/>
          <p14:tracePt t="150989" x="2660650" y="3462338"/>
          <p14:tracePt t="150993" x="2633663" y="3408363"/>
          <p14:tracePt t="151006" x="2619375" y="3381375"/>
          <p14:tracePt t="151011" x="2598738" y="3333750"/>
          <p14:tracePt t="151024" x="2571750" y="3319463"/>
          <p14:tracePt t="151024" x="2557463" y="3292475"/>
          <p14:tracePt t="151034" x="2530475" y="3279775"/>
          <p14:tracePt t="151042" x="2517775" y="3265488"/>
          <p14:tracePt t="151051" x="2503488" y="3252788"/>
          <p14:tracePt t="151061" x="2490788" y="3252788"/>
          <p14:tracePt t="151069" x="2455863" y="3232150"/>
          <p14:tracePt t="151076" x="2443163" y="3232150"/>
          <p14:tracePt t="151088" x="2428875" y="3232150"/>
          <p14:tracePt t="151090" x="2401888" y="3217863"/>
          <p14:tracePt t="151099" x="2387600" y="3217863"/>
          <p14:tracePt t="151108" x="2374900" y="3217863"/>
          <p14:tracePt t="151117" x="2360613" y="3217863"/>
          <p14:tracePt t="151122" x="2339975" y="3217863"/>
          <p14:tracePt t="151132" x="2327275" y="3217863"/>
          <p14:tracePt t="151141" x="2312988" y="3217863"/>
          <p14:tracePt t="151150" x="2300288" y="3217863"/>
          <p14:tracePt t="151158" x="2286000" y="3217863"/>
          <p14:tracePt t="151173" x="2271713" y="3217863"/>
          <p14:tracePt t="151182" x="2259013" y="3217863"/>
          <p14:tracePt t="151198" x="2244725" y="3217863"/>
          <p14:tracePt t="151208" x="2232025" y="3217863"/>
          <p14:tracePt t="151215" x="2211388" y="3217863"/>
          <p14:tracePt t="151225" x="2197100" y="3232150"/>
          <p14:tracePt t="151233" x="2184400" y="3252788"/>
          <p14:tracePt t="151242" x="2157413" y="3265488"/>
          <p14:tracePt t="151248" x="2143125" y="3292475"/>
          <p14:tracePt t="151259" x="2101850" y="3319463"/>
          <p14:tracePt t="151269" x="2081213" y="3360738"/>
          <p14:tracePt t="151276" x="2054225" y="3395663"/>
          <p14:tracePt t="151284" x="2014538" y="3435350"/>
          <p14:tracePt t="151294" x="2000250" y="3497263"/>
          <p14:tracePt t="151297" x="1973263" y="3565525"/>
          <p14:tracePt t="151306" x="1938338" y="3640138"/>
          <p14:tracePt t="151313" x="1884363" y="3783013"/>
          <p14:tracePt t="151323" x="1857375" y="3898900"/>
          <p14:tracePt t="151330" x="1836738" y="4027488"/>
          <p14:tracePt t="151339" x="1809750" y="4170363"/>
          <p14:tracePt t="151348" x="1809750" y="4340225"/>
          <p14:tracePt t="151354" x="1809750" y="4518025"/>
          <p14:tracePt t="151370" x="1809750" y="4905375"/>
          <p14:tracePt t="151378" x="1809750" y="5089525"/>
          <p14:tracePt t="151388" x="1809750" y="5292725"/>
          <p14:tracePt t="151394" x="1809750" y="5360988"/>
          <p14:tracePt t="151405" x="1836738" y="5476875"/>
          <p14:tracePt t="151412" x="1871663" y="5592763"/>
          <p14:tracePt t="151423" x="1884363" y="5634038"/>
          <p14:tracePt t="151428" x="1898650" y="5694363"/>
          <p14:tracePt t="151440" x="1925638" y="5735638"/>
          <p14:tracePt t="151441" x="1952625" y="5783263"/>
          <p14:tracePt t="151451" x="1973263" y="5795963"/>
          <p14:tracePt t="151461" x="2000250" y="5810250"/>
          <p14:tracePt t="151469" x="2014538" y="5810250"/>
          <p14:tracePt t="151478" x="2041525" y="5810250"/>
          <p14:tracePt t="151485" x="2068513" y="5810250"/>
          <p14:tracePt t="151494" x="2101850" y="5810250"/>
          <p14:tracePt t="151502" x="2128838" y="5783263"/>
          <p14:tracePt t="151509" x="2157413" y="5735638"/>
          <p14:tracePt t="151518" x="2184400" y="5694363"/>
          <p14:tracePt t="151528" x="2211388" y="5646738"/>
          <p14:tracePt t="151534" x="2244725" y="5605463"/>
          <p14:tracePt t="151543" x="2271713" y="5565775"/>
          <p14:tracePt t="151555" x="2286000" y="5551488"/>
          <p14:tracePt t="160289" x="2286000" y="5538788"/>
          <p14:tracePt t="160363" x="2286000" y="5518150"/>
          <p14:tracePt t="160396" x="2286000" y="5503863"/>
          <p14:tracePt t="160650" x="2286000" y="5491163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21A7-CB72-9B4A-88B8-2C459D682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Non-Abelian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5EE6-66F6-254F-B716-4C16537A1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 = {“”, “hello”, “OLLEH”, “world”, “DLROW”, “</a:t>
            </a:r>
            <a:r>
              <a:rPr lang="en-US" sz="2000" dirty="0" err="1"/>
              <a:t>helloworld</a:t>
            </a:r>
            <a:r>
              <a:rPr lang="en-US" sz="2000" dirty="0"/>
              <a:t>”, “</a:t>
            </a:r>
            <a:r>
              <a:rPr lang="en-US" sz="2000" dirty="0" err="1"/>
              <a:t>worldhello</a:t>
            </a:r>
            <a:r>
              <a:rPr lang="en-US" sz="2000" dirty="0"/>
              <a:t>”, …}</a:t>
            </a:r>
          </a:p>
          <a:p>
            <a:r>
              <a:rPr lang="en-US" sz="2000" dirty="0"/>
              <a:t>Operations: </a:t>
            </a:r>
          </a:p>
          <a:p>
            <a:pPr lvl="1"/>
            <a:r>
              <a:rPr lang="en-US" sz="2000" dirty="0"/>
              <a:t>‘+’: concatenation</a:t>
            </a:r>
          </a:p>
          <a:p>
            <a:pPr lvl="1"/>
            <a:r>
              <a:rPr lang="en-US" sz="2000" dirty="0"/>
              <a:t>Uppercase and lowercase letters are decreed to be inverses, meaning “</a:t>
            </a:r>
            <a:r>
              <a:rPr lang="en-US" sz="2000" dirty="0" err="1"/>
              <a:t>Xx</a:t>
            </a:r>
            <a:r>
              <a:rPr lang="en-US" sz="2000" dirty="0"/>
              <a:t>” == “</a:t>
            </a:r>
            <a:r>
              <a:rPr lang="en-US" sz="2000" dirty="0" err="1"/>
              <a:t>xX</a:t>
            </a:r>
            <a:r>
              <a:rPr lang="en-US" sz="2000" dirty="0"/>
              <a:t>” == “”, for any letter x whose uppercase version is X. “Desserts” + “</a:t>
            </a:r>
            <a:r>
              <a:rPr lang="en-US" sz="2000" dirty="0" err="1"/>
              <a:t>STRESSEd</a:t>
            </a:r>
            <a:r>
              <a:rPr lang="en-US" sz="2000" dirty="0"/>
              <a:t>” == “”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(A1) Closure: </a:t>
            </a:r>
            <a:r>
              <a:rPr lang="en-US" sz="1800" dirty="0"/>
              <a:t>If </a:t>
            </a:r>
            <a:r>
              <a:rPr lang="en-US" sz="1800" i="1" dirty="0"/>
              <a:t>a</a:t>
            </a:r>
            <a:r>
              <a:rPr lang="en-US" sz="1800" dirty="0"/>
              <a:t> and </a:t>
            </a:r>
            <a:r>
              <a:rPr lang="en-US" sz="1800" i="1" dirty="0"/>
              <a:t>b</a:t>
            </a:r>
            <a:r>
              <a:rPr lang="en-US" sz="1800" dirty="0"/>
              <a:t> belong to </a:t>
            </a:r>
            <a:r>
              <a:rPr lang="en-US" sz="1800" i="1" dirty="0"/>
              <a:t>G</a:t>
            </a:r>
            <a:r>
              <a:rPr lang="en-US" sz="1800" dirty="0"/>
              <a:t>, then </a:t>
            </a:r>
            <a:r>
              <a:rPr lang="en-US" sz="1800" i="1" dirty="0"/>
              <a:t>a</a:t>
            </a:r>
            <a:r>
              <a:rPr lang="en-US" sz="1600" dirty="0"/>
              <a:t>*</a:t>
            </a:r>
            <a:r>
              <a:rPr lang="en-US" sz="1800" i="1" dirty="0"/>
              <a:t>b</a:t>
            </a:r>
            <a:r>
              <a:rPr lang="en-US" sz="1800" dirty="0"/>
              <a:t> is also 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(A2) Associative: </a:t>
            </a:r>
            <a:r>
              <a:rPr lang="en-US" sz="1800" i="1" dirty="0"/>
              <a:t>a</a:t>
            </a:r>
            <a:r>
              <a:rPr lang="en-US" sz="1600" dirty="0"/>
              <a:t>*</a:t>
            </a:r>
            <a:r>
              <a:rPr lang="en-US" sz="1800" i="1" dirty="0"/>
              <a:t>(b</a:t>
            </a:r>
            <a:r>
              <a:rPr lang="en-US" sz="1600" dirty="0"/>
              <a:t>*</a:t>
            </a:r>
            <a:r>
              <a:rPr lang="en-US" sz="1800" i="1" dirty="0"/>
              <a:t>c) = (a</a:t>
            </a:r>
            <a:r>
              <a:rPr lang="en-US" sz="1600" dirty="0"/>
              <a:t>*</a:t>
            </a:r>
            <a:r>
              <a:rPr lang="en-US" sz="1800" i="1" dirty="0"/>
              <a:t>b)</a:t>
            </a:r>
            <a:r>
              <a:rPr lang="en-US" sz="1600" dirty="0"/>
              <a:t>*</a:t>
            </a:r>
            <a:r>
              <a:rPr lang="en-US" sz="1800" i="1" dirty="0"/>
              <a:t>c </a:t>
            </a:r>
            <a:r>
              <a:rPr lang="en-US" sz="1800" dirty="0"/>
              <a:t>for all </a:t>
            </a:r>
            <a:r>
              <a:rPr lang="en-US" sz="1800" i="1" dirty="0"/>
              <a:t>a, b, c </a:t>
            </a:r>
            <a:r>
              <a:rPr lang="en-US" sz="1800" dirty="0"/>
              <a:t>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(A3) Identity element: </a:t>
            </a:r>
            <a:r>
              <a:rPr lang="en-US" sz="1800" dirty="0"/>
              <a:t>There is an element </a:t>
            </a:r>
            <a:r>
              <a:rPr lang="en-US" sz="1800" i="1" dirty="0"/>
              <a:t>e</a:t>
            </a:r>
            <a:r>
              <a:rPr lang="en-US" sz="1800" dirty="0"/>
              <a:t> in </a:t>
            </a:r>
            <a:r>
              <a:rPr lang="en-US" sz="1800" i="1" dirty="0"/>
              <a:t>G</a:t>
            </a:r>
            <a:r>
              <a:rPr lang="en-US" sz="1800" dirty="0"/>
              <a:t> such that </a:t>
            </a:r>
            <a:r>
              <a:rPr lang="en-US" sz="1800" i="1" dirty="0"/>
              <a:t>a</a:t>
            </a:r>
            <a:r>
              <a:rPr lang="en-US" sz="1600" dirty="0"/>
              <a:t>*</a:t>
            </a:r>
            <a:r>
              <a:rPr lang="en-US" sz="1800" i="1" dirty="0"/>
              <a:t>e = e</a:t>
            </a:r>
            <a:r>
              <a:rPr lang="en-US" sz="1600" dirty="0"/>
              <a:t>*</a:t>
            </a:r>
            <a:r>
              <a:rPr lang="en-US" sz="1800" i="1" dirty="0"/>
              <a:t>a = a </a:t>
            </a:r>
            <a:r>
              <a:rPr lang="en-US" sz="1800" dirty="0"/>
              <a:t>for all </a:t>
            </a:r>
            <a:r>
              <a:rPr lang="en-US" sz="1800" i="1" dirty="0"/>
              <a:t>a</a:t>
            </a:r>
            <a:r>
              <a:rPr lang="en-US" sz="1800" dirty="0"/>
              <a:t> 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(A4) Inverse element: </a:t>
            </a:r>
            <a:r>
              <a:rPr lang="en-US" sz="1800" dirty="0"/>
              <a:t>For each </a:t>
            </a:r>
            <a:r>
              <a:rPr lang="en-US" sz="1800" i="1" dirty="0"/>
              <a:t>a</a:t>
            </a:r>
            <a:r>
              <a:rPr lang="en-US" sz="1800" dirty="0"/>
              <a:t> in </a:t>
            </a:r>
            <a:r>
              <a:rPr lang="en-US" sz="1800" i="1" dirty="0"/>
              <a:t>G</a:t>
            </a:r>
            <a:r>
              <a:rPr lang="en-US" sz="1800" dirty="0"/>
              <a:t>, there is an element </a:t>
            </a:r>
            <a:r>
              <a:rPr lang="en-US" sz="1800" i="1" dirty="0"/>
              <a:t>a</a:t>
            </a:r>
            <a:r>
              <a:rPr lang="en-US" sz="1800" i="1" baseline="30000" dirty="0"/>
              <a:t>’</a:t>
            </a:r>
            <a:r>
              <a:rPr lang="en-US" sz="1800" dirty="0"/>
              <a:t> in </a:t>
            </a:r>
            <a:r>
              <a:rPr lang="en-US" sz="1800" i="1" dirty="0"/>
              <a:t>G </a:t>
            </a:r>
            <a:r>
              <a:rPr lang="en-US" sz="1800" dirty="0"/>
              <a:t>such that </a:t>
            </a:r>
            <a:r>
              <a:rPr lang="en-US" sz="1800" i="1" dirty="0"/>
              <a:t>a</a:t>
            </a:r>
            <a:r>
              <a:rPr lang="en-US" sz="1600" dirty="0"/>
              <a:t>*</a:t>
            </a:r>
            <a:r>
              <a:rPr lang="en-US" sz="1800" i="1" dirty="0"/>
              <a:t>a</a:t>
            </a:r>
            <a:r>
              <a:rPr lang="en-US" sz="1600" i="1" baseline="30000" dirty="0"/>
              <a:t>’</a:t>
            </a:r>
            <a:r>
              <a:rPr lang="en-US" sz="1800" i="1" dirty="0"/>
              <a:t> = a</a:t>
            </a:r>
            <a:r>
              <a:rPr lang="en-US" sz="1600" i="1" baseline="30000" dirty="0"/>
              <a:t>’</a:t>
            </a:r>
            <a:r>
              <a:rPr lang="en-US" sz="1600" dirty="0"/>
              <a:t>*</a:t>
            </a:r>
            <a:r>
              <a:rPr lang="en-US" sz="1800" i="1" dirty="0"/>
              <a:t>a = e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b="1" u="sng" dirty="0"/>
              <a:t>(A5) Commutative: </a:t>
            </a:r>
            <a:r>
              <a:rPr lang="en-US" sz="1800" b="1" i="1" u="sng" dirty="0"/>
              <a:t>a</a:t>
            </a:r>
            <a:r>
              <a:rPr lang="en-US" sz="1600" b="1" u="sng" dirty="0"/>
              <a:t>*</a:t>
            </a:r>
            <a:r>
              <a:rPr lang="en-US" sz="1800" b="1" i="1" u="sng" dirty="0"/>
              <a:t>b = b</a:t>
            </a:r>
            <a:r>
              <a:rPr lang="en-US" sz="1600" b="1" u="sng" dirty="0"/>
              <a:t>*</a:t>
            </a:r>
            <a:r>
              <a:rPr lang="en-US" sz="1800" b="1" i="1" u="sng" dirty="0"/>
              <a:t>a </a:t>
            </a:r>
            <a:r>
              <a:rPr lang="en-US" sz="1800" b="1" u="sng" dirty="0"/>
              <a:t>for all </a:t>
            </a:r>
            <a:r>
              <a:rPr lang="en-US" sz="1800" b="1" i="1" u="sng" dirty="0"/>
              <a:t>a, b </a:t>
            </a:r>
            <a:r>
              <a:rPr lang="en-US" sz="1800" b="1" u="sng" dirty="0"/>
              <a:t>in </a:t>
            </a:r>
            <a:r>
              <a:rPr lang="en-US" sz="1800" b="1" i="1" u="sng" dirty="0"/>
              <a:t>G </a:t>
            </a:r>
            <a:r>
              <a:rPr lang="en-US" sz="1800" b="1" i="1" u="sng" dirty="0">
                <a:solidFill>
                  <a:srgbClr val="FF0000"/>
                </a:solidFill>
              </a:rPr>
              <a:t>(Cannot be satisfied)</a:t>
            </a:r>
          </a:p>
          <a:p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119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70"/>
    </mc:Choice>
    <mc:Fallback xmlns="">
      <p:transition spd="slow" advTm="2329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  <p:extLst>
    <p:ext uri="{3A86A75C-4F4B-4683-9AE1-C65F6400EC91}">
      <p14:laserTraceLst xmlns:p14="http://schemas.microsoft.com/office/powerpoint/2010/main">
        <p14:tracePtLst>
          <p14:tracePt t="6692" x="2286000" y="5491163"/>
          <p14:tracePt t="6703" x="2259013" y="5449888"/>
          <p14:tracePt t="6704" x="2244725" y="5435600"/>
          <p14:tracePt t="6712" x="2232025" y="5408613"/>
          <p14:tracePt t="6722" x="2232025" y="5387975"/>
          <p14:tracePt t="6728" x="2211388" y="5375275"/>
          <p14:tracePt t="6740" x="2211388" y="5348288"/>
          <p14:tracePt t="6746" x="2197100" y="5319713"/>
          <p14:tracePt t="6755" x="2197100" y="5292725"/>
          <p14:tracePt t="6762" x="2197100" y="5259388"/>
          <p14:tracePt t="6772" x="2170113" y="5191125"/>
          <p14:tracePt t="6781" x="2143125" y="5062538"/>
          <p14:tracePt t="6786" x="2128838" y="4932363"/>
          <p14:tracePt t="6796" x="2116138" y="4872038"/>
          <p14:tracePt t="6802" x="2081213" y="4741863"/>
          <p14:tracePt t="6813" x="2054225" y="4625975"/>
          <p14:tracePt t="6819" x="2027238" y="4429125"/>
          <p14:tracePt t="6830" x="2000250" y="4367213"/>
          <p14:tracePt t="6836" x="1973263" y="4259263"/>
          <p14:tracePt t="6846" x="1925638" y="4143375"/>
          <p14:tracePt t="6854" x="1898650" y="4041775"/>
          <p14:tracePt t="6861" x="1871663" y="3952875"/>
          <p14:tracePt t="6870" x="1836738" y="3884613"/>
          <p14:tracePt t="6877" x="1809750" y="3810000"/>
          <p14:tracePt t="6886" x="1795463" y="3735388"/>
          <p14:tracePt t="6898" x="1768475" y="3667125"/>
          <p14:tracePt t="6899" x="1755775" y="3592513"/>
          <p14:tracePt t="6910" x="1741488" y="3538538"/>
          <p14:tracePt t="6917" x="1728788" y="3462338"/>
          <p14:tracePt t="6926" x="1708150" y="3422650"/>
          <p14:tracePt t="6936" x="1708150" y="3395663"/>
          <p14:tracePt t="6943" x="1708150" y="3348038"/>
          <p14:tracePt t="6952" x="1693863" y="3306763"/>
          <p14:tracePt t="6957" x="1693863" y="3279775"/>
          <p14:tracePt t="6966" x="1681163" y="3232150"/>
          <p14:tracePt t="6975" x="1681163" y="3217863"/>
          <p14:tracePt t="6986" x="1681163" y="3190875"/>
          <p14:tracePt t="6990" x="1681163" y="3176588"/>
          <p14:tracePt t="7000" x="1681163" y="3149600"/>
          <p14:tracePt t="7006" x="1666875" y="3122613"/>
          <p14:tracePt t="7016" x="1666875" y="3101975"/>
          <p14:tracePt t="7025" x="1666875" y="3062288"/>
          <p14:tracePt t="7032" x="1652588" y="3033713"/>
          <p14:tracePt t="7041" x="1652588" y="3021013"/>
          <p14:tracePt t="7049" x="1639888" y="2973388"/>
          <p14:tracePt t="7056" x="1639888" y="2932113"/>
          <p14:tracePt t="7065" x="1639888" y="2890838"/>
          <p14:tracePt t="7074" x="1639888" y="2843213"/>
          <p14:tracePt t="7081" x="1639888" y="2789238"/>
          <p14:tracePt t="7091" x="1639888" y="2735263"/>
          <p14:tracePt t="7098" x="1639888" y="2660650"/>
          <p14:tracePt t="7105" x="1639888" y="2646363"/>
          <p14:tracePt t="7114" x="1639888" y="2586038"/>
          <p14:tracePt t="7121" x="1639888" y="2530475"/>
          <p14:tracePt t="7130" x="1639888" y="2490788"/>
          <p14:tracePt t="7138" x="1639888" y="2443163"/>
          <p14:tracePt t="7146" x="1639888" y="2428875"/>
          <p14:tracePt t="7157" x="1639888" y="2401888"/>
          <p14:tracePt t="7163" x="1639888" y="2374900"/>
          <p14:tracePt t="7171" x="1639888" y="2360613"/>
          <p14:tracePt t="7181" x="1639888" y="2339975"/>
          <p14:tracePt t="7191" x="1639888" y="2327275"/>
          <p14:tracePt t="7195" x="1639888" y="2312988"/>
          <p14:tracePt t="7206" x="1625600" y="2312988"/>
          <p14:tracePt t="7223" x="1625600" y="2300288"/>
          <p14:tracePt t="7229" x="1612900" y="2300288"/>
          <p14:tracePt t="7239" x="1612900" y="2286000"/>
          <p14:tracePt t="7246" x="1598613" y="2271713"/>
          <p14:tracePt t="7253" x="1598613" y="2259013"/>
          <p14:tracePt t="7263" x="1577975" y="2244725"/>
          <p14:tracePt t="7270" x="1565275" y="2232025"/>
          <p14:tracePt t="7281" x="1550988" y="2232025"/>
          <p14:tracePt t="7286" x="1550988" y="2211388"/>
          <p14:tracePt t="7295" x="1538288" y="2197100"/>
          <p14:tracePt t="7304" x="1538288" y="2184400"/>
          <p14:tracePt t="7310" x="1524000" y="2157413"/>
          <p14:tracePt t="7321" x="1524000" y="2143125"/>
          <p14:tracePt t="7327" x="1509713" y="2128838"/>
          <p14:tracePt t="7340" x="1509713" y="2116138"/>
          <p14:tracePt t="7349" x="1497013" y="2101850"/>
          <p14:tracePt t="7487" x="1497013" y="2116138"/>
          <p14:tracePt t="7503" x="1482725" y="2116138"/>
          <p14:tracePt t="7512" x="1482725" y="2128838"/>
          <p14:tracePt t="7521" x="1482725" y="2143125"/>
          <p14:tracePt t="7544" x="1482725" y="2157413"/>
          <p14:tracePt t="7561" x="1482725" y="2170113"/>
          <p14:tracePt t="7650" x="1497013" y="2170113"/>
          <p14:tracePt t="7667" x="1509713" y="2170113"/>
          <p14:tracePt t="7676" x="1550988" y="2170113"/>
          <p14:tracePt t="7685" x="1577975" y="2170113"/>
          <p14:tracePt t="8012" x="1598613" y="2170113"/>
          <p14:tracePt t="8021" x="1625600" y="2170113"/>
          <p14:tracePt t="8030" x="1666875" y="2170113"/>
          <p14:tracePt t="8038" x="1741488" y="2170113"/>
          <p14:tracePt t="8049" x="1795463" y="2170113"/>
          <p14:tracePt t="8054" x="1857375" y="2170113"/>
          <p14:tracePt t="8065" x="1925638" y="2170113"/>
          <p14:tracePt t="8071" x="2000250" y="2170113"/>
          <p14:tracePt t="8082" x="2027238" y="2170113"/>
          <p14:tracePt t="8087" x="2081213" y="2170113"/>
          <p14:tracePt t="8096" x="2128838" y="2170113"/>
          <p14:tracePt t="8104" x="2170113" y="2170113"/>
          <p14:tracePt t="8115" x="2184400" y="2170113"/>
          <p14:tracePt t="8119" x="2211388" y="2170113"/>
          <p14:tracePt t="8131" x="2232025" y="2184400"/>
          <p14:tracePt t="8138" x="2244725" y="2184400"/>
          <p14:tracePt t="8169" x="2259013" y="2184400"/>
          <p14:tracePt t="8412" x="2244725" y="2184400"/>
          <p14:tracePt t="8421" x="2232025" y="2184400"/>
          <p14:tracePt t="8431" x="2197100" y="2184400"/>
          <p14:tracePt t="8439" x="2170113" y="2184400"/>
          <p14:tracePt t="8449" x="2128838" y="2184400"/>
          <p14:tracePt t="8457" x="2081213" y="2184400"/>
          <p14:tracePt t="8467" x="2054225" y="2184400"/>
          <p14:tracePt t="8473" x="2027238" y="2184400"/>
          <p14:tracePt t="8483" x="2000250" y="2184400"/>
          <p14:tracePt t="8490" x="1952625" y="2184400"/>
          <p14:tracePt t="8497" x="1925638" y="2184400"/>
          <p14:tracePt t="8506" x="1898650" y="2184400"/>
          <p14:tracePt t="8516" x="1871663" y="2184400"/>
          <p14:tracePt t="8522" x="1836738" y="2184400"/>
          <p14:tracePt t="8533" x="1824038" y="2184400"/>
          <p14:tracePt t="8539" x="1809750" y="2184400"/>
          <p14:tracePt t="8551" x="1782763" y="2184400"/>
          <p14:tracePt t="8552" x="1768475" y="2184400"/>
          <p14:tracePt t="8560" x="1768475" y="2170113"/>
          <p14:tracePt t="8570" x="1741488" y="2170113"/>
          <p14:tracePt t="8579" x="1728788" y="2170113"/>
          <p14:tracePt t="8588" x="1708150" y="2157413"/>
          <p14:tracePt t="8595" x="1681163" y="2157413"/>
          <p14:tracePt t="8603" x="1666875" y="2143125"/>
          <p14:tracePt t="8612" x="1652588" y="2143125"/>
          <p14:tracePt t="8621" x="1625600" y="2128838"/>
          <p14:tracePt t="8629" x="1612900" y="2128838"/>
          <p14:tracePt t="8637" x="1598613" y="2116138"/>
          <p14:tracePt t="8645" x="1577975" y="2116138"/>
          <p14:tracePt t="8654" x="1565275" y="2101850"/>
          <p14:tracePt t="8669" x="1550988" y="2101850"/>
          <p14:tracePt t="8846" x="1565275" y="2101850"/>
          <p14:tracePt t="8856" x="1577975" y="2101850"/>
          <p14:tracePt t="8871" x="1598613" y="2101850"/>
          <p14:tracePt t="8879" x="1625600" y="2101850"/>
          <p14:tracePt t="8888" x="1652588" y="2101850"/>
          <p14:tracePt t="8896" x="1693863" y="2101850"/>
          <p14:tracePt t="8906" x="1728788" y="2101850"/>
          <p14:tracePt t="8915" x="1768475" y="2101850"/>
          <p14:tracePt t="8922" x="1824038" y="2101850"/>
          <p14:tracePt t="8931" x="1898650" y="2101850"/>
          <p14:tracePt t="8940" x="1952625" y="2101850"/>
          <p14:tracePt t="8947" x="2027238" y="2101850"/>
          <p14:tracePt t="8956" x="2101850" y="2101850"/>
          <p14:tracePt t="8963" x="2157413" y="2101850"/>
          <p14:tracePt t="8970" x="2232025" y="2101850"/>
          <p14:tracePt t="8981" x="2286000" y="2116138"/>
          <p14:tracePt t="8986" x="2339975" y="2116138"/>
          <p14:tracePt t="8997" x="2387600" y="2116138"/>
          <p14:tracePt t="9003" x="2443163" y="2116138"/>
          <p14:tracePt t="9346" x="2414588" y="2116138"/>
          <p14:tracePt t="9356" x="2387600" y="2116138"/>
          <p14:tracePt t="9365" x="2339975" y="2116138"/>
          <p14:tracePt t="9374" x="2271713" y="2128838"/>
          <p14:tracePt t="9382" x="2211388" y="2128838"/>
          <p14:tracePt t="9391" x="2157413" y="2143125"/>
          <p14:tracePt t="9398" x="2116138" y="2143125"/>
          <p14:tracePt t="9408" x="2027238" y="2157413"/>
          <p14:tracePt t="9415" x="2014538" y="2157413"/>
          <p14:tracePt t="9422" x="1973263" y="2157413"/>
          <p14:tracePt t="9431" x="1925638" y="2157413"/>
          <p14:tracePt t="9438" x="1898650" y="2157413"/>
          <p14:tracePt t="9448" x="1884363" y="2157413"/>
          <p14:tracePt t="9455" x="1871663" y="2157413"/>
          <p14:tracePt t="9464" x="1857375" y="2157413"/>
          <p14:tracePt t="9472" x="1836738" y="2157413"/>
          <p14:tracePt t="9615" x="1824038" y="2157413"/>
          <p14:tracePt t="9648" x="1809750" y="2157413"/>
          <p14:tracePt t="9665" x="1795463" y="2157413"/>
          <p14:tracePt t="9675" x="1782763" y="2143125"/>
          <p14:tracePt t="9683" x="1768475" y="2143125"/>
          <p14:tracePt t="9692" x="1755775" y="2143125"/>
          <p14:tracePt t="9702" x="1741488" y="2128838"/>
          <p14:tracePt t="9719" x="1728788" y="2128838"/>
          <p14:tracePt t="9735" x="1708150" y="2116138"/>
          <p14:tracePt t="9796" x="1728788" y="2116138"/>
          <p14:tracePt t="9805" x="1741488" y="2116138"/>
          <p14:tracePt t="9814" x="1768475" y="2116138"/>
          <p14:tracePt t="9823" x="1809750" y="2128838"/>
          <p14:tracePt t="9831" x="1857375" y="2128838"/>
          <p14:tracePt t="9840" x="1898650" y="2143125"/>
          <p14:tracePt t="9848" x="1938338" y="2143125"/>
          <p14:tracePt t="9855" x="2000250" y="2157413"/>
          <p14:tracePt t="9865" x="2054225" y="2157413"/>
          <p14:tracePt t="9872" x="2068513" y="2157413"/>
          <p14:tracePt t="9882" x="2116138" y="2170113"/>
          <p14:tracePt t="9888" x="2157413" y="2170113"/>
          <p14:tracePt t="9899" x="2184400" y="2184400"/>
          <p14:tracePt t="9905" x="2232025" y="2184400"/>
          <p14:tracePt t="9915" x="2259013" y="2184400"/>
          <p14:tracePt t="9921" x="2286000" y="2197100"/>
          <p14:tracePt t="9931" x="2312988" y="2211388"/>
          <p14:tracePt t="9938" x="2327275" y="2211388"/>
          <p14:tracePt t="9948" x="2360613" y="2211388"/>
          <p14:tracePt t="9956" x="2374900" y="2232025"/>
          <p14:tracePt t="9964" x="2387600" y="2232025"/>
          <p14:tracePt t="9972" x="2401888" y="2232025"/>
          <p14:tracePt t="9982" x="2414588" y="2244725"/>
          <p14:tracePt t="9988" x="2428875" y="2244725"/>
          <p14:tracePt t="9997" x="2443163" y="2244725"/>
          <p14:tracePt t="10500" x="2517775" y="2244725"/>
          <p14:tracePt t="10510" x="2586038" y="2244725"/>
          <p14:tracePt t="10518" x="2673350" y="2244725"/>
          <p14:tracePt t="10527" x="2789238" y="2244725"/>
          <p14:tracePt t="10535" x="2932113" y="2244725"/>
          <p14:tracePt t="10545" x="3089275" y="2244725"/>
          <p14:tracePt t="10553" x="3265488" y="2244725"/>
          <p14:tracePt t="10560" x="3333750" y="2244725"/>
          <p14:tracePt t="10569" x="3476625" y="2259013"/>
          <p14:tracePt t="10579" x="3625850" y="2259013"/>
          <p14:tracePt t="10585" x="3756025" y="2271713"/>
          <p14:tracePt t="10596" x="3836988" y="2286000"/>
          <p14:tracePt t="10601" x="3884613" y="2286000"/>
          <p14:tracePt t="10910" x="3938588" y="2259013"/>
          <p14:tracePt t="10919" x="4027488" y="2232025"/>
          <p14:tracePt t="10928" x="4143375" y="2197100"/>
          <p14:tracePt t="10936" x="4238625" y="2184400"/>
          <p14:tracePt t="10949" x="4402138" y="2170113"/>
          <p14:tracePt t="10953" x="4687888" y="2157413"/>
          <p14:tracePt t="10962" x="5021263" y="2143125"/>
          <p14:tracePt t="10971" x="5408613" y="2143125"/>
          <p14:tracePt t="10978" x="5810250" y="2143125"/>
          <p14:tracePt t="10987" x="6211888" y="2143125"/>
          <p14:tracePt t="10995" x="6626225" y="2143125"/>
          <p14:tracePt t="11001" x="6804025" y="2157413"/>
          <p14:tracePt t="11270" x="6858000" y="2157413"/>
          <p14:tracePt t="11279" x="6946900" y="2157413"/>
          <p14:tracePt t="11288" x="7027863" y="2170113"/>
          <p14:tracePt t="11297" x="7143750" y="2184400"/>
          <p14:tracePt t="11306" x="7272338" y="2211388"/>
          <p14:tracePt t="11313" x="7518400" y="2259013"/>
          <p14:tracePt t="11323" x="7777163" y="2271713"/>
          <p14:tracePt t="11330" x="7920038" y="2286000"/>
          <p14:tracePt t="11339" x="8212138" y="2312988"/>
          <p14:tracePt t="11346" x="8456613" y="2327275"/>
          <p14:tracePt t="11355" x="8694738" y="2327275"/>
          <p14:tracePt t="11363" x="8796338" y="2327275"/>
          <p14:tracePt t="11371" x="8986838" y="2327275"/>
          <p14:tracePt t="11381" x="9158288" y="2327275"/>
          <p14:tracePt t="11663" x="9185275" y="2327275"/>
          <p14:tracePt t="11673" x="9232900" y="2327275"/>
          <p14:tracePt t="11681" x="9286875" y="2327275"/>
          <p14:tracePt t="11690" x="9348788" y="2327275"/>
          <p14:tracePt t="11700" x="9456738" y="2327275"/>
          <p14:tracePt t="11707" x="9572625" y="2327275"/>
          <p14:tracePt t="11717" x="9701213" y="2327275"/>
          <p14:tracePt t="11722" x="9777413" y="2327275"/>
          <p14:tracePt t="11733" x="9879013" y="2327275"/>
          <p14:tracePt t="11739" x="9980613" y="2327275"/>
          <p14:tracePt t="11750" x="10007600" y="2327275"/>
          <p14:tracePt t="11756" x="10063163" y="2327275"/>
          <p14:tracePt t="11767" x="10110788" y="2327275"/>
          <p14:tracePt t="11771" x="10150475" y="2312988"/>
          <p14:tracePt t="11784" x="10191750" y="2300288"/>
          <p14:tracePt t="12146" x="10137775" y="2300288"/>
          <p14:tracePt t="12155" x="9947275" y="2259013"/>
          <p14:tracePt t="12165" x="9777413" y="2197100"/>
          <p14:tracePt t="12173" x="9558338" y="2128838"/>
          <p14:tracePt t="12183" x="9328150" y="2081213"/>
          <p14:tracePt t="12191" x="9144000" y="2041525"/>
          <p14:tracePt t="12200" x="8974138" y="2027238"/>
          <p14:tracePt t="12207" x="8831263" y="2014538"/>
          <p14:tracePt t="12218" x="8729663" y="2014538"/>
          <p14:tracePt t="12222" x="8510588" y="2014538"/>
          <p14:tracePt t="12234" x="8367713" y="2014538"/>
          <p14:tracePt t="12240" x="8266113" y="2014538"/>
          <p14:tracePt t="12250" x="8212138" y="2054225"/>
          <p14:tracePt t="12515" x="8197850" y="2054225"/>
          <p14:tracePt t="12523" x="8164513" y="2054225"/>
          <p14:tracePt t="12533" x="8110538" y="2054225"/>
          <p14:tracePt t="12541" x="8021638" y="2054225"/>
          <p14:tracePt t="12551" x="7891463" y="2068513"/>
          <p14:tracePt t="12559" x="7661275" y="2081213"/>
          <p14:tracePt t="12568" x="7361238" y="2101850"/>
          <p14:tracePt t="12575" x="6973888" y="2116138"/>
          <p14:tracePt t="12585" x="6804025" y="2116138"/>
          <p14:tracePt t="12592" x="6443663" y="2116138"/>
          <p14:tracePt t="12601" x="6137275" y="2116138"/>
          <p14:tracePt t="12607" x="6007100" y="2081213"/>
          <p14:tracePt t="12618" x="5938838" y="2068513"/>
          <p14:tracePt t="12956" x="5926138" y="2068513"/>
          <p14:tracePt t="12965" x="5878513" y="2068513"/>
          <p14:tracePt t="12974" x="5795963" y="2068513"/>
          <p14:tracePt t="12983" x="5681663" y="2068513"/>
          <p14:tracePt t="12991" x="5551488" y="2068513"/>
          <p14:tracePt t="13000" x="5232400" y="2068513"/>
          <p14:tracePt t="13011" x="4905375" y="2068513"/>
          <p14:tracePt t="13017" x="4497388" y="2041525"/>
          <p14:tracePt t="13027" x="4068763" y="2000250"/>
          <p14:tracePt t="13033" x="3898900" y="1973263"/>
          <p14:tracePt t="13044" x="3592513" y="1938338"/>
          <p14:tracePt t="13050" x="3476625" y="1938338"/>
          <p14:tracePt t="13057" x="3395663" y="1925638"/>
          <p14:tracePt t="13065" x="3252788" y="1925638"/>
          <p14:tracePt t="13074" x="3149600" y="1911350"/>
          <p14:tracePt t="13366" x="3136900" y="1911350"/>
          <p14:tracePt t="13375" x="3101975" y="1911350"/>
          <p14:tracePt t="13384" x="3074988" y="1925638"/>
          <p14:tracePt t="13393" x="2994025" y="1938338"/>
          <p14:tracePt t="13401" x="2946400" y="1952625"/>
          <p14:tracePt t="13411" x="2863850" y="1985963"/>
          <p14:tracePt t="13421" x="2762250" y="2014538"/>
          <p14:tracePt t="13426" x="2673350" y="2041525"/>
          <p14:tracePt t="13438" x="2571750" y="2068513"/>
          <p14:tracePt t="13442" x="2503488" y="2101850"/>
          <p14:tracePt t="13454" x="2470150" y="2101850"/>
          <p14:tracePt t="13458" x="2414588" y="2128838"/>
          <p14:tracePt t="13470" x="2387600" y="2143125"/>
          <p14:tracePt t="13475" x="2360613" y="2157413"/>
          <p14:tracePt t="13487" x="2339975" y="2157413"/>
          <p14:tracePt t="13491" x="2327275" y="2157413"/>
          <p14:tracePt t="13500" x="2327275" y="2170113"/>
          <p14:tracePt t="13508" x="2312988" y="2170113"/>
          <p14:tracePt t="13652" x="2300288" y="2170113"/>
          <p14:tracePt t="13669" x="2271713" y="2170113"/>
          <p14:tracePt t="13678" x="2259013" y="2170113"/>
          <p14:tracePt t="13687" x="2232025" y="2184400"/>
          <p14:tracePt t="13696" x="2211388" y="2184400"/>
          <p14:tracePt t="13706" x="2184400" y="2184400"/>
          <p14:tracePt t="13713" x="2157413" y="2197100"/>
          <p14:tracePt t="13723" x="2128838" y="2197100"/>
          <p14:tracePt t="13728" x="2101850" y="2211388"/>
          <p14:tracePt t="13740" x="2081213" y="2211388"/>
          <p14:tracePt t="13746" x="2068513" y="2211388"/>
          <p14:tracePt t="13757" x="2054225" y="2232025"/>
          <p14:tracePt t="13763" x="2041525" y="2232025"/>
          <p14:tracePt t="14127" x="2054225" y="2232025"/>
          <p14:tracePt t="14136" x="2116138" y="2232025"/>
          <p14:tracePt t="14145" x="2157413" y="2232025"/>
          <p14:tracePt t="14154" x="2232025" y="2232025"/>
          <p14:tracePt t="14162" x="2360613" y="2232025"/>
          <p14:tracePt t="14171" x="2517775" y="2232025"/>
          <p14:tracePt t="14182" x="2687638" y="2232025"/>
          <p14:tracePt t="14187" x="2863850" y="2232025"/>
          <p14:tracePt t="14199" x="3062288" y="2232025"/>
          <p14:tracePt t="14203" x="3149600" y="2232025"/>
          <p14:tracePt t="14214" x="3306763" y="2232025"/>
          <p14:tracePt t="14496" x="3333750" y="2232025"/>
          <p14:tracePt t="14505" x="3381375" y="2232025"/>
          <p14:tracePt t="14515" x="3422650" y="2232025"/>
          <p14:tracePt t="14523" x="3497263" y="2232025"/>
          <p14:tracePt t="14533" x="3652838" y="2232025"/>
          <p14:tracePt t="14539" x="3824288" y="2232025"/>
          <p14:tracePt t="14550" x="4027488" y="2232025"/>
          <p14:tracePt t="14555" x="4443413" y="2232025"/>
          <p14:tracePt t="14566" x="4598988" y="2232025"/>
          <p14:tracePt t="14571" x="4857750" y="2244725"/>
          <p14:tracePt t="14583" x="5129213" y="2271713"/>
          <p14:tracePt t="14589" x="5232400" y="2286000"/>
          <p14:tracePt t="14839" x="5245100" y="2286000"/>
          <p14:tracePt t="14850" x="5280025" y="2286000"/>
          <p14:tracePt t="14858" x="5348288" y="2286000"/>
          <p14:tracePt t="14868" x="5449888" y="2286000"/>
          <p14:tracePt t="14877" x="5565775" y="2286000"/>
          <p14:tracePt t="14883" x="5762625" y="2286000"/>
          <p14:tracePt t="14893" x="6054725" y="2286000"/>
          <p14:tracePt t="14899" x="6381750" y="2300288"/>
          <p14:tracePt t="14910" x="6742113" y="2327275"/>
          <p14:tracePt t="14916" x="7129463" y="2360613"/>
          <p14:tracePt t="14927" x="7272338" y="2374900"/>
          <p14:tracePt t="14933" x="7593013" y="2374900"/>
          <p14:tracePt t="15175" x="7605713" y="2374900"/>
          <p14:tracePt t="15185" x="7694613" y="2374900"/>
          <p14:tracePt t="15194" x="7789863" y="2374900"/>
          <p14:tracePt t="15203" x="7905750" y="2360613"/>
          <p14:tracePt t="15212" x="8034338" y="2360613"/>
          <p14:tracePt t="15218" x="8164513" y="2339975"/>
          <p14:tracePt t="15229" x="8280400" y="2327275"/>
          <p14:tracePt t="15235" x="8510588" y="2327275"/>
          <p14:tracePt t="15246" x="8742363" y="2312988"/>
          <p14:tracePt t="15252" x="8831263" y="2312988"/>
          <p14:tracePt t="15259" x="9170988" y="2300288"/>
          <p14:tracePt t="15478" x="9185275" y="2300288"/>
          <p14:tracePt t="15487" x="9232900" y="2300288"/>
          <p14:tracePt t="15497" x="9301163" y="2300288"/>
          <p14:tracePt t="15505" x="9402763" y="2300288"/>
          <p14:tracePt t="15514" x="9504363" y="2300288"/>
          <p14:tracePt t="15522" x="9593263" y="2300288"/>
          <p14:tracePt t="15531" x="9674225" y="2300288"/>
          <p14:tracePt t="15538" x="9748838" y="2300288"/>
          <p14:tracePt t="15549" x="9879013" y="2300288"/>
          <p14:tracePt t="15554" x="10007600" y="2300288"/>
          <p14:tracePt t="15562" x="10048875" y="2300288"/>
          <p14:tracePt t="15570" x="10123488" y="2300288"/>
          <p14:tracePt t="15582" x="10177463" y="2286000"/>
          <p14:tracePt t="15588" x="10218738" y="2271713"/>
          <p14:tracePt t="15945" x="10164763" y="2271713"/>
          <p14:tracePt t="15954" x="10075863" y="2271713"/>
          <p14:tracePt t="15964" x="9947275" y="2259013"/>
          <p14:tracePt t="15973" x="9804400" y="2244725"/>
          <p14:tracePt t="15981" x="9620250" y="2232025"/>
          <p14:tracePt t="15988" x="9272588" y="2197100"/>
          <p14:tracePt t="16001" x="8899525" y="2157413"/>
          <p14:tracePt t="16005" x="8715375" y="2143125"/>
          <p14:tracePt t="16013" x="8396288" y="2116138"/>
          <p14:tracePt t="16021" x="8253413" y="2101850"/>
          <p14:tracePt t="16029" x="8164513" y="2081213"/>
          <p14:tracePt t="16037" x="7994650" y="2068513"/>
          <p14:tracePt t="17681" x="7920038" y="2068513"/>
          <p14:tracePt t="17691" x="7804150" y="2068513"/>
          <p14:tracePt t="17699" x="7634288" y="2068513"/>
          <p14:tracePt t="17707" x="7450138" y="2081213"/>
          <p14:tracePt t="17714" x="7191375" y="2101850"/>
          <p14:tracePt t="17724" x="6884988" y="2101850"/>
          <p14:tracePt t="17731" x="6557963" y="2116138"/>
          <p14:tracePt t="17739" x="5878513" y="2116138"/>
          <p14:tracePt t="17748" x="5149850" y="2116138"/>
          <p14:tracePt t="17756" x="4367213" y="2116138"/>
          <p14:tracePt t="17767" x="4068763" y="2116138"/>
          <p14:tracePt t="17772" x="3422650" y="2116138"/>
          <p14:tracePt t="17783" x="3205163" y="2116138"/>
          <p14:tracePt t="17789" x="3062288" y="2116138"/>
          <p14:tracePt t="17797" x="2946400" y="2116138"/>
          <p14:tracePt t="17805" x="2735263" y="2116138"/>
          <p14:tracePt t="17817" x="2598738" y="2116138"/>
          <p14:tracePt t="17822" x="2455863" y="2116138"/>
          <p14:tracePt t="18122" x="2443163" y="2116138"/>
          <p14:tracePt t="18132" x="2428875" y="2116138"/>
          <p14:tracePt t="18141" x="2401888" y="2116138"/>
          <p14:tracePt t="18149" x="2374900" y="2116138"/>
          <p14:tracePt t="18156" x="2339975" y="2116138"/>
          <p14:tracePt t="18166" x="2327275" y="2116138"/>
          <p14:tracePt t="18173" x="2312988" y="2116138"/>
          <p14:tracePt t="18182" x="2300288" y="2116138"/>
          <p14:tracePt t="18194" x="2286000" y="2116138"/>
          <p14:tracePt t="18198" x="2271713" y="2116138"/>
          <p14:tracePt t="18207" x="2271713" y="2101850"/>
          <p14:tracePt t="18215" x="2259013" y="2101850"/>
          <p14:tracePt t="18230" x="2259013" y="2081213"/>
          <p14:tracePt t="18241" x="2244725" y="2081213"/>
          <p14:tracePt t="18270" x="2232025" y="2068513"/>
          <p14:tracePt t="18302" x="2211388" y="2068513"/>
          <p14:tracePt t="18327" x="2197100" y="2068513"/>
          <p14:tracePt t="18352" x="2184400" y="2068513"/>
          <p14:tracePt t="18384" x="2170113" y="2068513"/>
          <p14:tracePt t="18802" x="2184400" y="2068513"/>
          <p14:tracePt t="18812" x="2232025" y="2068513"/>
          <p14:tracePt t="18820" x="2271713" y="2068513"/>
          <p14:tracePt t="18829" x="2327275" y="2068513"/>
          <p14:tracePt t="18839" x="2360613" y="2081213"/>
          <p14:tracePt t="18845" x="2401888" y="2081213"/>
          <p14:tracePt t="18856" x="2443163" y="2081213"/>
          <p14:tracePt t="18861" x="2470150" y="2101850"/>
          <p14:tracePt t="18872" x="2503488" y="2101850"/>
          <p14:tracePt t="18877" x="2557463" y="2101850"/>
          <p14:tracePt t="18886" x="2586038" y="2101850"/>
          <p14:tracePt t="18896" x="2633663" y="2101850"/>
          <p14:tracePt t="18902" x="2673350" y="2101850"/>
          <p14:tracePt t="18911" x="2700338" y="2101850"/>
          <p14:tracePt t="18919" x="2747963" y="2101850"/>
          <p14:tracePt t="18927" x="2762250" y="2101850"/>
          <p14:tracePt t="18938" x="2776538" y="2101850"/>
          <p14:tracePt t="18943" x="2789238" y="2101850"/>
          <p14:tracePt t="18953" x="2803525" y="2101850"/>
          <p14:tracePt t="18960" x="2816225" y="2081213"/>
          <p14:tracePt t="18974" x="2830513" y="2068513"/>
          <p14:tracePt t="18991" x="2830513" y="2054225"/>
          <p14:tracePt t="19007" x="2830513" y="2041525"/>
          <p14:tracePt t="19015" x="2830513" y="2027238"/>
          <p14:tracePt t="19031" x="2830513" y="2000250"/>
          <p14:tracePt t="19041" x="2830513" y="1985963"/>
          <p14:tracePt t="19050" x="2803525" y="1952625"/>
          <p14:tracePt t="19059" x="2776538" y="1938338"/>
          <p14:tracePt t="19067" x="2714625" y="1911350"/>
          <p14:tracePt t="19074" x="2673350" y="1884363"/>
          <p14:tracePt t="19082" x="2598738" y="1871663"/>
          <p14:tracePt t="19090" x="2530475" y="1836738"/>
          <p14:tracePt t="19100" x="2455863" y="1824038"/>
          <p14:tracePt t="19107" x="2374900" y="1824038"/>
          <p14:tracePt t="19116" x="2300288" y="1824038"/>
          <p14:tracePt t="19125" x="2232025" y="1824038"/>
          <p14:tracePt t="19132" x="2170113" y="1824038"/>
          <p14:tracePt t="19142" x="2128838" y="1824038"/>
          <p14:tracePt t="19150" x="2081213" y="1836738"/>
          <p14:tracePt t="19157" x="2054225" y="1884363"/>
          <p14:tracePt t="19166" x="2041525" y="1911350"/>
          <p14:tracePt t="19174" x="2027238" y="1938338"/>
          <p14:tracePt t="19183" x="2027238" y="1985963"/>
          <p14:tracePt t="19195" x="2027238" y="2027238"/>
          <p14:tracePt t="19198" x="2027238" y="2054225"/>
          <p14:tracePt t="19208" x="2027238" y="2101850"/>
          <p14:tracePt t="19214" x="2054225" y="2128838"/>
          <p14:tracePt t="19225" x="2101850" y="2143125"/>
          <p14:tracePt t="19232" x="2116138" y="2157413"/>
          <p14:tracePt t="19239" x="2143125" y="2170113"/>
          <p14:tracePt t="19250" x="2184400" y="2184400"/>
          <p14:tracePt t="19255" x="2211388" y="2184400"/>
          <p14:tracePt t="19264" x="2244725" y="2184400"/>
          <p14:tracePt t="19276" x="2271713" y="2184400"/>
          <p14:tracePt t="19282" x="2300288" y="2170113"/>
          <p14:tracePt t="19289" x="2300288" y="2143125"/>
          <p14:tracePt t="19299" x="2312988" y="2116138"/>
          <p14:tracePt t="19308" x="2327275" y="2054225"/>
          <p14:tracePt t="19313" x="2327275" y="2014538"/>
          <p14:tracePt t="19325" x="2327275" y="1952625"/>
          <p14:tracePt t="19329" x="2312988" y="1911350"/>
          <p14:tracePt t="19343" x="2286000" y="1871663"/>
          <p14:tracePt t="19344" x="2259013" y="1836738"/>
          <p14:tracePt t="19355" x="2232025" y="1836738"/>
          <p14:tracePt t="19362" x="2184400" y="1795463"/>
          <p14:tracePt t="19372" x="2143125" y="1795463"/>
          <p14:tracePt t="19379" x="2101850" y="1795463"/>
          <p14:tracePt t="19387" x="2068513" y="1795463"/>
          <p14:tracePt t="19397" x="2041525" y="1809750"/>
          <p14:tracePt t="19406" x="2014538" y="1836738"/>
          <p14:tracePt t="19411" x="1985963" y="1898650"/>
          <p14:tracePt t="19423" x="1985963" y="1911350"/>
          <p14:tracePt t="19427" x="1973263" y="1952625"/>
          <p14:tracePt t="19439" x="1973263" y="1985963"/>
          <p14:tracePt t="19444" x="1973263" y="2014538"/>
          <p14:tracePt t="19453" x="1973263" y="2027238"/>
          <p14:tracePt t="19461" x="1973263" y="2041525"/>
          <p14:tracePt t="19478" x="2000250" y="2054225"/>
          <p14:tracePt t="19489" x="2014538" y="2054225"/>
          <p14:tracePt t="19493" x="2027238" y="2041525"/>
          <p14:tracePt t="19502" x="2068513" y="2000250"/>
          <p14:tracePt t="19510" x="2081213" y="1952625"/>
          <p14:tracePt t="19519" x="2116138" y="1911350"/>
          <p14:tracePt t="19527" x="2128838" y="1871663"/>
          <p14:tracePt t="19537" x="2128838" y="1836738"/>
          <p14:tracePt t="19541" x="2128838" y="1795463"/>
          <p14:tracePt t="19550" x="2128838" y="1755775"/>
          <p14:tracePt t="19559" x="2128838" y="1741488"/>
          <p14:tracePt t="19567" x="2128838" y="1708150"/>
          <p14:tracePt t="19576" x="2116138" y="1693863"/>
          <p14:tracePt t="19584" x="2101850" y="1693863"/>
          <p14:tracePt t="19591" x="2068513" y="1693863"/>
          <p14:tracePt t="19599" x="2054225" y="1693863"/>
          <p14:tracePt t="19609" x="2027238" y="1693863"/>
          <p14:tracePt t="19616" x="2014538" y="1693863"/>
          <p14:tracePt t="19626" x="1985963" y="1728788"/>
          <p14:tracePt t="19633" x="1973263" y="1755775"/>
          <p14:tracePt t="19640" x="1952625" y="1795463"/>
          <p14:tracePt t="19650" x="1938338" y="1857375"/>
          <p14:tracePt t="19659" x="1925638" y="1884363"/>
          <p14:tracePt t="19672" x="1925638" y="1973263"/>
          <p14:tracePt t="19681" x="1925638" y="2000250"/>
          <p14:tracePt t="19692" x="1925638" y="2027238"/>
          <p14:tracePt t="19700" x="1925638" y="2041525"/>
          <p14:tracePt t="19709" x="1925638" y="2054225"/>
          <p14:tracePt t="19713" x="1925638" y="2068513"/>
          <p14:tracePt t="19725" x="1938338" y="2068513"/>
          <p14:tracePt t="19731" x="1973263" y="2068513"/>
          <p14:tracePt t="19743" x="2000250" y="2068513"/>
          <p14:tracePt t="19744" x="2014538" y="2068513"/>
          <p14:tracePt t="19755" x="2041525" y="2027238"/>
          <p14:tracePt t="19763" x="2041525" y="2014538"/>
          <p14:tracePt t="19774" x="2054225" y="1985963"/>
          <p14:tracePt t="19782" x="2068513" y="1952625"/>
          <p14:tracePt t="19792" x="2068513" y="1938338"/>
          <p14:tracePt t="19795" x="2081213" y="1911350"/>
          <p14:tracePt t="19808" x="2081213" y="1884363"/>
          <p14:tracePt t="19812" x="2081213" y="1871663"/>
          <p14:tracePt t="19820" x="2081213" y="1857375"/>
          <p14:tracePt t="19829" x="2068513" y="1836738"/>
          <p14:tracePt t="19839" x="2054225" y="1824038"/>
          <p14:tracePt t="19844" x="2041525" y="1809750"/>
          <p14:tracePt t="19857" x="2027238" y="1809750"/>
          <p14:tracePt t="19861" x="2014538" y="1795463"/>
          <p14:tracePt t="19877" x="2000250" y="1795463"/>
          <p14:tracePt t="19889" x="1985963" y="1795463"/>
          <p14:tracePt t="19895" x="1973263" y="1795463"/>
          <p14:tracePt t="19919" x="1952625" y="1795463"/>
          <p14:tracePt t="19935" x="1952625" y="1809750"/>
          <p14:tracePt t="19945" x="1952625" y="1824038"/>
          <p14:tracePt t="19952" x="1952625" y="1857375"/>
          <p14:tracePt t="19961" x="1952625" y="1871663"/>
          <p14:tracePt t="19969" x="1952625" y="1884363"/>
          <p14:tracePt t="19978" x="1952625" y="1898650"/>
          <p14:tracePt t="19986" x="1952625" y="1911350"/>
          <p14:tracePt t="19992" x="1952625" y="1925638"/>
          <p14:tracePt t="20001" x="1952625" y="1938338"/>
          <p14:tracePt t="20017" x="1952625" y="1952625"/>
          <p14:tracePt t="20026" x="1973263" y="1952625"/>
          <p14:tracePt t="20284" x="1985963" y="1952625"/>
          <p14:tracePt t="20295" x="2000250" y="1952625"/>
          <p14:tracePt t="20303" x="2027238" y="1952625"/>
          <p14:tracePt t="20311" x="2054225" y="1952625"/>
          <p14:tracePt t="20321" x="2101850" y="1938338"/>
          <p14:tracePt t="20328" x="2143125" y="1925638"/>
          <p14:tracePt t="20338" x="2170113" y="1898650"/>
          <p14:tracePt t="20345" x="2184400" y="1871663"/>
          <p14:tracePt t="20356" x="2232025" y="1836738"/>
          <p14:tracePt t="20360" x="2244725" y="1809750"/>
          <p14:tracePt t="20373" x="2259013" y="1782763"/>
          <p14:tracePt t="20377" x="2271713" y="1755775"/>
          <p14:tracePt t="20390" x="2271713" y="1728788"/>
          <p14:tracePt t="20392" x="2271713" y="1708150"/>
          <p14:tracePt t="20400" x="2271713" y="1693863"/>
          <p14:tracePt t="20410" x="2271713" y="1666875"/>
          <p14:tracePt t="20424" x="2259013" y="1652588"/>
          <p14:tracePt t="20432" x="2244725" y="1652588"/>
          <p14:tracePt t="20442" x="2232025" y="1652588"/>
          <p14:tracePt t="20450" x="2184400" y="1652588"/>
          <p14:tracePt t="20459" x="2170113" y="1652588"/>
          <p14:tracePt t="20467" x="2143125" y="1666875"/>
          <p14:tracePt t="20476" x="2116138" y="1708150"/>
          <p14:tracePt t="20483" x="2081213" y="1755775"/>
          <p14:tracePt t="20492" x="2054225" y="1809750"/>
          <p14:tracePt t="20500" x="2027238" y="1857375"/>
          <p14:tracePt t="20510" x="2027238" y="1884363"/>
          <p14:tracePt t="20517" x="2014538" y="1938338"/>
          <p14:tracePt t="20524" x="2000250" y="1985963"/>
          <p14:tracePt t="20534" x="2000250" y="2014538"/>
          <p14:tracePt t="20541" x="2000250" y="2041525"/>
          <p14:tracePt t="20553" x="2000250" y="2068513"/>
          <p14:tracePt t="20557" x="2014538" y="2101850"/>
          <p14:tracePt t="20566" x="2041525" y="2116138"/>
          <p14:tracePt t="20574" x="2068513" y="2128838"/>
          <p14:tracePt t="20584" x="2101850" y="2128838"/>
          <p14:tracePt t="20590" x="2143125" y="2128838"/>
          <p14:tracePt t="20775" x="2157413" y="2128838"/>
          <p14:tracePt t="20784" x="2184400" y="2128838"/>
          <p14:tracePt t="20792" x="2211388" y="2128838"/>
          <p14:tracePt t="20804" x="2244725" y="2128838"/>
          <p14:tracePt t="20811" x="2271713" y="2128838"/>
          <p14:tracePt t="20821" x="2312988" y="2128838"/>
          <p14:tracePt t="20830" x="2360613" y="2128838"/>
          <p14:tracePt t="20837" x="2428875" y="2128838"/>
          <p14:tracePt t="20846" x="2490788" y="2128838"/>
          <p14:tracePt t="20853" x="2530475" y="2128838"/>
          <p14:tracePt t="20863" x="2571750" y="2116138"/>
          <p14:tracePt t="20870" x="2619375" y="2116138"/>
          <p14:tracePt t="20880" x="2646363" y="2101850"/>
          <p14:tracePt t="20885" x="2673350" y="2101850"/>
          <p14:tracePt t="20897" x="2700338" y="2081213"/>
          <p14:tracePt t="20898" x="2735263" y="2081213"/>
          <p14:tracePt t="20908" x="2735263" y="2068513"/>
          <p14:tracePt t="20917" x="2747963" y="2068513"/>
          <p14:tracePt t="20947" x="2747963" y="2054225"/>
          <p14:tracePt t="21004" x="2735263" y="2054225"/>
          <p14:tracePt t="21013" x="2714625" y="2054225"/>
          <p14:tracePt t="21022" x="2700338" y="2054225"/>
          <p14:tracePt t="21031" x="2673350" y="2054225"/>
          <p14:tracePt t="21040" x="2660650" y="2054225"/>
          <p14:tracePt t="21049" x="2646363" y="2068513"/>
          <p14:tracePt t="21056" x="2633663" y="2081213"/>
          <p14:tracePt t="21066" x="2619375" y="2081213"/>
          <p14:tracePt t="21074" x="2598738" y="2081213"/>
          <p14:tracePt t="21083" x="2598738" y="2101850"/>
          <p14:tracePt t="21105" x="2619375" y="2101850"/>
          <p14:tracePt t="21116" x="2646363" y="2101850"/>
          <p14:tracePt t="21123" x="2700338" y="2101850"/>
          <p14:tracePt t="21132" x="2776538" y="2101850"/>
          <p14:tracePt t="21138" x="2843213" y="2101850"/>
          <p14:tracePt t="21149" x="2932113" y="2101850"/>
          <p14:tracePt t="21156" x="3006725" y="2101850"/>
          <p14:tracePt t="21166" x="3048000" y="2101850"/>
          <p14:tracePt t="21172" x="3122613" y="2101850"/>
          <p14:tracePt t="21183" x="3163888" y="2081213"/>
          <p14:tracePt t="21187" x="3205163" y="2068513"/>
          <p14:tracePt t="21197" x="3217863" y="2068513"/>
          <p14:tracePt t="21206" x="3232150" y="2068513"/>
          <p14:tracePt t="21463" x="3252788" y="2068513"/>
          <p14:tracePt t="21472" x="3292475" y="2068513"/>
          <p14:tracePt t="21482" x="3333750" y="2081213"/>
          <p14:tracePt t="21490" x="3395663" y="2081213"/>
          <p14:tracePt t="21499" x="3435350" y="2101850"/>
          <p14:tracePt t="21507" x="3476625" y="2101850"/>
          <p14:tracePt t="21514" x="3524250" y="2116138"/>
          <p14:tracePt t="21524" x="3565525" y="2116138"/>
          <p14:tracePt t="21534" x="3605213" y="2128838"/>
          <p14:tracePt t="21541" x="3625850" y="2128838"/>
          <p14:tracePt t="21552" x="3652838" y="2128838"/>
          <p14:tracePt t="21556" x="3681413" y="2128838"/>
          <p14:tracePt t="21567" x="3694113" y="2128838"/>
          <p14:tracePt t="21572" x="3708400" y="2128838"/>
          <p14:tracePt t="21584" x="3721100" y="2128838"/>
          <p14:tracePt t="21588" x="3735388" y="2128838"/>
          <p14:tracePt t="21604" x="3756025" y="2128838"/>
          <p14:tracePt t="21616" x="3768725" y="2128838"/>
          <p14:tracePt t="21638" x="3783013" y="2116138"/>
          <p14:tracePt t="21655" x="3795713" y="2116138"/>
          <p14:tracePt t="21680" x="3810000" y="2101850"/>
          <p14:tracePt t="21774" x="3824288" y="2101850"/>
          <p14:tracePt t="21815" x="3836988" y="2101850"/>
          <p14:tracePt t="21823" x="3836988" y="2081213"/>
          <p14:tracePt t="21840" x="3851275" y="2068513"/>
          <p14:tracePt t="21856" x="3863975" y="2068513"/>
          <p14:tracePt t="21866" x="3863975" y="2054225"/>
          <p14:tracePt t="21880" x="3884613" y="2054225"/>
          <p14:tracePt t="21889" x="3884613" y="2041525"/>
          <p14:tracePt t="21908" x="3884613" y="2027238"/>
          <p14:tracePt t="21918" x="3898900" y="2027238"/>
          <p14:tracePt t="21924" x="3898900" y="2014538"/>
          <p14:tracePt t="21935" x="3898900" y="2000250"/>
          <p14:tracePt t="21941" x="3898900" y="1985963"/>
          <p14:tracePt t="21949" x="3884613" y="1973263"/>
          <p14:tracePt t="21958" x="3851275" y="1952625"/>
          <p14:tracePt t="21969" x="3824288" y="1938338"/>
          <p14:tracePt t="21973" x="3810000" y="1925638"/>
          <p14:tracePt t="21986" x="3783013" y="1911350"/>
          <p14:tracePt t="21990" x="3735388" y="1898650"/>
          <p14:tracePt t="22003" x="3708400" y="1898650"/>
          <p14:tracePt t="22006" x="3681413" y="1884363"/>
          <p14:tracePt t="22015" x="3652838" y="1884363"/>
          <p14:tracePt t="22022" x="3625850" y="1884363"/>
          <p14:tracePt t="22032" x="3592513" y="1884363"/>
          <p14:tracePt t="22041" x="3578225" y="1884363"/>
          <p14:tracePt t="22048" x="3551238" y="1884363"/>
          <p14:tracePt t="22057" x="3524250" y="1884363"/>
          <p14:tracePt t="22065" x="3509963" y="1898650"/>
          <p14:tracePt t="22072" x="3497263" y="1898650"/>
          <p14:tracePt t="22085" x="3462338" y="1911350"/>
          <p14:tracePt t="22086" x="3449638" y="1925638"/>
          <p14:tracePt t="22096" x="3435350" y="1938338"/>
          <p14:tracePt t="22105" x="3422650" y="1952625"/>
          <p14:tracePt t="22113" x="3408363" y="1985963"/>
          <p14:tracePt t="22119" x="3395663" y="2000250"/>
          <p14:tracePt t="22129" x="3381375" y="2014538"/>
          <p14:tracePt t="22137" x="3381375" y="2027238"/>
          <p14:tracePt t="22146" x="3360738" y="2054225"/>
          <p14:tracePt t="22152" x="3360738" y="2068513"/>
          <p14:tracePt t="22162" x="3360738" y="2081213"/>
          <p14:tracePt t="22171" x="3360738" y="2101850"/>
          <p14:tracePt t="22179" x="3360738" y="2116138"/>
          <p14:tracePt t="22188" x="3360738" y="2128838"/>
          <p14:tracePt t="22196" x="3360738" y="2143125"/>
          <p14:tracePt t="22203" x="3360738" y="2157413"/>
          <p14:tracePt t="22213" x="3360738" y="2170113"/>
          <p14:tracePt t="22220" x="3360738" y="2184400"/>
          <p14:tracePt t="22229" x="3360738" y="2197100"/>
          <p14:tracePt t="22238" x="3381375" y="2211388"/>
          <p14:tracePt t="22246" x="3395663" y="2232025"/>
          <p14:tracePt t="22254" x="3408363" y="2244725"/>
          <p14:tracePt t="22268" x="3422650" y="2259013"/>
          <p14:tracePt t="22277" x="3435350" y="2271713"/>
          <p14:tracePt t="22287" x="3449638" y="2271713"/>
          <p14:tracePt t="22294" x="3449638" y="2286000"/>
          <p14:tracePt t="22304" x="3462338" y="2286000"/>
          <p14:tracePt t="22320" x="3476625" y="2286000"/>
          <p14:tracePt t="22327" x="3476625" y="2300288"/>
          <p14:tracePt t="22336" x="3497263" y="2300288"/>
          <p14:tracePt t="22344" x="3509963" y="2300288"/>
          <p14:tracePt t="22354" x="3524250" y="2300288"/>
          <p14:tracePt t="22358" x="3538538" y="2300288"/>
          <p14:tracePt t="22376" x="3551238" y="2300288"/>
          <p14:tracePt t="22386" x="3565525" y="2300288"/>
          <p14:tracePt t="22396" x="3578225" y="2300288"/>
          <p14:tracePt t="22413" x="3592513" y="2300288"/>
          <p14:tracePt t="22429" x="3592513" y="2286000"/>
          <p14:tracePt t="22439" x="3605213" y="2286000"/>
          <p14:tracePt t="22447" x="3605213" y="2271713"/>
          <p14:tracePt t="22457" x="3625850" y="2259013"/>
          <p14:tracePt t="22470" x="3640138" y="2244725"/>
          <p14:tracePt t="22479" x="3640138" y="2232025"/>
          <p14:tracePt t="22488" x="3652838" y="2211388"/>
          <p14:tracePt t="22497" x="3652838" y="2197100"/>
          <p14:tracePt t="22507" x="3652838" y="2184400"/>
          <p14:tracePt t="22514" x="3667125" y="2170113"/>
          <p14:tracePt t="22530" x="3681413" y="2157413"/>
          <p14:tracePt t="22540" x="3681413" y="2143125"/>
          <p14:tracePt t="22560" x="3681413" y="2128838"/>
          <p14:tracePt t="22609" x="3681413" y="2116138"/>
          <p14:tracePt t="22625" x="3681413" y="2101850"/>
          <p14:tracePt t="22635" x="3681413" y="2081213"/>
          <p14:tracePt t="22643" x="3681413" y="2068513"/>
          <p14:tracePt t="22653" x="3681413" y="2054225"/>
          <p14:tracePt t="22661" x="3681413" y="2041525"/>
          <p14:tracePt t="22671" x="3681413" y="2027238"/>
          <p14:tracePt t="22679" x="3667125" y="2014538"/>
          <p14:tracePt t="22689" x="3667125" y="2000250"/>
          <p14:tracePt t="22697" x="3652838" y="1985963"/>
          <p14:tracePt t="22702" x="3652838" y="1973263"/>
          <p14:tracePt t="22712" x="3640138" y="1973263"/>
          <p14:tracePt t="22720" x="3625850" y="1952625"/>
          <p14:tracePt t="22728" x="3625850" y="1938338"/>
          <p14:tracePt t="22745" x="3605213" y="1938338"/>
          <p14:tracePt t="22755" x="3605213" y="1925638"/>
          <p14:tracePt t="22759" x="3592513" y="1925638"/>
          <p14:tracePt t="22787" x="3578225" y="1925638"/>
          <p14:tracePt t="22808" x="3565525" y="1925638"/>
          <p14:tracePt t="22824" x="3551238" y="1925638"/>
          <p14:tracePt t="22847" x="3538538" y="1925638"/>
          <p14:tracePt t="22896" x="3538538" y="1938338"/>
          <p14:tracePt t="22912" x="3538538" y="1952625"/>
          <p14:tracePt t="22929" x="3538538" y="1973263"/>
          <p14:tracePt t="22938" x="3538538" y="1985963"/>
          <p14:tracePt t="22946" x="3538538" y="2000250"/>
          <p14:tracePt t="22956" x="3538538" y="2014538"/>
          <p14:tracePt t="22964" x="3551238" y="2027238"/>
          <p14:tracePt t="22972" x="3565525" y="2041525"/>
          <p14:tracePt t="22983" x="3578225" y="2054225"/>
          <p14:tracePt t="22989" x="3605213" y="2068513"/>
          <p14:tracePt t="22997" x="3625850" y="2068513"/>
          <p14:tracePt t="23007" x="3652838" y="2068513"/>
          <p14:tracePt t="23017" x="3681413" y="2068513"/>
          <p14:tracePt t="23019" x="3694113" y="2068513"/>
          <p14:tracePt t="23028" x="3721100" y="2068513"/>
          <p14:tracePt t="23038" x="3735388" y="2068513"/>
          <p14:tracePt t="23047" x="3768725" y="2068513"/>
          <p14:tracePt t="23054" x="3783013" y="2054225"/>
          <p14:tracePt t="23063" x="3783013" y="2041525"/>
          <p14:tracePt t="23069" x="3795713" y="2027238"/>
          <p14:tracePt t="23081" x="3795713" y="2014538"/>
          <p14:tracePt t="23095" x="3795713" y="2000250"/>
          <p14:tracePt t="23103" x="3795713" y="1985963"/>
          <p14:tracePt t="23112" x="3795713" y="1973263"/>
          <p14:tracePt t="23122" x="3795713" y="1952625"/>
          <p14:tracePt t="23129" x="3783013" y="1938338"/>
          <p14:tracePt t="23136" x="3768725" y="1925638"/>
          <p14:tracePt t="23146" x="3735388" y="1911350"/>
          <p14:tracePt t="23152" x="3721100" y="1911350"/>
          <p14:tracePt t="23162" x="3681413" y="1898650"/>
          <p14:tracePt t="23169" x="3652838" y="1898650"/>
          <p14:tracePt t="23179" x="3605213" y="1884363"/>
          <p14:tracePt t="23186" x="3565525" y="1884363"/>
          <p14:tracePt t="23193" x="3538538" y="1884363"/>
          <p14:tracePt t="23205" x="3524250" y="1884363"/>
          <p14:tracePt t="23211" x="3497263" y="1884363"/>
          <p14:tracePt t="23220" x="3462338" y="1898650"/>
          <p14:tracePt t="23228" x="3435350" y="1911350"/>
          <p14:tracePt t="23234" x="3422650" y="1925638"/>
          <p14:tracePt t="23245" x="3408363" y="1938338"/>
          <p14:tracePt t="23252" x="3408363" y="1952625"/>
          <p14:tracePt t="23261" x="3395663" y="1973263"/>
          <p14:tracePt t="23269" x="3395663" y="1985963"/>
          <p14:tracePt t="23287" x="3395663" y="2000250"/>
          <p14:tracePt t="23291" x="3395663" y="2027238"/>
          <p14:tracePt t="23304" x="3395663" y="2041525"/>
          <p14:tracePt t="23308" x="3395663" y="2054225"/>
          <p14:tracePt t="23320" x="3395663" y="2068513"/>
          <p14:tracePt t="23337" x="3395663" y="2081213"/>
          <p14:tracePt t="23354" x="3395663" y="2101850"/>
          <p14:tracePt t="23420" x="3381375" y="2101850"/>
          <p14:tracePt t="23428" x="3360738" y="2101850"/>
          <p14:tracePt t="23438" x="3348038" y="2101850"/>
          <p14:tracePt t="23446" x="3333750" y="2081213"/>
          <p14:tracePt t="23456" x="3319463" y="2081213"/>
          <p14:tracePt t="23464" x="3292475" y="2081213"/>
          <p14:tracePt t="23478" x="3279775" y="2081213"/>
          <p14:tracePt t="23518" x="3279775" y="2101850"/>
          <p14:tracePt t="23535" x="3292475" y="2116138"/>
          <p14:tracePt t="23544" x="3333750" y="2116138"/>
          <p14:tracePt t="23554" x="3381375" y="2128838"/>
          <p14:tracePt t="23562" x="3408363" y="2143125"/>
          <p14:tracePt t="23571" x="3435350" y="2143125"/>
          <p14:tracePt t="23579" x="3476625" y="2143125"/>
          <p14:tracePt t="23589" x="3509963" y="2143125"/>
          <p14:tracePt t="23597" x="3551238" y="2143125"/>
          <p14:tracePt t="23604" x="3578225" y="2143125"/>
          <p14:tracePt t="23614" x="3605213" y="2143125"/>
          <p14:tracePt t="23620" x="3625850" y="2116138"/>
          <p14:tracePt t="23630" x="3640138" y="2116138"/>
          <p14:tracePt t="23637" x="3652838" y="2101850"/>
          <p14:tracePt t="23654" x="3667125" y="2081213"/>
          <p14:tracePt t="23677" x="3667125" y="2068513"/>
          <p14:tracePt t="23699" x="3640138" y="2068513"/>
          <p14:tracePt t="23708" x="3605213" y="2068513"/>
          <p14:tracePt t="23718" x="3524250" y="2054225"/>
          <p14:tracePt t="23726" x="3462338" y="2054225"/>
          <p14:tracePt t="23736" x="3395663" y="2054225"/>
          <p14:tracePt t="23743" x="3292475" y="2041525"/>
          <p14:tracePt t="23753" x="3205163" y="2041525"/>
          <p14:tracePt t="23759" x="3122613" y="2041525"/>
          <p14:tracePt t="23770" x="3048000" y="2041525"/>
          <p14:tracePt t="23776" x="2959100" y="2041525"/>
          <p14:tracePt t="23786" x="2905125" y="2041525"/>
          <p14:tracePt t="23794" x="2863850" y="2041525"/>
          <p14:tracePt t="23802" x="2816225" y="2041525"/>
          <p14:tracePt t="23807" x="2776538" y="2027238"/>
          <p14:tracePt t="23819" x="2735263" y="2027238"/>
          <p14:tracePt t="23824" x="2700338" y="2027238"/>
          <p14:tracePt t="23835" x="2673350" y="2027238"/>
          <p14:tracePt t="23842" x="2660650" y="2027238"/>
          <p14:tracePt t="23852" x="2646363" y="2027238"/>
          <p14:tracePt t="23976" x="2660650" y="2027238"/>
          <p14:tracePt t="23986" x="2687638" y="2041525"/>
          <p14:tracePt t="23994" x="2714625" y="2054225"/>
          <p14:tracePt t="24005" x="2735263" y="2068513"/>
          <p14:tracePt t="24013" x="2762250" y="2081213"/>
          <p14:tracePt t="24022" x="2776538" y="2101850"/>
          <p14:tracePt t="24029" x="2789238" y="2116138"/>
          <p14:tracePt t="24039" x="2816225" y="2128838"/>
          <p14:tracePt t="24051" x="2830513" y="2128838"/>
          <p14:tracePt t="24067" x="2843213" y="2143125"/>
          <p14:tracePt t="24108" x="2830513" y="2143125"/>
          <p14:tracePt t="24116" x="2789238" y="2143125"/>
          <p14:tracePt t="24125" x="2747963" y="2143125"/>
          <p14:tracePt t="24134" x="2700338" y="2143125"/>
          <p14:tracePt t="24143" x="2673350" y="2143125"/>
          <p14:tracePt t="24151" x="2633663" y="2143125"/>
          <p14:tracePt t="24160" x="2586038" y="2143125"/>
          <p14:tracePt t="24168" x="2557463" y="2143125"/>
          <p14:tracePt t="24176" x="2530475" y="2143125"/>
          <p14:tracePt t="24185" x="2517775" y="2143125"/>
          <p14:tracePt t="24194" x="2503488" y="2143125"/>
          <p14:tracePt t="24200" x="2503488" y="2157413"/>
          <p14:tracePt t="24255" x="2530475" y="2170113"/>
          <p14:tracePt t="24264" x="2557463" y="2170113"/>
          <p14:tracePt t="24274" x="2619375" y="2170113"/>
          <p14:tracePt t="24282" x="2660650" y="2170113"/>
          <p14:tracePt t="24291" x="2714625" y="2170113"/>
          <p14:tracePt t="24299" x="2776538" y="2170113"/>
          <p14:tracePt t="24308" x="2789238" y="2170113"/>
          <p14:tracePt t="24315" x="2843213" y="2170113"/>
          <p14:tracePt t="24325" x="2890838" y="2170113"/>
          <p14:tracePt t="24332" x="2919413" y="2170113"/>
          <p14:tracePt t="24342" x="2959100" y="2170113"/>
          <p14:tracePt t="24349" x="2994025" y="2170113"/>
          <p14:tracePt t="24359" x="3006725" y="2170113"/>
          <p14:tracePt t="24365" x="3021013" y="2157413"/>
          <p14:tracePt t="24375" x="3033713" y="2157413"/>
          <p14:tracePt t="24393" x="3048000" y="2143125"/>
          <p14:tracePt t="24405" x="3048000" y="2128838"/>
          <p14:tracePt t="24419" x="3062288" y="2116138"/>
          <p14:tracePt t="24435" x="3062288" y="2101850"/>
          <p14:tracePt t="24445" x="3062288" y="2081213"/>
          <p14:tracePt t="24459" x="3062288" y="2068513"/>
          <p14:tracePt t="24468" x="3062288" y="2054225"/>
          <p14:tracePt t="24478" x="3062288" y="2041525"/>
          <p14:tracePt t="24488" x="3062288" y="2027238"/>
          <p14:tracePt t="24495" x="3048000" y="2014538"/>
          <p14:tracePt t="24503" x="3033713" y="2000250"/>
          <p14:tracePt t="24512" x="3006725" y="1985963"/>
          <p14:tracePt t="24519" x="2973388" y="1952625"/>
          <p14:tracePt t="24529" x="2946400" y="1938338"/>
          <p14:tracePt t="24541" x="2919413" y="1911350"/>
          <p14:tracePt t="24542" x="2905125" y="1898650"/>
          <p14:tracePt t="24552" x="2863850" y="1884363"/>
          <p14:tracePt t="24561" x="2830513" y="1871663"/>
          <p14:tracePt t="24571" x="2803525" y="1857375"/>
          <p14:tracePt t="24578" x="2776538" y="1857375"/>
          <p14:tracePt t="24586" x="2747963" y="1857375"/>
          <p14:tracePt t="24594" x="2735263" y="1857375"/>
          <p14:tracePt t="24602" x="2700338" y="1857375"/>
          <p14:tracePt t="24611" x="2687638" y="1857375"/>
          <p14:tracePt t="24618" x="2673350" y="1857375"/>
          <p14:tracePt t="24628" x="2660650" y="1857375"/>
          <p14:tracePt t="24635" x="2646363" y="1871663"/>
          <p14:tracePt t="24644" x="2633663" y="1898650"/>
          <p14:tracePt t="24652" x="2619375" y="1911350"/>
          <p14:tracePt t="24660" x="2598738" y="1938338"/>
          <p14:tracePt t="24672" x="2598738" y="1952625"/>
          <p14:tracePt t="24676" x="2598738" y="1985963"/>
          <p14:tracePt t="24685" x="2586038" y="2014538"/>
          <p14:tracePt t="24692" x="2586038" y="2041525"/>
          <p14:tracePt t="24702" x="2586038" y="2068513"/>
          <p14:tracePt t="24706" x="2586038" y="2116138"/>
          <p14:tracePt t="24715" x="2586038" y="2128838"/>
          <p14:tracePt t="24724" x="2598738" y="2157413"/>
          <p14:tracePt t="24733" x="2619375" y="2170113"/>
          <p14:tracePt t="24742" x="2646363" y="2184400"/>
          <p14:tracePt t="24749" x="2660650" y="2197100"/>
          <p14:tracePt t="24756" x="2673350" y="2197100"/>
          <p14:tracePt t="24766" x="2700338" y="2211388"/>
          <p14:tracePt t="24775" x="2735263" y="2211388"/>
          <p14:tracePt t="24783" x="2747963" y="2211388"/>
          <p14:tracePt t="24792" x="2776538" y="2211388"/>
          <p14:tracePt t="24799" x="2803525" y="2184400"/>
          <p14:tracePt t="24809" x="2816225" y="2170113"/>
          <p14:tracePt t="24816" x="2830513" y="2157413"/>
          <p14:tracePt t="24823" x="2830513" y="2143125"/>
          <p14:tracePt t="24833" x="2843213" y="2128838"/>
          <p14:tracePt t="24841" x="2843213" y="2116138"/>
          <p14:tracePt t="24847" x="2843213" y="2101850"/>
          <p14:tracePt t="24859" x="2843213" y="2081213"/>
          <p14:tracePt t="24863" x="2843213" y="2068513"/>
          <p14:tracePt t="24875" x="2843213" y="2054225"/>
          <p14:tracePt t="24883" x="2830513" y="2054225"/>
          <p14:tracePt t="24890" x="2830513" y="2041525"/>
          <p14:tracePt t="24896" x="2816225" y="2041525"/>
          <p14:tracePt t="24908" x="2803525" y="2041525"/>
          <p14:tracePt t="24912" x="2789238" y="2041525"/>
          <p14:tracePt t="24940" x="2776538" y="2041525"/>
          <p14:tracePt t="24975" x="2776538" y="2054225"/>
          <p14:tracePt t="24984" x="2803525" y="2068513"/>
          <p14:tracePt t="24994" x="2816225" y="2101850"/>
          <p14:tracePt t="25004" x="2843213" y="2116138"/>
          <p14:tracePt t="25012" x="2878138" y="2128838"/>
          <p14:tracePt t="25022" x="2919413" y="2143125"/>
          <p14:tracePt t="25028" x="2973388" y="2157413"/>
          <p14:tracePt t="25039" x="3033713" y="2170113"/>
          <p14:tracePt t="25044" x="3089275" y="2184400"/>
          <p14:tracePt t="25056" x="3163888" y="2184400"/>
          <p14:tracePt t="25060" x="3252788" y="2184400"/>
          <p14:tracePt t="25072" x="3319463" y="2184400"/>
          <p14:tracePt t="25076" x="3348038" y="2184400"/>
          <p14:tracePt t="25085" x="3408363" y="2170113"/>
          <p14:tracePt t="25095" x="3435350" y="2157413"/>
          <p14:tracePt t="25106" x="3462338" y="2143125"/>
          <p14:tracePt t="25110" x="3476625" y="2143125"/>
          <p14:tracePt t="25117" x="3497263" y="2128838"/>
          <p14:tracePt t="25127" x="3509963" y="2128838"/>
          <p14:tracePt t="25150" x="3524250" y="2128838"/>
          <p14:tracePt t="25369" x="3538538" y="2128838"/>
          <p14:tracePt t="25377" x="3551238" y="2128838"/>
          <p14:tracePt t="25387" x="3578225" y="2128838"/>
          <p14:tracePt t="25396" x="3605213" y="2116138"/>
          <p14:tracePt t="25406" x="3667125" y="2116138"/>
          <p14:tracePt t="25412" x="3721100" y="2116138"/>
          <p14:tracePt t="25423" x="3756025" y="2116138"/>
          <p14:tracePt t="25429" x="3810000" y="2101850"/>
          <p14:tracePt t="25439" x="3851275" y="2101850"/>
          <p14:tracePt t="25445" x="3884613" y="2101850"/>
          <p14:tracePt t="25453" x="3911600" y="2081213"/>
          <p14:tracePt t="25462" x="3925888" y="2081213"/>
          <p14:tracePt t="25472" x="3938588" y="2081213"/>
          <p14:tracePt t="25489" x="3952875" y="2081213"/>
          <p14:tracePt t="25532" x="3938588" y="2081213"/>
          <p14:tracePt t="25542" x="3911600" y="2081213"/>
          <p14:tracePt t="25550" x="3884613" y="2081213"/>
          <p14:tracePt t="25559" x="3836988" y="2081213"/>
          <p14:tracePt t="25567" x="3783013" y="2081213"/>
          <p14:tracePt t="25576" x="3756025" y="2081213"/>
          <p14:tracePt t="25585" x="3721100" y="2081213"/>
          <p14:tracePt t="25591" x="3681413" y="2081213"/>
          <p14:tracePt t="25601" x="3652838" y="2081213"/>
          <p14:tracePt t="25608" x="3625850" y="2101850"/>
          <p14:tracePt t="25617" x="3605213" y="2101850"/>
          <p14:tracePt t="25627" x="3592513" y="2101850"/>
          <p14:tracePt t="25687" x="3605213" y="2116138"/>
          <p14:tracePt t="25697" x="3625850" y="2116138"/>
          <p14:tracePt t="25708" x="3652838" y="2116138"/>
          <p14:tracePt t="25716" x="3694113" y="2128838"/>
          <p14:tracePt t="25725" x="3735388" y="2128838"/>
          <p14:tracePt t="25731" x="3824288" y="2128838"/>
          <p14:tracePt t="25742" x="3898900" y="2128838"/>
          <p14:tracePt t="25749" x="3979863" y="2128838"/>
          <p14:tracePt t="25759" x="4081463" y="2128838"/>
          <p14:tracePt t="25767" x="4197350" y="2128838"/>
          <p14:tracePt t="25774" x="4300538" y="2128838"/>
          <p14:tracePt t="25788" x="4414838" y="2128838"/>
          <p14:tracePt t="25797" x="4470400" y="2128838"/>
          <p14:tracePt t="25807" x="4518025" y="2128838"/>
          <p14:tracePt t="25814" x="4545013" y="2128838"/>
          <p14:tracePt t="26097" x="4557713" y="2128838"/>
          <p14:tracePt t="26107" x="4586288" y="2128838"/>
          <p14:tracePt t="26115" x="4598988" y="2128838"/>
          <p14:tracePt t="26125" x="4625975" y="2128838"/>
          <p14:tracePt t="26134" x="4673600" y="2128838"/>
          <p14:tracePt t="26141" x="4714875" y="2128838"/>
          <p14:tracePt t="26151" x="4741863" y="2128838"/>
          <p14:tracePt t="26157" x="4789488" y="2128838"/>
          <p14:tracePt t="26167" x="4816475" y="2128838"/>
          <p14:tracePt t="26174" x="4843463" y="2128838"/>
          <p14:tracePt t="26182" x="4872038" y="2128838"/>
          <p14:tracePt t="26193" x="4884738" y="2128838"/>
          <p14:tracePt t="26202" x="4905375" y="2128838"/>
          <p14:tracePt t="26204" x="4919663" y="2128838"/>
          <p14:tracePt t="26252" x="4919663" y="2116138"/>
          <p14:tracePt t="26261" x="4884738" y="2116138"/>
          <p14:tracePt t="26270" x="4872038" y="2116138"/>
          <p14:tracePt t="26279" x="4830763" y="2116138"/>
          <p14:tracePt t="26288" x="4803775" y="2116138"/>
          <p14:tracePt t="26296" x="4776788" y="2116138"/>
          <p14:tracePt t="26304" x="4729163" y="2116138"/>
          <p14:tracePt t="26313" x="4714875" y="2116138"/>
          <p14:tracePt t="26320" x="4687888" y="2116138"/>
          <p14:tracePt t="26329" x="4673600" y="2116138"/>
          <p14:tracePt t="26335" x="4660900" y="2116138"/>
          <p14:tracePt t="26408" x="4673600" y="2116138"/>
          <p14:tracePt t="26417" x="4700588" y="2116138"/>
          <p14:tracePt t="26426" x="4729163" y="2116138"/>
          <p14:tracePt t="26435" x="4756150" y="2116138"/>
          <p14:tracePt t="26443" x="4803775" y="2116138"/>
          <p14:tracePt t="26453" x="4816475" y="2116138"/>
          <p14:tracePt t="26957" x="4857750" y="2116138"/>
          <p14:tracePt t="26968" x="4905375" y="2116138"/>
          <p14:tracePt t="26975" x="4946650" y="2116138"/>
          <p14:tracePt t="26985" x="5000625" y="2116138"/>
          <p14:tracePt t="26992" x="5075238" y="2116138"/>
          <p14:tracePt t="27002" x="5218113" y="2116138"/>
          <p14:tracePt t="27009" x="5348288" y="2128838"/>
          <p14:tracePt t="27016" x="5503863" y="2143125"/>
          <p14:tracePt t="27025" x="5592763" y="2143125"/>
          <p14:tracePt t="27033" x="5735638" y="2143125"/>
          <p14:tracePt t="27042" x="5864225" y="2157413"/>
          <p14:tracePt t="27053" x="5994400" y="2170113"/>
          <p14:tracePt t="27058" x="6042025" y="2170113"/>
          <p14:tracePt t="27069" x="6122988" y="2170113"/>
          <p14:tracePt t="27073" x="6184900" y="2170113"/>
          <p14:tracePt t="27083" x="6238875" y="2170113"/>
          <p14:tracePt t="27091" x="6265863" y="2170113"/>
          <p14:tracePt t="27325" x="6280150" y="2143125"/>
          <p14:tracePt t="27335" x="6313488" y="2116138"/>
          <p14:tracePt t="27344" x="6327775" y="2081213"/>
          <p14:tracePt t="27353" x="6340475" y="2054225"/>
          <p14:tracePt t="27360" x="6367463" y="2041525"/>
          <p14:tracePt t="27371" x="6381750" y="2014538"/>
          <p14:tracePt t="27377" x="6408738" y="1952625"/>
          <p14:tracePt t="27389" x="6429375" y="1925638"/>
          <p14:tracePt t="27395" x="6443663" y="1884363"/>
          <p14:tracePt t="27404" x="6443663" y="1857375"/>
          <p14:tracePt t="27410" x="6456363" y="1795463"/>
          <p14:tracePt t="27422" x="6456363" y="1768475"/>
          <p14:tracePt t="27424" x="6443663" y="1728788"/>
          <p14:tracePt t="27433" x="6408738" y="1693863"/>
          <p14:tracePt t="27442" x="6381750" y="1666875"/>
          <p14:tracePt t="27453" x="6327775" y="1625600"/>
          <p14:tracePt t="27459" x="6265863" y="1598613"/>
          <p14:tracePt t="27467" x="6211888" y="1565275"/>
          <p14:tracePt t="27476" x="6137275" y="1550988"/>
          <p14:tracePt t="27484" x="6054725" y="1550988"/>
          <p14:tracePt t="27493" x="5967413" y="1550988"/>
          <p14:tracePt t="27500" x="5891213" y="1550988"/>
          <p14:tracePt t="27509" x="5824538" y="1550988"/>
          <p14:tracePt t="27517" x="5748338" y="1565275"/>
          <p14:tracePt t="27526" x="5708650" y="1598613"/>
          <p14:tracePt t="27534" x="5646738" y="1625600"/>
          <p14:tracePt t="27541" x="5605463" y="1652588"/>
          <p14:tracePt t="27551" x="5565775" y="1693863"/>
          <p14:tracePt t="27558" x="5538788" y="1741488"/>
          <p14:tracePt t="27567" x="5518150" y="1755775"/>
          <p14:tracePt t="27574" x="5503863" y="1795463"/>
          <p14:tracePt t="27584" x="5462588" y="1836738"/>
          <p14:tracePt t="27591" x="5462588" y="1871663"/>
          <p14:tracePt t="27600" x="5449888" y="1911350"/>
          <p14:tracePt t="27607" x="5449888" y="1952625"/>
          <p14:tracePt t="27615" x="5449888" y="2000250"/>
          <p14:tracePt t="27622" x="5449888" y="2041525"/>
          <p14:tracePt t="27632" x="5449888" y="2081213"/>
          <p14:tracePt t="27638" x="5449888" y="2128838"/>
          <p14:tracePt t="27648" x="5462588" y="2170113"/>
          <p14:tracePt t="27655" x="5491163" y="2197100"/>
          <p14:tracePt t="27664" x="5518150" y="2244725"/>
          <p14:tracePt t="27671" x="5565775" y="2271713"/>
          <p14:tracePt t="27683" x="5605463" y="2300288"/>
          <p14:tracePt t="27691" x="5667375" y="2312988"/>
          <p14:tracePt t="27697" x="5721350" y="2327275"/>
          <p14:tracePt t="27705" x="5795963" y="2339975"/>
          <p14:tracePt t="27715" x="5878513" y="2339975"/>
          <p14:tracePt t="27721" x="5967413" y="2339975"/>
          <p14:tracePt t="27730" x="6069013" y="2339975"/>
          <p14:tracePt t="27740" x="6137275" y="2327275"/>
          <p14:tracePt t="27747" x="6224588" y="2286000"/>
          <p14:tracePt t="27755" x="6280150" y="2244725"/>
          <p14:tracePt t="27764" x="6313488" y="2232025"/>
          <p14:tracePt t="27771" x="6367463" y="2197100"/>
          <p14:tracePt t="27783" x="6396038" y="2157413"/>
          <p14:tracePt t="27784" x="6408738" y="2128838"/>
          <p14:tracePt t="27795" x="6429375" y="2101850"/>
          <p14:tracePt t="27805" x="6443663" y="2041525"/>
          <p14:tracePt t="27812" x="6443663" y="2014538"/>
          <p14:tracePt t="27822" x="6443663" y="1985963"/>
          <p14:tracePt t="27828" x="6443663" y="1952625"/>
          <p14:tracePt t="27838" x="6396038" y="1925638"/>
          <p14:tracePt t="27845" x="6354763" y="1884363"/>
          <p14:tracePt t="27857" x="6300788" y="1857375"/>
          <p14:tracePt t="27858" x="6238875" y="1836738"/>
          <p14:tracePt t="27867" x="6170613" y="1809750"/>
          <p14:tracePt t="27877" x="6081713" y="1795463"/>
          <p14:tracePt t="27887" x="5980113" y="1782763"/>
          <p14:tracePt t="27895" x="5911850" y="1782763"/>
          <p14:tracePt t="27904" x="5824538" y="1782763"/>
          <p14:tracePt t="27908" x="5762625" y="1795463"/>
          <p14:tracePt t="27918" x="5708650" y="1836738"/>
          <p14:tracePt t="27927" x="5646738" y="1871663"/>
          <p14:tracePt t="27937" x="5619750" y="1898650"/>
          <p14:tracePt t="27942" x="5592763" y="1938338"/>
          <p14:tracePt t="27955" x="5538788" y="2000250"/>
          <p14:tracePt t="27959" x="5538788" y="2027238"/>
          <p14:tracePt t="27968" x="5518150" y="2081213"/>
          <p14:tracePt t="27976" x="5503863" y="2128838"/>
          <p14:tracePt t="27988" x="5503863" y="2170113"/>
          <p14:tracePt t="27992" x="5503863" y="2197100"/>
          <p14:tracePt t="28005" x="5518150" y="2232025"/>
          <p14:tracePt t="28006" x="5551488" y="2259013"/>
          <p14:tracePt t="28015" x="5578475" y="2286000"/>
          <p14:tracePt t="28024" x="5634038" y="2300288"/>
          <p14:tracePt t="28032" x="5735638" y="2327275"/>
          <p14:tracePt t="28040" x="5783263" y="2327275"/>
          <p14:tracePt t="28049" x="5864225" y="2327275"/>
          <p14:tracePt t="28055" x="5953125" y="2312988"/>
          <p14:tracePt t="28065" x="6042025" y="2271713"/>
          <p14:tracePt t="28072" x="6122988" y="2211388"/>
          <p14:tracePt t="28082" x="6211888" y="2157413"/>
          <p14:tracePt t="28088" x="6265863" y="2116138"/>
          <p14:tracePt t="28098" x="6340475" y="2041525"/>
          <p14:tracePt t="28105" x="6354763" y="2027238"/>
          <p14:tracePt t="28115" x="6408738" y="1938338"/>
          <p14:tracePt t="28122" x="6429375" y="1884363"/>
          <p14:tracePt t="28132" x="6429375" y="1836738"/>
          <p14:tracePt t="28138" x="6429375" y="1809750"/>
          <p14:tracePt t="28148" x="6429375" y="1768475"/>
          <p14:tracePt t="28157" x="6408738" y="1741488"/>
          <p14:tracePt t="28166" x="6367463" y="1693863"/>
          <p14:tracePt t="28171" x="6327775" y="1666875"/>
          <p14:tracePt t="28183" x="6280150" y="1639888"/>
          <p14:tracePt t="28189" x="6224588" y="1625600"/>
          <p14:tracePt t="28198" x="6170613" y="1598613"/>
          <p14:tracePt t="28206" x="6110288" y="1577975"/>
          <p14:tracePt t="28215" x="6081713" y="1577975"/>
          <p14:tracePt t="28222" x="6042025" y="1577975"/>
          <p14:tracePt t="28229" x="5994400" y="1577975"/>
          <p14:tracePt t="28239" x="5967413" y="1577975"/>
          <p14:tracePt t="28244" x="5926138" y="1577975"/>
          <p14:tracePt t="28256" x="5891213" y="1598613"/>
          <p14:tracePt t="28261" x="5864225" y="1625600"/>
          <p14:tracePt t="28273" x="5851525" y="1666875"/>
          <p14:tracePt t="28275" x="5851525" y="1681163"/>
          <p14:tracePt t="28286" x="5837238" y="1708150"/>
          <p14:tracePt t="28294" x="5810250" y="1741488"/>
          <p14:tracePt t="28304" x="5810250" y="1768475"/>
          <p14:tracePt t="28311" x="5795963" y="1795463"/>
          <p14:tracePt t="28321" x="5783263" y="1824038"/>
          <p14:tracePt t="28328" x="5783263" y="1836738"/>
          <p14:tracePt t="28338" x="5783263" y="1871663"/>
          <p14:tracePt t="28342" x="5783263" y="1884363"/>
          <p14:tracePt t="28354" x="5783263" y="1911350"/>
          <p14:tracePt t="28361" x="5783263" y="1938338"/>
          <p14:tracePt t="28368" x="5795963" y="1973263"/>
          <p14:tracePt t="28377" x="5810250" y="1985963"/>
          <p14:tracePt t="28389" x="5837238" y="2014538"/>
          <p14:tracePt t="28395" x="5864225" y="2027238"/>
          <p14:tracePt t="28404" x="5911850" y="2041525"/>
          <p14:tracePt t="28410" x="5953125" y="2041525"/>
          <p14:tracePt t="28422" x="6007100" y="2054225"/>
          <p14:tracePt t="28426" x="6069013" y="2054225"/>
          <p14:tracePt t="28438" x="6110288" y="2054225"/>
          <p14:tracePt t="28439" x="6170613" y="2041525"/>
          <p14:tracePt t="28448" x="6211888" y="2014538"/>
          <p14:tracePt t="28458" x="6253163" y="1985963"/>
          <p14:tracePt t="28466" x="6300788" y="1938338"/>
          <p14:tracePt t="28472" x="6313488" y="1925638"/>
          <p14:tracePt t="28483" x="6327775" y="1884363"/>
          <p14:tracePt t="28492" x="6340475" y="1871663"/>
          <p14:tracePt t="28500" x="6354763" y="1836738"/>
          <p14:tracePt t="28507" x="6354763" y="1795463"/>
          <p14:tracePt t="28517" x="6354763" y="1768475"/>
          <p14:tracePt t="28523" x="6354763" y="1755775"/>
          <p14:tracePt t="28533" x="6327775" y="1728788"/>
          <p14:tracePt t="28539" x="6280150" y="1708150"/>
          <p14:tracePt t="28550" x="6224588" y="1693863"/>
          <p14:tracePt t="28556" x="6096000" y="1681163"/>
          <p14:tracePt t="28566" x="6042025" y="1681163"/>
          <p14:tracePt t="28573" x="5953125" y="1681163"/>
          <p14:tracePt t="28583" x="5864225" y="1693863"/>
          <p14:tracePt t="28590" x="5783263" y="1741488"/>
          <p14:tracePt t="28599" x="5694363" y="1782763"/>
          <p14:tracePt t="28607" x="5634038" y="1836738"/>
          <p14:tracePt t="28613" x="5592763" y="1898650"/>
          <p14:tracePt t="28622" x="5578475" y="1911350"/>
          <p14:tracePt t="28631" x="5551488" y="1952625"/>
          <p14:tracePt t="28639" x="5538788" y="2000250"/>
          <p14:tracePt t="28646" x="5518150" y="2041525"/>
          <p14:tracePt t="28655" x="5518150" y="2054225"/>
          <p14:tracePt t="28664" x="5518150" y="2116138"/>
          <p14:tracePt t="28673" x="5518150" y="2128838"/>
          <p14:tracePt t="28682" x="5551488" y="2157413"/>
          <p14:tracePt t="28688" x="5565775" y="2170113"/>
          <p14:tracePt t="28700" x="5605463" y="2184400"/>
          <p14:tracePt t="28702" x="5667375" y="2184400"/>
          <p14:tracePt t="28712" x="5721350" y="2184400"/>
          <p14:tracePt t="28722" x="5783263" y="2184400"/>
          <p14:tracePt t="28728" x="5851525" y="2184400"/>
          <p14:tracePt t="28738" x="5926138" y="2143125"/>
          <p14:tracePt t="28746" x="5980113" y="2116138"/>
          <p14:tracePt t="28757" x="6007100" y="2081213"/>
          <p14:tracePt t="28761" x="6054725" y="2054225"/>
          <p14:tracePt t="28773" x="6081713" y="2014538"/>
          <p14:tracePt t="28778" x="6110288" y="1985963"/>
          <p14:tracePt t="28791" x="6122988" y="1973263"/>
          <p14:tracePt t="28792" x="6137275" y="1952625"/>
          <p14:tracePt t="28803" x="6137275" y="1938338"/>
          <p14:tracePt t="28810" x="6137275" y="1925638"/>
          <p14:tracePt t="28820" x="6137275" y="1911350"/>
          <p14:tracePt t="28837" x="6137275" y="1898650"/>
          <p14:tracePt t="29241" x="6122988" y="1898650"/>
          <p14:tracePt t="29249" x="6110288" y="1898650"/>
          <p14:tracePt t="29259" x="6069013" y="1898650"/>
          <p14:tracePt t="29268" x="6021388" y="1898650"/>
          <p14:tracePt t="29277" x="5980113" y="1898650"/>
          <p14:tracePt t="29285" x="5891213" y="1898650"/>
          <p14:tracePt t="29292" x="5762625" y="1898650"/>
          <p14:tracePt t="29301" x="5667375" y="1938338"/>
          <p14:tracePt t="29309" x="5619750" y="1973263"/>
          <p14:tracePt t="29318" x="5551488" y="2041525"/>
          <p14:tracePt t="29324" x="5476875" y="2081213"/>
          <p14:tracePt t="29334" x="5462588" y="2128838"/>
          <p14:tracePt t="29341" x="5422900" y="2170113"/>
          <p14:tracePt t="29350" x="5408613" y="2197100"/>
          <p14:tracePt t="29359" x="5408613" y="2244725"/>
          <p14:tracePt t="29368" x="5408613" y="2286000"/>
          <p14:tracePt t="29376" x="5408613" y="2312988"/>
          <p14:tracePt t="29384" x="5422900" y="2312988"/>
          <p14:tracePt t="29395" x="5462588" y="2327275"/>
          <p14:tracePt t="29399" x="5538788" y="2339975"/>
          <p14:tracePt t="29408" x="5605463" y="2339975"/>
          <p14:tracePt t="29417" x="5681663" y="2339975"/>
          <p14:tracePt t="29424" x="5748338" y="2327275"/>
          <p14:tracePt t="29434" x="5824538" y="2286000"/>
          <p14:tracePt t="29441" x="5911850" y="2244725"/>
          <p14:tracePt t="29451" x="5953125" y="2197100"/>
          <p14:tracePt t="29456" x="5967413" y="2184400"/>
          <p14:tracePt t="29467" x="6007100" y="2128838"/>
          <p14:tracePt t="29474" x="6021388" y="2116138"/>
          <p14:tracePt t="29483" x="6021388" y="2068513"/>
          <p14:tracePt t="29490" x="6042025" y="2054225"/>
          <p14:tracePt t="29499" x="6042025" y="2014538"/>
          <p14:tracePt t="29511" x="6021388" y="2000250"/>
          <p14:tracePt t="29522" x="6007100" y="2000250"/>
          <p14:tracePt t="29530" x="5980113" y="2000250"/>
          <p14:tracePt t="29539" x="5967413" y="2000250"/>
          <p14:tracePt t="29547" x="5953125" y="2000250"/>
          <p14:tracePt t="29557" x="5938838" y="2000250"/>
          <p14:tracePt t="29564" x="5926138" y="2000250"/>
          <p14:tracePt t="29574" x="5911850" y="2000250"/>
          <p14:tracePt t="29578" x="5911850" y="2014538"/>
          <p14:tracePt t="29590" x="5891213" y="2027238"/>
          <p14:tracePt t="29597" x="5891213" y="2054225"/>
          <p14:tracePt t="29757" x="5864225" y="2054225"/>
          <p14:tracePt t="29766" x="5851525" y="2054225"/>
          <p14:tracePt t="29776" x="5824538" y="2054225"/>
          <p14:tracePt t="29790" x="5810250" y="2054225"/>
          <p14:tracePt t="29846" x="5851525" y="2054225"/>
          <p14:tracePt t="29856" x="5911850" y="2054225"/>
          <p14:tracePt t="29864" x="5980113" y="2054225"/>
          <p14:tracePt t="29873" x="6054725" y="2054225"/>
          <p14:tracePt t="29882" x="6122988" y="2054225"/>
          <p14:tracePt t="29890" x="6170613" y="2054225"/>
          <p14:tracePt t="29899" x="6224588" y="2054225"/>
          <p14:tracePt t="29907" x="6265863" y="2054225"/>
          <p14:tracePt t="29915" x="6280150" y="2054225"/>
          <p14:tracePt t="29923" x="6313488" y="2054225"/>
          <p14:tracePt t="29937" x="6327775" y="2054225"/>
          <p14:tracePt t="29953" x="6280150" y="2054225"/>
          <p14:tracePt t="29962" x="6211888" y="2054225"/>
          <p14:tracePt t="29971" x="6170613" y="2054225"/>
          <p14:tracePt t="29980" x="6081713" y="2054225"/>
          <p14:tracePt t="29989" x="5994400" y="2054225"/>
          <p14:tracePt t="29996" x="5953125" y="2054225"/>
          <p14:tracePt t="30005" x="5891213" y="2054225"/>
          <p14:tracePt t="30014" x="5837238" y="2054225"/>
          <p14:tracePt t="30022" x="5810250" y="2054225"/>
          <p14:tracePt t="30030" x="5783263" y="2068513"/>
          <p14:tracePt t="30036" x="5762625" y="2068513"/>
          <p14:tracePt t="30055" x="5762625" y="2081213"/>
          <p14:tracePt t="30076" x="5783263" y="2081213"/>
          <p14:tracePt t="30086" x="5795963" y="2081213"/>
          <p14:tracePt t="30095" x="5837238" y="2081213"/>
          <p14:tracePt t="30105" x="5878513" y="2081213"/>
          <p14:tracePt t="30404" x="5891213" y="2081213"/>
          <p14:tracePt t="30412" x="5926138" y="2081213"/>
          <p14:tracePt t="30422" x="5967413" y="2081213"/>
          <p14:tracePt t="30430" x="6021388" y="2081213"/>
          <p14:tracePt t="30440" x="6081713" y="2081213"/>
          <p14:tracePt t="30446" x="6137275" y="2081213"/>
          <p14:tracePt t="30457" x="6238875" y="2081213"/>
          <p14:tracePt t="30462" x="6429375" y="2081213"/>
          <p14:tracePt t="30473" x="6483350" y="2068513"/>
          <p14:tracePt t="30482" x="6599238" y="2068513"/>
          <p14:tracePt t="30488" x="6640513" y="2068513"/>
          <p14:tracePt t="30497" x="6715125" y="2068513"/>
          <p14:tracePt t="30507" x="6769100" y="2054225"/>
          <p14:tracePt t="30514" x="6816725" y="2054225"/>
          <p14:tracePt t="30524" x="6843713" y="2054225"/>
          <p14:tracePt t="30528" x="6872288" y="2054225"/>
          <p14:tracePt t="30537" x="6884988" y="2054225"/>
          <p14:tracePt t="30548" x="6899275" y="2054225"/>
          <p14:tracePt t="30571" x="6899275" y="2041525"/>
          <p14:tracePt t="30665" x="6884988" y="2041525"/>
          <p14:tracePt t="30675" x="6872288" y="2041525"/>
          <p14:tracePt t="30683" x="6858000" y="2041525"/>
          <p14:tracePt t="30698" x="6843713" y="2041525"/>
          <p14:tracePt t="30755" x="6872288" y="2041525"/>
          <p14:tracePt t="30765" x="6911975" y="2041525"/>
          <p14:tracePt t="30773" x="6986588" y="2041525"/>
          <p14:tracePt t="30782" x="7102475" y="2041525"/>
          <p14:tracePt t="30791" x="7218363" y="2041525"/>
          <p14:tracePt t="30798" x="7286625" y="2041525"/>
          <p14:tracePt t="30807" x="7415213" y="2027238"/>
          <p14:tracePt t="30815" x="7545388" y="2027238"/>
          <p14:tracePt t="30824" x="7661275" y="2027238"/>
          <p14:tracePt t="30832" x="7777163" y="2014538"/>
          <p14:tracePt t="36562" x="7748588" y="2014538"/>
          <p14:tracePt t="36567" x="7673975" y="2014538"/>
          <p14:tracePt t="36579" x="7605713" y="2027238"/>
          <p14:tracePt t="36584" x="7504113" y="2054225"/>
          <p14:tracePt t="36597" x="7402513" y="2068513"/>
          <p14:tracePt t="36598" x="7286625" y="2101850"/>
          <p14:tracePt t="36608" x="7158038" y="2116138"/>
          <p14:tracePt t="36615" x="7015163" y="2143125"/>
          <p14:tracePt t="36625" x="6729413" y="2170113"/>
          <p14:tracePt t="36632" x="6443663" y="2211388"/>
          <p14:tracePt t="36640" x="6280150" y="2232025"/>
          <p14:tracePt t="36648" x="5762625" y="2271713"/>
          <p14:tracePt t="36657" x="5619750" y="2286000"/>
          <p14:tracePt t="36665" x="5334000" y="2327275"/>
          <p14:tracePt t="36673" x="5075238" y="2360613"/>
          <p14:tracePt t="36681" x="4857750" y="2414588"/>
          <p14:tracePt t="36691" x="4776788" y="2428875"/>
          <p14:tracePt t="36700" x="4613275" y="2455863"/>
          <p14:tracePt t="36707" x="4557713" y="2470150"/>
          <p14:tracePt t="36714" x="4456113" y="2490788"/>
          <p14:tracePt t="36724" x="4387850" y="2503488"/>
          <p14:tracePt t="36731" x="4327525" y="2517775"/>
          <p14:tracePt t="36745" x="4300538" y="2517775"/>
          <p14:tracePt t="36746" x="4286250" y="2530475"/>
          <p14:tracePt t="36957" x="4271963" y="2530475"/>
          <p14:tracePt t="36967" x="4197350" y="2530475"/>
          <p14:tracePt t="36975" x="4122738" y="2530475"/>
          <p14:tracePt t="36984" x="3967163" y="2530475"/>
          <p14:tracePt t="36994" x="3756025" y="2530475"/>
          <p14:tracePt t="37002" x="3605213" y="2530475"/>
          <p14:tracePt t="37011" x="3348038" y="2530475"/>
          <p14:tracePt t="37018" x="3062288" y="2530475"/>
          <p14:tracePt t="37028" x="2816225" y="2557463"/>
          <p14:tracePt t="37034" x="2714625" y="2571750"/>
          <p14:tracePt t="37042" x="2530475" y="2598738"/>
          <p14:tracePt t="37051" x="2470150" y="2619375"/>
          <p14:tracePt t="37063" x="2374900" y="2633663"/>
          <p14:tracePt t="37065" x="2300288" y="2646363"/>
          <p14:tracePt t="37074" x="2271713" y="2660650"/>
          <p14:tracePt t="37083" x="2244725" y="2660650"/>
          <p14:tracePt t="37093" x="2244725" y="2673350"/>
          <p14:tracePt t="37318" x="2232025" y="2673350"/>
          <p14:tracePt t="37327" x="2197100" y="2673350"/>
          <p14:tracePt t="37337" x="2157413" y="2673350"/>
          <p14:tracePt t="37347" x="2116138" y="2687638"/>
          <p14:tracePt t="37356" x="2054225" y="2714625"/>
          <p14:tracePt t="37362" x="1985963" y="2762250"/>
          <p14:tracePt t="37373" x="1925638" y="2789238"/>
          <p14:tracePt t="37378" x="1871663" y="2830513"/>
          <p14:tracePt t="37390" x="1857375" y="2843213"/>
          <p14:tracePt t="37396" x="1782763" y="2919413"/>
          <p14:tracePt t="37405" x="1755775" y="2946400"/>
          <p14:tracePt t="37412" x="1741488" y="2994025"/>
          <p14:tracePt t="37425" x="1741488" y="3033713"/>
          <p14:tracePt t="37426" x="1741488" y="3089275"/>
          <p14:tracePt t="37434" x="1741488" y="3136900"/>
          <p14:tracePt t="37444" x="1741488" y="3176588"/>
          <p14:tracePt t="37453" x="1755775" y="3217863"/>
          <p14:tracePt t="37460" x="1795463" y="3265488"/>
          <p14:tracePt t="37468" x="1836738" y="3292475"/>
          <p14:tracePt t="37477" x="1898650" y="3319463"/>
          <p14:tracePt t="37485" x="1938338" y="3319463"/>
          <p14:tracePt t="37492" x="2014538" y="3319463"/>
          <p14:tracePt t="37502" x="2054225" y="3319463"/>
          <p14:tracePt t="37510" x="2157413" y="3279775"/>
          <p14:tracePt t="37519" x="2170113" y="3252788"/>
          <p14:tracePt t="37526" x="2211388" y="3176588"/>
          <p14:tracePt t="37534" x="2259013" y="3101975"/>
          <p14:tracePt t="37543" x="2271713" y="3033713"/>
          <p14:tracePt t="37550" x="2286000" y="2959100"/>
          <p14:tracePt t="37559" x="2300288" y="2890838"/>
          <p14:tracePt t="37569" x="2300288" y="2878138"/>
          <p14:tracePt t="37575" x="2300288" y="2803525"/>
          <p14:tracePt t="37588" x="2286000" y="2776538"/>
          <p14:tracePt t="37589" x="2244725" y="2762250"/>
          <p14:tracePt t="37598" x="2211388" y="2747963"/>
          <p14:tracePt t="37608" x="2143125" y="2747963"/>
          <p14:tracePt t="37616" x="2081213" y="2747963"/>
          <p14:tracePt t="37625" x="2014538" y="2747963"/>
          <p14:tracePt t="37633" x="1938338" y="2789238"/>
          <p14:tracePt t="37639" x="1884363" y="2830513"/>
          <p14:tracePt t="37649" x="1824038" y="2878138"/>
          <p14:tracePt t="37656" x="1768475" y="2932113"/>
          <p14:tracePt t="37666" x="1755775" y="2946400"/>
          <p14:tracePt t="37673" x="1708150" y="2994025"/>
          <p14:tracePt t="37682" x="1693863" y="3021013"/>
          <p14:tracePt t="37689" x="1666875" y="3033713"/>
          <p14:tracePt t="37699" x="1666875" y="3062288"/>
          <p14:tracePt t="37706" x="1652588" y="3074988"/>
          <p14:tracePt t="37731" x="1652588" y="3089275"/>
          <p14:tracePt t="37741" x="1693863" y="3089275"/>
          <p14:tracePt t="37748" x="1728788" y="3089275"/>
          <p14:tracePt t="37758" x="1782763" y="3089275"/>
          <p14:tracePt t="37764" x="1824038" y="3062288"/>
          <p14:tracePt t="37773" x="1884363" y="3033713"/>
          <p14:tracePt t="37779" x="1925638" y="3006725"/>
          <p14:tracePt t="38276" x="1925638" y="2994025"/>
          <p14:tracePt t="38285" x="1925638" y="2973388"/>
          <p14:tracePt t="38294" x="1925638" y="2959100"/>
          <p14:tracePt t="38302" x="1925638" y="2946400"/>
          <p14:tracePt t="38312" x="1925638" y="2932113"/>
          <p14:tracePt t="38320" x="1925638" y="2905125"/>
          <p14:tracePt t="38326" x="1925638" y="2878138"/>
          <p14:tracePt t="38336" x="1925638" y="2863850"/>
          <p14:tracePt t="38346" x="1925638" y="2830513"/>
          <p14:tracePt t="38353" x="1925638" y="2803525"/>
          <p14:tracePt t="38363" x="1925638" y="2789238"/>
          <p14:tracePt t="38369" x="1911350" y="2789238"/>
          <p14:tracePt t="38379" x="1911350" y="2776538"/>
          <p14:tracePt t="38386" x="1898650" y="2762250"/>
          <p14:tracePt t="38399" x="1884363" y="2762250"/>
          <p14:tracePt t="38408" x="1871663" y="2762250"/>
          <p14:tracePt t="38423" x="1857375" y="2762250"/>
          <p14:tracePt t="38433" x="1836738" y="2762250"/>
          <p14:tracePt t="38448" x="1824038" y="2776538"/>
          <p14:tracePt t="38457" x="1809750" y="2776538"/>
          <p14:tracePt t="38466" x="1809750" y="2789238"/>
          <p14:tracePt t="38474" x="1809750" y="2803525"/>
          <p14:tracePt t="38484" x="1809750" y="2816225"/>
          <p14:tracePt t="38492" x="1809750" y="2830513"/>
          <p14:tracePt t="38498" x="1809750" y="2843213"/>
          <p14:tracePt t="38508" x="1809750" y="2863850"/>
          <p14:tracePt t="38525" x="1809750" y="2878138"/>
          <p14:tracePt t="38530" x="1809750" y="2890838"/>
          <p14:tracePt t="38542" x="1809750" y="2905125"/>
          <p14:tracePt t="38547" x="1824038" y="2905125"/>
          <p14:tracePt t="38557" x="1824038" y="2919413"/>
          <p14:tracePt t="38566" x="1836738" y="2919413"/>
          <p14:tracePt t="38573" x="1857375" y="2919413"/>
          <p14:tracePt t="38584" x="1871663" y="2919413"/>
          <p14:tracePt t="38881" x="1884363" y="2919413"/>
          <p14:tracePt t="38891" x="1911350" y="2932113"/>
          <p14:tracePt t="38901" x="1925638" y="2946400"/>
          <p14:tracePt t="38909" x="1973263" y="2959100"/>
          <p14:tracePt t="38920" x="1985963" y="2973388"/>
          <p14:tracePt t="38927" x="2027238" y="3006725"/>
          <p14:tracePt t="38938" x="2068513" y="3021013"/>
          <p14:tracePt t="38942" x="2116138" y="3048000"/>
          <p14:tracePt t="38954" x="2128838" y="3048000"/>
          <p14:tracePt t="38958" x="2170113" y="3074988"/>
          <p14:tracePt t="38970" x="2197100" y="3089275"/>
          <p14:tracePt t="38975" x="2232025" y="3101975"/>
          <p14:tracePt t="38987" x="2259013" y="3122613"/>
          <p14:tracePt t="38989" x="2286000" y="3122613"/>
          <p14:tracePt t="38997" x="2300288" y="3136900"/>
          <p14:tracePt t="39007" x="2312988" y="3149600"/>
          <p14:tracePt t="39017" x="2327275" y="3149600"/>
          <p14:tracePt t="39024" x="2339975" y="3163888"/>
          <p14:tracePt t="39032" x="2360613" y="3163888"/>
          <p14:tracePt t="39041" x="2374900" y="3176588"/>
          <p14:tracePt t="39049" x="2387600" y="3176588"/>
          <p14:tracePt t="39057" x="2387600" y="3190875"/>
          <p14:tracePt t="39064" x="2401888" y="3190875"/>
          <p14:tracePt t="39074" x="2414588" y="3190875"/>
          <p14:tracePt t="39749" x="2443163" y="3190875"/>
          <p14:tracePt t="39759" x="2470150" y="3190875"/>
          <p14:tracePt t="39768" x="2517775" y="3190875"/>
          <p14:tracePt t="39777" x="2557463" y="3190875"/>
          <p14:tracePt t="39785" x="2586038" y="3190875"/>
          <p14:tracePt t="39795" x="2646363" y="3190875"/>
          <p14:tracePt t="39802" x="2673350" y="3190875"/>
          <p14:tracePt t="39812" x="2735263" y="3190875"/>
          <p14:tracePt t="39817" x="2762250" y="3190875"/>
          <p14:tracePt t="39827" x="2789238" y="3190875"/>
          <p14:tracePt t="39833" x="2816225" y="3190875"/>
          <p14:tracePt t="39845" x="2843213" y="3190875"/>
          <p14:tracePt t="39851" x="2863850" y="3190875"/>
          <p14:tracePt t="39861" x="2878138" y="3190875"/>
          <p14:tracePt t="39880" x="2890838" y="3190875"/>
          <p14:tracePt t="40437" x="2905125" y="3190875"/>
          <p14:tracePt t="40449" x="2919413" y="3190875"/>
          <p14:tracePt t="40456" x="2946400" y="3190875"/>
          <p14:tracePt t="40466" x="2994025" y="3190875"/>
          <p14:tracePt t="40475" x="3048000" y="3190875"/>
          <p14:tracePt t="40481" x="3101975" y="3190875"/>
          <p14:tracePt t="40492" x="3190875" y="3176588"/>
          <p14:tracePt t="40497" x="3265488" y="3176588"/>
          <p14:tracePt t="40505" x="3348038" y="3163888"/>
          <p14:tracePt t="40514" x="3422650" y="3163888"/>
          <p14:tracePt t="40525" x="3497263" y="3163888"/>
          <p14:tracePt t="40529" x="3524250" y="3163888"/>
          <p14:tracePt t="40541" x="3578225" y="3163888"/>
          <p14:tracePt t="40547" x="3605213" y="3163888"/>
          <p14:tracePt t="40558" x="3640138" y="3163888"/>
          <p14:tracePt t="40562" x="3667125" y="3163888"/>
          <p14:tracePt t="41714" x="3652838" y="3136900"/>
          <p14:tracePt t="41724" x="3625850" y="3089275"/>
          <p14:tracePt t="41733" x="3578225" y="3033713"/>
          <p14:tracePt t="41741" x="3497263" y="2946400"/>
          <p14:tracePt t="41748" x="3422650" y="2878138"/>
          <p14:tracePt t="41760" x="3360738" y="2830513"/>
          <p14:tracePt t="41766" x="3292475" y="2762250"/>
          <p14:tracePt t="41774" x="3205163" y="2700338"/>
          <p14:tracePt t="41782" x="3136900" y="2646363"/>
          <p14:tracePt t="41790" x="3101975" y="2633663"/>
          <p14:tracePt t="41799" x="3062288" y="2619375"/>
          <p14:tracePt t="41811" x="3006725" y="2598738"/>
          <p14:tracePt t="41812" x="2973388" y="2586038"/>
          <p14:tracePt t="41823" x="2946400" y="2586038"/>
          <p14:tracePt t="41832" x="2932113" y="2586038"/>
          <p14:tracePt t="41842" x="2919413" y="2586038"/>
          <p14:tracePt t="41847" x="2905125" y="2586038"/>
          <p14:tracePt t="42156" x="2890838" y="2586038"/>
          <p14:tracePt t="42166" x="2843213" y="2571750"/>
          <p14:tracePt t="42176" x="2830513" y="2571750"/>
          <p14:tracePt t="42184" x="2789238" y="2557463"/>
          <p14:tracePt t="42195" x="2762250" y="2557463"/>
          <p14:tracePt t="42199" x="2735263" y="2544763"/>
          <p14:tracePt t="42211" x="2714625" y="2544763"/>
          <p14:tracePt t="42216" x="2673350" y="2530475"/>
          <p14:tracePt t="42224" x="2633663" y="2517775"/>
          <p14:tracePt t="42233" x="2586038" y="2517775"/>
          <p14:tracePt t="42240" x="2557463" y="2517775"/>
          <p14:tracePt t="42249" x="2544763" y="2517775"/>
          <p14:tracePt t="42257" x="2517775" y="2517775"/>
          <p14:tracePt t="42266" x="2503488" y="2517775"/>
          <p14:tracePt t="42273" x="2490788" y="2517775"/>
          <p14:tracePt t="42283" x="2470150" y="2517775"/>
          <p14:tracePt t="42290" x="2455863" y="2517775"/>
          <p14:tracePt t="42309" x="2443163" y="2517775"/>
          <p14:tracePt t="42315" x="2428875" y="2517775"/>
          <p14:tracePt t="42340" x="2414588" y="2517775"/>
          <p14:tracePt t="42385" x="2401888" y="2517775"/>
          <p14:tracePt t="42402" x="2387600" y="2517775"/>
          <p14:tracePt t="42418" x="2374900" y="2517775"/>
          <p14:tracePt t="42428" x="2360613" y="2517775"/>
          <p14:tracePt t="42436" x="2339975" y="2517775"/>
          <p14:tracePt t="42446" x="2327275" y="2517775"/>
          <p14:tracePt t="42454" x="2312988" y="2517775"/>
          <p14:tracePt t="42463" x="2286000" y="2517775"/>
          <p14:tracePt t="42471" x="2271713" y="2517775"/>
          <p14:tracePt t="42480" x="2259013" y="2517775"/>
          <p14:tracePt t="42486" x="2232025" y="2517775"/>
          <p14:tracePt t="42497" x="2197100" y="2530475"/>
          <p14:tracePt t="42504" x="2184400" y="2530475"/>
          <p14:tracePt t="42512" x="2157413" y="2544763"/>
          <p14:tracePt t="42520" x="2116138" y="2557463"/>
          <p14:tracePt t="42527" x="2081213" y="2557463"/>
          <p14:tracePt t="42536" x="2068513" y="2571750"/>
          <p14:tracePt t="42548" x="2041525" y="2571750"/>
          <p14:tracePt t="42552" x="2014538" y="2586038"/>
          <p14:tracePt t="42562" x="1985963" y="2586038"/>
          <p14:tracePt t="42568" x="1952625" y="2598738"/>
          <p14:tracePt t="42581" x="1925638" y="2598738"/>
          <p14:tracePt t="42585" x="1911350" y="2619375"/>
          <p14:tracePt t="42594" x="1898650" y="2619375"/>
          <p14:tracePt t="42603" x="1884363" y="2619375"/>
          <p14:tracePt t="42612" x="1871663" y="2633663"/>
          <p14:tracePt t="42655" x="1871663" y="2646363"/>
          <p14:tracePt t="42688" x="1871663" y="2660650"/>
          <p14:tracePt t="42697" x="1884363" y="2660650"/>
          <p14:tracePt t="42706" x="1898650" y="2673350"/>
          <p14:tracePt t="42716" x="1925638" y="2687638"/>
          <p14:tracePt t="42726" x="1938338" y="2687638"/>
          <p14:tracePt t="42733" x="1985963" y="2700338"/>
          <p14:tracePt t="42741" x="2014538" y="2700338"/>
          <p14:tracePt t="42750" x="2054225" y="2700338"/>
          <p14:tracePt t="42759" x="2101850" y="2714625"/>
          <p14:tracePt t="42766" x="2157413" y="2714625"/>
          <p14:tracePt t="42776" x="2197100" y="2714625"/>
          <p14:tracePt t="42782" x="2271713" y="2735263"/>
          <p14:tracePt t="42794" x="2327275" y="2735263"/>
          <p14:tracePt t="42798" x="2387600" y="2735263"/>
          <p14:tracePt t="42807" x="2414588" y="2735263"/>
          <p14:tracePt t="42813" x="2470150" y="2735263"/>
          <p14:tracePt t="42823" x="2503488" y="2735263"/>
          <p14:tracePt t="42832" x="2544763" y="2735263"/>
          <p14:tracePt t="42842" x="2557463" y="2735263"/>
          <p14:tracePt t="42847" x="2571750" y="2735263"/>
          <p14:tracePt t="42858" x="2586038" y="2735263"/>
          <p14:tracePt t="42863" x="2598738" y="2735263"/>
          <p14:tracePt t="42881" x="2619375" y="2735263"/>
          <p14:tracePt t="43745" x="2633663" y="2735263"/>
          <p14:tracePt t="43754" x="2646363" y="2735263"/>
          <p14:tracePt t="43762" x="2687638" y="2735263"/>
          <p14:tracePt t="43771" x="2714625" y="2735263"/>
          <p14:tracePt t="43781" x="2762250" y="2735263"/>
          <p14:tracePt t="43789" x="2776538" y="2735263"/>
          <p14:tracePt t="43798" x="2816225" y="2747963"/>
          <p14:tracePt t="43805" x="2843213" y="2747963"/>
          <p14:tracePt t="43815" x="2878138" y="2762250"/>
          <p14:tracePt t="43822" x="2905125" y="2762250"/>
          <p14:tracePt t="43832" x="2919413" y="2776538"/>
          <p14:tracePt t="43837" x="2932113" y="2776538"/>
          <p14:tracePt t="43849" x="2946400" y="2776538"/>
          <p14:tracePt t="43853" x="2946400" y="2789238"/>
          <p14:tracePt t="43870" x="2959100" y="2789238"/>
          <p14:tracePt t="49760" x="2959100" y="2803525"/>
          <p14:tracePt t="49768" x="2959100" y="2816225"/>
          <p14:tracePt t="49779" x="2946400" y="2830513"/>
          <p14:tracePt t="49785" x="2946400" y="2843213"/>
          <p14:tracePt t="49796" x="2932113" y="2878138"/>
          <p14:tracePt t="49802" x="2919413" y="2890838"/>
          <p14:tracePt t="49810" x="2919413" y="2905125"/>
          <p14:tracePt t="49819" x="2905125" y="2919413"/>
          <p14:tracePt t="49827" x="2890838" y="2946400"/>
          <p14:tracePt t="49835" x="2878138" y="2959100"/>
          <p14:tracePt t="49843" x="2878138" y="2973388"/>
          <p14:tracePt t="49853" x="2863850" y="3006725"/>
          <p14:tracePt t="49860" x="2843213" y="3021013"/>
          <p14:tracePt t="49870" x="2830513" y="3033713"/>
          <p14:tracePt t="49876" x="2816225" y="3048000"/>
          <p14:tracePt t="49887" x="2803525" y="3074988"/>
          <p14:tracePt t="49893" x="2789238" y="3101975"/>
          <p14:tracePt t="49903" x="2776538" y="3122613"/>
          <p14:tracePt t="49910" x="2747963" y="3149600"/>
          <p14:tracePt t="49925" x="2687638" y="3205163"/>
          <p14:tracePt t="49933" x="2673350" y="3232150"/>
          <p14:tracePt t="49943" x="2646363" y="3252788"/>
          <p14:tracePt t="49950" x="2633663" y="3265488"/>
          <p14:tracePt t="49961" x="2598738" y="3292475"/>
          <p14:tracePt t="49965" x="2571750" y="3319463"/>
          <p14:tracePt t="49978" x="2557463" y="3333750"/>
          <p14:tracePt t="49983" x="2530475" y="3360738"/>
          <p14:tracePt t="49995" x="2517775" y="3381375"/>
          <p14:tracePt t="50000" x="2503488" y="3395663"/>
          <p14:tracePt t="50012" x="2490788" y="3408363"/>
          <p14:tracePt t="50013" x="2470150" y="3408363"/>
          <p14:tracePt t="50022" x="2455863" y="3422650"/>
          <p14:tracePt t="50031" x="2443163" y="3422650"/>
          <p14:tracePt t="50039" x="2428875" y="3435350"/>
          <p14:tracePt t="50056" x="2414588" y="3435350"/>
          <p14:tracePt t="50065" x="2401888" y="3449638"/>
          <p14:tracePt t="50074" x="2387600" y="3449638"/>
          <p14:tracePt t="50088" x="2374900" y="3449638"/>
          <p14:tracePt t="50098" x="2360613" y="3462338"/>
          <p14:tracePt t="50106" x="2339975" y="3462338"/>
          <p14:tracePt t="50113" x="2327275" y="3462338"/>
          <p14:tracePt t="50123" x="2312988" y="3462338"/>
          <p14:tracePt t="50130" x="2300288" y="3462338"/>
          <p14:tracePt t="50139" x="2286000" y="3462338"/>
          <p14:tracePt t="50145" x="2271713" y="3476625"/>
          <p14:tracePt t="50155" x="2244725" y="3476625"/>
          <p14:tracePt t="50162" x="2232025" y="3476625"/>
          <p14:tracePt t="50171" x="2211388" y="3476625"/>
          <p14:tracePt t="50178" x="2184400" y="3476625"/>
          <p14:tracePt t="50188" x="2170113" y="3476625"/>
          <p14:tracePt t="50195" x="2143125" y="3476625"/>
          <p14:tracePt t="50205" x="2128838" y="3476625"/>
          <p14:tracePt t="50212" x="2116138" y="3476625"/>
          <p14:tracePt t="50222" x="2101850" y="3476625"/>
          <p14:tracePt t="50227" x="2068513" y="3476625"/>
          <p14:tracePt t="50237" x="2054225" y="3476625"/>
          <p14:tracePt t="50247" x="2054225" y="3462338"/>
          <p14:tracePt t="50253" x="2041525" y="3462338"/>
          <p14:tracePt t="50262" x="2027238" y="3462338"/>
          <p14:tracePt t="50270" x="2014538" y="3449638"/>
          <p14:tracePt t="50296" x="2000250" y="3435350"/>
          <p14:tracePt t="50742" x="2014538" y="3435350"/>
          <p14:tracePt t="50758" x="2014538" y="3449638"/>
          <p14:tracePt t="50767" x="2027238" y="3449638"/>
          <p14:tracePt t="50776" x="2041525" y="3449638"/>
          <p14:tracePt t="50790" x="2054225" y="3462338"/>
          <p14:tracePt t="50799" x="2068513" y="3462338"/>
          <p14:tracePt t="50807" x="2081213" y="3462338"/>
          <p14:tracePt t="50819" x="2101850" y="3476625"/>
          <p14:tracePt t="50826" x="2128838" y="3476625"/>
          <p14:tracePt t="50833" x="2143125" y="3497263"/>
          <p14:tracePt t="50843" x="2157413" y="3497263"/>
          <p14:tracePt t="50850" x="2184400" y="3509963"/>
          <p14:tracePt t="50859" x="2211388" y="3524250"/>
          <p14:tracePt t="50867" x="2232025" y="3524250"/>
          <p14:tracePt t="50874" x="2244725" y="3538538"/>
          <p14:tracePt t="50886" x="2259013" y="3538538"/>
          <p14:tracePt t="50900" x="2271713" y="3551238"/>
          <p14:tracePt t="50916" x="2286000" y="3551238"/>
          <p14:tracePt t="50994" x="2300288" y="3551238"/>
          <p14:tracePt t="51027" x="2312988" y="3551238"/>
          <p14:tracePt t="51037" x="2312988" y="3538538"/>
          <p14:tracePt t="51046" x="2327275" y="3538538"/>
          <p14:tracePt t="51056" x="2339975" y="3524250"/>
          <p14:tracePt t="51062" x="2360613" y="3524250"/>
          <p14:tracePt t="51073" x="2374900" y="3509963"/>
          <p14:tracePt t="51081" x="2387600" y="3509963"/>
          <p14:tracePt t="51090" x="2401888" y="3509963"/>
          <p14:tracePt t="51096" x="2414588" y="3497263"/>
          <p14:tracePt t="51107" x="2443163" y="3497263"/>
          <p14:tracePt t="51122" x="2470150" y="3497263"/>
          <p14:tracePt t="51129" x="2490788" y="3497263"/>
          <p14:tracePt t="51139" x="2503488" y="3497263"/>
          <p14:tracePt t="51144" x="2517775" y="3497263"/>
          <p14:tracePt t="51156" x="2530475" y="3497263"/>
          <p14:tracePt t="51160" x="2544763" y="3497263"/>
          <p14:tracePt t="51172" x="2557463" y="3497263"/>
          <p14:tracePt t="51176" x="2571750" y="3497263"/>
          <p14:tracePt t="51188" x="2586038" y="3497263"/>
          <p14:tracePt t="51194" x="2598738" y="3497263"/>
          <p14:tracePt t="51206" x="2619375" y="3509963"/>
          <p14:tracePt t="51221" x="2633663" y="3524250"/>
          <p14:tracePt t="52591" x="2673350" y="3524250"/>
          <p14:tracePt t="52600" x="2700338" y="3524250"/>
          <p14:tracePt t="52611" x="2735263" y="3524250"/>
          <p14:tracePt t="52619" x="2776538" y="3524250"/>
          <p14:tracePt t="52629" x="2830513" y="3524250"/>
          <p14:tracePt t="52638" x="2890838" y="3524250"/>
          <p14:tracePt t="52642" x="2959100" y="3524250"/>
          <p14:tracePt t="52650" x="3021013" y="3524250"/>
          <p14:tracePt t="52659" x="3089275" y="3524250"/>
          <p14:tracePt t="52667" x="3163888" y="3524250"/>
          <p14:tracePt t="52676" x="3217863" y="3524250"/>
          <p14:tracePt t="52683" x="3292475" y="3524250"/>
          <p14:tracePt t="52694" x="3319463" y="3524250"/>
          <p14:tracePt t="52704" x="3360738" y="3524250"/>
          <p14:tracePt t="52708" x="3408363" y="3524250"/>
          <p14:tracePt t="52716" x="3422650" y="3524250"/>
          <p14:tracePt t="52726" x="3449638" y="3524250"/>
          <p14:tracePt t="53516" x="3462338" y="3524250"/>
          <p14:tracePt t="53526" x="3497263" y="3524250"/>
          <p14:tracePt t="53535" x="3538538" y="3524250"/>
          <p14:tracePt t="53545" x="3578225" y="3509963"/>
          <p14:tracePt t="53554" x="3605213" y="3509963"/>
          <p14:tracePt t="53560" x="3652838" y="3509963"/>
          <p14:tracePt t="53570" x="3708400" y="3509963"/>
          <p14:tracePt t="53576" x="3768725" y="3509963"/>
          <p14:tracePt t="53584" x="3810000" y="3509963"/>
          <p14:tracePt t="53591" x="3884613" y="3509963"/>
          <p14:tracePt t="53600" x="3925888" y="3509963"/>
          <p14:tracePt t="53608" x="3967163" y="3509963"/>
          <p14:tracePt t="53616" x="4014788" y="3524250"/>
          <p14:tracePt t="53626" x="4054475" y="3524250"/>
          <p14:tracePt t="53633" x="4095750" y="3524250"/>
          <p14:tracePt t="53642" x="4143375" y="3524250"/>
          <p14:tracePt t="53650" x="4170363" y="3538538"/>
          <p14:tracePt t="53660" x="4197350" y="3538538"/>
          <p14:tracePt t="53667" x="4224338" y="3538538"/>
          <p14:tracePt t="54081" x="4238625" y="3538538"/>
          <p14:tracePt t="54091" x="4259263" y="3538538"/>
          <p14:tracePt t="54100" x="4300538" y="3538538"/>
          <p14:tracePt t="54109" x="4340225" y="3538538"/>
          <p14:tracePt t="54118" x="4402138" y="3538538"/>
          <p14:tracePt t="54124" x="4470400" y="3538538"/>
          <p14:tracePt t="54135" x="4530725" y="3524250"/>
          <p14:tracePt t="54141" x="4613275" y="3524250"/>
          <p14:tracePt t="54152" x="4646613" y="3524250"/>
          <p14:tracePt t="54158" x="4741863" y="3509963"/>
          <p14:tracePt t="54168" x="4803775" y="3509963"/>
          <p14:tracePt t="54175" x="4816475" y="3509963"/>
          <p14:tracePt t="54185" x="4857750" y="3509963"/>
          <p14:tracePt t="54191" x="4905375" y="3509963"/>
          <p14:tracePt t="54202" x="4932363" y="3509963"/>
          <p14:tracePt t="54801" x="4946650" y="3509963"/>
          <p14:tracePt t="54811" x="4973638" y="3509963"/>
          <p14:tracePt t="54820" x="5000625" y="3497263"/>
          <p14:tracePt t="54829" x="5048250" y="3476625"/>
          <p14:tracePt t="54839" x="5164138" y="3449638"/>
          <p14:tracePt t="54845" x="5245100" y="3422650"/>
          <p14:tracePt t="54857" x="5348288" y="3408363"/>
          <p14:tracePt t="54862" x="5422900" y="3395663"/>
          <p14:tracePt t="54874" x="5518150" y="3360738"/>
          <p14:tracePt t="54878" x="5634038" y="3348038"/>
          <p14:tracePt t="54892" x="5735638" y="3333750"/>
          <p14:tracePt t="54893" x="5851525" y="3333750"/>
          <p14:tracePt t="54902" x="5938838" y="3333750"/>
          <p14:tracePt t="54911" x="5980113" y="3333750"/>
          <p14:tracePt t="54921" x="6042025" y="3333750"/>
          <p14:tracePt t="54928" x="6081713" y="3333750"/>
          <p14:tracePt t="55612" x="6081713" y="3348038"/>
          <p14:tracePt t="55621" x="6096000" y="3360738"/>
          <p14:tracePt t="55631" x="6110288" y="3381375"/>
          <p14:tracePt t="55641" x="6122988" y="3395663"/>
          <p14:tracePt t="55655" x="6137275" y="3408363"/>
          <p14:tracePt t="55683" x="6149975" y="3422650"/>
          <p14:tracePt t="55735" x="6170613" y="3422650"/>
          <p14:tracePt t="56275" x="6184900" y="3422650"/>
          <p14:tracePt t="56283" x="6211888" y="3422650"/>
          <p14:tracePt t="56294" x="6253163" y="3422650"/>
          <p14:tracePt t="56303" x="6327775" y="3422650"/>
          <p14:tracePt t="56310" x="6381750" y="3422650"/>
          <p14:tracePt t="56319" x="6443663" y="3422650"/>
          <p14:tracePt t="56326" x="6497638" y="3422650"/>
          <p14:tracePt t="56335" x="6557963" y="3422650"/>
          <p14:tracePt t="56341" x="6572250" y="3422650"/>
          <p14:tracePt t="56352" x="6613525" y="3422650"/>
          <p14:tracePt t="56358" x="6653213" y="3422650"/>
          <p14:tracePt t="56368" x="6688138" y="3422650"/>
          <p14:tracePt t="56376" x="6700838" y="3422650"/>
          <p14:tracePt t="56388" x="6715125" y="3422650"/>
          <p14:tracePt t="56392" x="6729413" y="3422650"/>
          <p14:tracePt t="56401" x="6742113" y="3422650"/>
          <p14:tracePt t="56424" x="6756400" y="3422650"/>
          <p14:tracePt t="57650" x="6783388" y="3422650"/>
          <p14:tracePt t="57660" x="6843713" y="3422650"/>
          <p14:tracePt t="57669" x="6946900" y="3422650"/>
          <p14:tracePt t="57677" x="7042150" y="3422650"/>
          <p14:tracePt t="57684" x="7191375" y="3422650"/>
          <p14:tracePt t="57696" x="7361238" y="3408363"/>
          <p14:tracePt t="57702" x="7531100" y="3395663"/>
          <p14:tracePt t="57713" x="7708900" y="3395663"/>
          <p14:tracePt t="57718" x="7878763" y="3381375"/>
          <p14:tracePt t="57725" x="7967663" y="3381375"/>
          <p14:tracePt t="57734" x="8110538" y="3381375"/>
          <p14:tracePt t="57745" x="8253413" y="3381375"/>
          <p14:tracePt t="57751" x="8293100" y="3381375"/>
          <p14:tracePt t="57759" x="8396288" y="3381375"/>
          <p14:tracePt t="57768" x="8456613" y="3381375"/>
          <p14:tracePt t="57775" x="8497888" y="3381375"/>
          <p14:tracePt t="57784" x="8524875" y="3381375"/>
          <p14:tracePt t="57794" x="8539163" y="3381375"/>
          <p14:tracePt t="57801" x="8566150" y="3381375"/>
          <p14:tracePt t="58117" x="8586788" y="3381375"/>
          <p14:tracePt t="58126" x="8613775" y="3381375"/>
          <p14:tracePt t="58135" x="8653463" y="3381375"/>
          <p14:tracePt t="58143" x="8715375" y="3395663"/>
          <p14:tracePt t="58151" x="8756650" y="3408363"/>
          <p14:tracePt t="58161" x="8831263" y="3422650"/>
          <p14:tracePt t="58167" x="8899525" y="3422650"/>
          <p14:tracePt t="58177" x="8926513" y="3435350"/>
          <p14:tracePt t="58185" x="8986838" y="3435350"/>
          <p14:tracePt t="58192" x="9028113" y="3449638"/>
          <p14:tracePt t="58204" x="9069388" y="3449638"/>
          <p14:tracePt t="58210" x="9102725" y="3449638"/>
          <p14:tracePt t="58218" x="9117013" y="3449638"/>
          <p14:tracePt t="58225" x="9129713" y="3449638"/>
          <p14:tracePt t="58237" x="9144000" y="3449638"/>
          <p14:tracePt t="58243" x="9158288" y="3449638"/>
          <p14:tracePt t="58305" x="9158288" y="3462338"/>
          <p14:tracePt t="58337" x="9170988" y="3462338"/>
          <p14:tracePt t="58665" x="9185275" y="3462338"/>
          <p14:tracePt t="58675" x="9218613" y="3462338"/>
          <p14:tracePt t="58683" x="9232900" y="3462338"/>
          <p14:tracePt t="58693" x="9301163" y="3462338"/>
          <p14:tracePt t="58703" x="9328150" y="3462338"/>
          <p14:tracePt t="58709" x="9375775" y="3462338"/>
          <p14:tracePt t="58716" x="9415463" y="3462338"/>
          <p14:tracePt t="58725" x="9444038" y="3462338"/>
          <p14:tracePt t="58736" x="9491663" y="3462338"/>
          <p14:tracePt t="58741" x="9504363" y="3476625"/>
          <p14:tracePt t="58753" x="9531350" y="3476625"/>
          <p14:tracePt t="58769" x="9545638" y="3476625"/>
          <p14:tracePt t="58796" x="9558338" y="3476625"/>
          <p14:tracePt t="58968" x="9545638" y="3476625"/>
          <p14:tracePt t="58978" x="9531350" y="3476625"/>
          <p14:tracePt t="58993" x="9518650" y="3476625"/>
          <p14:tracePt t="59001" x="9504363" y="3476625"/>
          <p14:tracePt t="59017" x="9491663" y="3462338"/>
          <p14:tracePt t="59034" x="9477375" y="3462338"/>
          <p14:tracePt t="59099" x="9477375" y="3449638"/>
          <p14:tracePt t="59443" x="9504363" y="3449638"/>
          <p14:tracePt t="59452" x="9518650" y="3462338"/>
          <p14:tracePt t="59462" x="9531350" y="3462338"/>
          <p14:tracePt t="59469" x="9545638" y="3476625"/>
          <p14:tracePt t="59476" x="9558338" y="3476625"/>
          <p14:tracePt t="59492" x="9572625" y="3497263"/>
          <p14:tracePt t="59517" x="9593263" y="3497263"/>
          <p14:tracePt t="59606" x="9605963" y="3497263"/>
          <p14:tracePt t="59656" x="9620250" y="3497263"/>
          <p14:tracePt t="59729" x="9634538" y="3497263"/>
          <p14:tracePt t="59902" x="9647238" y="3476625"/>
          <p14:tracePt t="59934" x="9661525" y="3476625"/>
          <p14:tracePt t="59959" x="9661525" y="3462338"/>
          <p14:tracePt t="60098" x="9661525" y="3449638"/>
          <p14:tracePt t="60114" x="9661525" y="3435350"/>
          <p14:tracePt t="60131" x="9661525" y="3422650"/>
          <p14:tracePt t="60141" x="9647238" y="3422650"/>
          <p14:tracePt t="60156" x="9647238" y="3408363"/>
          <p14:tracePt t="60278" x="9661525" y="3408363"/>
          <p14:tracePt t="60294" x="9674225" y="3408363"/>
          <p14:tracePt t="60304" x="9674225" y="3422650"/>
          <p14:tracePt t="60327" x="9688513" y="3422650"/>
          <p14:tracePt t="60368" x="9701213" y="3422650"/>
          <p14:tracePt t="60667" x="9721850" y="3422650"/>
          <p14:tracePt t="60675" x="9748838" y="3422650"/>
          <p14:tracePt t="60684" x="9777413" y="3422650"/>
          <p14:tracePt t="60692" x="9804400" y="3422650"/>
          <p14:tracePt t="60701" x="9831388" y="3422650"/>
          <p14:tracePt t="60708" x="9864725" y="3422650"/>
          <p14:tracePt t="60717" x="9891713" y="3422650"/>
          <p14:tracePt t="60726" x="9906000" y="3408363"/>
          <p14:tracePt t="60736" x="9920288" y="3408363"/>
          <p14:tracePt t="60741" x="9947275" y="3408363"/>
          <p14:tracePt t="60759" x="9959975" y="3408363"/>
          <p14:tracePt t="60767" x="9980613" y="3408363"/>
          <p14:tracePt t="60799" x="9980613" y="3395663"/>
          <p14:tracePt t="62182" x="9994900" y="3395663"/>
          <p14:tracePt t="62214" x="10007600" y="3395663"/>
          <p14:tracePt t="62247" x="10021888" y="3395663"/>
          <p14:tracePt t="62288" x="10034588" y="3395663"/>
          <p14:tracePt t="62329" x="10048875" y="3395663"/>
          <p14:tracePt t="62362" x="10063163" y="3395663"/>
          <p14:tracePt t="62386" x="10063163" y="3408363"/>
          <p14:tracePt t="62395" x="10075863" y="3408363"/>
          <p14:tracePt t="62411" x="10090150" y="3408363"/>
          <p14:tracePt t="62427" x="10110788" y="3408363"/>
          <p14:tracePt t="62444" x="10123488" y="3408363"/>
          <p14:tracePt t="62460" x="10137775" y="3408363"/>
          <p14:tracePt t="62469" x="10150475" y="3408363"/>
          <p14:tracePt t="62485" x="10164763" y="3408363"/>
          <p14:tracePt t="62493" x="10177463" y="3408363"/>
          <p14:tracePt t="62503" x="10191750" y="3408363"/>
          <p14:tracePt t="62518" x="10206038" y="3408363"/>
          <p14:tracePt t="62527" x="10218738" y="3408363"/>
          <p14:tracePt t="62536" x="10239375" y="3408363"/>
          <p14:tracePt t="62551" x="10253663" y="3408363"/>
          <p14:tracePt t="62560" x="10266363" y="3408363"/>
          <p14:tracePt t="62575" x="10280650" y="3408363"/>
          <p14:tracePt t="62591" x="10293350" y="3408363"/>
          <p14:tracePt t="62601" x="10307638" y="3408363"/>
          <p14:tracePt t="62617" x="10320338" y="3408363"/>
          <p14:tracePt t="62626" x="10355263" y="3408363"/>
          <p14:tracePt t="62636" x="10367963" y="3408363"/>
          <p14:tracePt t="62641" x="10382250" y="3408363"/>
          <p14:tracePt t="62653" x="10396538" y="3408363"/>
          <p14:tracePt t="62657" x="10423525" y="3408363"/>
          <p14:tracePt t="62669" x="10436225" y="3408363"/>
          <p14:tracePt t="62674" x="10450513" y="3408363"/>
          <p14:tracePt t="62685" x="10463213" y="3395663"/>
          <p14:tracePt t="62692" x="10483850" y="3395663"/>
          <p14:tracePt t="62718" x="10498138" y="3395663"/>
          <p14:tracePt t="62951" x="10498138" y="3408363"/>
          <p14:tracePt t="62960" x="10498138" y="3422650"/>
          <p14:tracePt t="62970" x="10483850" y="3422650"/>
          <p14:tracePt t="62985" x="10483850" y="3435350"/>
          <p14:tracePt t="62994" x="10463213" y="3435350"/>
          <p14:tracePt t="63003" x="10463213" y="3449638"/>
          <p14:tracePt t="63033" x="10450513" y="3449638"/>
          <p14:tracePt t="63557" x="10463213" y="3435350"/>
          <p14:tracePt t="63590" x="10483850" y="3435350"/>
          <p14:tracePt t="63600" x="10483850" y="3422650"/>
          <p14:tracePt t="63639" x="10498138" y="3422650"/>
          <p14:tracePt t="63648" x="10498138" y="3408363"/>
          <p14:tracePt t="63844" x="10498138" y="3395663"/>
          <p14:tracePt t="63853" x="10510838" y="3395663"/>
          <p14:tracePt t="63876" x="10510838" y="3381375"/>
          <p14:tracePt t="63886" x="10525125" y="3381375"/>
          <p14:tracePt t="63909" x="10525125" y="3360738"/>
          <p14:tracePt t="64130" x="10525125" y="3348038"/>
          <p14:tracePt t="64139" x="10525125" y="3333750"/>
          <p14:tracePt t="64155" x="10525125" y="3319463"/>
          <p14:tracePt t="64163" x="10510838" y="3306763"/>
          <p14:tracePt t="64172" x="10510838" y="3292475"/>
          <p14:tracePt t="64179" x="10498138" y="3279775"/>
          <p14:tracePt t="64189" x="10483850" y="3265488"/>
          <p14:tracePt t="64197" x="10463213" y="3252788"/>
          <p14:tracePt t="64205" x="10450513" y="3217863"/>
          <p14:tracePt t="64213" x="10450513" y="3205163"/>
          <p14:tracePt t="64224" x="10436225" y="3190875"/>
          <p14:tracePt t="64232" x="10436225" y="3176588"/>
          <p14:tracePt t="64245" x="10436225" y="3163888"/>
          <p14:tracePt t="64254" x="10423525" y="3163888"/>
          <p14:tracePt t="64278" x="10423525" y="3149600"/>
          <p14:tracePt t="64548" x="10423525" y="3163888"/>
          <p14:tracePt t="64629" x="10436225" y="3163888"/>
          <p14:tracePt t="64654" x="10436225" y="3176588"/>
          <p14:tracePt t="64671" x="10450513" y="3176588"/>
          <p14:tracePt t="64680" x="10450513" y="3190875"/>
          <p14:tracePt t="64695" x="10463213" y="3205163"/>
          <p14:tracePt t="64704" x="10483850" y="3217863"/>
          <p14:tracePt t="64712" x="10483850" y="3232150"/>
          <p14:tracePt t="64720" x="10498138" y="3252788"/>
          <p14:tracePt t="64728" x="10510838" y="3252788"/>
          <p14:tracePt t="64738" x="10510838" y="3265488"/>
          <p14:tracePt t="64746" x="10525125" y="3279775"/>
          <p14:tracePt t="64762" x="10539413" y="3292475"/>
          <p14:tracePt t="64785" x="10552113" y="3306763"/>
          <p14:tracePt t="64818" x="10552113" y="3319463"/>
          <p14:tracePt t="64828" x="10566400" y="3319463"/>
          <p14:tracePt t="64859" x="10566400" y="3333750"/>
          <p14:tracePt t="64870" x="10579100" y="3333750"/>
          <p14:tracePt t="64885" x="10579100" y="3348038"/>
          <p14:tracePt t="64894" x="10593388" y="3348038"/>
          <p14:tracePt t="64908" x="10593388" y="3360738"/>
          <p14:tracePt t="64919" x="10614025" y="3381375"/>
          <p14:tracePt t="64934" x="10626725" y="3395663"/>
          <p14:tracePt t="64949" x="10641013" y="3408363"/>
          <p14:tracePt t="64965" x="10653713" y="3408363"/>
          <p14:tracePt t="64974" x="10653713" y="3422650"/>
          <p14:tracePt t="64982" x="10668000" y="3422650"/>
          <p14:tracePt t="64998" x="10682288" y="3435350"/>
          <p14:tracePt t="65018" x="10694988" y="3435350"/>
          <p14:tracePt t="65039" x="10709275" y="3435350"/>
          <p14:tracePt t="65049" x="10721975" y="3435350"/>
          <p14:tracePt t="65072" x="10742613" y="3435350"/>
          <p14:tracePt t="65104" x="10756900" y="3435350"/>
          <p14:tracePt t="65137" x="10769600" y="3435350"/>
          <p14:tracePt t="65162" x="10769600" y="3422650"/>
          <p14:tracePt t="65170" x="10769600" y="3408363"/>
          <p14:tracePt t="65187" x="10769600" y="3395663"/>
          <p14:tracePt t="65195" x="10769600" y="3381375"/>
          <p14:tracePt t="65203" x="10769600" y="3360738"/>
          <p14:tracePt t="65211" x="10769600" y="3348038"/>
          <p14:tracePt t="65220" x="10769600" y="3333750"/>
          <p14:tracePt t="65228" x="10756900" y="3319463"/>
          <p14:tracePt t="65236" x="10756900" y="3292475"/>
          <p14:tracePt t="65244" x="10721975" y="3279775"/>
          <p14:tracePt t="65254" x="10709275" y="3252788"/>
          <p14:tracePt t="65260" x="10694988" y="3232150"/>
          <p14:tracePt t="65269" x="10682288" y="3217863"/>
          <p14:tracePt t="65279" x="10668000" y="3205163"/>
          <p14:tracePt t="65288" x="10653713" y="3190875"/>
          <p14:tracePt t="65302" x="10626725" y="3190875"/>
          <p14:tracePt t="65304" x="10614025" y="3176588"/>
          <p14:tracePt t="65312" x="10593388" y="3176588"/>
          <p14:tracePt t="65319" x="10566400" y="3176588"/>
          <p14:tracePt t="65328" x="10552113" y="3176588"/>
          <p14:tracePt t="65338" x="10510838" y="3176588"/>
          <p14:tracePt t="65343" x="10498138" y="3176588"/>
          <p14:tracePt t="65354" x="10463213" y="3176588"/>
          <p14:tracePt t="65359" x="10450513" y="3190875"/>
          <p14:tracePt t="65371" x="10423525" y="3205163"/>
          <p14:tracePt t="65386" x="10409238" y="3217863"/>
          <p14:tracePt t="65388" x="10396538" y="3232150"/>
          <p14:tracePt t="65403" x="10382250" y="3232150"/>
          <p14:tracePt t="65405" x="10367963" y="3265488"/>
          <p14:tracePt t="65410" x="10367963" y="3279775"/>
          <p14:tracePt t="65418" x="10367963" y="3292475"/>
          <p14:tracePt t="65435" x="10367963" y="3306763"/>
          <p14:tracePt t="65442" x="10367963" y="3319463"/>
          <p14:tracePt t="65452" x="10367963" y="3333750"/>
          <p14:tracePt t="65459" x="10367963" y="3348038"/>
          <p14:tracePt t="65475" x="10367963" y="3360738"/>
          <p14:tracePt t="65784" x="10355263" y="3360738"/>
          <p14:tracePt t="65793" x="10334625" y="3360738"/>
          <p14:tracePt t="65804" x="10293350" y="3360738"/>
          <p14:tracePt t="65811" x="10206038" y="3360738"/>
          <p14:tracePt t="65821" x="10075863" y="3360738"/>
          <p14:tracePt t="65826" x="9864725" y="3360738"/>
          <p14:tracePt t="65837" x="9572625" y="3360738"/>
          <p14:tracePt t="65844" x="9197975" y="3348038"/>
          <p14:tracePt t="65854" x="8423275" y="3292475"/>
          <p14:tracePt t="65859" x="7851775" y="3217863"/>
          <p14:tracePt t="65870" x="7566025" y="3205163"/>
          <p14:tracePt t="65876" x="6973888" y="3136900"/>
          <p14:tracePt t="65884" x="6429375" y="3089275"/>
          <p14:tracePt t="65895" x="6224588" y="3062288"/>
          <p14:tracePt t="65900" x="5783263" y="3048000"/>
          <p14:tracePt t="65909" x="5449888" y="3033713"/>
          <p14:tracePt t="65917" x="5334000" y="3033713"/>
          <p14:tracePt t="65926" x="5259388" y="3033713"/>
          <p14:tracePt t="65934" x="5116513" y="3033713"/>
          <p14:tracePt t="65942" x="5000625" y="3033713"/>
          <p14:tracePt t="65951" x="4946650" y="3033713"/>
          <p14:tracePt t="65959" x="4884738" y="3033713"/>
          <p14:tracePt t="66169" x="4872038" y="3033713"/>
          <p14:tracePt t="66179" x="4830763" y="3033713"/>
          <p14:tracePt t="66190" x="4789488" y="3062288"/>
          <p14:tracePt t="66195" x="4741863" y="3074988"/>
          <p14:tracePt t="66203" x="4700588" y="3101975"/>
          <p14:tracePt t="66212" x="4613275" y="3136900"/>
          <p14:tracePt t="66220" x="4483100" y="3190875"/>
          <p14:tracePt t="66229" x="4340225" y="3252788"/>
          <p14:tracePt t="66237" x="4197350" y="3319463"/>
          <p14:tracePt t="66246" x="4041775" y="3381375"/>
          <p14:tracePt t="66254" x="3898900" y="3435350"/>
          <p14:tracePt t="66262" x="3824288" y="3462338"/>
          <p14:tracePt t="66270" x="3681413" y="3509963"/>
          <p14:tracePt t="66276" x="3565525" y="3551238"/>
          <p14:tracePt t="66285" x="3476625" y="3592513"/>
          <p14:tracePt t="66292" x="3408363" y="3625850"/>
          <p14:tracePt t="66303" x="3381375" y="3640138"/>
          <p14:tracePt t="66311" x="3279775" y="3681413"/>
          <p14:tracePt t="66323" x="3252788" y="3681413"/>
          <p14:tracePt t="66327" x="3205163" y="3694113"/>
          <p14:tracePt t="66335" x="3176588" y="3721100"/>
          <p14:tracePt t="66344" x="3149600" y="3735388"/>
          <p14:tracePt t="66353" x="3122613" y="3735388"/>
          <p14:tracePt t="66360" x="3089275" y="3756025"/>
          <p14:tracePt t="66369" x="3062288" y="3768725"/>
          <p14:tracePt t="66377" x="3033713" y="3783013"/>
          <p14:tracePt t="66386" x="3006725" y="3783013"/>
          <p14:tracePt t="66396" x="2994025" y="3783013"/>
          <p14:tracePt t="66402" x="2959100" y="3795713"/>
          <p14:tracePt t="66410" x="2946400" y="3795713"/>
          <p14:tracePt t="66420" x="2919413" y="3795713"/>
          <p14:tracePt t="66426" x="2905125" y="3795713"/>
          <p14:tracePt t="66435" x="2878138" y="3795713"/>
          <p14:tracePt t="66442" x="2863850" y="3795713"/>
          <p14:tracePt t="66451" x="2843213" y="3795713"/>
          <p14:tracePt t="66458" x="2816225" y="3795713"/>
          <p14:tracePt t="66467" x="2803525" y="3795713"/>
          <p14:tracePt t="66477" x="2776538" y="3795713"/>
          <p14:tracePt t="66494" x="2762250" y="3795713"/>
          <p14:tracePt t="66500" x="2747963" y="3795713"/>
          <p14:tracePt t="66510" x="2735263" y="3795713"/>
          <p14:tracePt t="66517" x="2714625" y="3795713"/>
          <p14:tracePt t="66527" x="2700338" y="3795713"/>
          <p14:tracePt t="66531" x="2673350" y="3795713"/>
          <p14:tracePt t="66544" x="2646363" y="3795713"/>
          <p14:tracePt t="66548" x="2619375" y="3795713"/>
          <p14:tracePt t="66560" x="2586038" y="3783013"/>
          <p14:tracePt t="66565" x="2544763" y="3783013"/>
          <p14:tracePt t="66576" x="2503488" y="3783013"/>
          <p14:tracePt t="66581" x="2443163" y="3783013"/>
          <p14:tracePt t="66593" x="2401888" y="3783013"/>
          <p14:tracePt t="66595" x="2360613" y="3783013"/>
          <p14:tracePt t="66604" x="2300288" y="3783013"/>
          <p14:tracePt t="66614" x="2244725" y="3783013"/>
          <p14:tracePt t="66623" x="2184400" y="3783013"/>
          <p14:tracePt t="66631" x="2157413" y="3783013"/>
          <p14:tracePt t="66641" x="2116138" y="3783013"/>
          <p14:tracePt t="66647" x="2068513" y="3783013"/>
          <p14:tracePt t="66654" x="2041525" y="3783013"/>
          <p14:tracePt t="66664" x="2014538" y="3795713"/>
          <p14:tracePt t="66674" x="2000250" y="3795713"/>
          <p14:tracePt t="66679" x="1985963" y="3795713"/>
          <p14:tracePt t="66690" x="1973263" y="3795713"/>
          <p14:tracePt t="66698" x="1973263" y="3810000"/>
          <p14:tracePt t="66734" x="1985963" y="3810000"/>
          <p14:tracePt t="66743" x="2027238" y="3810000"/>
          <p14:tracePt t="66752" x="2054225" y="3810000"/>
          <p14:tracePt t="66761" x="2101850" y="3810000"/>
          <p14:tracePt t="66769" x="2157413" y="3810000"/>
          <p14:tracePt t="66778" x="2170113" y="3810000"/>
          <p14:tracePt t="66790" x="2211388" y="3795713"/>
          <p14:tracePt t="66795" x="2244725" y="3783013"/>
          <p14:tracePt t="66807" x="2271713" y="3768725"/>
          <p14:tracePt t="66808" x="2286000" y="3756025"/>
          <p14:tracePt t="66817" x="2300288" y="3735388"/>
          <p14:tracePt t="66834" x="2300288" y="3721100"/>
          <p14:tracePt t="66844" x="2300288" y="3708400"/>
          <p14:tracePt t="66851" x="2300288" y="3694113"/>
          <p14:tracePt t="66861" x="2286000" y="3681413"/>
          <p14:tracePt t="66867" x="2271713" y="3667125"/>
          <p14:tracePt t="66876" x="2232025" y="3652838"/>
          <p14:tracePt t="66885" x="2184400" y="3640138"/>
          <p14:tracePt t="66893" x="2157413" y="3640138"/>
          <p14:tracePt t="66901" x="2081213" y="3640138"/>
          <p14:tracePt t="66909" x="2068513" y="3640138"/>
          <p14:tracePt t="66918" x="2041525" y="3640138"/>
          <p14:tracePt t="66925" x="2014538" y="3640138"/>
          <p14:tracePt t="66934" x="1985963" y="3640138"/>
          <p14:tracePt t="66943" x="1973263" y="3640138"/>
          <p14:tracePt t="66951" x="1952625" y="3640138"/>
          <p14:tracePt t="66967" x="1952625" y="3652838"/>
          <p14:tracePt t="66977" x="1952625" y="3667125"/>
          <p14:tracePt t="66984" x="1952625" y="3694113"/>
          <p14:tracePt t="66993" x="1952625" y="3708400"/>
          <p14:tracePt t="66998" x="1952625" y="3735388"/>
          <p14:tracePt t="67010" x="1973263" y="3768725"/>
          <p14:tracePt t="67015" x="2000250" y="3783013"/>
          <p14:tracePt t="67025" x="2014538" y="3810000"/>
          <p14:tracePt t="67032" x="2068513" y="3824288"/>
          <p14:tracePt t="67042" x="2101850" y="3836988"/>
          <p14:tracePt t="67050" x="2128838" y="3836988"/>
          <p14:tracePt t="67057" x="2170113" y="3836988"/>
          <p14:tracePt t="67069" x="2197100" y="3836988"/>
          <p14:tracePt t="67070" x="2232025" y="3810000"/>
          <p14:tracePt t="67080" x="2259013" y="3783013"/>
          <p14:tracePt t="67090" x="2271713" y="3756025"/>
          <p14:tracePt t="67098" x="2300288" y="3708400"/>
          <p14:tracePt t="67108" x="2300288" y="3681413"/>
          <p14:tracePt t="67112" x="2300288" y="3652838"/>
          <p14:tracePt t="67125" x="2300288" y="3605213"/>
          <p14:tracePt t="67129" x="2300288" y="3592513"/>
          <p14:tracePt t="67141" x="2300288" y="3565525"/>
          <p14:tracePt t="67145" x="2286000" y="3524250"/>
          <p14:tracePt t="67158" x="2271713" y="3509963"/>
          <p14:tracePt t="67163" x="2232025" y="3476625"/>
          <p14:tracePt t="67176" x="2211388" y="3476625"/>
          <p14:tracePt t="67177" x="2184400" y="3462338"/>
          <p14:tracePt t="67186" x="2143125" y="3462338"/>
          <p14:tracePt t="67195" x="2116138" y="3462338"/>
          <p14:tracePt t="67203" x="2081213" y="3462338"/>
          <p14:tracePt t="67211" x="2041525" y="3462338"/>
          <p14:tracePt t="67220" x="2027238" y="3497263"/>
          <p14:tracePt t="67229" x="2014538" y="3509963"/>
          <p14:tracePt t="67238" x="1985963" y="3538538"/>
          <p14:tracePt t="67244" x="1973263" y="3565525"/>
          <p14:tracePt t="67254" x="1952625" y="3625850"/>
          <p14:tracePt t="67261" x="1952625" y="3667125"/>
          <p14:tracePt t="67270" x="1952625" y="3708400"/>
          <p14:tracePt t="67277" x="1952625" y="3735388"/>
          <p14:tracePt t="67286" x="1952625" y="3783013"/>
          <p14:tracePt t="67293" x="1973263" y="3824288"/>
          <p14:tracePt t="67303" x="2000250" y="3851275"/>
          <p14:tracePt t="67310" x="2027238" y="3851275"/>
          <p14:tracePt t="67317" x="2054225" y="3884613"/>
          <p14:tracePt t="67327" x="2081213" y="3884613"/>
          <p14:tracePt t="67336" x="2116138" y="3898900"/>
          <p14:tracePt t="67344" x="2157413" y="3898900"/>
          <p14:tracePt t="67352" x="2184400" y="3898900"/>
          <p14:tracePt t="67359" x="2232025" y="3898900"/>
          <p14:tracePt t="67368" x="2244725" y="3863975"/>
          <p14:tracePt t="67375" x="2259013" y="3836988"/>
          <p14:tracePt t="67385" x="2259013" y="3824288"/>
          <p14:tracePt t="67395" x="2271713" y="3795713"/>
          <p14:tracePt t="67400" x="2286000" y="3756025"/>
          <p14:tracePt t="67411" x="2286000" y="3721100"/>
          <p14:tracePt t="67423" x="2286000" y="3667125"/>
          <p14:tracePt t="67432" x="2286000" y="3652838"/>
          <p14:tracePt t="67442" x="2286000" y="3640138"/>
          <p14:tracePt t="67449" x="2286000" y="3625850"/>
          <p14:tracePt t="67460" x="2271713" y="3605213"/>
          <p14:tracePt t="67467" x="2259013" y="3605213"/>
          <p14:tracePt t="67477" x="2244725" y="3605213"/>
          <p14:tracePt t="67481" x="2232025" y="3605213"/>
          <p14:tracePt t="67493" x="2211388" y="3605213"/>
          <p14:tracePt t="67499" x="2197100" y="3605213"/>
          <p14:tracePt t="67510" x="2184400" y="3605213"/>
          <p14:tracePt t="67514" x="2170113" y="3625850"/>
          <p14:tracePt t="67526" x="2157413" y="3652838"/>
          <p14:tracePt t="67528" x="2157413" y="3681413"/>
          <p14:tracePt t="67539" x="2157413" y="3694113"/>
          <p14:tracePt t="67548" x="2157413" y="3721100"/>
          <p14:tracePt t="67557" x="2157413" y="3756025"/>
          <p14:tracePt t="67564" x="2157413" y="3768725"/>
          <p14:tracePt t="67574" x="2157413" y="3783013"/>
          <p14:tracePt t="67582" x="2184400" y="3810000"/>
          <p14:tracePt t="67592" x="2211388" y="3810000"/>
          <p14:tracePt t="67596" x="2232025" y="3810000"/>
          <p14:tracePt t="67608" x="2271713" y="3810000"/>
          <p14:tracePt t="67613" x="2286000" y="3810000"/>
          <p14:tracePt t="67624" x="2327275" y="3795713"/>
          <p14:tracePt t="67629" x="2339975" y="3783013"/>
          <p14:tracePt t="67637" x="2360613" y="3756025"/>
          <p14:tracePt t="67646" x="2387600" y="3721100"/>
          <p14:tracePt t="67659" x="2401888" y="3694113"/>
          <p14:tracePt t="67660" x="2414588" y="3681413"/>
          <p14:tracePt t="67670" x="2428875" y="3652838"/>
          <p14:tracePt t="67677" x="2428875" y="3625850"/>
          <p14:tracePt t="67687" x="2428875" y="3605213"/>
          <p14:tracePt t="67697" x="2428875" y="3592513"/>
          <p14:tracePt t="67704" x="2428875" y="3565525"/>
          <p14:tracePt t="67710" x="2428875" y="3551238"/>
          <p14:tracePt t="67719" x="2428875" y="3538538"/>
          <p14:tracePt t="67729" x="2414588" y="3524250"/>
          <p14:tracePt t="67738" x="2401888" y="3524250"/>
          <p14:tracePt t="67744" x="2387600" y="3509963"/>
          <p14:tracePt t="67754" x="2374900" y="3509963"/>
          <p14:tracePt t="67761" x="2360613" y="3509963"/>
          <p14:tracePt t="67770" x="2339975" y="3509963"/>
          <p14:tracePt t="67777" x="2327275" y="3509963"/>
          <p14:tracePt t="67786" x="2312988" y="3509963"/>
          <p14:tracePt t="67802" x="2300288" y="3524250"/>
          <p14:tracePt t="67810" x="2286000" y="3538538"/>
          <p14:tracePt t="67819" x="2271713" y="3551238"/>
          <p14:tracePt t="67827" x="2259013" y="3565525"/>
          <p14:tracePt t="67834" x="2259013" y="3592513"/>
          <p14:tracePt t="67843" x="2244725" y="3625850"/>
          <p14:tracePt t="67853" x="2244725" y="3640138"/>
          <p14:tracePt t="67860" x="2244725" y="3652838"/>
          <p14:tracePt t="67869" x="2244725" y="3681413"/>
          <p14:tracePt t="67876" x="2244725" y="3694113"/>
          <p14:tracePt t="67887" x="2244725" y="3708400"/>
          <p14:tracePt t="67892" x="2259013" y="3708400"/>
          <p14:tracePt t="67906" x="2286000" y="3721100"/>
          <p14:tracePt t="67916" x="2300288" y="3721100"/>
          <p14:tracePt t="67925" x="2312988" y="3721100"/>
          <p14:tracePt t="67932" x="2339975" y="3721100"/>
          <p14:tracePt t="67942" x="2360613" y="3721100"/>
          <p14:tracePt t="67949" x="2374900" y="3721100"/>
          <p14:tracePt t="67959" x="2387600" y="3721100"/>
          <p14:tracePt t="67965" x="2401888" y="3708400"/>
          <p14:tracePt t="67976" x="2414588" y="3694113"/>
          <p14:tracePt t="67981" x="2428875" y="3667125"/>
          <p14:tracePt t="67993" x="2443163" y="3652838"/>
          <p14:tracePt t="67998" x="2443163" y="3640138"/>
          <p14:tracePt t="68010" x="2455863" y="3625850"/>
          <p14:tracePt t="68014" x="2455863" y="3605213"/>
          <p14:tracePt t="68026" x="2455863" y="3592513"/>
          <p14:tracePt t="68030" x="2455863" y="3578225"/>
          <p14:tracePt t="68057" x="2443163" y="3565525"/>
          <p14:tracePt t="68065" x="2428875" y="3565525"/>
          <p14:tracePt t="68075" x="2414588" y="3565525"/>
          <p14:tracePt t="68082" x="2401888" y="3565525"/>
          <p14:tracePt t="68087" x="2387600" y="3565525"/>
          <p14:tracePt t="68098" x="2360613" y="3565525"/>
          <p14:tracePt t="68108" x="2339975" y="3565525"/>
          <p14:tracePt t="68112" x="2327275" y="3578225"/>
          <p14:tracePt t="68126" x="2312988" y="3605213"/>
          <p14:tracePt t="68127" x="2300288" y="3625850"/>
          <p14:tracePt t="68136" x="2271713" y="3652838"/>
          <p14:tracePt t="68145" x="2271713" y="3681413"/>
          <p14:tracePt t="68156" x="2259013" y="3708400"/>
          <p14:tracePt t="68163" x="2259013" y="3735388"/>
          <p14:tracePt t="68170" x="2259013" y="3768725"/>
          <p14:tracePt t="68177" x="2259013" y="3783013"/>
          <p14:tracePt t="68187" x="2259013" y="3810000"/>
          <p14:tracePt t="68193" x="2259013" y="3836988"/>
          <p14:tracePt t="68203" x="2259013" y="3851275"/>
          <p14:tracePt t="68210" x="2286000" y="3863975"/>
          <p14:tracePt t="68220" x="2300288" y="3884613"/>
          <p14:tracePt t="68227" x="2327275" y="3884613"/>
          <p14:tracePt t="68236" x="2339975" y="3898900"/>
          <p14:tracePt t="68244" x="2374900" y="3898900"/>
          <p14:tracePt t="68251" x="2387600" y="3898900"/>
          <p14:tracePt t="68260" x="2414588" y="3898900"/>
          <p14:tracePt t="68271" x="2428875" y="3898900"/>
          <p14:tracePt t="68277" x="2443163" y="3884613"/>
          <p14:tracePt t="68285" x="2455863" y="3863975"/>
          <p14:tracePt t="68294" x="2470150" y="3836988"/>
          <p14:tracePt t="68303" x="2490788" y="3824288"/>
          <p14:tracePt t="68311" x="2490788" y="3810000"/>
          <p14:tracePt t="68317" x="2503488" y="3783013"/>
          <p14:tracePt t="68327" x="2503488" y="3756025"/>
          <p14:tracePt t="68334" x="2503488" y="3721100"/>
          <p14:tracePt t="68342" x="2503488" y="3708400"/>
          <p14:tracePt t="68349" x="2503488" y="3667125"/>
          <p14:tracePt t="68359" x="2490788" y="3652838"/>
          <p14:tracePt t="68368" x="2470150" y="3640138"/>
          <p14:tracePt t="68374" x="2443163" y="3625850"/>
          <p14:tracePt t="68390" x="2401888" y="3605213"/>
          <p14:tracePt t="68399" x="2374900" y="3592513"/>
          <p14:tracePt t="68409" x="2312988" y="3592513"/>
          <p14:tracePt t="68416" x="2286000" y="3592513"/>
          <p14:tracePt t="68426" x="2259013" y="3592513"/>
          <p14:tracePt t="68433" x="2232025" y="3605213"/>
          <p14:tracePt t="68443" x="2197100" y="3640138"/>
          <p14:tracePt t="68448" x="2170113" y="3667125"/>
          <p14:tracePt t="68459" x="2143125" y="3708400"/>
          <p14:tracePt t="68464" x="2116138" y="3756025"/>
          <p14:tracePt t="68477" x="2101850" y="3795713"/>
          <p14:tracePt t="68481" x="2101850" y="3810000"/>
          <p14:tracePt t="68494" x="2101850" y="3851275"/>
          <p14:tracePt t="68495" x="2101850" y="3884613"/>
          <p14:tracePt t="68504" x="2101850" y="3925888"/>
          <p14:tracePt t="68513" x="2101850" y="3938588"/>
          <p14:tracePt t="68523" x="2101850" y="3952875"/>
          <p14:tracePt t="68529" x="2116138" y="3967163"/>
          <p14:tracePt t="68540" x="2143125" y="3994150"/>
          <p14:tracePt t="68550" x="2170113" y="3994150"/>
          <p14:tracePt t="68554" x="2211388" y="3994150"/>
          <p14:tracePt t="68560" x="2244725" y="3994150"/>
          <p14:tracePt t="68569" x="2271713" y="3994150"/>
          <p14:tracePt t="68578" x="2312988" y="3979863"/>
          <p14:tracePt t="68587" x="2339975" y="3952875"/>
          <p14:tracePt t="68595" x="2374900" y="3925888"/>
          <p14:tracePt t="68604" x="2414588" y="3884613"/>
          <p14:tracePt t="68613" x="2428875" y="3851275"/>
          <p14:tracePt t="68621" x="2443163" y="3824288"/>
          <p14:tracePt t="68628" x="2455863" y="3795713"/>
          <p14:tracePt t="68638" x="2470150" y="3756025"/>
          <p14:tracePt t="68645" x="2470150" y="3721100"/>
          <p14:tracePt t="68654" x="2490788" y="3667125"/>
          <p14:tracePt t="68661" x="2490788" y="3640138"/>
          <p14:tracePt t="68669" x="2490788" y="3605213"/>
          <p14:tracePt t="68677" x="2470150" y="3578225"/>
          <p14:tracePt t="68686" x="2455863" y="3551238"/>
          <p14:tracePt t="68696" x="2443163" y="3538538"/>
          <p14:tracePt t="68703" x="2414588" y="3509963"/>
          <p14:tracePt t="68714" x="2387600" y="3497263"/>
          <p14:tracePt t="68721" x="2360613" y="3497263"/>
          <p14:tracePt t="68729" x="2339975" y="3476625"/>
          <p14:tracePt t="68737" x="2312988" y="3476625"/>
          <p14:tracePt t="68746" x="2286000" y="3476625"/>
          <p14:tracePt t="68752" x="2271713" y="3476625"/>
          <p14:tracePt t="68761" x="2259013" y="3476625"/>
          <p14:tracePt t="68768" x="2244725" y="3497263"/>
          <p14:tracePt t="68778" x="2232025" y="3509963"/>
          <p14:tracePt t="68793" x="2211388" y="3524250"/>
          <p14:tracePt t="68803" x="2211388" y="3538538"/>
          <p14:tracePt t="68810" x="2211388" y="3551238"/>
          <p14:tracePt t="68817" x="2211388" y="3565525"/>
          <p14:tracePt t="70156" x="2211388" y="3578225"/>
          <p14:tracePt t="70167" x="2211388" y="3592513"/>
          <p14:tracePt t="70175" x="2211388" y="3605213"/>
          <p14:tracePt t="70185" x="2211388" y="3640138"/>
          <p14:tracePt t="70195" x="2211388" y="3652838"/>
          <p14:tracePt t="70199" x="2211388" y="3667125"/>
          <p14:tracePt t="70211" x="2211388" y="3694113"/>
          <p14:tracePt t="70215" x="2211388" y="3708400"/>
          <p14:tracePt t="70227" x="2232025" y="3721100"/>
          <p14:tracePt t="70232" x="2232025" y="3756025"/>
          <p14:tracePt t="70248" x="2244725" y="3768725"/>
          <p14:tracePt t="70277" x="2259013" y="3783013"/>
          <p14:tracePt t="70293" x="2259013" y="3795713"/>
          <p14:tracePt t="70306" x="2271713" y="3795713"/>
          <p14:tracePt t="70341" x="2286000" y="3795713"/>
          <p14:tracePt t="70373" x="2300288" y="3795713"/>
          <p14:tracePt t="70393" x="2312988" y="3795713"/>
          <p14:tracePt t="70417" x="2327275" y="3795713"/>
          <p14:tracePt t="70434" x="2339975" y="3795713"/>
          <p14:tracePt t="70450" x="2360613" y="3795713"/>
          <p14:tracePt t="70460" x="2360613" y="3783013"/>
          <p14:tracePt t="70469" x="2374900" y="3783013"/>
          <p14:tracePt t="70479" x="2387600" y="3768725"/>
          <p14:tracePt t="70486" x="2387600" y="3756025"/>
          <p14:tracePt t="70496" x="2401888" y="3756025"/>
          <p14:tracePt t="70503" x="2401888" y="3735388"/>
          <p14:tracePt t="70513" x="2414588" y="3721100"/>
          <p14:tracePt t="70520" x="2414588" y="3694113"/>
          <p14:tracePt t="70530" x="2414588" y="3681413"/>
          <p14:tracePt t="70536" x="2428875" y="3667125"/>
          <p14:tracePt t="70547" x="2428875" y="3652838"/>
          <p14:tracePt t="70551" x="2428875" y="3625850"/>
          <p14:tracePt t="70561" x="2428875" y="3605213"/>
          <p14:tracePt t="70567" x="2428875" y="3592513"/>
          <p14:tracePt t="70580" x="2428875" y="3565525"/>
          <p14:tracePt t="70584" x="2428875" y="3538538"/>
          <p14:tracePt t="70596" x="2414588" y="3524250"/>
          <p14:tracePt t="70603" x="2401888" y="3509963"/>
          <p14:tracePt t="70610" x="2374900" y="3497263"/>
          <p14:tracePt t="70622" x="2360613" y="3476625"/>
          <p14:tracePt t="70626" x="2327275" y="3462338"/>
          <p14:tracePt t="70637" x="2312988" y="3449638"/>
          <p14:tracePt t="70643" x="2300288" y="3449638"/>
          <p14:tracePt t="70653" x="2271713" y="3449638"/>
          <p14:tracePt t="70660" x="2259013" y="3449638"/>
          <p14:tracePt t="70669" x="2244725" y="3449638"/>
          <p14:tracePt t="70678" x="2232025" y="3449638"/>
          <p14:tracePt t="70683" x="2211388" y="3449638"/>
          <p14:tracePt t="70696" x="2197100" y="3449638"/>
          <p14:tracePt t="70697" x="2184400" y="3462338"/>
          <p14:tracePt t="70708" x="2170113" y="3476625"/>
          <p14:tracePt t="70716" x="2157413" y="3497263"/>
          <p14:tracePt t="70726" x="2157413" y="3509963"/>
          <p14:tracePt t="70732" x="2143125" y="3538538"/>
          <p14:tracePt t="70743" x="2143125" y="3551238"/>
          <p14:tracePt t="70750" x="2143125" y="3578225"/>
          <p14:tracePt t="70760" x="2143125" y="3605213"/>
          <p14:tracePt t="70764" x="2143125" y="3640138"/>
          <p14:tracePt t="70776" x="2143125" y="3652838"/>
          <p14:tracePt t="70783" x="2143125" y="3667125"/>
          <p14:tracePt t="70788" x="2143125" y="3681413"/>
          <p14:tracePt t="70799" x="2157413" y="3681413"/>
          <p14:tracePt t="70809" x="2157413" y="3694113"/>
          <p14:tracePt t="70814" x="2170113" y="3694113"/>
          <p14:tracePt t="70823" x="2184400" y="3694113"/>
          <p14:tracePt t="70830" x="2184400" y="3708400"/>
          <p14:tracePt t="71417" x="2211388" y="3708400"/>
          <p14:tracePt t="71426" x="2244725" y="3721100"/>
          <p14:tracePt t="71435" x="2271713" y="3735388"/>
          <p14:tracePt t="71445" x="2312988" y="3756025"/>
          <p14:tracePt t="71454" x="2339975" y="3756025"/>
          <p14:tracePt t="71460" x="2374900" y="3768725"/>
          <p14:tracePt t="71471" x="2455863" y="3783013"/>
          <p14:tracePt t="71478" x="2517775" y="3795713"/>
          <p14:tracePt t="71489" x="2571750" y="3795713"/>
          <p14:tracePt t="71493" x="2598738" y="3810000"/>
          <p14:tracePt t="71505" x="2646363" y="3810000"/>
          <p14:tracePt t="71509" x="2673350" y="3810000"/>
          <p14:tracePt t="71521" x="2700338" y="3810000"/>
          <p14:tracePt t="71526" x="2714625" y="3810000"/>
          <p14:tracePt t="71537" x="2735263" y="3810000"/>
          <p14:tracePt t="71588" x="2700338" y="3810000"/>
          <p14:tracePt t="71597" x="2687638" y="3795713"/>
          <p14:tracePt t="71607" x="2673350" y="3795713"/>
          <p14:tracePt t="71615" x="2660650" y="3795713"/>
          <p14:tracePt t="71629" x="2646363" y="3783013"/>
          <p14:tracePt t="71654" x="2646363" y="3768725"/>
          <p14:tracePt t="71671" x="2646363" y="3756025"/>
          <p14:tracePt t="71679" x="2673350" y="3735388"/>
          <p14:tracePt t="71690" x="2700338" y="3721100"/>
          <p14:tracePt t="71698" x="2747963" y="3708400"/>
          <p14:tracePt t="71705" x="2789238" y="3694113"/>
          <p14:tracePt t="71714" x="2830513" y="3681413"/>
          <p14:tracePt t="71721" x="2878138" y="3667125"/>
          <p14:tracePt t="71732" x="2919413" y="3667125"/>
          <p14:tracePt t="71739" x="2973388" y="3667125"/>
          <p14:tracePt t="71748" x="3006725" y="3667125"/>
          <p14:tracePt t="71756" x="3033713" y="3667125"/>
          <p14:tracePt t="72030" x="3062288" y="3667125"/>
          <p14:tracePt t="72041" x="3089275" y="3681413"/>
          <p14:tracePt t="72049" x="3122613" y="3681413"/>
          <p14:tracePt t="72058" x="3149600" y="3694113"/>
          <p14:tracePt t="72066" x="3190875" y="3708400"/>
          <p14:tracePt t="72072" x="3265488" y="3721100"/>
          <p14:tracePt t="72084" x="3319463" y="3756025"/>
          <p14:tracePt t="72094" x="3381375" y="3768725"/>
          <p14:tracePt t="72100" x="3422650" y="3768725"/>
          <p14:tracePt t="72111" x="3462338" y="3783013"/>
          <p14:tracePt t="72115" x="3509963" y="3783013"/>
          <p14:tracePt t="72127" x="3551238" y="3783013"/>
          <p14:tracePt t="72129" x="3578225" y="3795713"/>
          <p14:tracePt t="72138" x="3592513" y="3795713"/>
          <p14:tracePt t="72148" x="3605213" y="3810000"/>
          <p14:tracePt t="72156" x="3625850" y="3810000"/>
          <p14:tracePt t="72399" x="3640138" y="3810000"/>
          <p14:tracePt t="72408" x="3667125" y="3810000"/>
          <p14:tracePt t="72417" x="3694113" y="3824288"/>
          <p14:tracePt t="72426" x="3735388" y="3824288"/>
          <p14:tracePt t="72437" x="3783013" y="3836988"/>
          <p14:tracePt t="72443" x="3863975" y="3851275"/>
          <p14:tracePt t="72454" x="3938588" y="3863975"/>
          <p14:tracePt t="72460" x="4014788" y="3884613"/>
          <p14:tracePt t="72472" x="4081463" y="3898900"/>
          <p14:tracePt t="72476" x="4143375" y="3911600"/>
          <p14:tracePt t="72488" x="4170363" y="3925888"/>
          <p14:tracePt t="72493" x="4211638" y="3925888"/>
          <p14:tracePt t="72792" x="4224338" y="3925888"/>
          <p14:tracePt t="72803" x="4259263" y="3925888"/>
          <p14:tracePt t="72811" x="4286250" y="3925888"/>
          <p14:tracePt t="72820" x="4327525" y="3938588"/>
          <p14:tracePt t="72830" x="4367213" y="3938588"/>
          <p14:tracePt t="72837" x="4443413" y="3952875"/>
          <p14:tracePt t="72846" x="4530725" y="3952875"/>
          <p14:tracePt t="72853" x="4598988" y="3952875"/>
          <p14:tracePt t="72863" x="4673600" y="3952875"/>
          <p14:tracePt t="72869" x="4741863" y="3967163"/>
          <p14:tracePt t="72880" x="4776788" y="3967163"/>
          <p14:tracePt t="72884" x="4816475" y="3967163"/>
          <p14:tracePt t="72896" x="4857750" y="3967163"/>
          <p14:tracePt t="73258" x="4884738" y="3967163"/>
          <p14:tracePt t="73269" x="4932363" y="3967163"/>
          <p14:tracePt t="73278" x="4973638" y="3967163"/>
          <p14:tracePt t="73286" x="5048250" y="3967163"/>
          <p14:tracePt t="73294" x="5129213" y="3967163"/>
          <p14:tracePt t="73302" x="5205413" y="3967163"/>
          <p14:tracePt t="73311" x="5292725" y="3967163"/>
          <p14:tracePt t="73319" x="5360988" y="3979863"/>
          <p14:tracePt t="73328" x="5435600" y="3994150"/>
          <p14:tracePt t="73334" x="5476875" y="3994150"/>
          <p14:tracePt t="73345" x="5538788" y="3994150"/>
          <p14:tracePt t="73352" x="5578475" y="4014788"/>
          <p14:tracePt t="73361" x="5605463" y="4014788"/>
          <p14:tracePt t="73367" x="5634038" y="4014788"/>
          <p14:tracePt t="73954" x="5619750" y="4014788"/>
          <p14:tracePt t="73964" x="5605463" y="3994150"/>
          <p14:tracePt t="73973" x="5592763" y="3994150"/>
          <p14:tracePt t="73983" x="5578475" y="3979863"/>
          <p14:tracePt t="73996" x="5565775" y="3967163"/>
          <p14:tracePt t="74005" x="5551488" y="3967163"/>
          <p14:tracePt t="74020" x="5551488" y="3952875"/>
          <p14:tracePt t="74030" x="5538788" y="3952875"/>
          <p14:tracePt t="74142" x="5551488" y="3938588"/>
          <p14:tracePt t="74152" x="5565775" y="3938588"/>
          <p14:tracePt t="74167" x="5578475" y="3925888"/>
          <p14:tracePt t="74178" x="5605463" y="3925888"/>
          <p14:tracePt t="74186" x="5619750" y="3911600"/>
          <p14:tracePt t="74197" x="5634038" y="3911600"/>
          <p14:tracePt t="74203" x="5667375" y="3911600"/>
          <p14:tracePt t="74214" x="5694363" y="3898900"/>
          <p14:tracePt t="74220" x="5708650" y="3898900"/>
          <p14:tracePt t="74227" x="5735638" y="3898900"/>
          <p14:tracePt t="74236" x="5748338" y="3898900"/>
          <p14:tracePt t="74244" x="5783263" y="3898900"/>
          <p14:tracePt t="74252" x="5795963" y="3884613"/>
          <p14:tracePt t="74260" x="5810250" y="3884613"/>
          <p14:tracePt t="74270" x="5824538" y="3884613"/>
          <p14:tracePt t="74278" x="5837238" y="3884613"/>
          <p14:tracePt t="74286" x="5851525" y="3884613"/>
          <p14:tracePt t="74300" x="5864225" y="3884613"/>
          <p14:tracePt t="75027" x="5878513" y="3884613"/>
          <p14:tracePt t="75037" x="5926138" y="3884613"/>
          <p14:tracePt t="75047" x="5967413" y="3884613"/>
          <p14:tracePt t="75055" x="6007100" y="3884613"/>
          <p14:tracePt t="75064" x="6069013" y="3884613"/>
          <p14:tracePt t="75071" x="6137275" y="3884613"/>
          <p14:tracePt t="75082" x="6211888" y="3898900"/>
          <p14:tracePt t="75088" x="6280150" y="3898900"/>
          <p14:tracePt t="75098" x="6354763" y="3898900"/>
          <p14:tracePt t="75104" x="6429375" y="3898900"/>
          <p14:tracePt t="75111" x="6456363" y="3898900"/>
          <p14:tracePt t="75121" x="6510338" y="3898900"/>
          <p14:tracePt t="75131" x="6557963" y="3898900"/>
          <p14:tracePt t="75135" x="6586538" y="3898900"/>
          <p14:tracePt t="75147" x="6613525" y="3898900"/>
          <p14:tracePt t="75154" x="6640513" y="3898900"/>
          <p14:tracePt t="75160" x="6653213" y="3898900"/>
          <p14:tracePt t="75395" x="6673850" y="3898900"/>
          <p14:tracePt t="75404" x="6700838" y="3898900"/>
          <p14:tracePt t="75413" x="6742113" y="3898900"/>
          <p14:tracePt t="75422" x="6783388" y="3898900"/>
          <p14:tracePt t="75432" x="6843713" y="3898900"/>
          <p14:tracePt t="75440" x="6911975" y="3898900"/>
          <p14:tracePt t="75449" x="7000875" y="3898900"/>
          <p14:tracePt t="75454" x="7102475" y="3898900"/>
          <p14:tracePt t="75465" x="7191375" y="3898900"/>
          <p14:tracePt t="75471" x="7272338" y="3863975"/>
          <p14:tracePt t="75482" x="7307263" y="3851275"/>
          <p14:tracePt t="75489" x="7375525" y="3836988"/>
          <p14:tracePt t="75497" x="7415213" y="3824288"/>
          <p14:tracePt t="75505" x="7450138" y="3810000"/>
          <p14:tracePt t="75518" x="7477125" y="3795713"/>
          <p14:tracePt t="75522" x="7491413" y="3783013"/>
          <p14:tracePt t="75535" x="7504113" y="3756025"/>
          <p14:tracePt t="75536" x="7518400" y="3756025"/>
          <p14:tracePt t="75545" x="7518400" y="3735388"/>
          <p14:tracePt t="75553" x="7518400" y="3708400"/>
          <p14:tracePt t="75562" x="7531100" y="3694113"/>
          <p14:tracePt t="75569" x="7531100" y="3681413"/>
          <p14:tracePt t="75579" x="7531100" y="3652838"/>
          <p14:tracePt t="75587" x="7531100" y="3640138"/>
          <p14:tracePt t="75595" x="7531100" y="3605213"/>
          <p14:tracePt t="75601" x="7518400" y="3592513"/>
          <p14:tracePt t="75611" x="7504113" y="3578225"/>
          <p14:tracePt t="75618" x="7477125" y="3578225"/>
          <p14:tracePt t="75628" x="7450138" y="3565525"/>
          <p14:tracePt t="75635" x="7415213" y="3565525"/>
          <p14:tracePt t="75645" x="7375525" y="3565525"/>
          <p14:tracePt t="75652" x="7334250" y="3565525"/>
          <p14:tracePt t="75661" x="7286625" y="3565525"/>
          <p14:tracePt t="75670" x="7272338" y="3565525"/>
          <p14:tracePt t="75677" x="7218363" y="3578225"/>
          <p14:tracePt t="75686" x="7205663" y="3592513"/>
          <p14:tracePt t="75696" x="7170738" y="3625850"/>
          <p14:tracePt t="75703" x="7143750" y="3652838"/>
          <p14:tracePt t="75710" x="7129463" y="3681413"/>
          <p14:tracePt t="75720" x="7116763" y="3708400"/>
          <p14:tracePt t="75727" x="7116763" y="3735388"/>
          <p14:tracePt t="75735" x="7102475" y="3768725"/>
          <p14:tracePt t="75744" x="7102475" y="3795713"/>
          <p14:tracePt t="75750" x="7102475" y="3810000"/>
          <p14:tracePt t="75766" x="7129463" y="3851275"/>
          <p14:tracePt t="75774" x="7143750" y="3851275"/>
          <p14:tracePt t="75785" x="7191375" y="3851275"/>
          <p14:tracePt t="75792" x="7218363" y="3851275"/>
          <p14:tracePt t="75802" x="7259638" y="3851275"/>
          <p14:tracePt t="75809" x="7307263" y="3810000"/>
          <p14:tracePt t="75819" x="7334250" y="3783013"/>
          <p14:tracePt t="75824" x="7361238" y="3735388"/>
          <p14:tracePt t="75836" x="7388225" y="3694113"/>
          <p14:tracePt t="75841" x="7388225" y="3652838"/>
          <p14:tracePt t="75853" x="7388225" y="3605213"/>
          <p14:tracePt t="75857" x="7388225" y="3578225"/>
          <p14:tracePt t="75869" x="7388225" y="3538538"/>
          <p14:tracePt t="75873" x="7361238" y="3524250"/>
          <p14:tracePt t="75886" x="7348538" y="3524250"/>
          <p14:tracePt t="75890" x="7319963" y="3509963"/>
          <p14:tracePt t="75903" x="7286625" y="3509963"/>
          <p14:tracePt t="75904" x="7259638" y="3509963"/>
          <p14:tracePt t="75912" x="7232650" y="3509963"/>
          <p14:tracePt t="75923" x="7218363" y="3509963"/>
          <p14:tracePt t="75932" x="7205663" y="3509963"/>
          <p14:tracePt t="76640" x="7232650" y="3509963"/>
          <p14:tracePt t="76649" x="7245350" y="3524250"/>
          <p14:tracePt t="76659" x="7272338" y="3551238"/>
          <p14:tracePt t="76667" x="7307263" y="3565525"/>
          <p14:tracePt t="76674" x="7348538" y="3592513"/>
          <p14:tracePt t="76686" x="7388225" y="3640138"/>
          <p14:tracePt t="76695" x="7450138" y="3667125"/>
          <p14:tracePt t="76704" x="7504113" y="3694113"/>
          <p14:tracePt t="76709" x="7566025" y="3721100"/>
          <p14:tracePt t="76721" x="7634288" y="3756025"/>
          <p14:tracePt t="76725" x="7694613" y="3768725"/>
          <p14:tracePt t="76737" x="7748588" y="3795713"/>
          <p14:tracePt t="76742" x="7824788" y="3810000"/>
          <p14:tracePt t="76753" x="7851775" y="3810000"/>
          <p14:tracePt t="76758" x="7891463" y="3810000"/>
          <p14:tracePt t="77074" x="7851775" y="3810000"/>
          <p14:tracePt t="77083" x="7837488" y="3810000"/>
          <p14:tracePt t="77092" x="7789863" y="3810000"/>
          <p14:tracePt t="77102" x="7777163" y="3810000"/>
          <p14:tracePt t="77110" x="7748588" y="3810000"/>
          <p14:tracePt t="77120" x="7735888" y="3810000"/>
          <p14:tracePt t="77125" x="7708900" y="3810000"/>
          <p14:tracePt t="77136" x="7673975" y="3810000"/>
          <p14:tracePt t="77142" x="7661275" y="3810000"/>
          <p14:tracePt t="77150" x="7634288" y="3810000"/>
          <p14:tracePt t="77169" x="7620000" y="3810000"/>
          <p14:tracePt t="77183" x="7620000" y="3824288"/>
          <p14:tracePt t="77205" x="7634288" y="3836988"/>
          <p14:tracePt t="77214" x="7661275" y="3836988"/>
          <p14:tracePt t="77223" x="7694613" y="3836988"/>
          <p14:tracePt t="77232" x="7748588" y="3851275"/>
          <p14:tracePt t="77241" x="7804150" y="3851275"/>
          <p14:tracePt t="77249" x="7878763" y="3851275"/>
          <p14:tracePt t="77257" x="7932738" y="3851275"/>
          <p14:tracePt t="77265" x="7994650" y="3851275"/>
          <p14:tracePt t="77272" x="8021638" y="3851275"/>
          <p14:tracePt t="77281" x="8081963" y="3851275"/>
          <p14:tracePt t="77289" x="8110538" y="3851275"/>
          <p14:tracePt t="77297" x="8137525" y="3851275"/>
          <p14:tracePt t="77306" x="8150225" y="3851275"/>
          <p14:tracePt t="77314" x="8164513" y="3851275"/>
          <p14:tracePt t="77352" x="8137525" y="3851275"/>
          <p14:tracePt t="77361" x="8110538" y="3851275"/>
          <p14:tracePt t="77371" x="8081963" y="3851275"/>
          <p14:tracePt t="77379" x="8034338" y="3851275"/>
          <p14:tracePt t="77388" x="8007350" y="3851275"/>
          <p14:tracePt t="77397" x="7980363" y="3851275"/>
          <p14:tracePt t="77407" x="7932738" y="3863975"/>
          <p14:tracePt t="77413" x="7920038" y="3863975"/>
          <p14:tracePt t="77421" x="7905750" y="3863975"/>
          <p14:tracePt t="77436" x="7891463" y="3884613"/>
          <p14:tracePt t="77436" x="7878763" y="3884613"/>
          <p14:tracePt t="77467" x="7905750" y="3884613"/>
          <p14:tracePt t="77475" x="7953375" y="3884613"/>
          <p14:tracePt t="77486" x="8007350" y="3884613"/>
          <p14:tracePt t="77494" x="8069263" y="3884613"/>
          <p14:tracePt t="77504" x="8110538" y="3863975"/>
          <p14:tracePt t="77511" x="8164513" y="3851275"/>
          <p14:tracePt t="77521" x="8177213" y="3851275"/>
          <p14:tracePt t="77529" x="8224838" y="3824288"/>
          <p14:tracePt t="77539" x="8253413" y="3810000"/>
          <p14:tracePt t="77543" x="8266113" y="3810000"/>
          <p14:tracePt t="77555" x="8280400" y="3795713"/>
          <p14:tracePt t="77571" x="8293100" y="3795713"/>
          <p14:tracePt t="77587" x="8280400" y="3795713"/>
          <p14:tracePt t="77595" x="8266113" y="3795713"/>
          <p14:tracePt t="77604" x="8224838" y="3795713"/>
          <p14:tracePt t="77608" x="8164513" y="3795713"/>
          <p14:tracePt t="77620" x="8110538" y="3795713"/>
          <p14:tracePt t="77624" x="8048625" y="3795713"/>
          <p14:tracePt t="77636" x="8007350" y="3795713"/>
          <p14:tracePt t="77643" x="7980363" y="3810000"/>
          <p14:tracePt t="77654" x="7932738" y="3810000"/>
          <p14:tracePt t="77658" x="7905750" y="3824288"/>
          <p14:tracePt t="77670" x="7891463" y="3824288"/>
          <p14:tracePt t="77675" x="7878763" y="3836988"/>
          <p14:tracePt t="77687" x="7864475" y="3836988"/>
          <p14:tracePt t="77712" x="7891463" y="3836988"/>
          <p14:tracePt t="77721" x="7920038" y="3836988"/>
          <p14:tracePt t="77730" x="7967663" y="3836988"/>
          <p14:tracePt t="77739" x="8021638" y="3836988"/>
          <p14:tracePt t="77748" x="8069263" y="3824288"/>
          <p14:tracePt t="78113" x="8021638" y="3824288"/>
          <p14:tracePt t="78124" x="7994650" y="3824288"/>
          <p14:tracePt t="78132" x="7953375" y="3824288"/>
          <p14:tracePt t="78140" x="7891463" y="3824288"/>
          <p14:tracePt t="78149" x="7851775" y="3810000"/>
          <p14:tracePt t="78160" x="7762875" y="3810000"/>
          <p14:tracePt t="78166" x="7735888" y="3810000"/>
          <p14:tracePt t="78176" x="7673975" y="3810000"/>
          <p14:tracePt t="78183" x="7605713" y="3810000"/>
          <p14:tracePt t="78194" x="7566025" y="3810000"/>
          <p14:tracePt t="78198" x="7531100" y="3810000"/>
          <p14:tracePt t="78210" x="7504113" y="3810000"/>
          <p14:tracePt t="78214" x="7491413" y="3810000"/>
          <p14:tracePt t="78226" x="7477125" y="3810000"/>
          <p14:tracePt t="78230" x="7462838" y="3810000"/>
          <p14:tracePt t="78383" x="7491413" y="3810000"/>
          <p14:tracePt t="78395" x="7531100" y="3824288"/>
          <p14:tracePt t="78403" x="7578725" y="3836988"/>
          <p14:tracePt t="78412" x="7634288" y="3851275"/>
          <p14:tracePt t="78420" x="7708900" y="3863975"/>
          <p14:tracePt t="78431" x="7777163" y="3884613"/>
          <p14:tracePt t="78435" x="7851775" y="3898900"/>
          <p14:tracePt t="78448" x="7932738" y="3911600"/>
          <p14:tracePt t="78452" x="8007350" y="3911600"/>
          <p14:tracePt t="78463" x="8096250" y="3925888"/>
          <p14:tracePt t="78468" x="8150225" y="3925888"/>
          <p14:tracePt t="78479" x="8177213" y="3925888"/>
          <p14:tracePt t="78484" x="8239125" y="3925888"/>
          <p14:tracePt t="78496" x="8280400" y="3925888"/>
          <p14:tracePt t="78501" x="8307388" y="3911600"/>
          <p14:tracePt t="78513" x="8328025" y="3911600"/>
          <p14:tracePt t="78517" x="8340725" y="3898900"/>
          <p14:tracePt t="78530" x="8355013" y="3898900"/>
          <p14:tracePt t="78534" x="8367713" y="3898900"/>
          <p14:tracePt t="78842" x="8382000" y="3898900"/>
          <p14:tracePt t="78851" x="8396288" y="3898900"/>
          <p14:tracePt t="78861" x="8435975" y="3884613"/>
          <p14:tracePt t="78869" x="8483600" y="3884613"/>
          <p14:tracePt t="78880" x="8510588" y="3863975"/>
          <p14:tracePt t="78887" x="8551863" y="3863975"/>
          <p14:tracePt t="78897" x="8586788" y="3863975"/>
          <p14:tracePt t="78901" x="8613775" y="3851275"/>
          <p14:tracePt t="78914" x="8640763" y="3851275"/>
          <p14:tracePt t="78918" x="8653463" y="3851275"/>
          <p14:tracePt t="78935" x="8667750" y="3851275"/>
          <p14:tracePt t="79129" x="8667750" y="3836988"/>
          <p14:tracePt t="79145" x="8667750" y="3824288"/>
          <p14:tracePt t="79154" x="8667750" y="3795713"/>
          <p14:tracePt t="79163" x="8667750" y="3783013"/>
          <p14:tracePt t="79173" x="8640763" y="3735388"/>
          <p14:tracePt t="79180" x="8626475" y="3721100"/>
          <p14:tracePt t="79190" x="8599488" y="3681413"/>
          <p14:tracePt t="79198" x="8566150" y="3652838"/>
          <p14:tracePt t="79210" x="8524875" y="3605213"/>
          <p14:tracePt t="79211" x="8483600" y="3578225"/>
          <p14:tracePt t="79220" x="8435975" y="3551238"/>
          <p14:tracePt t="79230" x="8396288" y="3524250"/>
          <p14:tracePt t="79240" x="8367713" y="3524250"/>
          <p14:tracePt t="79246" x="8293100" y="3497263"/>
          <p14:tracePt t="79254" x="8253413" y="3476625"/>
          <p14:tracePt t="79263" x="8197850" y="3462338"/>
          <p14:tracePt t="79272" x="8150225" y="3462338"/>
          <p14:tracePt t="79278" x="8096250" y="3449638"/>
          <p14:tracePt t="79288" x="8069263" y="3449638"/>
          <p14:tracePt t="79294" x="8021638" y="3449638"/>
          <p14:tracePt t="79304" x="7967663" y="3449638"/>
          <p14:tracePt t="79313" x="7932738" y="3449638"/>
          <p14:tracePt t="79321" x="7891463" y="3449638"/>
          <p14:tracePt t="79327" x="7864475" y="3449638"/>
          <p14:tracePt t="79337" x="7824788" y="3449638"/>
          <p14:tracePt t="79346" x="7804150" y="3449638"/>
          <p14:tracePt t="79354" x="7777163" y="3449638"/>
          <p14:tracePt t="79362" x="7748588" y="3435350"/>
          <p14:tracePt t="79370" x="7735888" y="3435350"/>
          <p14:tracePt t="79379" x="7708900" y="3435350"/>
          <p14:tracePt t="79385" x="7694613" y="3422650"/>
          <p14:tracePt t="79397" x="7661275" y="3422650"/>
          <p14:tracePt t="79401" x="7646988" y="3422650"/>
          <p14:tracePt t="79410" x="7620000" y="3422650"/>
          <p14:tracePt t="79419" x="7605713" y="3422650"/>
          <p14:tracePt t="79425" x="7578725" y="3422650"/>
          <p14:tracePt t="79435" x="7566025" y="3422650"/>
          <p14:tracePt t="79443" x="7545388" y="3422650"/>
          <p14:tracePt t="79452" x="7531100" y="3422650"/>
          <p14:tracePt t="79460" x="7518400" y="3422650"/>
          <p14:tracePt t="79468" x="7504113" y="3422650"/>
          <p14:tracePt t="79484" x="7491413" y="3435350"/>
          <p14:tracePt t="79495" x="7491413" y="3449638"/>
          <p14:tracePt t="79501" x="7477125" y="3462338"/>
          <p14:tracePt t="79513" x="7477125" y="3497263"/>
          <p14:tracePt t="79519" x="7462838" y="3509963"/>
          <p14:tracePt t="79528" x="7462838" y="3551238"/>
          <p14:tracePt t="79533" x="7462838" y="3578225"/>
          <p14:tracePt t="79543" x="7450138" y="3605213"/>
          <p14:tracePt t="79550" x="7450138" y="3640138"/>
          <p14:tracePt t="79560" x="7450138" y="3667125"/>
          <p14:tracePt t="79567" x="7450138" y="3694113"/>
          <p14:tracePt t="79577" x="7450138" y="3708400"/>
          <p14:tracePt t="79584" x="7450138" y="3735388"/>
          <p14:tracePt t="79594" x="7450138" y="3768725"/>
          <p14:tracePt t="79598" x="7450138" y="3795713"/>
          <p14:tracePt t="79610" x="7450138" y="3810000"/>
          <p14:tracePt t="79614" x="7462838" y="3836988"/>
          <p14:tracePt t="79626" x="7491413" y="3863975"/>
          <p14:tracePt t="79631" x="7518400" y="3898900"/>
          <p14:tracePt t="79642" x="7545388" y="3925888"/>
          <p14:tracePt t="79648" x="7593013" y="3952875"/>
          <p14:tracePt t="79661" x="7634288" y="3967163"/>
          <p14:tracePt t="79662" x="7673975" y="3994150"/>
          <p14:tracePt t="79671" x="7735888" y="4014788"/>
          <p14:tracePt t="79680" x="7789863" y="4027488"/>
          <p14:tracePt t="79690" x="7864475" y="4027488"/>
          <p14:tracePt t="79698" x="7932738" y="4041775"/>
          <p14:tracePt t="79708" x="8021638" y="4041775"/>
          <p14:tracePt t="79713" x="8096250" y="4041775"/>
          <p14:tracePt t="79724" x="8150225" y="4041775"/>
          <p14:tracePt t="79729" x="8177213" y="4027488"/>
          <p14:tracePt t="79742" x="8239125" y="4014788"/>
          <p14:tracePt t="79746" x="8280400" y="3979863"/>
          <p14:tracePt t="79760" x="8307388" y="3967163"/>
          <p14:tracePt t="79761" x="8340725" y="3952875"/>
          <p14:tracePt t="79770" x="8367713" y="3925888"/>
          <p14:tracePt t="79779" x="8382000" y="3911600"/>
          <p14:tracePt t="79790" x="8396288" y="3898900"/>
          <p14:tracePt t="79795" x="8396288" y="3863975"/>
          <p14:tracePt t="79805" x="8408988" y="3836988"/>
          <p14:tracePt t="79812" x="8423275" y="3824288"/>
          <p14:tracePt t="79825" x="8423275" y="3810000"/>
          <p14:tracePt t="79826" x="8423275" y="3783013"/>
          <p14:tracePt t="79835" x="8435975" y="3756025"/>
          <p14:tracePt t="79845" x="8435975" y="3721100"/>
          <p14:tracePt t="79853" x="8435975" y="3681413"/>
          <p14:tracePt t="79859" x="8435975" y="3640138"/>
          <p14:tracePt t="79869" x="8435975" y="3605213"/>
          <p14:tracePt t="79875" x="8435975" y="3565525"/>
          <p14:tracePt t="79885" x="8423275" y="3524250"/>
          <p14:tracePt t="79895" x="8396288" y="3476625"/>
          <p14:tracePt t="79902" x="8367713" y="3449638"/>
          <p14:tracePt t="79911" x="8340725" y="3408363"/>
          <p14:tracePt t="79924" x="8307388" y="3381375"/>
          <p14:tracePt t="79925" x="8266113" y="3348038"/>
          <p14:tracePt t="79934" x="8239125" y="3333750"/>
          <p14:tracePt t="79944" x="8197850" y="3306763"/>
          <p14:tracePt t="79951" x="8164513" y="3306763"/>
          <p14:tracePt t="79961" x="8123238" y="3292475"/>
          <p14:tracePt t="79968" x="8081963" y="3292475"/>
          <p14:tracePt t="79976" x="8034338" y="3292475"/>
          <p14:tracePt t="79984" x="8021638" y="3292475"/>
          <p14:tracePt t="79994" x="7980363" y="3292475"/>
          <p14:tracePt t="80002" x="7953375" y="3292475"/>
          <p14:tracePt t="80009" x="7932738" y="3292475"/>
          <p14:tracePt t="80017" x="7891463" y="3306763"/>
          <p14:tracePt t="80025" x="7878763" y="3319463"/>
          <p14:tracePt t="80034" x="7851775" y="3333750"/>
          <p14:tracePt t="80040" x="7824788" y="3348038"/>
          <p14:tracePt t="80051" x="7789863" y="3381375"/>
          <p14:tracePt t="80059" x="7762875" y="3395663"/>
          <p14:tracePt t="80066" x="7748588" y="3422650"/>
          <p14:tracePt t="80075" x="7721600" y="3435350"/>
          <p14:tracePt t="80084" x="7708900" y="3462338"/>
          <p14:tracePt t="80090" x="7694613" y="3476625"/>
          <p14:tracePt t="80102" x="7673975" y="3509963"/>
          <p14:tracePt t="80107" x="7661275" y="3524250"/>
          <p14:tracePt t="80118" x="7661275" y="3551238"/>
          <p14:tracePt t="80124" x="7661275" y="3578225"/>
          <p14:tracePt t="80134" x="7661275" y="3605213"/>
          <p14:tracePt t="80143" x="7661275" y="3640138"/>
          <p14:tracePt t="80148" x="7661275" y="3667125"/>
          <p14:tracePt t="80161" x="7661275" y="3708400"/>
          <p14:tracePt t="80161" x="7673975" y="3756025"/>
          <p14:tracePt t="80171" x="7708900" y="3783013"/>
          <p14:tracePt t="80182" x="7735888" y="3810000"/>
          <p14:tracePt t="80193" x="7762875" y="3836988"/>
          <p14:tracePt t="80194" x="7789863" y="3884613"/>
          <p14:tracePt t="80203" x="7837488" y="3911600"/>
          <p14:tracePt t="80211" x="7864475" y="3938588"/>
          <p14:tracePt t="80220" x="7920038" y="3967163"/>
          <p14:tracePt t="80230" x="7953375" y="3994150"/>
          <p14:tracePt t="80238" x="8007350" y="4014788"/>
          <p14:tracePt t="80245" x="8048625" y="4027488"/>
          <p14:tracePt t="80255" x="8110538" y="4027488"/>
          <p14:tracePt t="80261" x="8150225" y="4041775"/>
          <p14:tracePt t="80271" x="8197850" y="4041775"/>
          <p14:tracePt t="80278" x="8239125" y="4041775"/>
          <p14:tracePt t="80288" x="8280400" y="4027488"/>
          <p14:tracePt t="80296" x="8328025" y="3994150"/>
          <p14:tracePt t="80308" x="8355013" y="3979863"/>
          <p14:tracePt t="80310" x="8382000" y="3952875"/>
          <p14:tracePt t="80319" x="8408988" y="3925888"/>
          <p14:tracePt t="80326" x="8423275" y="3898900"/>
          <p14:tracePt t="80336" x="8456613" y="3863975"/>
          <p14:tracePt t="80342" x="8470900" y="3836988"/>
          <p14:tracePt t="80352" x="8483600" y="3824288"/>
          <p14:tracePt t="80359" x="8497888" y="3795713"/>
          <p14:tracePt t="80369" x="8497888" y="3768725"/>
          <p14:tracePt t="80375" x="8510588" y="3756025"/>
          <p14:tracePt t="80386" x="8510588" y="3721100"/>
          <p14:tracePt t="80395" x="8510588" y="3708400"/>
          <p14:tracePt t="80400" x="8510588" y="3667125"/>
          <p14:tracePt t="80410" x="8497888" y="3652838"/>
          <p14:tracePt t="80418" x="8470900" y="3625850"/>
          <p14:tracePt t="80426" x="8435975" y="3605213"/>
          <p14:tracePt t="80435" x="8396288" y="3592513"/>
          <p14:tracePt t="80443" x="8340725" y="3592513"/>
          <p14:tracePt t="80457" x="8177213" y="3592513"/>
          <p14:tracePt t="80466" x="8110538" y="3592513"/>
          <p14:tracePt t="80476" x="8034338" y="3625850"/>
          <p14:tracePt t="80483" x="7967663" y="3652838"/>
          <p14:tracePt t="80493" x="7932738" y="3667125"/>
          <p14:tracePt t="80500" x="7891463" y="3694113"/>
          <p14:tracePt t="80510" x="7851775" y="3721100"/>
          <p14:tracePt t="80515" x="7824788" y="3735388"/>
          <p14:tracePt t="80526" x="7789863" y="3768725"/>
          <p14:tracePt t="80532" x="7789863" y="3783013"/>
          <p14:tracePt t="80545" x="7777163" y="3810000"/>
          <p14:tracePt t="80546" x="7777163" y="3824288"/>
          <p14:tracePt t="80556" x="7777163" y="3863975"/>
          <p14:tracePt t="80564" x="7777163" y="3884613"/>
          <p14:tracePt t="80575" x="7777163" y="3911600"/>
          <p14:tracePt t="80582" x="7777163" y="3938588"/>
          <p14:tracePt t="80592" x="7789863" y="3952875"/>
          <p14:tracePt t="80598" x="7804150" y="3979863"/>
          <p14:tracePt t="80610" x="7837488" y="3994150"/>
          <p14:tracePt t="80611" x="7864475" y="4027488"/>
          <p14:tracePt t="80620" x="7905750" y="4027488"/>
          <p14:tracePt t="80630" x="7953375" y="4041775"/>
          <p14:tracePt t="80640" x="7994650" y="4041775"/>
          <p14:tracePt t="80647" x="8034338" y="4041775"/>
          <p14:tracePt t="80654" x="8096250" y="4041775"/>
          <p14:tracePt t="80664" x="8137525" y="4014788"/>
          <p14:tracePt t="80671" x="8197850" y="3979863"/>
          <p14:tracePt t="80679" x="8224838" y="3952875"/>
          <p14:tracePt t="80688" x="8266113" y="3898900"/>
          <p14:tracePt t="80698" x="8307388" y="3851275"/>
          <p14:tracePt t="80704" x="8340725" y="3810000"/>
          <p14:tracePt t="80713" x="8367713" y="3768725"/>
          <p14:tracePt t="80726" x="8367713" y="3756025"/>
          <p14:tracePt t="80727" x="8382000" y="3708400"/>
          <p14:tracePt t="80736" x="8396288" y="3652838"/>
          <p14:tracePt t="80745" x="8408988" y="3605213"/>
          <p14:tracePt t="80753" x="8408988" y="3565525"/>
          <p14:tracePt t="80761" x="8408988" y="3538538"/>
          <p14:tracePt t="80769" x="8408988" y="3497263"/>
          <p14:tracePt t="80777" x="8396288" y="3476625"/>
          <p14:tracePt t="80786" x="8367713" y="3449638"/>
          <p14:tracePt t="80793" x="8328025" y="3422650"/>
          <p14:tracePt t="80803" x="8280400" y="3408363"/>
          <p14:tracePt t="80810" x="8239125" y="3408363"/>
          <p14:tracePt t="80820" x="8177213" y="3408363"/>
          <p14:tracePt t="80826" x="8123238" y="3408363"/>
          <p14:tracePt t="80836" x="8081963" y="3408363"/>
          <p14:tracePt t="80842" x="8048625" y="3408363"/>
          <p14:tracePt t="80852" x="8021638" y="3408363"/>
          <p14:tracePt t="80860" x="7980363" y="3422650"/>
          <p14:tracePt t="80869" x="7953375" y="3435350"/>
          <p14:tracePt t="80875" x="7920038" y="3449638"/>
          <p14:tracePt t="80885" x="7905750" y="3462338"/>
          <p14:tracePt t="80893" x="7891463" y="3476625"/>
          <p14:tracePt t="80901" x="7891463" y="3497263"/>
          <p14:tracePt t="80908" x="7878763" y="3509963"/>
          <p14:tracePt t="80918" x="7878763" y="3524250"/>
          <p14:tracePt t="80925" x="7878763" y="3551238"/>
          <p14:tracePt t="80934" x="7878763" y="3565525"/>
          <p14:tracePt t="80943" x="7878763" y="3578225"/>
          <p14:tracePt t="80950" x="7878763" y="3592513"/>
          <p14:tracePt t="80960" x="7878763" y="3625850"/>
          <p14:tracePt t="80967" x="7891463" y="3640138"/>
          <p14:tracePt t="80975" x="7905750" y="3652838"/>
          <p14:tracePt t="80984" x="7905750" y="3667125"/>
          <p14:tracePt t="80991" x="7920038" y="3694113"/>
          <p14:tracePt t="81001" x="7932738" y="3694113"/>
          <p14:tracePt t="81008" x="7953375" y="3708400"/>
          <p14:tracePt t="81027" x="7967663" y="3721100"/>
          <p14:tracePt t="81045" x="7967663" y="3735388"/>
          <p14:tracePt t="81077" x="7953375" y="3735388"/>
          <p14:tracePt t="81086" x="7932738" y="3756025"/>
          <p14:tracePt t="81096" x="7891463" y="3768725"/>
          <p14:tracePt t="81107" x="7864475" y="3768725"/>
          <p14:tracePt t="81114" x="7824788" y="3783013"/>
          <p14:tracePt t="81122" x="7804150" y="3783013"/>
          <p14:tracePt t="81130" x="7762875" y="3795713"/>
          <p14:tracePt t="81138" x="7735888" y="3795713"/>
          <p14:tracePt t="81147" x="7721600" y="3795713"/>
          <p14:tracePt t="81155" x="7694613" y="3810000"/>
          <p14:tracePt t="81170" x="7673975" y="3810000"/>
          <p14:tracePt t="81184" x="7661275" y="3810000"/>
          <p14:tracePt t="81208" x="7661275" y="3824288"/>
          <p14:tracePt t="81217" x="7673975" y="3824288"/>
          <p14:tracePt t="81226" x="7694613" y="3836988"/>
          <p14:tracePt t="81235" x="7735888" y="3836988"/>
          <p14:tracePt t="81244" x="7762875" y="3836988"/>
          <p14:tracePt t="81252" x="7804150" y="3851275"/>
          <p14:tracePt t="81260" x="7851775" y="3851275"/>
          <p14:tracePt t="81268" x="7891463" y="3851275"/>
          <p14:tracePt t="81278" x="7932738" y="3851275"/>
          <p14:tracePt t="81286" x="7967663" y="3851275"/>
          <p14:tracePt t="81292" x="7994650" y="3851275"/>
          <p14:tracePt t="81302" x="8021638" y="3851275"/>
          <p14:tracePt t="81310" x="8034338" y="3851275"/>
          <p14:tracePt t="81318" x="8048625" y="3836988"/>
          <p14:tracePt t="81334" x="8069263" y="3836988"/>
          <p14:tracePt t="81357" x="8048625" y="3836988"/>
          <p14:tracePt t="81365" x="8034338" y="3836988"/>
          <p14:tracePt t="81376" x="8007350" y="3836988"/>
          <p14:tracePt t="81383" x="7980363" y="3836988"/>
          <p14:tracePt t="81395" x="7953375" y="3836988"/>
          <p14:tracePt t="81398" x="7932738" y="3836988"/>
          <p14:tracePt t="81410" x="7920038" y="3836988"/>
          <p14:tracePt t="81416" x="7905750" y="3836988"/>
          <p14:tracePt t="81427" x="7891463" y="3836988"/>
          <p14:tracePt t="81443" x="7878763" y="3836988"/>
          <p14:tracePt t="81511" x="7905750" y="3836988"/>
          <p14:tracePt t="81519" x="7932738" y="3836988"/>
          <p14:tracePt t="81529" x="7967663" y="3836988"/>
          <p14:tracePt t="81537" x="8007350" y="3836988"/>
          <p14:tracePt t="81547" x="8048625" y="3836988"/>
          <p14:tracePt t="81557" x="8096250" y="3836988"/>
          <p14:tracePt t="81565" x="8123238" y="3836988"/>
          <p14:tracePt t="81575" x="8164513" y="3836988"/>
          <p14:tracePt t="81580" x="8212138" y="3836988"/>
          <p14:tracePt t="81588" x="8224838" y="3836988"/>
          <p14:tracePt t="81596" x="8253413" y="3836988"/>
          <p14:tracePt t="81613" x="8266113" y="3836988"/>
          <p14:tracePt t="81625" x="8280400" y="3836988"/>
          <p14:tracePt t="81683" x="8266113" y="3836988"/>
          <p14:tracePt t="81693" x="8253413" y="3836988"/>
          <p14:tracePt t="81702" x="8224838" y="3836988"/>
          <p14:tracePt t="81711" x="8177213" y="3836988"/>
          <p14:tracePt t="81719" x="8123238" y="3836988"/>
          <p14:tracePt t="81728" x="8069263" y="3836988"/>
          <p14:tracePt t="81736" x="8007350" y="3836988"/>
          <p14:tracePt t="81745" x="7953375" y="3836988"/>
          <p14:tracePt t="81751" x="7891463" y="3836988"/>
          <p14:tracePt t="81761" x="7864475" y="3836988"/>
          <p14:tracePt t="81768" x="7804150" y="3836988"/>
          <p14:tracePt t="81779" x="7777163" y="3836988"/>
          <p14:tracePt t="81785" x="7735888" y="3836988"/>
          <p14:tracePt t="81792" x="7721600" y="3836988"/>
          <p14:tracePt t="81802" x="7708900" y="3836988"/>
          <p14:tracePt t="81810" x="7694613" y="3824288"/>
          <p14:tracePt t="81819" x="7673975" y="3824288"/>
          <p14:tracePt t="81887" x="7694613" y="3824288"/>
          <p14:tracePt t="81896" x="7708900" y="3824288"/>
          <p14:tracePt t="81906" x="7721600" y="3824288"/>
          <p14:tracePt t="81915" x="7735888" y="3824288"/>
          <p14:tracePt t="81925" x="7748588" y="3824288"/>
          <p14:tracePt t="81932" x="7762875" y="3824288"/>
          <p14:tracePt t="81942" x="7777163" y="3824288"/>
          <p14:tracePt t="81948" x="7789863" y="3824288"/>
          <p14:tracePt t="81959" x="7824788" y="3836988"/>
          <p14:tracePt t="81964" x="7837488" y="3836988"/>
          <p14:tracePt t="81975" x="7851775" y="3836988"/>
          <p14:tracePt t="81981" x="7878763" y="3851275"/>
          <p14:tracePt t="81993" x="7891463" y="3851275"/>
          <p14:tracePt t="81997" x="7920038" y="3851275"/>
          <p14:tracePt t="82008" x="7953375" y="3863975"/>
          <p14:tracePt t="84754" x="7967663" y="3863975"/>
          <p14:tracePt t="84766" x="7994650" y="3863975"/>
          <p14:tracePt t="84767" x="8021638" y="3863975"/>
          <p14:tracePt t="84776" x="8048625" y="3863975"/>
          <p14:tracePt t="84785" x="8081963" y="3863975"/>
          <p14:tracePt t="84794" x="8110538" y="3863975"/>
          <p14:tracePt t="84800" x="8137525" y="3863975"/>
          <p14:tracePt t="84810" x="8197850" y="3863975"/>
          <p14:tracePt t="84817" x="8224838" y="3863975"/>
          <p14:tracePt t="84827" x="8280400" y="3863975"/>
          <p14:tracePt t="84833" x="8307388" y="3863975"/>
          <p14:tracePt t="84843" x="8340725" y="3863975"/>
          <p14:tracePt t="84850" x="8367713" y="3863975"/>
          <p14:tracePt t="84860" x="8382000" y="3863975"/>
          <p14:tracePt t="84867" x="8396288" y="3863975"/>
          <p14:tracePt t="84875" x="8408988" y="3863975"/>
          <p14:tracePt t="84909" x="8423275" y="3863975"/>
          <p14:tracePt t="84963" x="8423275" y="3851275"/>
          <p14:tracePt t="85200" x="8435975" y="3851275"/>
          <p14:tracePt t="85209" x="8470900" y="3851275"/>
          <p14:tracePt t="85219" x="8510588" y="3851275"/>
          <p14:tracePt t="85227" x="8539163" y="3851275"/>
          <p14:tracePt t="85237" x="8586788" y="3851275"/>
          <p14:tracePt t="85244" x="8626475" y="3851275"/>
          <p14:tracePt t="85254" x="8682038" y="3851275"/>
          <p14:tracePt t="85259" x="8756650" y="3851275"/>
          <p14:tracePt t="85271" x="8843963" y="3851275"/>
          <p14:tracePt t="85276" x="8926513" y="3851275"/>
          <p14:tracePt t="85287" x="9015413" y="3863975"/>
          <p14:tracePt t="85293" x="9090025" y="3863975"/>
          <p14:tracePt t="85304" x="9158288" y="3884613"/>
          <p14:tracePt t="85310" x="9232900" y="3884613"/>
          <p14:tracePt t="85321" x="9259888" y="3884613"/>
          <p14:tracePt t="85325" x="9286875" y="3884613"/>
          <p14:tracePt t="85684" x="9272588" y="3884613"/>
          <p14:tracePt t="85694" x="9245600" y="3884613"/>
          <p14:tracePt t="85703" x="9232900" y="3884613"/>
          <p14:tracePt t="85711" x="9218613" y="3884613"/>
          <p14:tracePt t="85721" x="9185275" y="3884613"/>
          <p14:tracePt t="85726" x="9170988" y="3863975"/>
          <p14:tracePt t="85736" x="9144000" y="3863975"/>
          <p14:tracePt t="85743" x="9129713" y="3851275"/>
          <p14:tracePt t="85752" x="9117013" y="3851275"/>
          <p14:tracePt t="85767" x="9102725" y="3851275"/>
          <p14:tracePt t="85776" x="9090025" y="3836988"/>
          <p14:tracePt t="85880" x="9069388" y="3836988"/>
          <p14:tracePt t="85929" x="9069388" y="3824288"/>
          <p14:tracePt t="85946" x="9055100" y="3824288"/>
          <p14:tracePt t="85978" x="9042400" y="3824288"/>
          <p14:tracePt t="85995" x="9028113" y="3810000"/>
          <p14:tracePt t="86019" x="9015413" y="3810000"/>
          <p14:tracePt t="86117" x="9001125" y="3810000"/>
          <p14:tracePt t="86215" x="9015413" y="3810000"/>
          <p14:tracePt t="86240" x="9028113" y="3810000"/>
          <p14:tracePt t="86249" x="9042400" y="3824288"/>
          <p14:tracePt t="86259" x="9055100" y="3824288"/>
          <p14:tracePt t="86267" x="9090025" y="3824288"/>
          <p14:tracePt t="86276" x="9102725" y="3824288"/>
          <p14:tracePt t="86282" x="9117013" y="3824288"/>
          <p14:tracePt t="86293" x="9144000" y="3824288"/>
          <p14:tracePt t="86299" x="9158288" y="3824288"/>
          <p14:tracePt t="86309" x="9185275" y="3824288"/>
          <p14:tracePt t="86315" x="9218613" y="3824288"/>
          <p14:tracePt t="86326" x="9245600" y="3824288"/>
          <p14:tracePt t="86333" x="9301163" y="3824288"/>
          <p14:tracePt t="86343" x="9348788" y="3824288"/>
          <p14:tracePt t="86349" x="9375775" y="3824288"/>
          <p14:tracePt t="86359" x="9402763" y="3824288"/>
          <p14:tracePt t="86364" x="9444038" y="3824288"/>
          <p14:tracePt t="86376" x="9477375" y="3824288"/>
          <p14:tracePt t="86383" x="9518650" y="3824288"/>
          <p14:tracePt t="86394" x="9593263" y="3824288"/>
          <p14:tracePt t="86398" x="9605963" y="3824288"/>
          <p14:tracePt t="86408" x="9661525" y="3824288"/>
          <p14:tracePt t="86415" x="9701213" y="3824288"/>
          <p14:tracePt t="86426" x="9721850" y="3824288"/>
          <p14:tracePt t="86431" x="9777413" y="3824288"/>
          <p14:tracePt t="86442" x="9790113" y="3824288"/>
          <p14:tracePt t="86448" x="9831388" y="3824288"/>
          <p14:tracePt t="86459" x="9864725" y="3824288"/>
          <p14:tracePt t="86464" x="9906000" y="3824288"/>
          <p14:tracePt t="86476" x="9920288" y="3824288"/>
          <p14:tracePt t="86481" x="9947275" y="3824288"/>
          <p14:tracePt t="86492" x="9980613" y="3824288"/>
          <p14:tracePt t="86497" x="9994900" y="3824288"/>
          <p14:tracePt t="86508" x="10021888" y="3824288"/>
          <p14:tracePt t="86514" x="10034588" y="3824288"/>
          <p14:tracePt t="86521" x="10048875" y="3824288"/>
          <p14:tracePt t="86530" x="10063163" y="3824288"/>
          <p14:tracePt t="86541" x="10075863" y="3824288"/>
          <p14:tracePt t="86555" x="10090150" y="3824288"/>
          <p14:tracePt t="86563" x="10110788" y="3824288"/>
          <p14:tracePt t="86571" x="10123488" y="3824288"/>
          <p14:tracePt t="86578" x="10137775" y="3824288"/>
          <p14:tracePt t="86590" x="10150475" y="3810000"/>
          <p14:tracePt t="86595" x="10164763" y="3810000"/>
          <p14:tracePt t="86604" x="10177463" y="3810000"/>
          <p14:tracePt t="86621" x="10191750" y="3810000"/>
          <p14:tracePt t="86637" x="10206038" y="3795713"/>
          <p14:tracePt t="86646" x="10218738" y="3795713"/>
          <p14:tracePt t="86654" x="10218738" y="3783013"/>
          <p14:tracePt t="86670" x="10239375" y="3783013"/>
          <p14:tracePt t="86678" x="10239375" y="3768725"/>
          <p14:tracePt t="86691" x="10253663" y="3756025"/>
          <p14:tracePt t="86723" x="10253663" y="3735388"/>
          <p14:tracePt t="86764" x="10253663" y="3721100"/>
          <p14:tracePt t="86774" x="10239375" y="3721100"/>
          <p14:tracePt t="86790" x="10218738" y="3708400"/>
          <p14:tracePt t="86799" x="10206038" y="3694113"/>
          <p14:tracePt t="86809" x="10191750" y="3694113"/>
          <p14:tracePt t="86817" x="10177463" y="3681413"/>
          <p14:tracePt t="86826" x="10164763" y="3681413"/>
          <p14:tracePt t="86833" x="10137775" y="3667125"/>
          <p14:tracePt t="86844" x="10110788" y="3652838"/>
          <p14:tracePt t="86850" x="10075863" y="3640138"/>
          <p14:tracePt t="86858" x="10048875" y="3640138"/>
          <p14:tracePt t="86867" x="10007600" y="3625850"/>
          <p14:tracePt t="86874" x="9959975" y="3625850"/>
          <p14:tracePt t="86883" x="9920288" y="3605213"/>
          <p14:tracePt t="86892" x="9864725" y="3605213"/>
          <p14:tracePt t="86898" x="9817100" y="3605213"/>
          <p14:tracePt t="86910" x="9777413" y="3605213"/>
          <p14:tracePt t="86914" x="9721850" y="3605213"/>
          <p14:tracePt t="86926" x="9661525" y="3605213"/>
          <p14:tracePt t="86930" x="9620250" y="3605213"/>
          <p14:tracePt t="86943" x="9558338" y="3605213"/>
          <p14:tracePt t="86947" x="9518650" y="3605213"/>
          <p14:tracePt t="86959" x="9444038" y="3605213"/>
          <p14:tracePt t="86961" x="9402763" y="3625850"/>
          <p14:tracePt t="86970" x="9361488" y="3640138"/>
          <p14:tracePt t="86981" x="9301163" y="3652838"/>
          <p14:tracePt t="86988" x="9286875" y="3667125"/>
          <p14:tracePt t="86997" x="9245600" y="3681413"/>
          <p14:tracePt t="87008" x="9197975" y="3694113"/>
          <p14:tracePt t="87012" x="9185275" y="3708400"/>
          <p14:tracePt t="87025" x="9158288" y="3721100"/>
          <p14:tracePt t="87030" x="9129713" y="3735388"/>
          <p14:tracePt t="87043" x="9117013" y="3735388"/>
          <p14:tracePt t="87044" x="9090025" y="3756025"/>
          <p14:tracePt t="87053" x="9069388" y="3768725"/>
          <p14:tracePt t="87061" x="9055100" y="3768725"/>
          <p14:tracePt t="87073" x="9042400" y="3783013"/>
          <p14:tracePt t="87078" x="9028113" y="3783013"/>
          <p14:tracePt t="87088" x="9001125" y="3783013"/>
          <p14:tracePt t="87094" x="8986838" y="3783013"/>
          <p14:tracePt t="87104" x="8974138" y="3795713"/>
          <p14:tracePt t="87114" x="8959850" y="3795713"/>
          <p14:tracePt t="87118" x="8939213" y="3795713"/>
          <p14:tracePt t="87126" x="8926513" y="3795713"/>
          <p14:tracePt t="87136" x="8912225" y="3795713"/>
          <p14:tracePt t="87142" x="8899525" y="3795713"/>
          <p14:tracePt t="87161" x="8885238" y="3795713"/>
          <p14:tracePt t="87247" x="8899525" y="3810000"/>
          <p14:tracePt t="87263" x="8912225" y="3810000"/>
          <p14:tracePt t="87274" x="8939213" y="3810000"/>
          <p14:tracePt t="87282" x="8959850" y="3824288"/>
          <p14:tracePt t="87292" x="8974138" y="3824288"/>
          <p14:tracePt t="87300" x="8986838" y="3824288"/>
          <p14:tracePt t="87310" x="9015413" y="3836988"/>
          <p14:tracePt t="87316" x="9028113" y="3836988"/>
          <p14:tracePt t="87327" x="9042400" y="3836988"/>
          <p14:tracePt t="87333" x="9055100" y="3851275"/>
          <p14:tracePt t="87345" x="9069388" y="3851275"/>
          <p14:tracePt t="87360" x="9090025" y="3851275"/>
          <p14:tracePt t="87382" x="9102725" y="3851275"/>
          <p14:tracePt t="87534" x="9117013" y="3851275"/>
          <p14:tracePt t="87544" x="9129713" y="3851275"/>
          <p14:tracePt t="87553" x="9144000" y="3851275"/>
          <p14:tracePt t="87562" x="9158288" y="3851275"/>
          <p14:tracePt t="87569" x="9170988" y="3851275"/>
          <p14:tracePt t="87579" x="9197975" y="3851275"/>
          <p14:tracePt t="87586" x="9218613" y="3851275"/>
          <p14:tracePt t="87596" x="9232900" y="3851275"/>
          <p14:tracePt t="87602" x="9245600" y="3851275"/>
          <p14:tracePt t="87616" x="9259888" y="3851275"/>
          <p14:tracePt t="87625" x="9272588" y="3851275"/>
          <p14:tracePt t="87656" x="9286875" y="3851275"/>
          <p14:tracePt t="87722" x="9301163" y="3851275"/>
          <p14:tracePt t="87739" x="9313863" y="3851275"/>
          <p14:tracePt t="87755" x="9328150" y="3851275"/>
          <p14:tracePt t="87764" x="9348788" y="3851275"/>
          <p14:tracePt t="87773" x="9361488" y="3851275"/>
          <p14:tracePt t="87783" x="9375775" y="3851275"/>
          <p14:tracePt t="87796" x="9388475" y="3851275"/>
          <p14:tracePt t="87805" x="9388475" y="3836988"/>
          <p14:tracePt t="87815" x="9402763" y="3836988"/>
          <p14:tracePt t="87829" x="9415463" y="3836988"/>
          <p14:tracePt t="87853" x="9429750" y="3836988"/>
          <p14:tracePt t="87886" x="9444038" y="3836988"/>
          <p14:tracePt t="87902" x="9456738" y="3836988"/>
          <p14:tracePt t="87918" x="9456738" y="3824288"/>
          <p14:tracePt t="87929" x="9477375" y="3824288"/>
          <p14:tracePt t="87944" x="9491663" y="3824288"/>
          <p14:tracePt t="87953" x="9504363" y="3824288"/>
          <p14:tracePt t="87963" x="9518650" y="3824288"/>
          <p14:tracePt t="87976" x="9531350" y="3824288"/>
          <p14:tracePt t="87992" x="9545638" y="3810000"/>
          <p14:tracePt t="88057" x="9558338" y="3810000"/>
          <p14:tracePt t="88090" x="9572625" y="3810000"/>
          <p14:tracePt t="88115" x="9593263" y="3810000"/>
          <p14:tracePt t="88132" x="9605963" y="3810000"/>
          <p14:tracePt t="88148" x="9620250" y="3810000"/>
          <p14:tracePt t="88459" x="9634538" y="3810000"/>
          <p14:tracePt t="88469" x="9647238" y="3810000"/>
          <p14:tracePt t="88476" x="9661525" y="3810000"/>
          <p14:tracePt t="88492" x="9674225" y="3810000"/>
          <p14:tracePt t="88500" x="9688513" y="3810000"/>
          <p14:tracePt t="88511" x="9701213" y="3824288"/>
          <p14:tracePt t="88533" x="9721850" y="3824288"/>
          <p14:tracePt t="88557" x="9736138" y="3824288"/>
          <p14:tracePt t="88762" x="9748838" y="3824288"/>
          <p14:tracePt t="88771" x="9763125" y="3824288"/>
          <p14:tracePt t="88782" x="9777413" y="3824288"/>
          <p14:tracePt t="88787" x="9804400" y="3824288"/>
          <p14:tracePt t="88797" x="9817100" y="3824288"/>
          <p14:tracePt t="88803" x="9831388" y="3824288"/>
          <p14:tracePt t="88811" x="9852025" y="3824288"/>
          <p14:tracePt t="88820" x="9864725" y="3824288"/>
          <p14:tracePt t="88828" x="9879013" y="3824288"/>
          <p14:tracePt t="88844" x="9891713" y="3824288"/>
          <p14:tracePt t="88869" x="9906000" y="3824288"/>
          <p14:tracePt t="88942" x="9920288" y="3824288"/>
          <p14:tracePt t="88951" x="9932988" y="3824288"/>
          <p14:tracePt t="88960" x="9947275" y="3824288"/>
          <p14:tracePt t="88967" x="9959975" y="3824288"/>
          <p14:tracePt t="88983" x="9994900" y="3824288"/>
          <p14:tracePt t="88992" x="10007600" y="3810000"/>
          <p14:tracePt t="89001" x="10021888" y="3810000"/>
          <p14:tracePt t="89009" x="10034588" y="3810000"/>
          <p14:tracePt t="89017" x="10034588" y="3795713"/>
          <p14:tracePt t="89025" x="10048875" y="3795713"/>
          <p14:tracePt t="89033" x="10048875" y="3783013"/>
          <p14:tracePt t="89042" x="10063163" y="3783013"/>
          <p14:tracePt t="89065" x="10063163" y="3768725"/>
          <p14:tracePt t="89106" x="10063163" y="3756025"/>
          <p14:tracePt t="89146" x="10063163" y="3735388"/>
          <p14:tracePt t="89163" x="10048875" y="3735388"/>
          <p14:tracePt t="89212" x="10034588" y="3735388"/>
          <p14:tracePt t="89228" x="10034588" y="3756025"/>
          <p14:tracePt t="89245" x="10034588" y="3768725"/>
          <p14:tracePt t="89255" x="10034588" y="3783013"/>
          <p14:tracePt t="89262" x="10034588" y="3795713"/>
          <p14:tracePt t="89278" x="10034588" y="3810000"/>
          <p14:tracePt t="89294" x="10034588" y="3824288"/>
          <p14:tracePt t="89367" x="10034588" y="3810000"/>
          <p14:tracePt t="89384" x="10034588" y="3795713"/>
          <p14:tracePt t="89394" x="10034588" y="3783013"/>
          <p14:tracePt t="89417" x="10034588" y="3768725"/>
          <p14:tracePt t="89433" x="10021888" y="3768725"/>
          <p14:tracePt t="89450" x="10007600" y="3768725"/>
          <p14:tracePt t="89474" x="9994900" y="3768725"/>
          <p14:tracePt t="89515" x="9994900" y="3783013"/>
          <p14:tracePt t="89540" x="9994900" y="3795713"/>
          <p14:tracePt t="89596" x="10007600" y="3795713"/>
          <p14:tracePt t="89605" x="10007600" y="3783013"/>
          <p14:tracePt t="89613" x="10007600" y="3768725"/>
          <p14:tracePt t="89622" x="10021888" y="3768725"/>
          <p14:tracePt t="89631" x="10021888" y="3756025"/>
          <p14:tracePt t="89646" x="10034588" y="3735388"/>
          <p14:tracePt t="90489" x="10021888" y="3721100"/>
          <p14:tracePt t="90498" x="9994900" y="3694113"/>
          <p14:tracePt t="90506" x="9959975" y="3667125"/>
          <p14:tracePt t="90515" x="9920288" y="3640138"/>
          <p14:tracePt t="90523" x="9879013" y="3592513"/>
          <p14:tracePt t="90531" x="9831388" y="3565525"/>
          <p14:tracePt t="90539" x="9804400" y="3551238"/>
          <p14:tracePt t="90547" x="9777413" y="3551238"/>
          <p14:tracePt t="90555" x="9736138" y="3524250"/>
          <p14:tracePt t="90563" x="9688513" y="3524250"/>
          <p14:tracePt t="90571" x="9647238" y="3524250"/>
          <p14:tracePt t="90580" x="9620250" y="3524250"/>
          <p14:tracePt t="90589" x="9572625" y="3524250"/>
          <p14:tracePt t="90598" x="9558338" y="3524250"/>
          <p14:tracePt t="90606" x="9518650" y="3524250"/>
          <p14:tracePt t="90613" x="9491663" y="3538538"/>
          <p14:tracePt t="90622" x="9456738" y="3551238"/>
          <p14:tracePt t="90636" x="9429750" y="3565525"/>
          <p14:tracePt t="90638" x="9415463" y="3578225"/>
          <p14:tracePt t="90656" x="9375775" y="3605213"/>
          <p14:tracePt t="90667" x="9361488" y="3625850"/>
          <p14:tracePt t="90674" x="9348788" y="3625850"/>
          <p14:tracePt t="90686" x="9348788" y="3640138"/>
          <p14:tracePt t="90688" x="9328150" y="3640138"/>
          <p14:tracePt t="90695" x="9313863" y="3652838"/>
          <p14:tracePt t="90704" x="9301163" y="3652838"/>
          <p14:tracePt t="90719" x="9286875" y="3667125"/>
          <p14:tracePt t="90727" x="9272588" y="3667125"/>
          <p14:tracePt t="90737" x="9259888" y="3667125"/>
          <p14:tracePt t="90744" x="9245600" y="3681413"/>
          <p14:tracePt t="90760" x="9232900" y="3681413"/>
          <p14:tracePt t="90769" x="9218613" y="3681413"/>
          <p14:tracePt t="90778" x="9197975" y="3681413"/>
          <p14:tracePt t="90786" x="9185275" y="3681413"/>
          <p14:tracePt t="90795" x="9170988" y="3681413"/>
          <p14:tracePt t="90802" x="9158288" y="3681413"/>
          <p14:tracePt t="90812" x="9158288" y="3694113"/>
          <p14:tracePt t="90819" x="9144000" y="3694113"/>
          <p14:tracePt t="90826" x="9129713" y="3694113"/>
          <p14:tracePt t="90838" x="9117013" y="3694113"/>
          <p14:tracePt t="90843" x="9102725" y="3694113"/>
          <p14:tracePt t="90854" x="9102725" y="3708400"/>
          <p14:tracePt t="90860" x="9090025" y="3708400"/>
          <p14:tracePt t="90876" x="9069388" y="3708400"/>
          <p14:tracePt t="90887" x="9069388" y="3721100"/>
          <p14:tracePt t="90895" x="9055100" y="3721100"/>
          <p14:tracePt t="90903" x="9055100" y="3735388"/>
          <p14:tracePt t="90920" x="9055100" y="3756025"/>
          <p14:tracePt t="90937" x="9055100" y="3768725"/>
          <p14:tracePt t="90943" x="9055100" y="3783013"/>
          <p14:tracePt t="90954" x="9055100" y="3795713"/>
          <p14:tracePt t="90958" x="9055100" y="3810000"/>
          <p14:tracePt t="90970" x="9069388" y="3824288"/>
          <p14:tracePt t="90975" x="9090025" y="3836988"/>
          <p14:tracePt t="90987" x="9117013" y="3836988"/>
          <p14:tracePt t="90991" x="9129713" y="3851275"/>
          <p14:tracePt t="91004" x="9144000" y="3863975"/>
          <p14:tracePt t="91008" x="9185275" y="3884613"/>
          <p14:tracePt t="91020" x="9218613" y="3898900"/>
          <p14:tracePt t="91025" x="9245600" y="3898900"/>
          <p14:tracePt t="91038" x="9272588" y="3911600"/>
          <p14:tracePt t="91039" x="9301163" y="3911600"/>
          <p14:tracePt t="91048" x="9348788" y="3911600"/>
          <p14:tracePt t="91057" x="9375775" y="3925888"/>
          <p14:tracePt t="91067" x="9402763" y="3925888"/>
          <p14:tracePt t="91074" x="9415463" y="3925888"/>
          <p14:tracePt t="91085" x="9444038" y="3925888"/>
          <p14:tracePt t="91097" x="9456738" y="3925888"/>
          <p14:tracePt t="91107" x="9477375" y="3925888"/>
          <p14:tracePt t="91115" x="9491663" y="3925888"/>
          <p14:tracePt t="91398" x="9477375" y="3925888"/>
          <p14:tracePt t="91407" x="9429750" y="3925888"/>
          <p14:tracePt t="91417" x="9402763" y="3911600"/>
          <p14:tracePt t="91425" x="9361488" y="3898900"/>
          <p14:tracePt t="91436" x="9313863" y="3898900"/>
          <p14:tracePt t="91441" x="9272588" y="3898900"/>
          <p14:tracePt t="91452" x="9232900" y="3884613"/>
          <p14:tracePt t="91459" x="9129713" y="3863975"/>
          <p14:tracePt t="91469" x="9069388" y="3863975"/>
          <p14:tracePt t="91474" x="8959850" y="3851275"/>
          <p14:tracePt t="91486" x="8858250" y="3851275"/>
          <p14:tracePt t="91491" x="8756650" y="3851275"/>
          <p14:tracePt t="91499" x="8667750" y="3851275"/>
          <p14:tracePt t="91506" x="8599488" y="3851275"/>
          <p14:tracePt t="91516" x="8566150" y="3851275"/>
          <p14:tracePt t="91525" x="8510588" y="3851275"/>
          <p14:tracePt t="91531" x="8470900" y="3851275"/>
          <p14:tracePt t="91541" x="8423275" y="3851275"/>
          <p14:tracePt t="91551" x="8408988" y="3851275"/>
          <p14:tracePt t="91556" x="8382000" y="3851275"/>
          <p14:tracePt t="91565" x="8367713" y="3851275"/>
          <p14:tracePt t="91574" x="8355013" y="3851275"/>
          <p14:tracePt t="91584" x="8340725" y="3851275"/>
          <p14:tracePt t="91600" x="8328025" y="3851275"/>
          <p14:tracePt t="91614" x="8307388" y="3851275"/>
          <p14:tracePt t="91623" x="8293100" y="3851275"/>
          <p14:tracePt t="91639" x="8280400" y="3851275"/>
          <p14:tracePt t="91790" x="8293100" y="3851275"/>
          <p14:tracePt t="91848" x="8307388" y="3851275"/>
          <p14:tracePt t="91864" x="8328025" y="3851275"/>
          <p14:tracePt t="91881" x="8340725" y="3851275"/>
          <p14:tracePt t="91890" x="8355013" y="3851275"/>
          <p14:tracePt t="91899" x="8382000" y="3851275"/>
          <p14:tracePt t="91909" x="8396288" y="3851275"/>
          <p14:tracePt t="91916" x="8408988" y="3851275"/>
          <p14:tracePt t="91924" x="8435975" y="3863975"/>
          <p14:tracePt t="91933" x="8456613" y="3863975"/>
          <p14:tracePt t="91940" x="8483600" y="3863975"/>
          <p14:tracePt t="91950" x="8510588" y="3863975"/>
          <p14:tracePt t="91956" x="8539163" y="3863975"/>
          <p14:tracePt t="91966" x="8599488" y="3884613"/>
          <p14:tracePt t="91974" x="8613775" y="3884613"/>
          <p14:tracePt t="91982" x="8653463" y="3884613"/>
          <p14:tracePt t="91991" x="8694738" y="3884613"/>
          <p14:tracePt t="92000" x="8742363" y="3884613"/>
          <p14:tracePt t="92007" x="8783638" y="3884613"/>
          <p14:tracePt t="92015" x="8843963" y="3884613"/>
          <p14:tracePt t="92024" x="8899525" y="3884613"/>
          <p14:tracePt t="92031" x="8959850" y="3863975"/>
          <p14:tracePt t="92038" x="9015413" y="3851275"/>
          <p14:tracePt t="92049" x="9090025" y="3824288"/>
          <p14:tracePt t="92057" x="9144000" y="3795713"/>
          <p14:tracePt t="92069" x="9197975" y="3768725"/>
          <p14:tracePt t="92070" x="9272588" y="3735388"/>
          <p14:tracePt t="92080" x="9301163" y="3721100"/>
          <p14:tracePt t="92089" x="9348788" y="3708400"/>
          <p14:tracePt t="92097" x="9388475" y="3681413"/>
          <p14:tracePt t="92105" x="9415463" y="3667125"/>
          <p14:tracePt t="92114" x="9429750" y="3652838"/>
          <p14:tracePt t="92121" x="9444038" y="3640138"/>
          <p14:tracePt t="92130" x="9456738" y="3640138"/>
          <p14:tracePt t="92137" x="9456738" y="3625850"/>
          <p14:tracePt t="92156" x="9456738" y="3605213"/>
          <p14:tracePt t="92173" x="9402763" y="3592513"/>
          <p14:tracePt t="92181" x="9348788" y="3578225"/>
          <p14:tracePt t="92187" x="9259888" y="3565525"/>
          <p14:tracePt t="92196" x="9129713" y="3551238"/>
          <p14:tracePt t="92206" x="8986838" y="3538538"/>
          <p14:tracePt t="92219" x="8769350" y="3524250"/>
          <p14:tracePt t="92227" x="8667750" y="3524250"/>
          <p14:tracePt t="92238" x="8551863" y="3524250"/>
          <p14:tracePt t="92245" x="8470900" y="3524250"/>
          <p14:tracePt t="92255" x="8382000" y="3524250"/>
          <p14:tracePt t="92262" x="8355013" y="3524250"/>
          <p14:tracePt t="92271" x="8307388" y="3524250"/>
          <p14:tracePt t="92278" x="8266113" y="3551238"/>
          <p14:tracePt t="92289" x="8253413" y="3565525"/>
          <p14:tracePt t="92293" x="8224838" y="3578225"/>
          <p14:tracePt t="92306" x="8224838" y="3592513"/>
          <p14:tracePt t="92310" x="8212138" y="3625850"/>
          <p14:tracePt t="92322" x="8212138" y="3652838"/>
          <p14:tracePt t="92326" x="8212138" y="3681413"/>
          <p14:tracePt t="92338" x="8212138" y="3721100"/>
          <p14:tracePt t="92342" x="8224838" y="3756025"/>
          <p14:tracePt t="92355" x="8239125" y="3795713"/>
          <p14:tracePt t="92359" x="8280400" y="3824288"/>
          <p14:tracePt t="92371" x="8293100" y="3836988"/>
          <p14:tracePt t="92376" x="8328025" y="3863975"/>
          <p14:tracePt t="92389" x="8355013" y="3898900"/>
          <p14:tracePt t="92390" x="8408988" y="3925888"/>
          <p14:tracePt t="92401" x="8456613" y="3938588"/>
          <p14:tracePt t="92408" x="8497888" y="3952875"/>
          <p14:tracePt t="92417" x="8524875" y="3952875"/>
          <p14:tracePt t="92425" x="8586788" y="3952875"/>
          <p14:tracePt t="92433" x="8640763" y="3952875"/>
          <p14:tracePt t="92442" x="8682038" y="3952875"/>
          <p14:tracePt t="92450" x="8729663" y="3952875"/>
          <p14:tracePt t="92458" x="8769350" y="3925888"/>
          <p14:tracePt t="92467" x="8810625" y="3898900"/>
          <p14:tracePt t="92474" x="8831263" y="3884613"/>
          <p14:tracePt t="92484" x="8858250" y="3851275"/>
          <p14:tracePt t="92491" x="8872538" y="3824288"/>
          <p14:tracePt t="92499" x="8885238" y="3810000"/>
          <p14:tracePt t="92507" x="8899525" y="3783013"/>
          <p14:tracePt t="92517" x="8899525" y="3756025"/>
          <p14:tracePt t="92523" x="8899525" y="3735388"/>
          <p14:tracePt t="92531" x="8899525" y="3721100"/>
          <p14:tracePt t="92539" x="8899525" y="3681413"/>
          <p14:tracePt t="92548" x="8885238" y="3667125"/>
          <p14:tracePt t="92556" x="8858250" y="3652838"/>
          <p14:tracePt t="92565" x="8831263" y="3640138"/>
          <p14:tracePt t="92572" x="8783638" y="3625850"/>
          <p14:tracePt t="92583" x="8742363" y="3605213"/>
          <p14:tracePt t="92590" x="8694738" y="3605213"/>
          <p14:tracePt t="92597" x="8653463" y="3605213"/>
          <p14:tracePt t="92605" x="8640763" y="3605213"/>
          <p14:tracePt t="92615" x="8586788" y="3605213"/>
          <p14:tracePt t="92621" x="8539163" y="3625850"/>
          <p14:tracePt t="92630" x="8510588" y="3652838"/>
          <p14:tracePt t="92638" x="8483600" y="3681413"/>
          <p14:tracePt t="92649" x="8470900" y="3694113"/>
          <p14:tracePt t="92655" x="8456613" y="3735388"/>
          <p14:tracePt t="92669" x="8423275" y="3783013"/>
          <p14:tracePt t="92678" x="8423275" y="3810000"/>
          <p14:tracePt t="92688" x="8423275" y="3836988"/>
          <p14:tracePt t="92696" x="8423275" y="3851275"/>
          <p14:tracePt t="92705" x="8423275" y="3863975"/>
          <p14:tracePt t="92712" x="8423275" y="3884613"/>
          <p14:tracePt t="92722" x="8435975" y="3898900"/>
          <p14:tracePt t="92729" x="8470900" y="3898900"/>
          <p14:tracePt t="92740" x="8497888" y="3898900"/>
          <p14:tracePt t="92741" x="8551863" y="3898900"/>
          <p14:tracePt t="92750" x="8613775" y="3898900"/>
          <p14:tracePt t="92760" x="8667750" y="3898900"/>
          <p14:tracePt t="92769" x="8715375" y="3898900"/>
          <p14:tracePt t="92777" x="8756650" y="3884613"/>
          <p14:tracePt t="92787" x="8769350" y="3851275"/>
          <p14:tracePt t="92795" x="8796338" y="3836988"/>
          <p14:tracePt t="92804" x="8843963" y="3810000"/>
          <p14:tracePt t="92810" x="8858250" y="3783013"/>
          <p14:tracePt t="92822" x="8858250" y="3756025"/>
          <p14:tracePt t="92826" x="8872538" y="3721100"/>
          <p14:tracePt t="92838" x="8872538" y="3694113"/>
          <p14:tracePt t="92839" x="8872538" y="3681413"/>
          <p14:tracePt t="92849" x="8872538" y="3667125"/>
          <p14:tracePt t="92858" x="8843963" y="3640138"/>
          <p14:tracePt t="92868" x="8810625" y="3640138"/>
          <p14:tracePt t="92874" x="8783638" y="3625850"/>
          <p14:tracePt t="92883" x="8769350" y="3625850"/>
          <p14:tracePt t="92891" x="8729663" y="3625850"/>
          <p14:tracePt t="92900" x="8694738" y="3625850"/>
          <p14:tracePt t="92908" x="8667750" y="3625850"/>
          <p14:tracePt t="92917" x="8653463" y="3625850"/>
          <p14:tracePt t="92925" x="8626475" y="3640138"/>
          <p14:tracePt t="92934" x="8613775" y="3652838"/>
          <p14:tracePt t="92941" x="8599488" y="3667125"/>
          <p14:tracePt t="92954" x="8599488" y="3694113"/>
          <p14:tracePt t="92955" x="8586788" y="3708400"/>
          <p14:tracePt t="92964" x="8586788" y="3721100"/>
          <p14:tracePt t="92973" x="8586788" y="3735388"/>
          <p14:tracePt t="92981" x="8586788" y="3756025"/>
          <p14:tracePt t="92990" x="8586788" y="3768725"/>
          <p14:tracePt t="92997" x="8613775" y="3795713"/>
          <p14:tracePt t="93004" x="8640763" y="3795713"/>
          <p14:tracePt t="93014" x="8667750" y="3810000"/>
          <p14:tracePt t="93021" x="8715375" y="3810000"/>
          <p14:tracePt t="93030" x="8742363" y="3810000"/>
          <p14:tracePt t="93039" x="8783638" y="3810000"/>
          <p14:tracePt t="93048" x="8831263" y="3783013"/>
          <p14:tracePt t="93056" x="8872538" y="3756025"/>
          <p14:tracePt t="93062" x="8885238" y="3735388"/>
          <p14:tracePt t="93071" x="8912225" y="3708400"/>
          <p14:tracePt t="93083" x="8926513" y="3681413"/>
          <p14:tracePt t="93089" x="8959850" y="3652838"/>
          <p14:tracePt t="93098" x="8959850" y="3625850"/>
          <p14:tracePt t="93105" x="8974138" y="3592513"/>
          <p14:tracePt t="93115" x="8974138" y="3578225"/>
          <p14:tracePt t="93122" x="8974138" y="3565525"/>
          <p14:tracePt t="93129" x="8974138" y="3551238"/>
          <p14:tracePt t="93137" x="8974138" y="3538538"/>
          <p14:tracePt t="93147" x="8939213" y="3538538"/>
          <p14:tracePt t="93154" x="8926513" y="3524250"/>
          <p14:tracePt t="93161" x="8899525" y="3524250"/>
          <p14:tracePt t="93172" x="8872538" y="3524250"/>
          <p14:tracePt t="93177" x="8831263" y="3524250"/>
          <p14:tracePt t="93191" x="8796338" y="3524250"/>
          <p14:tracePt t="93192" x="8769350" y="3551238"/>
          <p14:tracePt t="93203" x="8742363" y="3578225"/>
          <p14:tracePt t="93211" x="8729663" y="3625850"/>
          <p14:tracePt t="93221" x="8715375" y="3640138"/>
          <p14:tracePt t="93228" x="8682038" y="3667125"/>
          <p14:tracePt t="93239" x="8682038" y="3708400"/>
          <p14:tracePt t="93243" x="8667750" y="3735388"/>
          <p14:tracePt t="93255" x="8653463" y="3783013"/>
          <p14:tracePt t="93260" x="8653463" y="3795713"/>
          <p14:tracePt t="93273" x="8653463" y="3824288"/>
          <p14:tracePt t="93274" x="8653463" y="3851275"/>
          <p14:tracePt t="93282" x="8653463" y="3863975"/>
          <p14:tracePt t="93290" x="8682038" y="3884613"/>
          <p14:tracePt t="93302" x="8715375" y="3898900"/>
          <p14:tracePt t="93309" x="8756650" y="3898900"/>
          <p14:tracePt t="93319" x="8783638" y="3898900"/>
          <p14:tracePt t="93326" x="8810625" y="3898900"/>
          <p14:tracePt t="93336" x="8858250" y="3898900"/>
          <p14:tracePt t="93340" x="8899525" y="3884613"/>
          <p14:tracePt t="93352" x="8926513" y="3851275"/>
          <p14:tracePt t="93357" x="8959850" y="3824288"/>
          <p14:tracePt t="93366" x="8986838" y="3795713"/>
          <p14:tracePt t="93374" x="9001125" y="3768725"/>
          <p14:tracePt t="93384" x="9028113" y="3721100"/>
          <p14:tracePt t="93391" x="9042400" y="3694113"/>
          <p14:tracePt t="93399" x="9042400" y="3667125"/>
          <p14:tracePt t="93408" x="9055100" y="3640138"/>
          <p14:tracePt t="93421" x="9055100" y="3605213"/>
          <p14:tracePt t="93422" x="9055100" y="3592513"/>
          <p14:tracePt t="93431" x="9055100" y="3565525"/>
          <p14:tracePt t="93440" x="9042400" y="3565525"/>
          <p14:tracePt t="93448" x="9015413" y="3538538"/>
          <p14:tracePt t="93454" x="8986838" y="3524250"/>
          <p14:tracePt t="93465" x="8959850" y="3524250"/>
          <p14:tracePt t="93471" x="8912225" y="3524250"/>
          <p14:tracePt t="93482" x="8872538" y="3524250"/>
          <p14:tracePt t="93488" x="8831263" y="3524250"/>
          <p14:tracePt t="93498" x="8796338" y="3524250"/>
          <p14:tracePt t="93505" x="8783638" y="3524250"/>
          <p14:tracePt t="93513" x="8756650" y="3538538"/>
          <p14:tracePt t="93522" x="8729663" y="3565525"/>
          <p14:tracePt t="93531" x="8715375" y="3578225"/>
          <p14:tracePt t="93538" x="8694738" y="3605213"/>
          <p14:tracePt t="93549" x="8694738" y="3625850"/>
          <p14:tracePt t="93555" x="8694738" y="3652838"/>
          <p14:tracePt t="93569" x="8694738" y="3667125"/>
          <p14:tracePt t="93570" x="8694738" y="3694113"/>
          <p14:tracePt t="93579" x="8715375" y="3708400"/>
          <p14:tracePt t="93589" x="8742363" y="3708400"/>
          <p14:tracePt t="93596" x="8769350" y="3721100"/>
          <p14:tracePt t="93606" x="8810625" y="3721100"/>
          <p14:tracePt t="93612" x="8858250" y="3721100"/>
          <p14:tracePt t="93622" x="8899525" y="3721100"/>
          <p14:tracePt t="93629" x="8926513" y="3721100"/>
          <p14:tracePt t="93639" x="8939213" y="3708400"/>
          <p14:tracePt t="93644" x="8974138" y="3681413"/>
          <p14:tracePt t="93654" x="8986838" y="3652838"/>
          <p14:tracePt t="93661" x="9015413" y="3625850"/>
          <p14:tracePt t="93670" x="9015413" y="3605213"/>
          <p14:tracePt t="93681" x="9028113" y="3578225"/>
          <p14:tracePt t="93686" x="9028113" y="3565525"/>
          <p14:tracePt t="93697" x="9028113" y="3551238"/>
          <p14:tracePt t="93703" x="9028113" y="3524250"/>
          <p14:tracePt t="93712" x="9015413" y="3509963"/>
          <p14:tracePt t="93721" x="8986838" y="3509963"/>
          <p14:tracePt t="93726" x="8939213" y="3497263"/>
          <p14:tracePt t="93739" x="8899525" y="3497263"/>
          <p14:tracePt t="93740" x="8885238" y="3497263"/>
          <p14:tracePt t="93749" x="8843963" y="3497263"/>
          <p14:tracePt t="93760" x="8810625" y="3509963"/>
          <p14:tracePt t="93767" x="8783638" y="3538538"/>
          <p14:tracePt t="93776" x="8769350" y="3565525"/>
          <p14:tracePt t="93787" x="8742363" y="3592513"/>
          <p14:tracePt t="93792" x="8742363" y="3625850"/>
          <p14:tracePt t="93804" x="8729663" y="3640138"/>
          <p14:tracePt t="93809" x="8729663" y="3667125"/>
          <p14:tracePt t="93820" x="8729663" y="3681413"/>
          <p14:tracePt t="93825" x="8729663" y="3694113"/>
          <p14:tracePt t="93836" x="8742363" y="3708400"/>
          <p14:tracePt t="93841" x="8769350" y="3708400"/>
          <p14:tracePt t="93849" x="8810625" y="3708400"/>
          <p14:tracePt t="94075" x="8843963" y="3708400"/>
          <p14:tracePt t="94085" x="8885238" y="3708400"/>
          <p14:tracePt t="94094" x="8926513" y="3708400"/>
          <p14:tracePt t="94104" x="8986838" y="3708400"/>
          <p14:tracePt t="94113" x="9042400" y="3694113"/>
          <p14:tracePt t="94120" x="9117013" y="3694113"/>
          <p14:tracePt t="94129" x="9170988" y="3681413"/>
          <p14:tracePt t="94136" x="9301163" y="3667125"/>
          <p14:tracePt t="94147" x="9402763" y="3652838"/>
          <p14:tracePt t="94152" x="9620250" y="3625850"/>
          <p14:tracePt t="94163" x="9674225" y="3605213"/>
          <p14:tracePt t="94168" x="9804400" y="3592513"/>
          <p14:tracePt t="94180" x="9906000" y="3578225"/>
          <p14:tracePt t="94182" x="10034588" y="3578225"/>
          <p14:tracePt t="94452" x="10048875" y="3578225"/>
          <p14:tracePt t="94462" x="10075863" y="3578225"/>
          <p14:tracePt t="94470" x="10123488" y="3578225"/>
          <p14:tracePt t="94481" x="10177463" y="3578225"/>
          <p14:tracePt t="94489" x="10239375" y="3578225"/>
          <p14:tracePt t="94496" x="10280650" y="3578225"/>
          <p14:tracePt t="94506" x="10307638" y="3578225"/>
          <p14:tracePt t="94513" x="10355263" y="3578225"/>
          <p14:tracePt t="94522" x="10436225" y="3565525"/>
          <p14:tracePt t="94530" x="10510838" y="3551238"/>
          <p14:tracePt t="94541" x="10579100" y="3538538"/>
          <p14:tracePt t="94547" x="10653713" y="3524250"/>
          <p14:tracePt t="94557" x="10682288" y="3524250"/>
          <p14:tracePt t="94559" x="10721975" y="3509963"/>
          <p14:tracePt t="94568" x="10769600" y="3476625"/>
          <p14:tracePt t="94578" x="10810875" y="3476625"/>
          <p14:tracePt t="94587" x="10825163" y="3462338"/>
          <p14:tracePt t="94595" x="10852150" y="3449638"/>
          <p14:tracePt t="94605" x="10872788" y="3449638"/>
          <p14:tracePt t="94609" x="10872788" y="3435350"/>
          <p14:tracePt t="94619" x="10885488" y="3435350"/>
          <p14:tracePt t="94628" x="10885488" y="3422650"/>
          <p14:tracePt t="94635" x="10885488" y="3408363"/>
          <p14:tracePt t="94654" x="10852150" y="3381375"/>
          <p14:tracePt t="94659" x="10810875" y="3381375"/>
          <p14:tracePt t="94669" x="10742613" y="3360738"/>
          <p14:tracePt t="94676" x="10668000" y="3348038"/>
          <p14:tracePt t="94685" x="10614025" y="3348038"/>
          <p14:tracePt t="94695" x="10552113" y="3348038"/>
          <p14:tracePt t="94700" x="10483850" y="3348038"/>
          <p14:tracePt t="94709" x="10423525" y="3348038"/>
          <p14:tracePt t="94718" x="10382250" y="3381375"/>
          <p14:tracePt t="94725" x="10320338" y="3422650"/>
          <p14:tracePt t="94735" x="10293350" y="3462338"/>
          <p14:tracePt t="94742" x="10280650" y="3497263"/>
          <p14:tracePt t="94751" x="10253663" y="3538538"/>
          <p14:tracePt t="94759" x="10239375" y="3578225"/>
          <p14:tracePt t="94767" x="10218738" y="3640138"/>
          <p14:tracePt t="94777" x="10218738" y="3681413"/>
          <p14:tracePt t="94784" x="10218738" y="3721100"/>
          <p14:tracePt t="94793" x="10218738" y="3756025"/>
          <p14:tracePt t="94800" x="10253663" y="3783013"/>
          <p14:tracePt t="94810" x="10280650" y="3824288"/>
          <p14:tracePt t="94816" x="10320338" y="3836988"/>
          <p14:tracePt t="94826" x="10367963" y="3863975"/>
          <p14:tracePt t="94833" x="10409238" y="3863975"/>
          <p14:tracePt t="94841" x="10483850" y="3884613"/>
          <p14:tracePt t="94851" x="10525125" y="3884613"/>
          <p14:tracePt t="94858" x="10566400" y="3884613"/>
          <p14:tracePt t="94865" x="10626725" y="3851275"/>
          <p14:tracePt t="94873" x="10653713" y="3824288"/>
          <p14:tracePt t="94883" x="10694988" y="3783013"/>
          <p14:tracePt t="94890" x="10721975" y="3735388"/>
          <p14:tracePt t="94900" x="10742613" y="3694113"/>
          <p14:tracePt t="94908" x="10756900" y="3652838"/>
          <p14:tracePt t="94915" x="10756900" y="3605213"/>
          <p14:tracePt t="94922" x="10756900" y="3565525"/>
          <p14:tracePt t="94933" x="10756900" y="3538538"/>
          <p14:tracePt t="94938" x="10756900" y="3509963"/>
          <p14:tracePt t="94949" x="10756900" y="3476625"/>
          <p14:tracePt t="94955" x="10742613" y="3462338"/>
          <p14:tracePt t="94965" x="10709275" y="3449638"/>
          <p14:tracePt t="94972" x="10668000" y="3435350"/>
          <p14:tracePt t="94984" x="10641013" y="3435350"/>
          <p14:tracePt t="94985" x="10614025" y="3435350"/>
          <p14:tracePt t="94995" x="10579100" y="3435350"/>
          <p14:tracePt t="95005" x="10539413" y="3476625"/>
          <p14:tracePt t="95012" x="10510838" y="3538538"/>
          <p14:tracePt t="95023" x="10483850" y="3578225"/>
          <p14:tracePt t="95028" x="10463213" y="3605213"/>
          <p14:tracePt t="95040" x="10450513" y="3667125"/>
          <p14:tracePt t="95045" x="10436225" y="3708400"/>
          <p14:tracePt t="95052" x="10436225" y="3756025"/>
          <p14:tracePt t="95061" x="10436225" y="3783013"/>
          <p14:tracePt t="95073" x="10436225" y="3824288"/>
          <p14:tracePt t="95075" x="10436225" y="3836988"/>
          <p14:tracePt t="95084" x="10450513" y="3851275"/>
          <p14:tracePt t="95093" x="10498138" y="3851275"/>
          <p14:tracePt t="95102" x="10539413" y="3851275"/>
          <p14:tracePt t="95110" x="10593388" y="3851275"/>
          <p14:tracePt t="95118" x="10641013" y="3851275"/>
          <p14:tracePt t="95126" x="10694988" y="3824288"/>
          <p14:tracePt t="95134" x="10742613" y="3795713"/>
          <p14:tracePt t="95142" x="10769600" y="3783013"/>
          <p14:tracePt t="95151" x="10796588" y="3735388"/>
          <p14:tracePt t="95161" x="10825163" y="3708400"/>
          <p14:tracePt t="95168" x="10837863" y="3681413"/>
          <p14:tracePt t="95176" x="10852150" y="3667125"/>
          <p14:tracePt t="95184" x="10852150" y="3640138"/>
          <p14:tracePt t="95194" x="10852150" y="3625850"/>
          <p14:tracePt t="95199" x="10852150" y="3605213"/>
          <p14:tracePt t="95225" x="10825163" y="3592513"/>
          <p14:tracePt t="95233" x="10796588" y="3592513"/>
          <p14:tracePt t="95241" x="10783888" y="3592513"/>
          <p14:tracePt t="95250" x="10742613" y="3605213"/>
          <p14:tracePt t="95257" x="10709275" y="3640138"/>
          <p14:tracePt t="95267" x="10682288" y="3667125"/>
          <p14:tracePt t="95273" x="10653713" y="3681413"/>
          <p14:tracePt t="95284" x="10641013" y="3721100"/>
          <p14:tracePt t="95290" x="10614025" y="3756025"/>
          <p14:tracePt t="95300" x="10593388" y="3783013"/>
          <p14:tracePt t="95307" x="10593388" y="3810000"/>
          <p14:tracePt t="95316" x="10593388" y="3824288"/>
          <p14:tracePt t="95323" x="10593388" y="3851275"/>
          <p14:tracePt t="95337" x="10614025" y="3863975"/>
          <p14:tracePt t="95347" x="10653713" y="3863975"/>
          <p14:tracePt t="95357" x="10694988" y="3863975"/>
          <p14:tracePt t="95364" x="10742613" y="3863975"/>
          <p14:tracePt t="95374" x="10783888" y="3851275"/>
          <p14:tracePt t="95382" x="10825163" y="3824288"/>
          <p14:tracePt t="95389" x="10872788" y="3783013"/>
          <p14:tracePt t="95397" x="10899775" y="3756025"/>
          <p14:tracePt t="95406" x="10926763" y="3694113"/>
          <p14:tracePt t="95415" x="10926763" y="3681413"/>
          <p14:tracePt t="95422" x="10939463" y="3640138"/>
          <p14:tracePt t="95432" x="10953750" y="3605213"/>
          <p14:tracePt t="95439" x="10953750" y="3578225"/>
          <p14:tracePt t="95448" x="10953750" y="3538538"/>
          <p14:tracePt t="95457" x="10953750" y="3524250"/>
          <p14:tracePt t="95462" x="10926763" y="3509963"/>
          <p14:tracePt t="95475" x="10885488" y="3497263"/>
          <p14:tracePt t="95476" x="10852150" y="3497263"/>
          <p14:tracePt t="95485" x="10796588" y="3497263"/>
          <p14:tracePt t="95494" x="10756900" y="3497263"/>
          <p14:tracePt t="95504" x="10694988" y="3524250"/>
          <p14:tracePt t="95511" x="10641013" y="3565525"/>
          <p14:tracePt t="95520" x="10593388" y="3625850"/>
          <p14:tracePt t="95529" x="10566400" y="3652838"/>
          <p14:tracePt t="95541" x="10539413" y="3708400"/>
          <p14:tracePt t="95541" x="10510838" y="3756025"/>
          <p14:tracePt t="95551" x="10498138" y="3795713"/>
          <p14:tracePt t="95560" x="10483850" y="3824288"/>
          <p14:tracePt t="95571" x="10483850" y="3851275"/>
          <p14:tracePt t="95575" x="10483850" y="3863975"/>
          <p14:tracePt t="95585" x="10498138" y="3884613"/>
          <p14:tracePt t="95595" x="10539413" y="3884613"/>
          <p14:tracePt t="95602" x="10593388" y="3884613"/>
          <p14:tracePt t="95609" x="10653713" y="3863975"/>
          <p14:tracePt t="95618" x="10709275" y="3836988"/>
          <p14:tracePt t="95626" x="10769600" y="3795713"/>
          <p14:tracePt t="95636" x="10825163" y="3735388"/>
          <p14:tracePt t="95643" x="10872788" y="3681413"/>
          <p14:tracePt t="95653" x="10872788" y="3667125"/>
          <p14:tracePt t="95660" x="10899775" y="3605213"/>
          <p14:tracePt t="95669" x="10912475" y="3578225"/>
          <p14:tracePt t="95677" x="10912475" y="3551238"/>
          <p14:tracePt t="95684" x="10926763" y="3524250"/>
          <p14:tracePt t="95693" x="10926763" y="3509963"/>
          <p14:tracePt t="95700" x="10926763" y="3497263"/>
          <p14:tracePt t="95709" x="10926763" y="3476625"/>
          <p14:tracePt t="95716" x="10899775" y="3476625"/>
          <p14:tracePt t="95724" x="10872788" y="3476625"/>
          <p14:tracePt t="95733" x="10825163" y="3476625"/>
          <p14:tracePt t="95740" x="10796588" y="3476625"/>
          <p14:tracePt t="95749" x="10769600" y="3497263"/>
          <p14:tracePt t="95757" x="10721975" y="3509963"/>
          <p14:tracePt t="95766" x="10694988" y="3538538"/>
          <p14:tracePt t="95775" x="10682288" y="3565525"/>
          <p14:tracePt t="95788" x="10653713" y="3605213"/>
          <p14:tracePt t="95797" x="10641013" y="3640138"/>
          <p14:tracePt t="95807" x="10641013" y="3652838"/>
          <p14:tracePt t="95814" x="10641013" y="3667125"/>
          <p14:tracePt t="95825" x="10641013" y="3681413"/>
          <p14:tracePt t="95842" x="10668000" y="3694113"/>
          <p14:tracePt t="95846" x="10709275" y="3694113"/>
          <p14:tracePt t="95858" x="10756900" y="3694113"/>
          <p14:tracePt t="95862" x="10796588" y="3694113"/>
          <p14:tracePt t="95874" x="10852150" y="3694113"/>
          <p14:tracePt t="95882" x="10899775" y="3681413"/>
          <p14:tracePt t="95893" x="10926763" y="3667125"/>
          <p14:tracePt t="95894" x="10953750" y="3652838"/>
          <p14:tracePt t="95905" x="10980738" y="3625850"/>
          <p14:tracePt t="95912" x="11001375" y="3605213"/>
          <p14:tracePt t="95923" x="11015663" y="3592513"/>
          <p14:tracePt t="95930" x="11028363" y="3565525"/>
          <p14:tracePt t="95941" x="11028363" y="3551238"/>
          <p14:tracePt t="95951" x="11028363" y="3538538"/>
          <p14:tracePt t="95961" x="11028363" y="3524250"/>
          <p14:tracePt t="95983" x="11015663" y="3524250"/>
          <p14:tracePt t="95999" x="11001375" y="3524250"/>
          <p14:tracePt t="96009" x="10980738" y="3524250"/>
          <p14:tracePt t="96017" x="10968038" y="3524250"/>
          <p14:tracePt t="97743" x="10939463" y="3538538"/>
          <p14:tracePt t="97754" x="10926763" y="3551238"/>
          <p14:tracePt t="97761" x="10899775" y="3578225"/>
          <p14:tracePt t="97772" x="10885488" y="3592513"/>
          <p14:tracePt t="97777" x="10872788" y="3605213"/>
          <p14:tracePt t="97789" x="10837863" y="3640138"/>
          <p14:tracePt t="97795" x="10810875" y="3667125"/>
          <p14:tracePt t="97806" x="10796588" y="3681413"/>
          <p14:tracePt t="97811" x="10783888" y="3708400"/>
          <p14:tracePt t="97823" x="10769600" y="3721100"/>
          <p14:tracePt t="97827" x="10756900" y="3735388"/>
          <p14:tracePt t="97840" x="10742613" y="3735388"/>
          <p14:tracePt t="97844" x="10742613" y="3756025"/>
          <p14:tracePt t="97859" x="10742613" y="3768725"/>
          <p14:tracePt t="99937" x="10721975" y="3768725"/>
          <p14:tracePt t="99946" x="10668000" y="3721100"/>
          <p14:tracePt t="99954" x="10483850" y="3652838"/>
          <p14:tracePt t="99965" x="10280650" y="3565525"/>
          <p14:tracePt t="99972" x="9994900" y="3449638"/>
          <p14:tracePt t="99980" x="9620250" y="3333750"/>
          <p14:tracePt t="99988" x="9197975" y="3205163"/>
          <p14:tracePt t="99999" x="8742363" y="3089275"/>
          <p14:tracePt t="100005" x="8307388" y="3006725"/>
          <p14:tracePt t="100012" x="8137525" y="2994025"/>
          <p14:tracePt t="100022" x="7748588" y="2959100"/>
          <p14:tracePt t="100029" x="7450138" y="2959100"/>
          <p14:tracePt t="100038" x="7158038" y="2959100"/>
          <p14:tracePt t="100049" x="7075488" y="2959100"/>
          <p14:tracePt t="100055" x="6899275" y="2959100"/>
          <p14:tracePt t="100061" x="6858000" y="2994025"/>
          <p14:tracePt t="100071" x="6769100" y="3006725"/>
          <p14:tracePt t="100083" x="6688138" y="3021013"/>
          <p14:tracePt t="100338" x="6640513" y="3021013"/>
          <p14:tracePt t="100347" x="6599238" y="3033713"/>
          <p14:tracePt t="100356" x="6545263" y="3048000"/>
          <p14:tracePt t="100365" x="6443663" y="3062288"/>
          <p14:tracePt t="100372" x="6327775" y="3074988"/>
          <p14:tracePt t="100383" x="6211888" y="3089275"/>
          <p14:tracePt t="100389" x="6054725" y="3101975"/>
          <p14:tracePt t="100401" x="5762625" y="3136900"/>
          <p14:tracePt t="100406" x="5605463" y="3136900"/>
          <p14:tracePt t="100414" x="5348288" y="3163888"/>
          <p14:tracePt t="100422" x="5075238" y="3190875"/>
          <p14:tracePt t="100430" x="4830763" y="3232150"/>
          <p14:tracePt t="100439" x="4741863" y="3252788"/>
          <p14:tracePt t="100450" x="4586288" y="3306763"/>
          <p14:tracePt t="100456" x="4470400" y="3333750"/>
          <p14:tracePt t="100464" x="4429125" y="3360738"/>
          <p14:tracePt t="100788" x="4387850" y="3360738"/>
          <p14:tracePt t="100799" x="4340225" y="3360738"/>
          <p14:tracePt t="100807" x="4286250" y="3360738"/>
          <p14:tracePt t="100817" x="4197350" y="3348038"/>
          <p14:tracePt t="100823" x="4054475" y="3319463"/>
          <p14:tracePt t="100834" x="3863975" y="3306763"/>
          <p14:tracePt t="100841" x="3667125" y="3279775"/>
          <p14:tracePt t="100853" x="3476625" y="3279775"/>
          <p14:tracePt t="100857" x="3395663" y="3279775"/>
          <p14:tracePt t="100869" x="3232150" y="3279775"/>
          <p14:tracePt t="100874" x="3074988" y="3279775"/>
          <p14:tracePt t="100887" x="2932113" y="3279775"/>
          <p14:tracePt t="100889" x="2830513" y="3319463"/>
          <p14:tracePt t="100900" x="2735263" y="3360738"/>
          <p14:tracePt t="100908" x="2714625" y="3381375"/>
          <p14:tracePt t="100921" x="2619375" y="3449638"/>
          <p14:tracePt t="100933" x="2586038" y="3462338"/>
          <p14:tracePt t="100941" x="2571750" y="3497263"/>
          <p14:tracePt t="100952" x="2557463" y="3509963"/>
          <p14:tracePt t="100957" x="2557463" y="3538538"/>
          <p14:tracePt t="100969" x="2544763" y="3565525"/>
          <p14:tracePt t="100971" x="2544763" y="3592513"/>
          <p14:tracePt t="100980" x="2544763" y="3625850"/>
          <p14:tracePt t="100990" x="2571750" y="3667125"/>
          <p14:tracePt t="101000" x="2586038" y="3694113"/>
          <p14:tracePt t="101005" x="2633663" y="3735388"/>
          <p14:tracePt t="101014" x="2673350" y="3783013"/>
          <p14:tracePt t="101022" x="2714625" y="3810000"/>
          <p14:tracePt t="101031" x="2776538" y="3836988"/>
          <p14:tracePt t="101039" x="2816225" y="3863975"/>
          <p14:tracePt t="101048" x="2878138" y="3898900"/>
          <p14:tracePt t="101055" x="2919413" y="3911600"/>
          <p14:tracePt t="101063" x="2994025" y="3911600"/>
          <p14:tracePt t="101072" x="3062288" y="3925888"/>
          <p14:tracePt t="101085" x="3149600" y="3925888"/>
          <p14:tracePt t="101086" x="3232150" y="3925888"/>
          <p14:tracePt t="101094" x="3319463" y="3898900"/>
          <p14:tracePt t="101104" x="3462338" y="3824288"/>
          <p14:tracePt t="101112" x="3551238" y="3768725"/>
          <p14:tracePt t="101118" x="3605213" y="3721100"/>
          <p14:tracePt t="101128" x="3694113" y="3640138"/>
          <p14:tracePt t="101135" x="3783013" y="3565525"/>
          <p14:tracePt t="101144" x="3863975" y="3476625"/>
          <p14:tracePt t="101152" x="3925888" y="3395663"/>
          <p14:tracePt t="101161" x="3967163" y="3319463"/>
          <p14:tracePt t="101168" x="3994150" y="3252788"/>
          <p14:tracePt t="101178" x="4014788" y="3190875"/>
          <p14:tracePt t="101185" x="4014788" y="3136900"/>
          <p14:tracePt t="101192" x="4014788" y="3062288"/>
          <p14:tracePt t="101204" x="3979863" y="2994025"/>
          <p14:tracePt t="101211" x="3911600" y="2932113"/>
          <p14:tracePt t="101217" x="3810000" y="2878138"/>
          <p14:tracePt t="101228" x="3694113" y="2816225"/>
          <p14:tracePt t="101234" x="3551238" y="2762250"/>
          <p14:tracePt t="101250" x="3333750" y="2714625"/>
          <p14:tracePt t="101258" x="3217863" y="2700338"/>
          <p14:tracePt t="101268" x="3101975" y="2700338"/>
          <p14:tracePt t="101275" x="3006725" y="2700338"/>
          <p14:tracePt t="101285" x="2932113" y="2700338"/>
          <p14:tracePt t="101292" x="2863850" y="2735263"/>
          <p14:tracePt t="101302" x="2803525" y="2776538"/>
          <p14:tracePt t="101307" x="2762250" y="2816225"/>
          <p14:tracePt t="101320" x="2747963" y="2843213"/>
          <p14:tracePt t="101321" x="2687638" y="2905125"/>
          <p14:tracePt t="101331" x="2673350" y="2946400"/>
          <p14:tracePt t="101340" x="2660650" y="2994025"/>
          <p14:tracePt t="101350" x="2646363" y="3048000"/>
          <p14:tracePt t="101357" x="2646363" y="3089275"/>
          <p14:tracePt t="101364" x="2646363" y="3149600"/>
          <p14:tracePt t="101373" x="2646363" y="3190875"/>
          <p14:tracePt t="101384" x="2687638" y="3252788"/>
          <p14:tracePt t="101389" x="2735263" y="3306763"/>
          <p14:tracePt t="101403" x="2776538" y="3360738"/>
          <p14:tracePt t="101404" x="2816225" y="3408363"/>
          <p14:tracePt t="101413" x="2878138" y="3476625"/>
          <p14:tracePt t="101421" x="2946400" y="3538538"/>
          <p14:tracePt t="101430" x="3021013" y="3565525"/>
          <p14:tracePt t="101439" x="3101975" y="3605213"/>
          <p14:tracePt t="101448" x="3205163" y="3640138"/>
          <p14:tracePt t="101454" x="3279775" y="3667125"/>
          <p14:tracePt t="101464" x="3381375" y="3667125"/>
          <p14:tracePt t="101471" x="3476625" y="3681413"/>
          <p14:tracePt t="101484" x="3578225" y="3681413"/>
          <p14:tracePt t="101485" x="3667125" y="3681413"/>
          <p14:tracePt t="101494" x="3756025" y="3681413"/>
          <p14:tracePt t="101504" x="3824288" y="3681413"/>
          <p14:tracePt t="105525" x="3756025" y="3694113"/>
          <p14:tracePt t="105534" x="3640138" y="3735388"/>
          <p14:tracePt t="105545" x="3497263" y="3795713"/>
          <p14:tracePt t="105550" x="3381375" y="3836988"/>
          <p14:tracePt t="105559" x="3279775" y="3898900"/>
          <p14:tracePt t="105566" x="3163888" y="3967163"/>
          <p14:tracePt t="105576" x="3062288" y="4054475"/>
          <p14:tracePt t="105583" x="2959100" y="4122738"/>
          <p14:tracePt t="105594" x="2890838" y="4197350"/>
          <p14:tracePt t="105600" x="2816225" y="4271963"/>
          <p14:tracePt t="105610" x="2687638" y="4387850"/>
          <p14:tracePt t="105617" x="2598738" y="4483100"/>
          <p14:tracePt t="105627" x="2571750" y="4518025"/>
          <p14:tracePt t="105633" x="2517775" y="4586288"/>
          <p14:tracePt t="105643" x="2490788" y="4625975"/>
          <p14:tracePt t="105996" x="2470150" y="4625975"/>
          <p14:tracePt t="106007" x="2455863" y="4625975"/>
          <p14:tracePt t="106015" x="2428875" y="4613275"/>
          <p14:tracePt t="106025" x="2387600" y="4598988"/>
          <p14:tracePt t="106035" x="2339975" y="4572000"/>
          <p14:tracePt t="106042" x="2300288" y="4557713"/>
          <p14:tracePt t="106053" x="2259013" y="4545013"/>
          <p14:tracePt t="106057" x="2244725" y="4530725"/>
          <p14:tracePt t="106069" x="2197100" y="4518025"/>
          <p14:tracePt t="106074" x="2157413" y="4497388"/>
          <p14:tracePt t="106086" x="2128838" y="4483100"/>
          <p14:tracePt t="106090" x="2116138" y="4470400"/>
          <p14:tracePt t="106103" x="2101850" y="4470400"/>
          <p14:tracePt t="106104" x="2081213" y="4456113"/>
          <p14:tracePt t="106113" x="2068513" y="4456113"/>
          <p14:tracePt t="106122" x="2054225" y="4443413"/>
          <p14:tracePt t="106133" x="2054225" y="4429125"/>
          <p14:tracePt t="106140" x="2041525" y="4429125"/>
          <p14:tracePt t="106150" x="2041525" y="4414838"/>
          <p14:tracePt t="106156" x="2041525" y="4402138"/>
          <p14:tracePt t="106164" x="2027238" y="4402138"/>
          <p14:tracePt t="106173" x="2027238" y="4387850"/>
          <p14:tracePt t="106183" x="2027238" y="4367213"/>
          <p14:tracePt t="106187" x="2027238" y="4354513"/>
          <p14:tracePt t="106197" x="2027238" y="4340225"/>
          <p14:tracePt t="106213" x="2027238" y="4327525"/>
          <p14:tracePt t="106220" x="2027238" y="4313238"/>
          <p14:tracePt t="106236" x="2027238" y="4300538"/>
          <p14:tracePt t="106254" x="2027238" y="4286250"/>
          <p14:tracePt t="106287" x="2041525" y="4286250"/>
          <p14:tracePt t="106295" x="2041525" y="4271963"/>
          <p14:tracePt t="106317" x="2054225" y="4271963"/>
          <p14:tracePt t="106333" x="2068513" y="4271963"/>
          <p14:tracePt t="106350" x="2081213" y="4271963"/>
          <p14:tracePt t="106358" x="2101850" y="4271963"/>
          <p14:tracePt t="106374" x="2116138" y="4271963"/>
          <p14:tracePt t="106384" x="2128838" y="4271963"/>
          <p14:tracePt t="106393" x="2143125" y="4271963"/>
          <p14:tracePt t="106403" x="2170113" y="4271963"/>
          <p14:tracePt t="106409" x="2197100" y="4271963"/>
          <p14:tracePt t="106419" x="2232025" y="4271963"/>
          <p14:tracePt t="106425" x="2244725" y="4271963"/>
          <p14:tracePt t="106436" x="2271713" y="4271963"/>
          <p14:tracePt t="106442" x="2327275" y="4271963"/>
          <p14:tracePt t="106452" x="2360613" y="4271963"/>
          <p14:tracePt t="106461" x="2387600" y="4271963"/>
          <p14:tracePt t="106470" x="2428875" y="4271963"/>
          <p14:tracePt t="106474" x="2470150" y="4300538"/>
          <p14:tracePt t="106486" x="2530475" y="4313238"/>
          <p14:tracePt t="106490" x="2571750" y="4313238"/>
          <p14:tracePt t="106502" x="2633663" y="4327525"/>
          <p14:tracePt t="106507" x="2646363" y="4340225"/>
          <p14:tracePt t="106520" x="2687638" y="4354513"/>
          <p14:tracePt t="106521" x="2735263" y="4367213"/>
          <p14:tracePt t="106532" x="2762250" y="4367213"/>
          <p14:tracePt t="106540" x="2789238" y="4387850"/>
          <p14:tracePt t="106550" x="2816225" y="4402138"/>
          <p14:tracePt t="106557" x="2843213" y="4402138"/>
          <p14:tracePt t="106567" x="2863850" y="4402138"/>
          <p14:tracePt t="106574" x="2890838" y="4414838"/>
          <p14:tracePt t="106586" x="2905125" y="4414838"/>
          <p14:tracePt t="106587" x="2919413" y="4414838"/>
          <p14:tracePt t="106595" x="2932113" y="4414838"/>
          <p14:tracePt t="106606" x="2946400" y="4414838"/>
          <p14:tracePt t="106614" x="2959100" y="4414838"/>
          <p14:tracePt t="106622" x="2973388" y="4414838"/>
          <p14:tracePt t="107202" x="2946400" y="4414838"/>
          <p14:tracePt t="107210" x="2919413" y="4414838"/>
          <p14:tracePt t="107221" x="2890838" y="4414838"/>
          <p14:tracePt t="107230" x="2830513" y="4402138"/>
          <p14:tracePt t="107236" x="2762250" y="4402138"/>
          <p14:tracePt t="107247" x="2687638" y="4387850"/>
          <p14:tracePt t="107252" x="2598738" y="4387850"/>
          <p14:tracePt t="107264" x="2530475" y="4387850"/>
          <p14:tracePt t="107268" x="2490788" y="4387850"/>
          <p14:tracePt t="107279" x="2443163" y="4387850"/>
          <p14:tracePt t="107285" x="2387600" y="4387850"/>
          <p14:tracePt t="107293" x="2339975" y="4387850"/>
          <p14:tracePt t="107303" x="2312988" y="4387850"/>
          <p14:tracePt t="107312" x="2300288" y="4387850"/>
          <p14:tracePt t="107319" x="2286000" y="4387850"/>
          <p14:tracePt t="107329" x="2271713" y="4387850"/>
          <p14:tracePt t="107577" x="2286000" y="4387850"/>
          <p14:tracePt t="107586" x="2312988" y="4387850"/>
          <p14:tracePt t="107596" x="2339975" y="4402138"/>
          <p14:tracePt t="107605" x="2387600" y="4402138"/>
          <p14:tracePt t="107614" x="2428875" y="4414838"/>
          <p14:tracePt t="107624" x="2503488" y="4414838"/>
          <p14:tracePt t="107628" x="2586038" y="4414838"/>
          <p14:tracePt t="107639" x="2673350" y="4414838"/>
          <p14:tracePt t="107647" x="2776538" y="4414838"/>
          <p14:tracePt t="107653" x="2878138" y="4414838"/>
          <p14:tracePt t="107662" x="2973388" y="4414838"/>
          <p14:tracePt t="107670" x="3074988" y="4414838"/>
          <p14:tracePt t="107677" x="3190875" y="4414838"/>
          <p14:tracePt t="107688" x="3279775" y="4429125"/>
          <p14:tracePt t="107696" x="3348038" y="4429125"/>
          <p14:tracePt t="107707" x="3435350" y="4443413"/>
          <p14:tracePt t="107712" x="3509963" y="4443413"/>
          <p14:tracePt t="107723" x="3538538" y="4456113"/>
          <p14:tracePt t="108019" x="3509963" y="4456113"/>
          <p14:tracePt t="108028" x="3462338" y="4443413"/>
          <p14:tracePt t="108038" x="3408363" y="4429125"/>
          <p14:tracePt t="108046" x="3348038" y="4414838"/>
          <p14:tracePt t="108056" x="3279775" y="4387850"/>
          <p14:tracePt t="108064" x="3205163" y="4367213"/>
          <p14:tracePt t="108074" x="3149600" y="4340225"/>
          <p14:tracePt t="108082" x="3033713" y="4300538"/>
          <p14:tracePt t="108093" x="2946400" y="4286250"/>
          <p14:tracePt t="108093" x="2843213" y="4259263"/>
          <p14:tracePt t="108104" x="2803525" y="4259263"/>
          <p14:tracePt t="108112" x="2747963" y="4238625"/>
          <p14:tracePt t="108122" x="2700338" y="4224338"/>
          <p14:tracePt t="108129" x="2660650" y="4224338"/>
          <p14:tracePt t="108139" x="2646363" y="4224338"/>
          <p14:tracePt t="108145" x="2633663" y="4211638"/>
          <p14:tracePt t="108153" x="2619375" y="4211638"/>
          <p14:tracePt t="108175" x="2598738" y="4211638"/>
          <p14:tracePt t="108502" x="2619375" y="4211638"/>
          <p14:tracePt t="108511" x="2633663" y="4224338"/>
          <p14:tracePt t="108522" x="2660650" y="4224338"/>
          <p14:tracePt t="108530" x="2687638" y="4224338"/>
          <p14:tracePt t="108539" x="2714625" y="4238625"/>
          <p14:tracePt t="108548" x="2762250" y="4238625"/>
          <p14:tracePt t="108557" x="2803525" y="4259263"/>
          <p14:tracePt t="108562" x="2863850" y="4259263"/>
          <p14:tracePt t="108574" x="2905125" y="4259263"/>
          <p14:tracePt t="108578" x="2959100" y="4259263"/>
          <p14:tracePt t="108589" x="3021013" y="4259263"/>
          <p14:tracePt t="108596" x="3074988" y="4271963"/>
          <p14:tracePt t="108607" x="3101975" y="4271963"/>
          <p14:tracePt t="108609" x="3149600" y="4271963"/>
          <p14:tracePt t="108617" x="3190875" y="4271963"/>
          <p14:tracePt t="108628" x="3217863" y="4271963"/>
          <p14:tracePt t="108636" x="3265488" y="4271963"/>
          <p14:tracePt t="108644" x="3292475" y="4271963"/>
          <p14:tracePt t="110188" x="3306763" y="4271963"/>
          <p14:tracePt t="110200" x="3319463" y="4271963"/>
          <p14:tracePt t="110207" x="3348038" y="4271963"/>
          <p14:tracePt t="110217" x="3381375" y="4271963"/>
          <p14:tracePt t="110223" x="3422650" y="4271963"/>
          <p14:tracePt t="110234" x="3449638" y="4271963"/>
          <p14:tracePt t="110240" x="3476625" y="4271963"/>
          <p14:tracePt t="110251" x="3509963" y="4271963"/>
          <p14:tracePt t="110257" x="3524250" y="4271963"/>
          <p14:tracePt t="110264" x="3538538" y="4271963"/>
          <p14:tracePt t="110273" x="3551238" y="4271963"/>
          <p14:tracePt t="110284" x="3565525" y="4271963"/>
          <p14:tracePt t="110614" x="3578225" y="4271963"/>
          <p14:tracePt t="110639" x="3592513" y="4271963"/>
          <p14:tracePt t="110647" x="3605213" y="4286250"/>
          <p14:tracePt t="110663" x="3625850" y="4286250"/>
          <p14:tracePt t="110673" x="3640138" y="4286250"/>
          <p14:tracePt t="110682" x="3652838" y="4300538"/>
          <p14:tracePt t="110696" x="3667125" y="4300538"/>
          <p14:tracePt t="110712" x="3681413" y="4300538"/>
          <p14:tracePt t="110729" x="3694113" y="4300538"/>
          <p14:tracePt t="110753" x="3708400" y="4300538"/>
          <p14:tracePt t="110769" x="3721100" y="4300538"/>
          <p14:tracePt t="110778" x="3735388" y="4300538"/>
          <p14:tracePt t="110787" x="3768725" y="4300538"/>
          <p14:tracePt t="110796" x="3783013" y="4313238"/>
          <p14:tracePt t="110803" x="3810000" y="4313238"/>
          <p14:tracePt t="110813" x="3836988" y="4313238"/>
          <p14:tracePt t="110819" x="3863975" y="4327525"/>
          <p14:tracePt t="110830" x="3898900" y="4327525"/>
          <p14:tracePt t="110838" x="3925888" y="4327525"/>
          <p14:tracePt t="110847" x="3952875" y="4340225"/>
          <p14:tracePt t="110855" x="3967163" y="4340225"/>
          <p14:tracePt t="110867" x="3994150" y="4354513"/>
          <p14:tracePt t="110868" x="4014788" y="4354513"/>
          <p14:tracePt t="110878" x="4027488" y="4354513"/>
          <p14:tracePt t="110887" x="4041775" y="4354513"/>
          <p14:tracePt t="110896" x="4054475" y="4354513"/>
          <p14:tracePt t="111146" x="4068763" y="4354513"/>
          <p14:tracePt t="111155" x="4095750" y="4354513"/>
          <p14:tracePt t="111164" x="4143375" y="4354513"/>
          <p14:tracePt t="111173" x="4184650" y="4367213"/>
          <p14:tracePt t="111183" x="4224338" y="4387850"/>
          <p14:tracePt t="111192" x="4286250" y="4402138"/>
          <p14:tracePt t="111202" x="4340225" y="4414838"/>
          <p14:tracePt t="111206" x="4387850" y="4414838"/>
          <p14:tracePt t="111218" x="4443413" y="4429125"/>
          <p14:tracePt t="111222" x="4497388" y="4443413"/>
          <p14:tracePt t="111234" x="4545013" y="4443413"/>
          <p14:tracePt t="111238" x="4572000" y="4456113"/>
          <p14:tracePt t="111251" x="4613275" y="4456113"/>
          <p14:tracePt t="111253" x="4646613" y="4456113"/>
          <p14:tracePt t="111261" x="4687888" y="4470400"/>
          <p14:tracePt t="111271" x="4700588" y="4470400"/>
          <p14:tracePt t="111282" x="4729163" y="4470400"/>
          <p14:tracePt t="111288" x="4741863" y="4470400"/>
          <p14:tracePt t="111298" x="4776788" y="4470400"/>
          <p14:tracePt t="111313" x="4803775" y="4470400"/>
          <p14:tracePt t="111320" x="4816475" y="4470400"/>
          <p14:tracePt t="111329" x="4830763" y="4470400"/>
          <p14:tracePt t="111339" x="4843463" y="4470400"/>
          <p14:tracePt t="111345" x="4857750" y="4470400"/>
          <p14:tracePt t="111355" x="4872038" y="4470400"/>
          <p14:tracePt t="111362" x="4884738" y="4470400"/>
          <p14:tracePt t="111371" x="4905375" y="4483100"/>
          <p14:tracePt t="111382" x="4919663" y="4483100"/>
          <p14:tracePt t="111387" x="4932363" y="4483100"/>
          <p14:tracePt t="111400" x="4959350" y="4483100"/>
          <p14:tracePt t="111401" x="4973638" y="4483100"/>
          <p14:tracePt t="111410" x="4986338" y="4483100"/>
          <p14:tracePt t="111419" x="5000625" y="4483100"/>
          <p14:tracePt t="111427" x="5021263" y="4483100"/>
          <p14:tracePt t="111436" x="5033963" y="4483100"/>
          <p14:tracePt t="111444" x="5048250" y="4483100"/>
          <p14:tracePt t="111453" x="5048250" y="4497388"/>
          <p14:tracePt t="111461" x="5062538" y="4497388"/>
          <p14:tracePt t="111476" x="5075238" y="4497388"/>
          <p14:tracePt t="111703" x="5102225" y="4497388"/>
          <p14:tracePt t="111712" x="5129213" y="4497388"/>
          <p14:tracePt t="111722" x="5176838" y="4497388"/>
          <p14:tracePt t="111731" x="5218113" y="4497388"/>
          <p14:tracePt t="111739" x="5280025" y="4518025"/>
          <p14:tracePt t="111748" x="5334000" y="4518025"/>
          <p14:tracePt t="111755" x="5387975" y="4530725"/>
          <p14:tracePt t="111766" x="5449888" y="4530725"/>
          <p14:tracePt t="111772" x="5518150" y="4530725"/>
          <p14:tracePt t="111783" x="5592763" y="4530725"/>
          <p14:tracePt t="111787" x="5646738" y="4530725"/>
          <p14:tracePt t="111798" x="5681663" y="4530725"/>
          <p14:tracePt t="111805" x="5735638" y="4530725"/>
          <p14:tracePt t="111812" x="5783263" y="4530725"/>
          <p14:tracePt t="111821" x="5810250" y="4530725"/>
          <p14:tracePt t="111829" x="5837238" y="4530725"/>
          <p14:tracePt t="111840" x="5851525" y="4530725"/>
          <p14:tracePt t="111846" x="5864225" y="4530725"/>
          <p14:tracePt t="111862" x="5878513" y="4530725"/>
          <p14:tracePt t="112235" x="5878513" y="4518025"/>
          <p14:tracePt t="112244" x="5891213" y="4497388"/>
          <p14:tracePt t="112254" x="5891213" y="4483100"/>
          <p14:tracePt t="112262" x="5911850" y="4470400"/>
          <p14:tracePt t="112280" x="5911850" y="4456113"/>
          <p14:tracePt t="112296" x="5926138" y="4456113"/>
          <p14:tracePt t="112305" x="5926138" y="4443413"/>
          <p14:tracePt t="112448" x="5926138" y="4429125"/>
          <p14:tracePt t="112480" x="5926138" y="4414838"/>
          <p14:tracePt t="112497" x="5926138" y="4402138"/>
          <p14:tracePt t="112505" x="5926138" y="4387850"/>
          <p14:tracePt t="112514" x="5926138" y="4367213"/>
          <p14:tracePt t="112523" x="5926138" y="4354513"/>
          <p14:tracePt t="112541" x="5911850" y="4340225"/>
          <p14:tracePt t="112551" x="5911850" y="4327525"/>
          <p14:tracePt t="112570" x="5911850" y="4313238"/>
          <p14:tracePt t="112751" x="5911850" y="4300538"/>
          <p14:tracePt t="113479" x="5926138" y="4300538"/>
          <p14:tracePt t="113504" x="5938838" y="4300538"/>
          <p14:tracePt t="113537" x="5953125" y="4300538"/>
          <p14:tracePt t="113618" x="5967413" y="4300538"/>
          <p14:tracePt t="113643" x="5980113" y="4300538"/>
          <p14:tracePt t="113651" x="5994400" y="4300538"/>
          <p14:tracePt t="113661" x="6007100" y="4300538"/>
          <p14:tracePt t="113669" x="6021388" y="4300538"/>
          <p14:tracePt t="113679" x="6042025" y="4300538"/>
          <p14:tracePt t="113685" x="6069013" y="4300538"/>
          <p14:tracePt t="113695" x="6081713" y="4300538"/>
          <p14:tracePt t="113702" x="6096000" y="4300538"/>
          <p14:tracePt t="113712" x="6110288" y="4286250"/>
          <p14:tracePt t="113718" x="6122988" y="4286250"/>
          <p14:tracePt t="113733" x="6137275" y="4286250"/>
          <p14:tracePt t="113749" x="6137275" y="4271963"/>
          <p14:tracePt t="113774" x="6137275" y="4259263"/>
          <p14:tracePt t="113783" x="6137275" y="4238625"/>
          <p14:tracePt t="113794" x="6137275" y="4224338"/>
          <p14:tracePt t="113808" x="6122988" y="4211638"/>
          <p14:tracePt t="113817" x="6096000" y="4197350"/>
          <p14:tracePt t="113827" x="6069013" y="4184650"/>
          <p14:tracePt t="113833" x="6042025" y="4184650"/>
          <p14:tracePt t="113843" x="5994400" y="4184650"/>
          <p14:tracePt t="113849" x="5953125" y="4184650"/>
          <p14:tracePt t="113860" x="5926138" y="4184650"/>
          <p14:tracePt t="113865" x="5891213" y="4197350"/>
          <p14:tracePt t="113876" x="5864225" y="4211638"/>
          <p14:tracePt t="113882" x="5837238" y="4224338"/>
          <p14:tracePt t="113893" x="5824538" y="4259263"/>
          <p14:tracePt t="113899" x="5810250" y="4271963"/>
          <p14:tracePt t="113907" x="5795963" y="4286250"/>
          <p14:tracePt t="113916" x="5795963" y="4300538"/>
          <p14:tracePt t="113927" x="5795963" y="4313238"/>
          <p14:tracePt t="113939" x="5795963" y="4327525"/>
          <p14:tracePt t="113948" x="5795963" y="4340225"/>
          <p14:tracePt t="113956" x="5824538" y="4340225"/>
          <p14:tracePt t="113964" x="5851525" y="4340225"/>
          <p14:tracePt t="113976" x="5891213" y="4340225"/>
          <p14:tracePt t="113981" x="5938838" y="4340225"/>
          <p14:tracePt t="113989" x="5967413" y="4327525"/>
          <p14:tracePt t="113998" x="5994400" y="4313238"/>
          <p14:tracePt t="114006" x="6021388" y="4300538"/>
          <p14:tracePt t="114015" x="6054725" y="4286250"/>
          <p14:tracePt t="114024" x="6081713" y="4259263"/>
          <p14:tracePt t="114032" x="6096000" y="4238625"/>
          <p14:tracePt t="114045" x="6110288" y="4224338"/>
          <p14:tracePt t="114046" x="6110288" y="4211638"/>
          <p14:tracePt t="114055" x="6110288" y="4197350"/>
          <p14:tracePt t="114063" x="6122988" y="4197350"/>
          <p14:tracePt t="114072" x="6122988" y="4184650"/>
          <p14:tracePt t="114117" x="6110288" y="4184650"/>
          <p14:tracePt t="114151" x="6096000" y="4184650"/>
          <p14:tracePt t="114175" x="6096000" y="4197350"/>
          <p14:tracePt t="114193" x="6096000" y="4211638"/>
          <p14:tracePt t="114209" x="6096000" y="4224338"/>
          <p14:tracePt t="114232" x="6110288" y="4238625"/>
          <p14:tracePt t="114243" x="6122988" y="4238625"/>
          <p14:tracePt t="114251" x="6137275" y="4238625"/>
          <p14:tracePt t="114262" x="6149975" y="4238625"/>
          <p14:tracePt t="114266" x="6149975" y="4224338"/>
          <p14:tracePt t="114279" x="6170613" y="4211638"/>
          <p14:tracePt t="114284" x="6184900" y="4197350"/>
          <p14:tracePt t="114300" x="6184900" y="4184650"/>
          <p14:tracePt t="114311" x="6184900" y="4170363"/>
          <p14:tracePt t="114317" x="6184900" y="4157663"/>
          <p14:tracePt t="114328" x="6184900" y="4143375"/>
          <p14:tracePt t="114333" x="6184900" y="4122738"/>
          <p14:tracePt t="114344" x="6149975" y="4110038"/>
          <p14:tracePt t="114350" x="6137275" y="4110038"/>
          <p14:tracePt t="114361" x="6122988" y="4110038"/>
          <p14:tracePt t="114365" x="6096000" y="4095750"/>
          <p14:tracePt t="114378" x="6081713" y="4095750"/>
          <p14:tracePt t="114382" x="6069013" y="4095750"/>
          <p14:tracePt t="114391" x="6054725" y="4095750"/>
          <p14:tracePt t="114400" x="6042025" y="4095750"/>
          <p14:tracePt t="114407" x="6021388" y="4095750"/>
          <p14:tracePt t="114416" x="6007100" y="4110038"/>
          <p14:tracePt t="114427" x="6007100" y="4122738"/>
          <p14:tracePt t="114443" x="5994400" y="4122738"/>
          <p14:tracePt t="114449" x="5994400" y="4143375"/>
          <p14:tracePt t="114593" x="6007100" y="4157663"/>
          <p14:tracePt t="114789" x="6021388" y="4157663"/>
          <p14:tracePt t="114799" x="6042025" y="4157663"/>
          <p14:tracePt t="114808" x="6054725" y="4157663"/>
          <p14:tracePt t="114817" x="6069013" y="4157663"/>
          <p14:tracePt t="114830" x="6081713" y="4157663"/>
          <p14:tracePt t="114839" x="6096000" y="4157663"/>
          <p14:tracePt t="114849" x="6110288" y="4157663"/>
          <p14:tracePt t="114863" x="6122988" y="4157663"/>
          <p14:tracePt t="114871" x="6122988" y="4170363"/>
          <p14:tracePt t="114888" x="6137275" y="4170363"/>
          <p14:tracePt t="115198" x="6122988" y="4170363"/>
          <p14:tracePt t="115209" x="6096000" y="4170363"/>
          <p14:tracePt t="115217" x="6069013" y="4170363"/>
          <p14:tracePt t="115227" x="5994400" y="4170363"/>
          <p14:tracePt t="115233" x="5891213" y="4143375"/>
          <p14:tracePt t="115244" x="5694363" y="4095750"/>
          <p14:tracePt t="115250" x="5462588" y="4054475"/>
          <p14:tracePt t="115261" x="5218113" y="3994150"/>
          <p14:tracePt t="115267" x="4919663" y="3911600"/>
          <p14:tracePt t="115274" x="4572000" y="3824288"/>
          <p14:tracePt t="115284" x="4429125" y="3768725"/>
          <p14:tracePt t="115295" x="4122738" y="3667125"/>
          <p14:tracePt t="115300" x="3863975" y="3565525"/>
          <p14:tracePt t="115311" x="3783013" y="3524250"/>
          <p14:tracePt t="115316" x="3721100" y="3497263"/>
          <p14:tracePt t="115329" x="3592513" y="3435350"/>
          <p14:tracePt t="115333" x="3524250" y="3408363"/>
          <p14:tracePt t="115346" x="3476625" y="3381375"/>
          <p14:tracePt t="115347" x="3449638" y="3360738"/>
          <p14:tracePt t="115555" x="3381375" y="3348038"/>
          <p14:tracePt t="115565" x="3265488" y="3333750"/>
          <p14:tracePt t="115574" x="3122613" y="3306763"/>
          <p14:tracePt t="115584" x="2959100" y="3279775"/>
          <p14:tracePt t="115593" x="2762250" y="3252788"/>
          <p14:tracePt t="115600" x="2619375" y="3232150"/>
          <p14:tracePt t="115611" x="2470150" y="3205163"/>
          <p14:tracePt t="115615" x="2327275" y="3176588"/>
          <p14:tracePt t="115628" x="2232025" y="3163888"/>
          <p14:tracePt t="115632" x="2143125" y="3163888"/>
          <p14:tracePt t="115644" x="2081213" y="3149600"/>
          <p14:tracePt t="115645" x="1952625" y="3136900"/>
          <p14:tracePt t="115655" x="1884363" y="3122613"/>
          <p14:tracePt t="115664" x="1824038" y="3122613"/>
          <p14:tracePt t="115673" x="1795463" y="3101975"/>
          <p14:tracePt t="115682" x="1768475" y="3101975"/>
          <p14:tracePt t="115694" x="1755775" y="3101975"/>
          <p14:tracePt t="115751" x="1768475" y="3101975"/>
          <p14:tracePt t="115761" x="1795463" y="3101975"/>
          <p14:tracePt t="115769" x="1824038" y="3101975"/>
          <p14:tracePt t="115779" x="1857375" y="3101975"/>
          <p14:tracePt t="115788" x="1884363" y="3101975"/>
          <p14:tracePt t="115796" x="1911350" y="3101975"/>
          <p14:tracePt t="115808" x="1938338" y="3101975"/>
          <p14:tracePt t="115809" x="1985963" y="3101975"/>
          <p14:tracePt t="115818" x="2014538" y="3101975"/>
          <p14:tracePt t="115827" x="2054225" y="3101975"/>
          <p14:tracePt t="115836" x="2068513" y="3101975"/>
          <p14:tracePt t="115845" x="2101850" y="3089275"/>
          <p14:tracePt t="115858" x="2116138" y="3089275"/>
          <p14:tracePt t="115866" x="2128838" y="3089275"/>
          <p14:tracePt t="115876" x="2128838" y="3074988"/>
          <p14:tracePt t="115915" x="2116138" y="3074988"/>
          <p14:tracePt t="115925" x="2101850" y="3074988"/>
          <p14:tracePt t="115940" x="2081213" y="3074988"/>
          <p14:tracePt t="115957" x="2068513" y="3074988"/>
          <p14:tracePt t="115997" x="2081213" y="3074988"/>
          <p14:tracePt t="116007" x="2116138" y="3074988"/>
          <p14:tracePt t="116015" x="2143125" y="3074988"/>
          <p14:tracePt t="116026" x="2211388" y="3074988"/>
          <p14:tracePt t="116032" x="2312988" y="3074988"/>
          <p14:tracePt t="116042" x="2374900" y="3074988"/>
          <p14:tracePt t="116048" x="2455863" y="3074988"/>
          <p14:tracePt t="116059" x="2503488" y="3074988"/>
          <p14:tracePt t="116065" x="2557463" y="3074988"/>
          <p14:tracePt t="116075" x="2598738" y="3074988"/>
          <p14:tracePt t="116082" x="2633663" y="3074988"/>
          <p14:tracePt t="116092" x="2646363" y="3062288"/>
          <p14:tracePt t="116099" x="2660650" y="3062288"/>
          <p14:tracePt t="116128" x="2646363" y="3062288"/>
          <p14:tracePt t="116137" x="2619375" y="3062288"/>
          <p14:tracePt t="116146" x="2586038" y="3062288"/>
          <p14:tracePt t="116154" x="2571750" y="3062288"/>
          <p14:tracePt t="116164" x="2530475" y="3062288"/>
          <p14:tracePt t="116171" x="2503488" y="3062288"/>
          <p14:tracePt t="116181" x="2490788" y="3062288"/>
          <p14:tracePt t="116187" x="2470150" y="3062288"/>
          <p14:tracePt t="116205" x="2455863" y="3062288"/>
          <p14:tracePt t="116242" x="2470150" y="3062288"/>
          <p14:tracePt t="116251" x="2503488" y="3062288"/>
          <p14:tracePt t="116261" x="2544763" y="3062288"/>
          <p14:tracePt t="116269" x="2557463" y="3062288"/>
          <p14:tracePt t="116278" x="2598738" y="3062288"/>
          <p14:tracePt t="116286" x="2633663" y="3062288"/>
          <p14:tracePt t="116296" x="2660650" y="3062288"/>
          <p14:tracePt t="116304" x="2673350" y="3062288"/>
          <p14:tracePt t="116310" x="2687638" y="3062288"/>
          <p14:tracePt t="116349" x="2646363" y="3062288"/>
          <p14:tracePt t="116359" x="2598738" y="3062288"/>
          <p14:tracePt t="116368" x="2530475" y="3062288"/>
          <p14:tracePt t="116378" x="2470150" y="3062288"/>
          <p14:tracePt t="116385" x="2443163" y="3062288"/>
          <p14:tracePt t="116395" x="2401888" y="3062288"/>
          <p14:tracePt t="116402" x="2360613" y="3062288"/>
          <p14:tracePt t="116412" x="2312988" y="3062288"/>
          <p14:tracePt t="116417" x="2300288" y="3074988"/>
          <p14:tracePt t="116426" x="2286000" y="3074988"/>
          <p14:tracePt t="116435" x="2271713" y="3074988"/>
          <p14:tracePt t="116443" x="2271713" y="3089275"/>
          <p14:tracePt t="116477" x="2271713" y="3101975"/>
          <p14:tracePt t="116483" x="2286000" y="3101975"/>
          <p14:tracePt t="116495" x="2312988" y="3101975"/>
          <p14:tracePt t="116499" x="2387600" y="3122613"/>
          <p14:tracePt t="116511" x="2470150" y="3122613"/>
          <p14:tracePt t="116515" x="2530475" y="3122613"/>
          <p14:tracePt t="116528" x="2673350" y="3122613"/>
          <p14:tracePt t="116531" x="2803525" y="3122613"/>
          <p14:tracePt t="116545" x="2946400" y="3122613"/>
          <p14:tracePt t="116546" x="3021013" y="3122613"/>
          <p14:tracePt t="116555" x="3149600" y="3122613"/>
          <p14:tracePt t="116564" x="3265488" y="3122613"/>
          <p14:tracePt t="116574" x="3306763" y="3122613"/>
          <p14:tracePt t="116582" x="3395663" y="3122613"/>
          <p14:tracePt t="116592" x="3449638" y="3122613"/>
          <p14:tracePt t="116599" x="3497263" y="3122613"/>
          <p14:tracePt t="116609" x="3538538" y="3122613"/>
          <p14:tracePt t="116615" x="3551238" y="3136900"/>
          <p14:tracePt t="116626" x="3565525" y="3136900"/>
          <p14:tracePt t="116815" x="3592513" y="3136900"/>
          <p14:tracePt t="116826" x="3640138" y="3136900"/>
          <p14:tracePt t="116834" x="3667125" y="3136900"/>
          <p14:tracePt t="116844" x="3708400" y="3122613"/>
          <p14:tracePt t="116851" x="3768725" y="3122613"/>
          <p14:tracePt t="116862" x="3851275" y="3101975"/>
          <p14:tracePt t="116869" x="3952875" y="3089275"/>
          <p14:tracePt t="116880" x="4027488" y="3089275"/>
          <p14:tracePt t="116884" x="4122738" y="3089275"/>
          <p14:tracePt t="116896" x="4224338" y="3074988"/>
          <p14:tracePt t="116901" x="4327525" y="3074988"/>
          <p14:tracePt t="116912" x="4402138" y="3074988"/>
          <p14:tracePt t="116914" x="4429125" y="3074988"/>
          <p14:tracePt t="116923" x="4483100" y="3074988"/>
          <p14:tracePt t="116933" x="4518025" y="3074988"/>
          <p14:tracePt t="116941" x="4545013" y="3074988"/>
          <p14:tracePt t="116950" x="4557713" y="3074988"/>
          <p14:tracePt t="116958" x="4572000" y="3074988"/>
          <p14:tracePt t="117093" x="4572000" y="3089275"/>
          <p14:tracePt t="117103" x="4598988" y="3101975"/>
          <p14:tracePt t="117113" x="4646613" y="3136900"/>
          <p14:tracePt t="117121" x="4687888" y="3205163"/>
          <p14:tracePt t="117131" x="4776788" y="3292475"/>
          <p14:tracePt t="117140" x="4857750" y="3408363"/>
          <p14:tracePt t="117148" x="4959350" y="3565525"/>
          <p14:tracePt t="117158" x="5102225" y="3756025"/>
          <p14:tracePt t="117162" x="5232400" y="3925888"/>
          <p14:tracePt t="117175" x="5375275" y="4110038"/>
          <p14:tracePt t="117446" x="5387975" y="4110038"/>
          <p14:tracePt t="117455" x="5435600" y="4122738"/>
          <p14:tracePt t="117465" x="5476875" y="4143375"/>
          <p14:tracePt t="117475" x="5518150" y="4143375"/>
          <p14:tracePt t="117484" x="5592763" y="4157663"/>
          <p14:tracePt t="117491" x="5646738" y="4157663"/>
          <p14:tracePt t="117501" x="5762625" y="4157663"/>
          <p14:tracePt t="117505" x="5837238" y="4157663"/>
          <p14:tracePt t="117517" x="5938838" y="4157663"/>
          <p14:tracePt t="117523" x="6021388" y="4157663"/>
          <p14:tracePt t="117533" x="6069013" y="4157663"/>
          <p14:tracePt t="117540" x="6122988" y="4122738"/>
          <p14:tracePt t="117550" x="6170613" y="4110038"/>
          <p14:tracePt t="117556" x="6197600" y="4110038"/>
          <p14:tracePt t="117567" x="6197600" y="4095750"/>
          <p14:tracePt t="117571" x="6211888" y="4081463"/>
          <p14:tracePt t="117586" x="6211888" y="4068763"/>
          <p14:tracePt t="117595" x="6149975" y="4054475"/>
          <p14:tracePt t="117604" x="6096000" y="4054475"/>
          <p14:tracePt t="117613" x="6021388" y="4054475"/>
          <p14:tracePt t="117622" x="5938838" y="4054475"/>
          <p14:tracePt t="117630" x="5864225" y="4054475"/>
          <p14:tracePt t="117638" x="5795963" y="4054475"/>
          <p14:tracePt t="117645" x="5721350" y="4095750"/>
          <p14:tracePt t="117655" x="5694363" y="4122738"/>
          <p14:tracePt t="117663" x="5667375" y="4157663"/>
          <p14:tracePt t="117670" x="5634038" y="4184650"/>
          <p14:tracePt t="117684" x="5619750" y="4211638"/>
          <p14:tracePt t="117684" x="5619750" y="4238625"/>
          <p14:tracePt t="117694" x="5619750" y="4259263"/>
          <p14:tracePt t="117703" x="5619750" y="4300538"/>
          <p14:tracePt t="117711" x="5619750" y="4313238"/>
          <p14:tracePt t="117720" x="5667375" y="4313238"/>
          <p14:tracePt t="117727" x="5708650" y="4327525"/>
          <p14:tracePt t="117736" x="5762625" y="4327525"/>
          <p14:tracePt t="117744" x="5824538" y="4327525"/>
          <p14:tracePt t="117752" x="5891213" y="4327525"/>
          <p14:tracePt t="117761" x="5980113" y="4313238"/>
          <p14:tracePt t="117767" x="6054725" y="4271963"/>
          <p14:tracePt t="117778" x="6122988" y="4211638"/>
          <p14:tracePt t="117784" x="6137275" y="4197350"/>
          <p14:tracePt t="117795" x="6197600" y="4157663"/>
          <p14:tracePt t="117803" x="6224588" y="4110038"/>
          <p14:tracePt t="117816" x="6238875" y="4081463"/>
          <p14:tracePt t="117817" x="6253163" y="4068763"/>
          <p14:tracePt t="117825" x="6253163" y="4041775"/>
          <p14:tracePt t="117835" x="6253163" y="4027488"/>
          <p14:tracePt t="117843" x="6253163" y="4014788"/>
          <p14:tracePt t="117853" x="6253163" y="3994150"/>
          <p14:tracePt t="117859" x="6238875" y="3994150"/>
          <p14:tracePt t="117870" x="6197600" y="3994150"/>
          <p14:tracePt t="117873" x="6170613" y="3994150"/>
          <p14:tracePt t="117886" x="6149975" y="3994150"/>
          <p14:tracePt t="117894" x="6110288" y="4027488"/>
          <p14:tracePt t="117900" x="6096000" y="4041775"/>
          <p14:tracePt t="117910" x="6069013" y="4081463"/>
          <p14:tracePt t="117916" x="6054725" y="4110038"/>
          <p14:tracePt t="117927" x="6042025" y="4157663"/>
          <p14:tracePt t="117933" x="6042025" y="4197350"/>
          <p14:tracePt t="117943" x="6042025" y="4259263"/>
          <p14:tracePt t="117951" x="6042025" y="4313238"/>
          <p14:tracePt t="117956" x="6054725" y="4354513"/>
          <p14:tracePt t="117970" x="6081713" y="4402138"/>
          <p14:tracePt t="117971" x="6110288" y="4443413"/>
          <p14:tracePt t="117982" x="6170613" y="4483100"/>
          <p14:tracePt t="117990" x="6211888" y="4518025"/>
          <p14:tracePt t="118000" x="6253163" y="4530725"/>
          <p14:tracePt t="118007" x="6300788" y="4545013"/>
          <p14:tracePt t="118018" x="6354763" y="4545013"/>
          <p14:tracePt t="118022" x="6408738" y="4545013"/>
          <p14:tracePt t="118033" x="6456363" y="4545013"/>
          <p14:tracePt t="118038" x="6470650" y="4545013"/>
          <p14:tracePt t="118050" x="6497638" y="4518025"/>
          <p14:tracePt t="118055" x="6524625" y="4483100"/>
          <p14:tracePt t="118067" x="6545263" y="4456113"/>
          <p14:tracePt t="118072" x="6557963" y="4429125"/>
          <p14:tracePt t="118086" x="6557963" y="4387850"/>
          <p14:tracePt t="118087" x="6557963" y="4367213"/>
          <p14:tracePt t="118095" x="6545263" y="4340225"/>
          <p14:tracePt t="118102" x="6524625" y="4340225"/>
          <p14:tracePt t="118112" x="6497638" y="4327525"/>
          <p14:tracePt t="118118" x="6470650" y="4313238"/>
          <p14:tracePt t="118129" x="6443663" y="4313238"/>
          <p14:tracePt t="118135" x="6429375" y="4313238"/>
          <p14:tracePt t="118145" x="6396038" y="4313238"/>
          <p14:tracePt t="118153" x="6367463" y="4313238"/>
          <p14:tracePt t="118169" x="6354763" y="4313238"/>
          <p14:tracePt t="118177" x="6340475" y="4313238"/>
          <p14:tracePt t="118186" x="6327775" y="4313238"/>
          <p14:tracePt t="118194" x="6313488" y="4313238"/>
          <p14:tracePt t="118202" x="6300788" y="4327525"/>
          <p14:tracePt t="118211" x="6280150" y="4340225"/>
          <p14:tracePt t="118220" x="6265863" y="4340225"/>
          <p14:tracePt t="118225" x="6265863" y="4354513"/>
          <p14:tracePt t="118236" x="6253163" y="4367213"/>
          <p14:tracePt t="118244" x="6253163" y="4387850"/>
          <p14:tracePt t="118251" x="6238875" y="4402138"/>
          <p14:tracePt t="118267" x="6238875" y="4414838"/>
          <p14:tracePt t="118275" x="6238875" y="4429125"/>
          <p14:tracePt t="118285" x="6238875" y="4443413"/>
          <p14:tracePt t="118302" x="6238875" y="4456113"/>
          <p14:tracePt t="118322" x="6238875" y="4470400"/>
          <p14:tracePt t="118371" x="6224588" y="4456113"/>
          <p14:tracePt t="118380" x="6197600" y="4443413"/>
          <p14:tracePt t="118389" x="6170613" y="4429125"/>
          <p14:tracePt t="118400" x="6137275" y="4429125"/>
          <p14:tracePt t="118406" x="6110288" y="4414838"/>
          <p14:tracePt t="118418" x="6081713" y="4402138"/>
          <p14:tracePt t="118424" x="6054725" y="4387850"/>
          <p14:tracePt t="118435" x="6042025" y="4367213"/>
          <p14:tracePt t="118439" x="6021388" y="4367213"/>
          <p14:tracePt t="118451" x="6007100" y="4367213"/>
          <p14:tracePt t="118455" x="5994400" y="4354513"/>
          <p14:tracePt t="118471" x="5980113" y="4354513"/>
          <p14:tracePt t="118567" x="5980113" y="4340225"/>
          <p14:tracePt t="118674" x="5980113" y="4327525"/>
          <p14:tracePt t="118698" x="5980113" y="4313238"/>
          <p14:tracePt t="118708" x="5994400" y="4313238"/>
          <p14:tracePt t="118716" x="6021388" y="4300538"/>
          <p14:tracePt t="118726" x="6042025" y="4300538"/>
          <p14:tracePt t="118734" x="6069013" y="4300538"/>
          <p14:tracePt t="118741" x="6110288" y="4286250"/>
          <p14:tracePt t="118751" x="6122988" y="4286250"/>
          <p14:tracePt t="118757" x="6149975" y="4286250"/>
          <p14:tracePt t="118767" x="6170613" y="4286250"/>
          <p14:tracePt t="118774" x="6197600" y="4286250"/>
          <p14:tracePt t="118784" x="6211888" y="4271963"/>
          <p14:tracePt t="118800" x="6224588" y="4271963"/>
          <p14:tracePt t="118838" x="6224588" y="4259263"/>
          <p14:tracePt t="118847" x="6211888" y="4259263"/>
          <p14:tracePt t="118857" x="6197600" y="4259263"/>
          <p14:tracePt t="118865" x="6170613" y="4259263"/>
          <p14:tracePt t="118875" x="6137275" y="4259263"/>
          <p14:tracePt t="118883" x="6110288" y="4259263"/>
          <p14:tracePt t="118893" x="6081713" y="4259263"/>
          <p14:tracePt t="118899" x="6069013" y="4259263"/>
          <p14:tracePt t="118909" x="6042025" y="4259263"/>
          <p14:tracePt t="118914" x="6021388" y="4259263"/>
          <p14:tracePt t="118925" x="6007100" y="4259263"/>
          <p14:tracePt t="118931" x="5994400" y="4259263"/>
          <p14:tracePt t="119001" x="6007100" y="4259263"/>
          <p14:tracePt t="119010" x="6042025" y="4238625"/>
          <p14:tracePt t="119020" x="6054725" y="4224338"/>
          <p14:tracePt t="119029" x="6069013" y="4224338"/>
          <p14:tracePt t="119038" x="6081713" y="4211638"/>
          <p14:tracePt t="119047" x="6096000" y="4211638"/>
          <p14:tracePt t="119053" x="6110288" y="4211638"/>
          <p14:tracePt t="119099" x="6096000" y="4211638"/>
          <p14:tracePt t="119109" x="6081713" y="4211638"/>
          <p14:tracePt t="119117" x="6069013" y="4211638"/>
          <p14:tracePt t="119127" x="6054725" y="4211638"/>
          <p14:tracePt t="119135" x="6042025" y="4211638"/>
          <p14:tracePt t="119144" x="6021388" y="4211638"/>
          <p14:tracePt t="119157" x="6007100" y="4211638"/>
          <p14:tracePt t="119230" x="6021388" y="4211638"/>
          <p14:tracePt t="119240" x="6042025" y="4211638"/>
          <p14:tracePt t="119249" x="6054725" y="4197350"/>
          <p14:tracePt t="119259" x="6069013" y="4197350"/>
          <p14:tracePt t="119272" x="6081713" y="4197350"/>
          <p14:tracePt t="119288" x="6081713" y="4184650"/>
          <p14:tracePt t="119362" x="6069013" y="4184650"/>
          <p14:tracePt t="119550" x="6054725" y="4184650"/>
          <p14:tracePt t="119827" x="6042025" y="4184650"/>
          <p14:tracePt t="119959" x="6054725" y="4184650"/>
          <p14:tracePt t="119975" x="6069013" y="4184650"/>
          <p14:tracePt t="119992" x="6081713" y="4184650"/>
          <p14:tracePt t="120024" x="6096000" y="4184650"/>
          <p14:tracePt t="120065" x="6081713" y="4184650"/>
          <p14:tracePt t="120074" x="6069013" y="4184650"/>
          <p14:tracePt t="120083" x="6054725" y="4184650"/>
          <p14:tracePt t="120093" x="6042025" y="4184650"/>
          <p14:tracePt t="120101" x="6021388" y="4184650"/>
          <p14:tracePt t="120116" x="6007100" y="4184650"/>
          <p14:tracePt t="120131" x="6007100" y="4197350"/>
          <p14:tracePt t="120246" x="6021388" y="4197350"/>
          <p14:tracePt t="120278" x="6042025" y="4197350"/>
          <p14:tracePt t="120507" x="6069013" y="4184650"/>
          <p14:tracePt t="120517" x="6110288" y="4157663"/>
          <p14:tracePt t="120527" x="6149975" y="4122738"/>
          <p14:tracePt t="120533" x="6197600" y="4095750"/>
          <p14:tracePt t="120543" x="6238875" y="4068763"/>
          <p14:tracePt t="120550" x="6253163" y="4054475"/>
          <p14:tracePt t="120559" x="6280150" y="4027488"/>
          <p14:tracePt t="120567" x="6300788" y="3994150"/>
          <p14:tracePt t="120575" x="6313488" y="3979863"/>
          <p14:tracePt t="120585" x="6327775" y="3967163"/>
          <p14:tracePt t="120593" x="6327775" y="3952875"/>
          <p14:tracePt t="120600" x="6327775" y="3938588"/>
          <p14:tracePt t="120618" x="6327775" y="3925888"/>
          <p14:tracePt t="120637" x="6313488" y="3911600"/>
          <p14:tracePt t="120642" x="6280150" y="3911600"/>
          <p14:tracePt t="120650" x="6238875" y="3911600"/>
          <p14:tracePt t="120658" x="6211888" y="3911600"/>
          <p14:tracePt t="120665" x="6170613" y="3911600"/>
          <p14:tracePt t="120672" x="6110288" y="3911600"/>
          <p14:tracePt t="120681" x="6069013" y="3938588"/>
          <p14:tracePt t="120690" x="6021388" y="3967163"/>
          <p14:tracePt t="120698" x="5967413" y="3994150"/>
          <p14:tracePt t="120705" x="5953125" y="4014788"/>
          <p14:tracePt t="120714" x="5926138" y="4041775"/>
          <p14:tracePt t="120721" x="5891213" y="4054475"/>
          <p14:tracePt t="120730" x="5878513" y="4081463"/>
          <p14:tracePt t="120738" x="5864225" y="4095750"/>
          <p14:tracePt t="120747" x="5851525" y="4110038"/>
          <p14:tracePt t="120754" x="5851525" y="4143375"/>
          <p14:tracePt t="120765" x="5851525" y="4170363"/>
          <p14:tracePt t="120771" x="5851525" y="4184650"/>
          <p14:tracePt t="120781" x="5864225" y="4197350"/>
          <p14:tracePt t="120788" x="5891213" y="4224338"/>
          <p14:tracePt t="120797" x="5953125" y="4238625"/>
          <p14:tracePt t="120805" x="5994400" y="4259263"/>
          <p14:tracePt t="120814" x="6069013" y="4271963"/>
          <p14:tracePt t="120821" x="6149975" y="4286250"/>
          <p14:tracePt t="120830" x="6238875" y="4286250"/>
          <p14:tracePt t="120839" x="6327775" y="4286250"/>
          <p14:tracePt t="120847" x="6408738" y="4286250"/>
          <p14:tracePt t="120855" x="6497638" y="4271963"/>
          <p14:tracePt t="120863" x="6524625" y="4271963"/>
          <p14:tracePt t="120871" x="6572250" y="4259263"/>
          <p14:tracePt t="120882" x="6599238" y="4238625"/>
          <p14:tracePt t="120887" x="6626225" y="4238625"/>
          <p14:tracePt t="120902" x="6640513" y="4238625"/>
          <p14:tracePt t="120910" x="6640513" y="4224338"/>
          <p14:tracePt t="121105" x="6673850" y="4224338"/>
          <p14:tracePt t="121114" x="6700838" y="4224338"/>
          <p14:tracePt t="121123" x="6729413" y="4224338"/>
          <p14:tracePt t="121131" x="6769100" y="4224338"/>
          <p14:tracePt t="121140" x="6804025" y="4224338"/>
          <p14:tracePt t="121150" x="6872288" y="4224338"/>
          <p14:tracePt t="121159" x="6946900" y="4211638"/>
          <p14:tracePt t="121169" x="7027863" y="4197350"/>
          <p14:tracePt t="121173" x="7116763" y="4197350"/>
          <p14:tracePt t="121181" x="7205663" y="4184650"/>
          <p14:tracePt t="121196" x="7232650" y="4184650"/>
          <p14:tracePt t="121197" x="7286625" y="4170363"/>
          <p14:tracePt t="121206" x="7334250" y="4170363"/>
          <p14:tracePt t="121215" x="7361238" y="4157663"/>
          <p14:tracePt t="121223" x="7388225" y="4157663"/>
          <p14:tracePt t="121230" x="7402513" y="4157663"/>
          <p14:tracePt t="121249" x="7415213" y="4157663"/>
          <p14:tracePt t="121564" x="7402513" y="4157663"/>
          <p14:tracePt t="121580" x="7388225" y="4157663"/>
          <p14:tracePt t="121596" x="7375525" y="4157663"/>
          <p14:tracePt t="121629" x="7361238" y="4157663"/>
          <p14:tracePt t="122112" x="7361238" y="4122738"/>
          <p14:tracePt t="122121" x="7361238" y="4095750"/>
          <p14:tracePt t="122130" x="7361238" y="4068763"/>
          <p14:tracePt t="122139" x="7361238" y="4027488"/>
          <p14:tracePt t="122146" x="7348538" y="3967163"/>
          <p14:tracePt t="122158" x="7348538" y="3911600"/>
          <p14:tracePt t="122163" x="7348538" y="3851275"/>
          <p14:tracePt t="122174" x="7348538" y="3795713"/>
          <p14:tracePt t="122182" x="7334250" y="3735388"/>
          <p14:tracePt t="122193" x="7334250" y="3694113"/>
          <p14:tracePt t="122197" x="7319963" y="3640138"/>
          <p14:tracePt t="122210" x="7319963" y="3578225"/>
          <p14:tracePt t="122211" x="7286625" y="3509963"/>
          <p14:tracePt t="122220" x="7245350" y="3408363"/>
          <p14:tracePt t="122229" x="7191375" y="3319463"/>
          <p14:tracePt t="122238" x="7015163" y="3136900"/>
          <p14:tracePt t="122247" x="6946900" y="3062288"/>
          <p14:tracePt t="122254" x="6769100" y="2919413"/>
          <p14:tracePt t="122263" x="6429375" y="2646363"/>
          <p14:tracePt t="122271" x="6197600" y="2503488"/>
          <p14:tracePt t="122278" x="6081713" y="2428875"/>
          <p14:tracePt t="122288" x="5980113" y="2360613"/>
          <p14:tracePt t="122295" x="5824538" y="2259013"/>
          <p14:tracePt t="122304" x="5681663" y="2184400"/>
          <p14:tracePt t="122312" x="5634038" y="2157413"/>
          <p14:tracePt t="122322" x="5565775" y="2116138"/>
          <p14:tracePt t="122329" x="5503863" y="2101850"/>
          <p14:tracePt t="122342" x="5476875" y="2081213"/>
          <p14:tracePt t="122343" x="5462588" y="2068513"/>
          <p14:tracePt t="122352" x="5449888" y="2068513"/>
          <p14:tracePt t="122530" x="5422900" y="2068513"/>
          <p14:tracePt t="122539" x="5360988" y="2068513"/>
          <p14:tracePt t="122548" x="5245100" y="2068513"/>
          <p14:tracePt t="122557" x="5075238" y="2068513"/>
          <p14:tracePt t="122565" x="4905375" y="2081213"/>
          <p14:tracePt t="122574" x="4729163" y="2101850"/>
          <p14:tracePt t="122585" x="4518025" y="2128838"/>
          <p14:tracePt t="122589" x="4340225" y="2157413"/>
          <p14:tracePt t="122602" x="3952875" y="2197100"/>
          <p14:tracePt t="122606" x="3592513" y="2232025"/>
          <p14:tracePt t="122614" x="3422650" y="2232025"/>
          <p14:tracePt t="122623" x="3279775" y="2244725"/>
          <p14:tracePt t="122634" x="3062288" y="2259013"/>
          <p14:tracePt t="122639" x="2863850" y="2271713"/>
          <p14:tracePt t="122651" x="2803525" y="2271713"/>
          <p14:tracePt t="122655" x="2700338" y="2286000"/>
          <p14:tracePt t="122668" x="2619375" y="2286000"/>
          <p14:tracePt t="122672" x="2586038" y="2286000"/>
          <p14:tracePt t="122685" x="2557463" y="2286000"/>
          <p14:tracePt t="122686" x="2530475" y="2286000"/>
          <p14:tracePt t="122701" x="2517775" y="2286000"/>
          <p14:tracePt t="122775" x="2517775" y="2271713"/>
          <p14:tracePt t="122785" x="2530475" y="2271713"/>
          <p14:tracePt t="122794" x="2530475" y="2259013"/>
          <p14:tracePt t="122804" x="2557463" y="2232025"/>
          <p14:tracePt t="122811" x="2557463" y="2211388"/>
          <p14:tracePt t="122819" x="2571750" y="2197100"/>
          <p14:tracePt t="122827" x="2586038" y="2170113"/>
          <p14:tracePt t="122834" x="2598738" y="2157413"/>
          <p14:tracePt t="122843" x="2598738" y="2143125"/>
          <p14:tracePt t="122853" x="2598738" y="2101850"/>
          <p14:tracePt t="122860" x="2598738" y="2081213"/>
          <p14:tracePt t="122870" x="2598738" y="2054225"/>
          <p14:tracePt t="122877" x="2586038" y="2027238"/>
          <p14:tracePt t="122884" x="2530475" y="1985963"/>
          <p14:tracePt t="122896" x="2470150" y="1938338"/>
          <p14:tracePt t="122900" x="2414588" y="1898650"/>
          <p14:tracePt t="122912" x="2387600" y="1871663"/>
          <p14:tracePt t="122918" x="2327275" y="1857375"/>
          <p14:tracePt t="122928" x="2286000" y="1824038"/>
          <p14:tracePt t="122934" x="2244725" y="1809750"/>
          <p14:tracePt t="122950" x="2184400" y="1809750"/>
          <p14:tracePt t="122958" x="2170113" y="1809750"/>
          <p14:tracePt t="122968" x="2143125" y="1809750"/>
          <p14:tracePt t="122975" x="2143125" y="1824038"/>
          <p14:tracePt t="122985" x="2128838" y="1871663"/>
          <p14:tracePt t="122992" x="2128838" y="1898650"/>
          <p14:tracePt t="123002" x="2128838" y="1938338"/>
          <p14:tracePt t="123009" x="2128838" y="2000250"/>
          <p14:tracePt t="123019" x="2128838" y="2041525"/>
          <p14:tracePt t="123023" x="2128838" y="2116138"/>
          <p14:tracePt t="123036" x="2143125" y="2170113"/>
          <p14:tracePt t="123040" x="2170113" y="2232025"/>
          <p14:tracePt t="123054" x="2197100" y="2271713"/>
          <p14:tracePt t="123055" x="2232025" y="2327275"/>
          <p14:tracePt t="123066" x="2286000" y="2374900"/>
          <p14:tracePt t="123074" x="2327275" y="2401888"/>
          <p14:tracePt t="123085" x="2374900" y="2414588"/>
          <p14:tracePt t="123089" x="2428875" y="2428875"/>
          <p14:tracePt t="123102" x="2490788" y="2428875"/>
          <p14:tracePt t="123106" x="2544763" y="2428875"/>
          <p14:tracePt t="123117" x="2586038" y="2401888"/>
          <p14:tracePt t="123122" x="2646363" y="2360613"/>
          <p14:tracePt t="123135" x="2687638" y="2312988"/>
          <p14:tracePt t="123139" x="2735263" y="2271713"/>
          <p14:tracePt t="123153" x="2762250" y="2211388"/>
          <p14:tracePt t="123154" x="2776538" y="2170113"/>
          <p14:tracePt t="123163" x="2789238" y="2128838"/>
          <p14:tracePt t="123171" x="2803525" y="2068513"/>
          <p14:tracePt t="123180" x="2803525" y="2027238"/>
          <p14:tracePt t="123188" x="2803525" y="1985963"/>
          <p14:tracePt t="123197" x="2789238" y="1925638"/>
          <p14:tracePt t="123204" x="2762250" y="1884363"/>
          <p14:tracePt t="123213" x="2714625" y="1857375"/>
          <p14:tracePt t="123221" x="2673350" y="1824038"/>
          <p14:tracePt t="123230" x="2633663" y="1809750"/>
          <p14:tracePt t="123237" x="2571750" y="1795463"/>
          <p14:tracePt t="123247" x="2517775" y="1795463"/>
          <p14:tracePt t="123254" x="2455863" y="1795463"/>
          <p14:tracePt t="123263" x="2401888" y="1795463"/>
          <p14:tracePt t="123270" x="2339975" y="1809750"/>
          <p14:tracePt t="123283" x="2300288" y="1857375"/>
          <p14:tracePt t="123284" x="2259013" y="1884363"/>
          <p14:tracePt t="123293" x="2211388" y="1925638"/>
          <p14:tracePt t="123303" x="2184400" y="1973263"/>
          <p14:tracePt t="123312" x="2170113" y="2014538"/>
          <p14:tracePt t="123320" x="2143125" y="2068513"/>
          <p14:tracePt t="123334" x="2143125" y="2128838"/>
          <p14:tracePt t="123334" x="2143125" y="2184400"/>
          <p14:tracePt t="123343" x="2143125" y="2271713"/>
          <p14:tracePt t="123352" x="2143125" y="2339975"/>
          <p14:tracePt t="123359" x="2157413" y="2401888"/>
          <p14:tracePt t="123370" x="2184400" y="2455863"/>
          <p14:tracePt t="123377" x="2232025" y="2517775"/>
          <p14:tracePt t="123385" x="2271713" y="2544763"/>
          <p14:tracePt t="123396" x="2312988" y="2571750"/>
          <p14:tracePt t="123398" x="2387600" y="2586038"/>
          <p14:tracePt t="123408" x="2443163" y="2586038"/>
          <p14:tracePt t="123418" x="2503488" y="2586038"/>
          <p14:tracePt t="123425" x="2557463" y="2586038"/>
          <p14:tracePt t="123436" x="2633663" y="2544763"/>
          <p14:tracePt t="123441" x="2700338" y="2490788"/>
          <p14:tracePt t="123453" x="2762250" y="2428875"/>
          <p14:tracePt t="123457" x="2816225" y="2360613"/>
          <p14:tracePt t="123470" x="2863850" y="2286000"/>
          <p14:tracePt t="123474" x="2890838" y="2232025"/>
          <p14:tracePt t="123487" x="2919413" y="2157413"/>
          <p14:tracePt t="123491" x="2932113" y="2101850"/>
          <p14:tracePt t="123504" x="2932113" y="2054225"/>
          <p14:tracePt t="123505" x="2932113" y="1985963"/>
          <p14:tracePt t="123514" x="2919413" y="1938338"/>
          <p14:tracePt t="123523" x="2890838" y="1898650"/>
          <p14:tracePt t="123533" x="2843213" y="1871663"/>
          <p14:tracePt t="123541" x="2803525" y="1836738"/>
          <p14:tracePt t="123552" x="2747963" y="1824038"/>
          <p14:tracePt t="123557" x="2700338" y="1824038"/>
          <p14:tracePt t="123569" x="2660650" y="1824038"/>
          <p14:tracePt t="123570" x="2619375" y="1824038"/>
          <p14:tracePt t="123580" x="2586038" y="1824038"/>
          <p14:tracePt t="123589" x="2557463" y="1857375"/>
          <p14:tracePt t="123597" x="2530475" y="1871663"/>
          <p14:tracePt t="123606" x="2517775" y="1898650"/>
          <p14:tracePt t="123614" x="2503488" y="1925638"/>
          <p14:tracePt t="123622" x="2503488" y="1973263"/>
          <p14:tracePt t="123631" x="2503488" y="2000250"/>
          <p14:tracePt t="123637" x="2503488" y="2027238"/>
          <p14:tracePt t="123647" x="2503488" y="2054225"/>
          <p14:tracePt t="123656" x="2530475" y="2081213"/>
          <p14:tracePt t="123664" x="2571750" y="2116138"/>
          <p14:tracePt t="123671" x="2598738" y="2128838"/>
          <p14:tracePt t="123687" x="2646363" y="2157413"/>
          <p14:tracePt t="123688" x="2687638" y="2157413"/>
          <p14:tracePt t="123696" x="2747963" y="2170113"/>
          <p14:tracePt t="123708" x="2803525" y="2170113"/>
          <p14:tracePt t="123719" x="2890838" y="2157413"/>
          <p14:tracePt t="123728" x="2919413" y="2143125"/>
          <p14:tracePt t="123735" x="2946400" y="2101850"/>
          <p14:tracePt t="123747" x="2946400" y="2068513"/>
          <p14:tracePt t="123753" x="2959100" y="2027238"/>
          <p14:tracePt t="123763" x="2959100" y="1985963"/>
          <p14:tracePt t="123769" x="2959100" y="1938338"/>
          <p14:tracePt t="123779" x="2959100" y="1898650"/>
          <p14:tracePt t="123785" x="2932113" y="1857375"/>
          <p14:tracePt t="123795" x="2905125" y="1836738"/>
          <p14:tracePt t="123801" x="2878138" y="1824038"/>
          <p14:tracePt t="123812" x="2830513" y="1809750"/>
          <p14:tracePt t="123820" x="2816225" y="1795463"/>
          <p14:tracePt t="123829" x="2789238" y="1795463"/>
          <p14:tracePt t="123836" x="2747963" y="1795463"/>
          <p14:tracePt t="123843" x="2735263" y="1795463"/>
          <p14:tracePt t="124085" x="2747963" y="1795463"/>
          <p14:tracePt t="124094" x="2776538" y="1836738"/>
          <p14:tracePt t="124103" x="2816225" y="1884363"/>
          <p14:tracePt t="124112" x="2905125" y="1973263"/>
          <p14:tracePt t="124119" x="2946400" y="2000250"/>
          <p14:tracePt t="124128" x="3021013" y="2054225"/>
          <p14:tracePt t="124139" x="3101975" y="2116138"/>
          <p14:tracePt t="124146" x="3232150" y="2197100"/>
          <p14:tracePt t="124157" x="3306763" y="2232025"/>
          <p14:tracePt t="124162" x="3462338" y="2300288"/>
          <p14:tracePt t="124174" x="3592513" y="2339975"/>
          <p14:tracePt t="124180" x="3652838" y="2360613"/>
          <p14:tracePt t="124195" x="3783013" y="2387600"/>
          <p14:tracePt t="124196" x="3898900" y="2414588"/>
          <p14:tracePt t="124221" x="4027488" y="2428875"/>
          <p14:tracePt t="124222" x="4271963" y="2455863"/>
          <p14:tracePt t="124228" x="4387850" y="2455863"/>
          <p14:tracePt t="124239" x="4483100" y="2455863"/>
          <p14:tracePt t="124243" x="4572000" y="2455863"/>
          <p14:tracePt t="124253" x="4660900" y="2428875"/>
          <p14:tracePt t="124260" x="4729163" y="2374900"/>
          <p14:tracePt t="124269" x="4803775" y="2327275"/>
          <p14:tracePt t="124276" x="4857750" y="2259013"/>
          <p14:tracePt t="124286" x="4932363" y="2184400"/>
          <p14:tracePt t="124293" x="4973638" y="2116138"/>
          <p14:tracePt t="124300" x="4986338" y="2081213"/>
          <p14:tracePt t="124312" x="5000625" y="2027238"/>
          <p14:tracePt t="124318" x="5033963" y="1973263"/>
          <p14:tracePt t="124327" x="5048250" y="1925638"/>
          <p14:tracePt t="124340" x="5048250" y="1898650"/>
          <p14:tracePt t="124341" x="5048250" y="1871663"/>
          <p14:tracePt t="124350" x="5048250" y="1836738"/>
          <p14:tracePt t="124359" x="5048250" y="1809750"/>
          <p14:tracePt t="124367" x="5048250" y="1795463"/>
          <p14:tracePt t="124375" x="5048250" y="1782763"/>
          <p14:tracePt t="124384" x="5048250" y="1755775"/>
          <p14:tracePt t="124391" x="5048250" y="1741488"/>
          <p14:tracePt t="124400" x="5048250" y="1728788"/>
          <p14:tracePt t="124407" x="5033963" y="1708150"/>
          <p14:tracePt t="124424" x="5021263" y="1693863"/>
          <p14:tracePt t="124435" x="5000625" y="1681163"/>
          <p14:tracePt t="124442" x="4986338" y="1666875"/>
          <p14:tracePt t="124449" x="4973638" y="1652588"/>
          <p14:tracePt t="124458" x="4959350" y="1652588"/>
          <p14:tracePt t="124467" x="4946650" y="1639888"/>
          <p14:tracePt t="124474" x="4919663" y="1639888"/>
          <p14:tracePt t="124483" x="4884738" y="1625600"/>
          <p14:tracePt t="124490" x="4872038" y="1625600"/>
          <p14:tracePt t="124500" x="4843463" y="1612900"/>
          <p14:tracePt t="124507" x="4816475" y="1612900"/>
          <p14:tracePt t="124517" x="4803775" y="1612900"/>
          <p14:tracePt t="124522" x="4776788" y="1612900"/>
          <p14:tracePt t="124530" x="4741863" y="1612900"/>
          <p14:tracePt t="124541" x="4729163" y="1612900"/>
          <p14:tracePt t="124546" x="4700588" y="1612900"/>
          <p14:tracePt t="124560" x="4687888" y="1625600"/>
          <p14:tracePt t="124561" x="4660900" y="1666875"/>
          <p14:tracePt t="124572" x="4660900" y="1693863"/>
          <p14:tracePt t="124580" x="4646613" y="1728788"/>
          <p14:tracePt t="124590" x="4646613" y="1755775"/>
          <p14:tracePt t="124597" x="4646613" y="1782763"/>
          <p14:tracePt t="124607" x="4646613" y="1824038"/>
          <p14:tracePt t="124611" x="4646613" y="1836738"/>
          <p14:tracePt t="124623" x="4646613" y="1871663"/>
          <p14:tracePt t="124629" x="4660900" y="1884363"/>
          <p14:tracePt t="124641" x="4687888" y="1911350"/>
          <p14:tracePt t="124645" x="4700588" y="1911350"/>
          <p14:tracePt t="124658" x="4729163" y="1911350"/>
          <p14:tracePt t="124659" x="4756150" y="1911350"/>
          <p14:tracePt t="124668" x="4776788" y="1898650"/>
          <p14:tracePt t="124678" x="4803775" y="1884363"/>
          <p14:tracePt t="124704" x="4816475" y="1871663"/>
          <p14:tracePt t="124705" x="4843463" y="1836738"/>
          <p14:tracePt t="124713" x="4843463" y="1824038"/>
          <p14:tracePt t="124921" x="4843463" y="1836738"/>
          <p14:tracePt t="124929" x="4843463" y="1884363"/>
          <p14:tracePt t="124940" x="4872038" y="1925638"/>
          <p14:tracePt t="124948" x="4919663" y="2000250"/>
          <p14:tracePt t="124958" x="4959350" y="2054225"/>
          <p14:tracePt t="124965" x="5000625" y="2101850"/>
          <p14:tracePt t="124972" x="5089525" y="2197100"/>
          <p14:tracePt t="124983" x="5191125" y="2271713"/>
          <p14:tracePt t="124993" x="5292725" y="2327275"/>
          <p14:tracePt t="124997" x="5408613" y="2387600"/>
          <p14:tracePt t="125010" x="5476875" y="2401888"/>
          <p14:tracePt t="125011" x="5592763" y="2428875"/>
          <p14:tracePt t="125020" x="5810250" y="2455863"/>
          <p14:tracePt t="125030" x="5938838" y="2470150"/>
          <p14:tracePt t="125038" x="6081713" y="2470150"/>
          <p14:tracePt t="125047" x="6149975" y="2470150"/>
          <p14:tracePt t="125055" x="6300788" y="2428875"/>
          <p14:tracePt t="125064" x="6408738" y="2387600"/>
          <p14:tracePt t="125075" x="6510338" y="2339975"/>
          <p14:tracePt t="125081" x="6586538" y="2286000"/>
          <p14:tracePt t="125087" x="6653213" y="2244725"/>
          <p14:tracePt t="125096" x="6715125" y="2184400"/>
          <p14:tracePt t="125109" x="6769100" y="2128838"/>
          <p14:tracePt t="125110" x="6783388" y="2101850"/>
          <p14:tracePt t="125120" x="6831013" y="2041525"/>
          <p14:tracePt t="125126" x="6858000" y="1985963"/>
          <p14:tracePt t="125137" x="6858000" y="1938338"/>
          <p14:tracePt t="125143" x="6872288" y="1898650"/>
          <p14:tracePt t="125153" x="6884988" y="1857375"/>
          <p14:tracePt t="125161" x="6884988" y="1795463"/>
          <p14:tracePt t="125174" x="6884988" y="1755775"/>
          <p14:tracePt t="125175" x="6884988" y="1708150"/>
          <p14:tracePt t="125184" x="6884988" y="1681163"/>
          <p14:tracePt t="125194" x="6872288" y="1652588"/>
          <p14:tracePt t="125202" x="6843713" y="1639888"/>
          <p14:tracePt t="125211" x="6831013" y="1612900"/>
          <p14:tracePt t="125219" x="6783388" y="1598613"/>
          <p14:tracePt t="125226" x="6756400" y="1598613"/>
          <p14:tracePt t="125236" x="6715125" y="1598613"/>
          <p14:tracePt t="125245" x="6673850" y="1598613"/>
          <p14:tracePt t="125252" x="6626225" y="1612900"/>
          <p14:tracePt t="125259" x="6586538" y="1639888"/>
          <p14:tracePt t="125269" x="6524625" y="1666875"/>
          <p14:tracePt t="125275" x="6510338" y="1693863"/>
          <p14:tracePt t="125291" x="6408738" y="1795463"/>
          <p14:tracePt t="125300" x="6396038" y="1836738"/>
          <p14:tracePt t="125311" x="6396038" y="1884363"/>
          <p14:tracePt t="125315" x="6396038" y="1938338"/>
          <p14:tracePt t="125327" x="6396038" y="2000250"/>
          <p14:tracePt t="125333" x="6396038" y="2054225"/>
          <p14:tracePt t="125344" x="6396038" y="2116138"/>
          <p14:tracePt t="125350" x="6443663" y="2143125"/>
          <p14:tracePt t="125361" x="6456363" y="2157413"/>
          <p14:tracePt t="125365" x="6483350" y="2184400"/>
          <p14:tracePt t="125377" x="6545263" y="2232025"/>
          <p14:tracePt t="125382" x="6586538" y="2232025"/>
          <p14:tracePt t="125395" x="6626225" y="2232025"/>
          <p14:tracePt t="125396" x="6715125" y="2232025"/>
          <p14:tracePt t="125406" x="6742113" y="2211388"/>
          <p14:tracePt t="125415" x="6804025" y="2157413"/>
          <p14:tracePt t="125424" x="6872288" y="2116138"/>
          <p14:tracePt t="125432" x="6911975" y="2054225"/>
          <p14:tracePt t="125444" x="6959600" y="2000250"/>
          <p14:tracePt t="125445" x="6973888" y="1973263"/>
          <p14:tracePt t="125455" x="6986588" y="1925638"/>
          <p14:tracePt t="125463" x="7015163" y="1898650"/>
          <p14:tracePt t="125471" x="7015163" y="1824038"/>
          <p14:tracePt t="125481" x="7015163" y="1809750"/>
          <p14:tracePt t="125490" x="7015163" y="1782763"/>
          <p14:tracePt t="125498" x="7000875" y="1768475"/>
          <p14:tracePt t="125505" x="6973888" y="1755775"/>
          <p14:tracePt t="125513" x="6932613" y="1755775"/>
          <p14:tracePt t="125525" x="6884988" y="1755775"/>
          <p14:tracePt t="125529" x="6843713" y="1755775"/>
          <p14:tracePt t="125538" x="6816725" y="1755775"/>
          <p14:tracePt t="125547" x="6769100" y="1768475"/>
          <p14:tracePt t="125553" x="6729413" y="1795463"/>
          <p14:tracePt t="125563" x="6688138" y="1836738"/>
          <p14:tracePt t="125576" x="6653213" y="1884363"/>
          <p14:tracePt t="125577" x="6640513" y="1925638"/>
          <p14:tracePt t="125586" x="6626225" y="1985963"/>
          <p14:tracePt t="125593" x="6613525" y="2041525"/>
          <p14:tracePt t="125603" x="6613525" y="2081213"/>
          <p14:tracePt t="125611" x="6613525" y="2143125"/>
          <p14:tracePt t="125624" x="6640513" y="2170113"/>
          <p14:tracePt t="125625" x="6688138" y="2211388"/>
          <p14:tracePt t="125634" x="6742113" y="2244725"/>
          <p14:tracePt t="125644" x="6816725" y="2259013"/>
          <p14:tracePt t="125651" x="6899275" y="2271713"/>
          <p14:tracePt t="125661" x="6973888" y="2271713"/>
          <p14:tracePt t="125668" x="7042150" y="2271713"/>
          <p14:tracePt t="125680" x="7102475" y="2259013"/>
          <p14:tracePt t="125684" x="7129463" y="2244725"/>
          <p14:tracePt t="125694" x="7158038" y="2211388"/>
          <p14:tracePt t="125701" x="7191375" y="2184400"/>
          <p14:tracePt t="125709" x="7205663" y="2157413"/>
          <p14:tracePt t="125718" x="7205663" y="2143125"/>
          <p14:tracePt t="125725" x="7218363" y="2116138"/>
          <p14:tracePt t="125735" x="7218363" y="2081213"/>
          <p14:tracePt t="125743" x="7218363" y="2068513"/>
          <p14:tracePt t="125751" x="7205663" y="2068513"/>
          <p14:tracePt t="125760" x="7170738" y="2041525"/>
          <p14:tracePt t="125766" x="7143750" y="2041525"/>
          <p14:tracePt t="125777" x="7102475" y="2041525"/>
          <p14:tracePt t="125782" x="7062788" y="2041525"/>
          <p14:tracePt t="125794" x="7015163" y="2041525"/>
          <p14:tracePt t="125800" x="6986588" y="2054225"/>
          <p14:tracePt t="125813" x="6946900" y="2101850"/>
          <p14:tracePt t="125814" x="6911975" y="2128838"/>
          <p14:tracePt t="125825" x="6899275" y="2157413"/>
          <p14:tracePt t="125832" x="6884988" y="2184400"/>
          <p14:tracePt t="125844" x="6872288" y="2232025"/>
          <p14:tracePt t="125848" x="6872288" y="2271713"/>
          <p14:tracePt t="125859" x="6872288" y="2286000"/>
          <p14:tracePt t="125866" x="6872288" y="2300288"/>
          <p14:tracePt t="125876" x="6911975" y="2312988"/>
          <p14:tracePt t="125882" x="6959600" y="2312988"/>
          <p14:tracePt t="125894" x="7015163" y="2312988"/>
          <p14:tracePt t="125895" x="7075488" y="2312988"/>
          <p14:tracePt t="125904" x="7129463" y="2300288"/>
          <p14:tracePt t="125914" x="7170738" y="2271713"/>
          <p14:tracePt t="125924" x="7191375" y="2259013"/>
          <p14:tracePt t="125931" x="7232650" y="2211388"/>
          <p14:tracePt t="125938" x="7245350" y="2170113"/>
          <p14:tracePt t="125947" x="7259638" y="2143125"/>
          <p14:tracePt t="125960" x="7272338" y="2116138"/>
          <p14:tracePt t="125961" x="7272338" y="2081213"/>
          <p14:tracePt t="125970" x="7272338" y="2054225"/>
          <p14:tracePt t="125985" x="7272338" y="2041525"/>
          <p14:tracePt t="125994" x="7272338" y="2027238"/>
          <p14:tracePt t="126002" x="7272338" y="2014538"/>
          <p14:tracePt t="126011" x="7259638" y="2014538"/>
          <p14:tracePt t="126019" x="7245350" y="2014538"/>
          <p14:tracePt t="126029" x="7232650" y="2014538"/>
          <p14:tracePt t="126037" x="7218363" y="2014538"/>
          <p14:tracePt t="126046" x="7205663" y="2014538"/>
          <p14:tracePt t="126057" x="7191375" y="2014538"/>
          <p14:tracePt t="126061" x="7170738" y="2014538"/>
          <p14:tracePt t="126070" x="7143750" y="2014538"/>
          <p14:tracePt t="126077" x="7129463" y="2014538"/>
          <p14:tracePt t="126086" x="7116763" y="2014538"/>
          <p14:tracePt t="126092" x="7089775" y="2014538"/>
          <p14:tracePt t="126102" x="7062788" y="2014538"/>
          <p14:tracePt t="126110" x="7042150" y="2014538"/>
          <p14:tracePt t="126119" x="7027863" y="2014538"/>
          <p14:tracePt t="126127" x="7000875" y="2027238"/>
          <p14:tracePt t="126136" x="6986588" y="2041525"/>
          <p14:tracePt t="126143" x="6973888" y="2041525"/>
          <p14:tracePt t="126152" x="6959600" y="2054225"/>
          <p14:tracePt t="126159" x="6946900" y="2068513"/>
          <p14:tracePt t="126170" x="6946900" y="2081213"/>
          <p14:tracePt t="126176" x="6932613" y="2116138"/>
          <p14:tracePt t="126185" x="6932613" y="2143125"/>
          <p14:tracePt t="126194" x="6932613" y="2170113"/>
          <p14:tracePt t="126200" x="6932613" y="2184400"/>
          <p14:tracePt t="126211" x="6932613" y="2211388"/>
          <p14:tracePt t="126216" x="6932613" y="2244725"/>
          <p14:tracePt t="126229" x="6932613" y="2259013"/>
          <p14:tracePt t="126233" x="6946900" y="2271713"/>
          <p14:tracePt t="126242" x="6959600" y="2286000"/>
          <p14:tracePt t="126251" x="6973888" y="2286000"/>
          <p14:tracePt t="126259" x="7000875" y="2300288"/>
          <p14:tracePt t="126268" x="7015163" y="2300288"/>
          <p14:tracePt t="126276" x="7042150" y="2300288"/>
          <p14:tracePt t="126282" x="7062788" y="2300288"/>
          <p14:tracePt t="126294" x="7075488" y="2300288"/>
          <p14:tracePt t="126299" x="7089775" y="2300288"/>
          <p14:tracePt t="126312" x="7102475" y="2286000"/>
          <p14:tracePt t="126323" x="7102475" y="2271713"/>
          <p14:tracePt t="126345" x="7102475" y="2259013"/>
          <p14:tracePt t="127344" x="7116763" y="2259013"/>
          <p14:tracePt t="127355" x="7143750" y="2259013"/>
          <p14:tracePt t="127362" x="7170738" y="2244725"/>
          <p14:tracePt t="127370" x="7205663" y="2232025"/>
          <p14:tracePt t="127382" x="7232650" y="2211388"/>
          <p14:tracePt t="127388" x="7245350" y="2197100"/>
          <p14:tracePt t="127401" x="7259638" y="2184400"/>
          <p14:tracePt t="127402" x="7272338" y="2157413"/>
          <p14:tracePt t="127412" x="7286625" y="2128838"/>
          <p14:tracePt t="127420" x="7286625" y="2081213"/>
          <p14:tracePt t="127430" x="7286625" y="2041525"/>
          <p14:tracePt t="127436" x="7272338" y="1985963"/>
          <p14:tracePt t="127444" x="7232650" y="1911350"/>
          <p14:tracePt t="127452" x="7191375" y="1857375"/>
          <p14:tracePt t="127465" x="7129463" y="1795463"/>
          <p14:tracePt t="127469" x="7075488" y="1755775"/>
          <p14:tracePt t="127482" x="7000875" y="1708150"/>
          <p14:tracePt t="127483" x="6959600" y="1693863"/>
          <p14:tracePt t="127493" x="6884988" y="1681163"/>
          <p14:tracePt t="127502" x="6843713" y="1681163"/>
          <p14:tracePt t="127511" x="6769100" y="1681163"/>
          <p14:tracePt t="127518" x="6742113" y="1681163"/>
          <p14:tracePt t="127527" x="6688138" y="1728788"/>
          <p14:tracePt t="127536" x="6640513" y="1768475"/>
          <p14:tracePt t="127549" x="6613525" y="1809750"/>
          <p14:tracePt t="127550" x="6599238" y="1871663"/>
          <p14:tracePt t="127560" x="6586538" y="1925638"/>
          <p14:tracePt t="127569" x="6586538" y="1985963"/>
          <p14:tracePt t="127576" x="6586538" y="2027238"/>
          <p14:tracePt t="127583" x="6586538" y="2081213"/>
          <p14:tracePt t="127593" x="6626225" y="2128838"/>
          <p14:tracePt t="127604" x="6688138" y="2170113"/>
          <p14:tracePt t="127609" x="6742113" y="2197100"/>
          <p14:tracePt t="127618" x="6816725" y="2232025"/>
          <p14:tracePt t="127627" x="6884988" y="2244725"/>
          <p14:tracePt t="127634" x="6973888" y="2244725"/>
          <p14:tracePt t="127643" x="7062788" y="2244725"/>
          <p14:tracePt t="127650" x="7129463" y="2232025"/>
          <p14:tracePt t="127658" x="7191375" y="2197100"/>
          <p14:tracePt t="127667" x="7232650" y="2143125"/>
          <p14:tracePt t="127676" x="7245350" y="2116138"/>
          <p14:tracePt t="127689" x="7259638" y="2068513"/>
          <p14:tracePt t="127690" x="7272338" y="2027238"/>
          <p14:tracePt t="127703" x="7272338" y="2014538"/>
          <p14:tracePt t="127713" x="7272338" y="1952625"/>
          <p14:tracePt t="127714" x="7259638" y="1952625"/>
          <p14:tracePt t="127722" x="7245350" y="1938338"/>
          <p14:tracePt t="127732" x="7218363" y="1925638"/>
          <p14:tracePt t="127739" x="7191375" y="1925638"/>
          <p14:tracePt t="127750" x="7143750" y="1925638"/>
          <p14:tracePt t="127757" x="7116763" y="1925638"/>
          <p14:tracePt t="127766" x="7089775" y="1925638"/>
          <p14:tracePt t="127773" x="7042150" y="1952625"/>
          <p14:tracePt t="127784" x="7015163" y="2014538"/>
          <p14:tracePt t="127789" x="6986588" y="2054225"/>
          <p14:tracePt t="127797" x="6973888" y="2081213"/>
          <p14:tracePt t="127810" x="6946900" y="2128838"/>
          <p14:tracePt t="127813" x="6932613" y="2157413"/>
          <p14:tracePt t="127821" x="6932613" y="2184400"/>
          <p14:tracePt t="127831" x="6932613" y="2211388"/>
          <p14:tracePt t="127839" x="6932613" y="2232025"/>
          <p14:tracePt t="127849" x="6932613" y="2244725"/>
          <p14:tracePt t="127855" x="6959600" y="2259013"/>
          <p14:tracePt t="127866" x="6986588" y="2259013"/>
          <p14:tracePt t="127870" x="7027863" y="2259013"/>
          <p14:tracePt t="127883" x="7075488" y="2259013"/>
          <p14:tracePt t="127884" x="7116763" y="2244725"/>
          <p14:tracePt t="127894" x="7158038" y="2211388"/>
          <p14:tracePt t="127903" x="7205663" y="2157413"/>
          <p14:tracePt t="127913" x="7232650" y="2116138"/>
          <p14:tracePt t="127920" x="7245350" y="2068513"/>
          <p14:tracePt t="127931" x="7259638" y="2027238"/>
          <p14:tracePt t="127936" x="7272338" y="1985963"/>
          <p14:tracePt t="127948" x="7272338" y="1938338"/>
          <p14:tracePt t="127952" x="7272338" y="1898650"/>
          <p14:tracePt t="127961" x="7245350" y="1871663"/>
          <p14:tracePt t="127969" x="7205663" y="1836738"/>
          <p14:tracePt t="127982" x="7158038" y="1824038"/>
          <p14:tracePt t="127983" x="7129463" y="1809750"/>
          <p14:tracePt t="127992" x="7062788" y="1809750"/>
          <p14:tracePt t="128002" x="7000875" y="1809750"/>
          <p14:tracePt t="128010" x="6946900" y="1809750"/>
          <p14:tracePt t="128019" x="6872288" y="1857375"/>
          <p14:tracePt t="128027" x="6816725" y="1898650"/>
          <p14:tracePt t="128036" x="6783388" y="1925638"/>
          <p14:tracePt t="128047" x="6742113" y="1973263"/>
          <p14:tracePt t="128048" x="6700838" y="2000250"/>
          <p14:tracePt t="128058" x="6688138" y="2027238"/>
          <p14:tracePt t="128067" x="6688138" y="2041525"/>
          <p14:tracePt t="128075" x="6673850" y="2068513"/>
          <p14:tracePt t="128084" x="6673850" y="2081213"/>
          <p14:tracePt t="128092" x="6688138" y="2081213"/>
          <p14:tracePt t="128098" x="6729413" y="2081213"/>
          <p14:tracePt t="128107" x="6783388" y="2081213"/>
          <p14:tracePt t="128116" x="6843713" y="2081213"/>
          <p14:tracePt t="128125" x="6911975" y="2068513"/>
          <p14:tracePt t="128133" x="6973888" y="2027238"/>
          <p14:tracePt t="128142" x="6986588" y="2027238"/>
          <p14:tracePt t="128148" x="7027863" y="2000250"/>
          <p14:tracePt t="128158" x="7062788" y="1985963"/>
          <p14:tracePt t="128166" x="7075488" y="1973263"/>
          <p14:tracePt t="128173" x="7089775" y="1952625"/>
          <p14:tracePt t="128190" x="7102475" y="1952625"/>
          <p14:tracePt t="128768" x="7089775" y="1952625"/>
          <p14:tracePt t="128777" x="7027863" y="1938338"/>
          <p14:tracePt t="128787" x="6959600" y="1925638"/>
          <p14:tracePt t="128796" x="6858000" y="1884363"/>
          <p14:tracePt t="128801" x="6626225" y="1809750"/>
          <p14:tracePt t="128812" x="6381750" y="1741488"/>
          <p14:tracePt t="128822" x="6069013" y="1666875"/>
          <p14:tracePt t="128829" x="5387975" y="1577975"/>
          <p14:tracePt t="128836" x="5089525" y="1577975"/>
          <p14:tracePt t="128845" x="4081463" y="1565275"/>
          <p14:tracePt t="128855" x="3735388" y="1565275"/>
          <p14:tracePt t="128862" x="3062288" y="1565275"/>
          <p14:tracePt t="128873" x="2443163" y="1612900"/>
          <p14:tracePt t="128877" x="2197100" y="1666875"/>
          <p14:tracePt t="128889" x="1768475" y="1741488"/>
          <p14:tracePt t="128896" x="1625600" y="1768475"/>
          <p14:tracePt t="128901" x="1354138" y="1824038"/>
          <p14:tracePt t="128910" x="1292225" y="1836738"/>
          <p14:tracePt t="128923" x="1149350" y="1884363"/>
          <p14:tracePt t="128927" x="1074738" y="1898650"/>
          <p14:tracePt t="128941" x="1033463" y="1925638"/>
          <p14:tracePt t="128941" x="1006475" y="1938338"/>
          <p14:tracePt t="128951" x="993775" y="1952625"/>
          <p14:tracePt t="128967" x="993775" y="1973263"/>
          <p14:tracePt t="128975" x="1020763" y="1985963"/>
          <p14:tracePt t="128983" x="1047750" y="2000250"/>
          <p14:tracePt t="128993" x="1074738" y="2014538"/>
          <p14:tracePt t="129001" x="1109663" y="2027238"/>
          <p14:tracePt t="129008" x="1136650" y="2041525"/>
          <p14:tracePt t="129018" x="1176338" y="2054225"/>
          <p14:tracePt t="129026" x="1211263" y="2054225"/>
          <p14:tracePt t="129035" x="1238250" y="2068513"/>
          <p14:tracePt t="129042" x="1252538" y="2068513"/>
          <p14:tracePt t="129052" x="1292225" y="2081213"/>
          <p14:tracePt t="129059" x="1319213" y="2101850"/>
          <p14:tracePt t="129068" x="1339850" y="2101850"/>
          <p14:tracePt t="129075" x="1381125" y="2101850"/>
          <p14:tracePt t="129082" x="1408113" y="2101850"/>
          <p14:tracePt t="129091" x="1422400" y="2101850"/>
          <p14:tracePt t="129101" x="1449388" y="2101850"/>
          <p14:tracePt t="129107" x="1470025" y="2101850"/>
          <p14:tracePt t="129116" x="1482725" y="2101850"/>
          <p14:tracePt t="129138" x="1497013" y="2101850"/>
          <p14:tracePt t="129154" x="1497013" y="2081213"/>
          <p14:tracePt t="129170" x="1470025" y="2068513"/>
          <p14:tracePt t="129180" x="1422400" y="2054225"/>
          <p14:tracePt t="129191" x="1366838" y="2041525"/>
          <p14:tracePt t="129198" x="1319213" y="2041525"/>
          <p14:tracePt t="129208" x="1279525" y="2041525"/>
          <p14:tracePt t="129212" x="1223963" y="2041525"/>
          <p14:tracePt t="129224" x="1176338" y="2041525"/>
          <p14:tracePt t="129230" x="1149350" y="2041525"/>
          <p14:tracePt t="129241" x="1136650" y="2041525"/>
          <p14:tracePt t="129245" x="1095375" y="2081213"/>
          <p14:tracePt t="129257" x="1074738" y="2101850"/>
          <p14:tracePt t="129262" x="1047750" y="2143125"/>
          <p14:tracePt t="129274" x="1047750" y="2184400"/>
          <p14:tracePt t="129278" x="1047750" y="2211388"/>
          <p14:tracePt t="129291" x="1047750" y="2259013"/>
          <p14:tracePt t="129294" x="1047750" y="2300288"/>
          <p14:tracePt t="129307" x="1062038" y="2339975"/>
          <p14:tracePt t="129311" x="1095375" y="2387600"/>
          <p14:tracePt t="129323" x="1136650" y="2414588"/>
          <p14:tracePt t="129328" x="1176338" y="2443163"/>
          <p14:tracePt t="129342" x="1223963" y="2455863"/>
          <p14:tracePt t="129343" x="1279525" y="2470150"/>
          <p14:tracePt t="129352" x="1339850" y="2470150"/>
          <p14:tracePt t="129361" x="1395413" y="2470150"/>
          <p14:tracePt t="129371" x="1449388" y="2443163"/>
          <p14:tracePt t="129378" x="1509713" y="2401888"/>
          <p14:tracePt t="129390" x="1577975" y="2327275"/>
          <p14:tracePt t="129391" x="1625600" y="2259013"/>
          <p14:tracePt t="129401" x="1666875" y="2184400"/>
          <p14:tracePt t="129410" x="1681163" y="2116138"/>
          <p14:tracePt t="129417" x="1708150" y="2027238"/>
          <p14:tracePt t="129427" x="1708150" y="1973263"/>
          <p14:tracePt t="129435" x="1708150" y="1911350"/>
          <p14:tracePt t="129443" x="1708150" y="1857375"/>
          <p14:tracePt t="129451" x="1708150" y="1809750"/>
          <p14:tracePt t="129460" x="1681163" y="1782763"/>
          <p14:tracePt t="129468" x="1625600" y="1755775"/>
          <p14:tracePt t="129475" x="1565275" y="1741488"/>
          <p14:tracePt t="129485" x="1509713" y="1741488"/>
          <p14:tracePt t="129491" x="1449388" y="1741488"/>
          <p14:tracePt t="129501" x="1395413" y="1741488"/>
          <p14:tracePt t="129508" x="1339850" y="1768475"/>
          <p14:tracePt t="129517" x="1279525" y="1809750"/>
          <p14:tracePt t="129525" x="1223963" y="1871663"/>
          <p14:tracePt t="129534" x="1176338" y="1925638"/>
          <p14:tracePt t="129543" x="1149350" y="1985963"/>
          <p14:tracePt t="129552" x="1122363" y="2041525"/>
          <p14:tracePt t="129561" x="1122363" y="2068513"/>
          <p14:tracePt t="129568" x="1109663" y="2157413"/>
          <p14:tracePt t="129577" x="1109663" y="2197100"/>
          <p14:tracePt t="129584" x="1109663" y="2232025"/>
          <p14:tracePt t="129593" x="1109663" y="2259013"/>
          <p14:tracePt t="129600" x="1122363" y="2286000"/>
          <p14:tracePt t="129610" x="1163638" y="2300288"/>
          <p14:tracePt t="129618" x="1190625" y="2312988"/>
          <p14:tracePt t="129629" x="1252538" y="2327275"/>
          <p14:tracePt t="129631" x="1306513" y="2327275"/>
          <p14:tracePt t="129642" x="1381125" y="2339975"/>
          <p14:tracePt t="129649" x="1449388" y="2339975"/>
          <p14:tracePt t="129655" x="1524000" y="2339975"/>
          <p14:tracePt t="129665" x="1598613" y="2300288"/>
          <p14:tracePt t="129672" x="1681163" y="2259013"/>
          <p14:tracePt t="129684" x="1755775" y="2197100"/>
          <p14:tracePt t="129686" x="1824038" y="2143125"/>
          <p14:tracePt t="129696" x="1898650" y="2068513"/>
          <p14:tracePt t="129707" x="1973263" y="2000250"/>
          <p14:tracePt t="129714" x="1985963" y="1973263"/>
          <p14:tracePt t="129725" x="2027238" y="1911350"/>
          <p14:tracePt t="129731" x="2054225" y="1884363"/>
          <p14:tracePt t="129739" x="2068513" y="1836738"/>
          <p14:tracePt t="129752" x="2081213" y="1824038"/>
          <p14:tracePt t="129755" x="2081213" y="1795463"/>
          <p14:tracePt t="129763" x="2081213" y="1782763"/>
          <p14:tracePt t="129778" x="2068513" y="1768475"/>
          <p14:tracePt t="129792" x="2054225" y="1768475"/>
          <p14:tracePt t="129793" x="2041525" y="1768475"/>
          <p14:tracePt t="129804" x="2014538" y="1755775"/>
          <p14:tracePt t="129813" x="2000250" y="1755775"/>
          <p14:tracePt t="129824" x="1973263" y="1755775"/>
          <p14:tracePt t="129825" x="1952625" y="1755775"/>
          <p14:tracePt t="129834" x="1938338" y="1755775"/>
          <p14:tracePt t="129844" x="1911350" y="1755775"/>
          <p14:tracePt t="129857" x="1898650" y="1755775"/>
          <p14:tracePt t="129866" x="1884363" y="1755775"/>
          <p14:tracePt t="129876" x="1871663" y="1755775"/>
          <p14:tracePt t="129884" x="1857375" y="1768475"/>
          <p14:tracePt t="129894" x="1836738" y="1768475"/>
          <p14:tracePt t="129900" x="1809750" y="1768475"/>
          <p14:tracePt t="129917" x="1795463" y="1782763"/>
          <p14:tracePt t="129927" x="1768475" y="1782763"/>
          <p14:tracePt t="129935" x="1755775" y="1782763"/>
          <p14:tracePt t="129941" x="1755775" y="1795463"/>
          <p14:tracePt t="129951" x="1741488" y="1795463"/>
          <p14:tracePt t="129960" x="1728788" y="1809750"/>
          <p14:tracePt t="129968" x="1728788" y="1824038"/>
          <p14:tracePt t="129974" x="1708150" y="1836738"/>
          <p14:tracePt t="129984" x="1708150" y="1857375"/>
          <p14:tracePt t="129991" x="1693863" y="1884363"/>
          <p14:tracePt t="130001" x="1693863" y="1911350"/>
          <p14:tracePt t="130007" x="1693863" y="1952625"/>
          <p14:tracePt t="130017" x="1693863" y="1985963"/>
          <p14:tracePt t="130023" x="1693863" y="2014538"/>
          <p14:tracePt t="130033" x="1728788" y="2068513"/>
          <p14:tracePt t="130050" x="1755775" y="2101850"/>
          <p14:tracePt t="130058" x="1768475" y="2128838"/>
          <p14:tracePt t="130071" x="1795463" y="2157413"/>
          <p14:tracePt t="130072" x="1809750" y="2157413"/>
          <p14:tracePt t="130081" x="1824038" y="2170113"/>
          <p14:tracePt t="130091" x="1836738" y="2170113"/>
          <p14:tracePt t="130098" x="1857375" y="2170113"/>
          <p14:tracePt t="130108" x="1871663" y="2170113"/>
          <p14:tracePt t="130114" x="1884363" y="2170113"/>
          <p14:tracePt t="130124" x="1898650" y="2157413"/>
          <p14:tracePt t="130131" x="1911350" y="2128838"/>
          <p14:tracePt t="130139" x="1925638" y="2101850"/>
          <p14:tracePt t="130148" x="1925638" y="2081213"/>
          <p14:tracePt t="130155" x="1938338" y="2041525"/>
          <p14:tracePt t="130165" x="1938338" y="2014538"/>
          <p14:tracePt t="130172" x="1938338" y="1985963"/>
          <p14:tracePt t="130182" x="1938338" y="1938338"/>
          <p14:tracePt t="130188" x="1938338" y="1911350"/>
          <p14:tracePt t="130196" x="1938338" y="1898650"/>
          <p14:tracePt t="130208" x="1925638" y="1884363"/>
          <p14:tracePt t="130209" x="1911350" y="1857375"/>
          <p14:tracePt t="130220" x="1884363" y="1857375"/>
          <p14:tracePt t="130228" x="1857375" y="1836738"/>
          <p14:tracePt t="130238" x="1836738" y="1836738"/>
          <p14:tracePt t="130246" x="1809750" y="1836738"/>
          <p14:tracePt t="130255" x="1795463" y="1836738"/>
          <p14:tracePt t="130262" x="1782763" y="1836738"/>
          <p14:tracePt t="130272" x="1768475" y="1836738"/>
          <p14:tracePt t="130283" x="1768475" y="1857375"/>
          <p14:tracePt t="130292" x="1768475" y="1871663"/>
          <p14:tracePt t="130301" x="1782763" y="1898650"/>
          <p14:tracePt t="130310" x="1824038" y="1973263"/>
          <p14:tracePt t="130318" x="1911350" y="2027238"/>
          <p14:tracePt t="130327" x="2116138" y="2128838"/>
          <p14:tracePt t="130335" x="2300288" y="2197100"/>
          <p14:tracePt t="130344" x="2557463" y="2244725"/>
          <p14:tracePt t="130352" x="3136900" y="2286000"/>
          <p14:tracePt t="130359" x="3381375" y="2300288"/>
          <p14:tracePt t="130368" x="4197350" y="2300288"/>
          <p14:tracePt t="130375" x="4456113" y="2300288"/>
          <p14:tracePt t="130385" x="4986338" y="2300288"/>
          <p14:tracePt t="130391" x="5538788" y="2286000"/>
          <p14:tracePt t="130402" x="5994400" y="2271713"/>
          <p14:tracePt t="130408" x="6184900" y="2271713"/>
          <p14:tracePt t="130418" x="6510338" y="2271713"/>
          <p14:tracePt t="130424" x="6626225" y="2271713"/>
          <p14:tracePt t="130434" x="6858000" y="2259013"/>
          <p14:tracePt t="130441" x="6911975" y="2259013"/>
          <p14:tracePt t="130451" x="7042150" y="2259013"/>
          <p14:tracePt t="130457" x="7129463" y="2244725"/>
          <p14:tracePt t="130467" x="7170738" y="2244725"/>
          <p14:tracePt t="130474" x="7218363" y="2232025"/>
          <p14:tracePt t="130484" x="7232650" y="2232025"/>
          <p14:tracePt t="130491" x="7245350" y="2232025"/>
          <p14:tracePt t="130500" x="7259638" y="2211388"/>
          <p14:tracePt t="130525" x="7272338" y="2197100"/>
          <p14:tracePt t="130560" x="7259638" y="2184400"/>
          <p14:tracePt t="130571" x="7232650" y="2184400"/>
          <p14:tracePt t="130580" x="7191375" y="2184400"/>
          <p14:tracePt t="130590" x="7158038" y="2170113"/>
          <p14:tracePt t="130597" x="7129463" y="2170113"/>
          <p14:tracePt t="130608" x="7089775" y="2157413"/>
          <p14:tracePt t="130614" x="7042150" y="2157413"/>
          <p14:tracePt t="130625" x="7015163" y="2157413"/>
          <p14:tracePt t="130629" x="6986588" y="2143125"/>
          <p14:tracePt t="130641" x="6959600" y="2143125"/>
          <p14:tracePt t="130645" x="6946900" y="2128838"/>
          <p14:tracePt t="130658" x="6932613" y="2128838"/>
          <p14:tracePt t="130673" x="6911975" y="2128838"/>
          <p14:tracePt t="130677" x="6911975" y="2116138"/>
          <p14:tracePt t="130697" x="6911975" y="2101850"/>
          <p14:tracePt t="130707" x="6911975" y="2068513"/>
          <p14:tracePt t="130708" x="6911975" y="2041525"/>
          <p14:tracePt t="130717" x="6946900" y="2014538"/>
          <p14:tracePt t="130727" x="6973888" y="1973263"/>
          <p14:tracePt t="130737" x="7000875" y="1925638"/>
          <p14:tracePt t="130745" x="7027863" y="1898650"/>
          <p14:tracePt t="130752" x="7042150" y="1871663"/>
          <p14:tracePt t="130760" x="7075488" y="1836738"/>
          <p14:tracePt t="130773" x="7089775" y="1824038"/>
          <p14:tracePt t="130778" x="7089775" y="1809750"/>
          <p14:tracePt t="130790" x="7102475" y="1795463"/>
          <p14:tracePt t="130791" x="7102475" y="1782763"/>
          <p14:tracePt t="130806" x="7089775" y="1782763"/>
          <p14:tracePt t="130815" x="7042150" y="1782763"/>
          <p14:tracePt t="130824" x="7000875" y="1782763"/>
          <p14:tracePt t="130833" x="6959600" y="1782763"/>
          <p14:tracePt t="130842" x="6843713" y="1782763"/>
          <p14:tracePt t="130851" x="6742113" y="1795463"/>
          <p14:tracePt t="130858" x="6640513" y="1809750"/>
          <p14:tracePt t="130869" x="6497638" y="1836738"/>
          <p14:tracePt t="130876" x="6340475" y="1884363"/>
          <p14:tracePt t="130885" x="6042025" y="1938338"/>
          <p14:tracePt t="130898" x="5795963" y="2014538"/>
          <p14:tracePt t="130899" x="5503863" y="2068513"/>
          <p14:tracePt t="130910" x="5191125" y="2128838"/>
          <p14:tracePt t="130918" x="4857750" y="2197100"/>
          <p14:tracePt t="130925" x="4497388" y="2286000"/>
          <p14:tracePt t="130933" x="4327525" y="2327275"/>
          <p14:tracePt t="130943" x="4027488" y="2387600"/>
          <p14:tracePt t="130951" x="3735388" y="2428875"/>
          <p14:tracePt t="130960" x="3640138" y="2443163"/>
          <p14:tracePt t="130965" x="3435350" y="2455863"/>
          <p14:tracePt t="130976" x="3279775" y="2455863"/>
          <p14:tracePt t="130984" x="3163888" y="2455863"/>
          <p14:tracePt t="130991" x="3062288" y="2443163"/>
          <p14:tracePt t="130999" x="3006725" y="2401888"/>
          <p14:tracePt t="131010" x="2946400" y="2360613"/>
          <p14:tracePt t="131018" x="2905125" y="2300288"/>
          <p14:tracePt t="131028" x="2890838" y="2232025"/>
          <p14:tracePt t="131031" x="2863850" y="2170113"/>
          <p14:tracePt t="131041" x="2863850" y="2143125"/>
          <p14:tracePt t="131048" x="2863850" y="2101850"/>
          <p14:tracePt t="131057" x="2843213" y="2054225"/>
          <p14:tracePt t="131063" x="2843213" y="2027238"/>
          <p14:tracePt t="131071" x="2843213" y="2014538"/>
          <p14:tracePt t="131083" x="2843213" y="2000250"/>
          <p14:tracePt t="131088" x="2843213" y="1985963"/>
          <p14:tracePt t="131108" x="2843213" y="1973263"/>
          <p14:tracePt t="131124" x="2830513" y="1973263"/>
          <p14:tracePt t="131141" x="2816225" y="1952625"/>
          <p14:tracePt t="131158" x="2803525" y="1952625"/>
          <p14:tracePt t="131159" x="2789238" y="1938338"/>
          <p14:tracePt t="131175" x="2776538" y="1925638"/>
          <p14:tracePt t="131184" x="2762250" y="1925638"/>
          <p14:tracePt t="131193" x="2747963" y="1911350"/>
          <p14:tracePt t="131203" x="2714625" y="1911350"/>
          <p14:tracePt t="131211" x="2687638" y="1898650"/>
          <p14:tracePt t="131219" x="2673350" y="1884363"/>
          <p14:tracePt t="131228" x="2646363" y="1871663"/>
          <p14:tracePt t="131239" x="2598738" y="1857375"/>
          <p14:tracePt t="131243" x="2557463" y="1824038"/>
          <p14:tracePt t="131256" x="2517775" y="1795463"/>
          <p14:tracePt t="131260" x="2455863" y="1768475"/>
          <p14:tracePt t="131274" x="2414588" y="1741488"/>
          <p14:tracePt t="131275" x="2339975" y="1693863"/>
          <p14:tracePt t="131284" x="2271713" y="1652588"/>
          <p14:tracePt t="131293" x="2259013" y="1639888"/>
          <p14:tracePt t="131301" x="2197100" y="1612900"/>
          <p14:tracePt t="131310" x="2157413" y="1577975"/>
          <p14:tracePt t="131318" x="2128838" y="1550988"/>
          <p14:tracePt t="131326" x="2081213" y="1538288"/>
          <p14:tracePt t="131335" x="2068513" y="1524000"/>
          <p14:tracePt t="131342" x="2041525" y="1509713"/>
          <p14:tracePt t="131352" x="2014538" y="1497013"/>
          <p14:tracePt t="131359" x="2000250" y="1482725"/>
          <p14:tracePt t="131368" x="1985963" y="1482725"/>
          <p14:tracePt t="131375" x="1952625" y="1482725"/>
          <p14:tracePt t="131383" x="1938338" y="1482725"/>
          <p14:tracePt t="131391" x="1911350" y="1482725"/>
          <p14:tracePt t="131398" x="1898650" y="1482725"/>
          <p14:tracePt t="131407" x="1871663" y="1482725"/>
          <p14:tracePt t="131417" x="1824038" y="1482725"/>
          <p14:tracePt t="131424" x="1809750" y="1482725"/>
          <p14:tracePt t="131438" x="1795463" y="1482725"/>
          <p14:tracePt t="131439" x="1768475" y="1497013"/>
          <p14:tracePt t="131447" x="1741488" y="1509713"/>
          <p14:tracePt t="131457" x="1708150" y="1524000"/>
          <p14:tracePt t="131464" x="1693863" y="1550988"/>
          <p14:tracePt t="131475" x="1681163" y="1565275"/>
          <p14:tracePt t="131483" x="1639888" y="1612900"/>
          <p14:tracePt t="131489" x="1625600" y="1625600"/>
          <p14:tracePt t="131499" x="1612900" y="1639888"/>
          <p14:tracePt t="131508" x="1598613" y="1666875"/>
          <p14:tracePt t="131514" x="1577975" y="1693863"/>
          <p14:tracePt t="131522" x="1565275" y="1708150"/>
          <p14:tracePt t="131535" x="1565275" y="1728788"/>
          <p14:tracePt t="131536" x="1550988" y="1741488"/>
          <p14:tracePt t="131554" x="1538288" y="1782763"/>
          <p14:tracePt t="131563" x="1538288" y="1795463"/>
          <p14:tracePt t="131573" x="1538288" y="1824038"/>
          <p14:tracePt t="131580" x="1538288" y="1857375"/>
          <p14:tracePt t="131590" x="1538288" y="1871663"/>
          <p14:tracePt t="131596" x="1538288" y="1898650"/>
          <p14:tracePt t="131606" x="1538288" y="1938338"/>
          <p14:tracePt t="131612" x="1550988" y="1952625"/>
          <p14:tracePt t="131623" x="1565275" y="1985963"/>
          <p14:tracePt t="131628" x="1577975" y="2014538"/>
          <p14:tracePt t="131641" x="1612900" y="2041525"/>
          <p14:tracePt t="131642" x="1625600" y="2054225"/>
          <p14:tracePt t="131652" x="1652588" y="2068513"/>
          <p14:tracePt t="131660" x="1693863" y="2101850"/>
          <p14:tracePt t="131671" x="1728788" y="2116138"/>
          <p14:tracePt t="131678" x="1768475" y="2116138"/>
          <p14:tracePt t="131688" x="1809750" y="2116138"/>
          <p14:tracePt t="131695" x="1857375" y="2116138"/>
          <p14:tracePt t="131705" x="1911350" y="2101850"/>
          <p14:tracePt t="131710" x="1973263" y="2068513"/>
          <p14:tracePt t="131722" x="2000250" y="2027238"/>
          <p14:tracePt t="131727" x="2054225" y="1985963"/>
          <p14:tracePt t="131740" x="2068513" y="1952625"/>
          <p14:tracePt t="131741" x="2101850" y="1925638"/>
          <p14:tracePt t="131750" x="2116138" y="1884363"/>
          <p14:tracePt t="131758" x="2128838" y="1871663"/>
          <p14:tracePt t="131767" x="2143125" y="1824038"/>
          <p14:tracePt t="131774" x="2143125" y="1809750"/>
          <p14:tracePt t="131784" x="2143125" y="1782763"/>
          <p14:tracePt t="131790" x="2143125" y="1768475"/>
          <p14:tracePt t="131800" x="2143125" y="1755775"/>
          <p14:tracePt t="131806" x="2116138" y="1741488"/>
          <p14:tracePt t="131817" x="2068513" y="1741488"/>
          <p14:tracePt t="131823" x="2027238" y="1728788"/>
          <p14:tracePt t="131834" x="1985963" y="1728788"/>
          <p14:tracePt t="131842" x="1938338" y="1728788"/>
          <p14:tracePt t="131855" x="1884363" y="1728788"/>
          <p14:tracePt t="131856" x="1824038" y="1728788"/>
          <p14:tracePt t="131864" x="1782763" y="1755775"/>
          <p14:tracePt t="131874" x="1755775" y="1782763"/>
          <p14:tracePt t="131883" x="1693863" y="1824038"/>
          <p14:tracePt t="131891" x="1666875" y="1871663"/>
          <p14:tracePt t="131900" x="1639888" y="1925638"/>
          <p14:tracePt t="131908" x="1612900" y="1985963"/>
          <p14:tracePt t="131921" x="1598613" y="2027238"/>
          <p14:tracePt t="131922" x="1577975" y="2081213"/>
          <p14:tracePt t="131931" x="1565275" y="2157413"/>
          <p14:tracePt t="131941" x="1565275" y="2197100"/>
          <p14:tracePt t="131947" x="1565275" y="2232025"/>
          <p14:tracePt t="131958" x="1565275" y="2271713"/>
          <p14:tracePt t="131965" x="1565275" y="2300288"/>
          <p14:tracePt t="131975" x="1565275" y="2327275"/>
          <p14:tracePt t="131983" x="1577975" y="2360613"/>
          <p14:tracePt t="131989" x="1598613" y="2374900"/>
          <p14:tracePt t="132000" x="1625600" y="2401888"/>
          <p14:tracePt t="132005" x="1639888" y="2401888"/>
          <p14:tracePt t="132021" x="1693863" y="2428875"/>
          <p14:tracePt t="135481" x="1693863" y="2414588"/>
          <p14:tracePt t="135487" x="1693863" y="2387600"/>
          <p14:tracePt t="135498" x="1693863" y="2360613"/>
          <p14:tracePt t="135504" x="1693863" y="2312988"/>
          <p14:tracePt t="135515" x="1708150" y="2271713"/>
          <p14:tracePt t="135520" x="1728788" y="2232025"/>
          <p14:tracePt t="135533" x="1728788" y="2184400"/>
          <p14:tracePt t="135534" x="1741488" y="2170113"/>
          <p14:tracePt t="135543" x="1741488" y="2128838"/>
          <p14:tracePt t="135552" x="1755775" y="2081213"/>
          <p14:tracePt t="135562" x="1755775" y="2054225"/>
          <p14:tracePt t="135569" x="1755775" y="2027238"/>
          <p14:tracePt t="135577" x="1755775" y="2000250"/>
          <p14:tracePt t="135586" x="1755775" y="1985963"/>
          <p14:tracePt t="135596" x="1755775" y="1952625"/>
          <p14:tracePt t="135603" x="1755775" y="1938338"/>
          <p14:tracePt t="135610" x="1741488" y="1911350"/>
          <p14:tracePt t="135619" x="1728788" y="1898650"/>
          <p14:tracePt t="135627" x="1693863" y="1871663"/>
          <p14:tracePt t="135635" x="1666875" y="1836738"/>
          <p14:tracePt t="135644" x="1639888" y="1824038"/>
          <p14:tracePt t="135651" x="1598613" y="1795463"/>
          <p14:tracePt t="135660" x="1550988" y="1782763"/>
          <p14:tracePt t="135668" x="1524000" y="1768475"/>
          <p14:tracePt t="135678" x="1497013" y="1768475"/>
          <p14:tracePt t="135685" x="1470025" y="1741488"/>
          <p14:tracePt t="135692" x="1422400" y="1741488"/>
          <p14:tracePt t="135703" x="1408113" y="1728788"/>
          <p14:tracePt t="135709" x="1381125" y="1728788"/>
          <p14:tracePt t="135718" x="1366838" y="1728788"/>
          <p14:tracePt t="135728" x="1354138" y="1708150"/>
          <p14:tracePt t="135735" x="1339850" y="1708150"/>
          <p14:tracePt t="135751" x="1319213" y="1708150"/>
          <p14:tracePt t="135775" x="1319213" y="1728788"/>
          <p14:tracePt t="135784" x="1319213" y="1755775"/>
          <p14:tracePt t="135792" x="1319213" y="1768475"/>
          <p14:tracePt t="135798" x="1319213" y="1795463"/>
          <p14:tracePt t="135808" x="1319213" y="1824038"/>
          <p14:tracePt t="135816" x="1319213" y="1857375"/>
          <p14:tracePt t="135824" x="1319213" y="1884363"/>
          <p14:tracePt t="135833" x="1319213" y="1911350"/>
          <p14:tracePt t="135840" x="1319213" y="1938338"/>
          <p14:tracePt t="135850" x="1319213" y="1952625"/>
          <p14:tracePt t="135857" x="1339850" y="1985963"/>
          <p14:tracePt t="135865" x="1354138" y="2000250"/>
          <p14:tracePt t="135881" x="1381125" y="2014538"/>
          <p14:tracePt t="135890" x="1395413" y="2014538"/>
          <p14:tracePt t="135899" x="1408113" y="2027238"/>
          <p14:tracePt t="135905" x="1422400" y="2027238"/>
          <p14:tracePt t="135915" x="1470025" y="2027238"/>
          <p14:tracePt t="135921" x="1497013" y="2027238"/>
          <p14:tracePt t="135933" x="1524000" y="2027238"/>
          <p14:tracePt t="135937" x="1550988" y="2014538"/>
          <p14:tracePt t="135951" x="1598613" y="1985963"/>
          <p14:tracePt t="135952" x="1625600" y="1952625"/>
          <p14:tracePt t="135963" x="1666875" y="1898650"/>
          <p14:tracePt t="135971" x="1693863" y="1857375"/>
          <p14:tracePt t="135982" x="1728788" y="1809750"/>
          <p14:tracePt t="135986" x="1755775" y="1755775"/>
          <p14:tracePt t="135998" x="1755775" y="1741488"/>
          <p14:tracePt t="136002" x="1768475" y="1693863"/>
          <p14:tracePt t="136016" x="1782763" y="1666875"/>
          <p14:tracePt t="136017" x="1782763" y="1625600"/>
          <p14:tracePt t="136026" x="1782763" y="1577975"/>
          <p14:tracePt t="136036" x="1782763" y="1565275"/>
          <p14:tracePt t="136046" x="1755775" y="1550988"/>
          <p14:tracePt t="136053" x="1708150" y="1538288"/>
          <p14:tracePt t="136063" x="1681163" y="1538288"/>
          <p14:tracePt t="136068" x="1625600" y="1538288"/>
          <p14:tracePt t="136077" x="1577975" y="1538288"/>
          <p14:tracePt t="136086" x="1524000" y="1538288"/>
          <p14:tracePt t="136093" x="1482725" y="1538288"/>
          <p14:tracePt t="136102" x="1470025" y="1550988"/>
          <p14:tracePt t="136111" x="1422400" y="1577975"/>
          <p14:tracePt t="136118" x="1395413" y="1598613"/>
          <p14:tracePt t="136127" x="1354138" y="1639888"/>
          <p14:tracePt t="136135" x="1354138" y="1666875"/>
          <p14:tracePt t="136144" x="1339850" y="1708150"/>
          <p14:tracePt t="136151" x="1319213" y="1741488"/>
          <p14:tracePt t="136160" x="1319213" y="1768475"/>
          <p14:tracePt t="136167" x="1319213" y="1809750"/>
          <p14:tracePt t="136177" x="1319213" y="1836738"/>
          <p14:tracePt t="136183" x="1319213" y="1871663"/>
          <p14:tracePt t="136190" x="1339850" y="1898650"/>
          <p14:tracePt t="136199" x="1366838" y="1938338"/>
          <p14:tracePt t="136209" x="1381125" y="1952625"/>
          <p14:tracePt t="136216" x="1408113" y="1985963"/>
          <p14:tracePt t="136226" x="1435100" y="2000250"/>
          <p14:tracePt t="136233" x="1470025" y="2014538"/>
          <p14:tracePt t="136243" x="1482725" y="2014538"/>
          <p14:tracePt t="136250" x="1509713" y="2027238"/>
          <p14:tracePt t="136259" x="1538288" y="2041525"/>
          <p14:tracePt t="136267" x="1565275" y="2041525"/>
          <p14:tracePt t="136275" x="1612900" y="2041525"/>
          <p14:tracePt t="136282" x="1652588" y="2041525"/>
          <p14:tracePt t="136291" x="1681163" y="2041525"/>
          <p14:tracePt t="136300" x="1728788" y="2027238"/>
          <p14:tracePt t="136308" x="1768475" y="2000250"/>
          <p14:tracePt t="136317" x="1795463" y="1973263"/>
          <p14:tracePt t="136330" x="1836738" y="1925638"/>
          <p14:tracePt t="136339" x="1871663" y="1898650"/>
          <p14:tracePt t="136349" x="1884363" y="1871663"/>
          <p14:tracePt t="136356" x="1884363" y="1836738"/>
          <p14:tracePt t="136367" x="1898650" y="1809750"/>
          <p14:tracePt t="136371" x="1898650" y="1782763"/>
          <p14:tracePt t="136383" x="1898650" y="1755775"/>
          <p14:tracePt t="136387" x="1871663" y="1741488"/>
          <p14:tracePt t="136401" x="1857375" y="1741488"/>
          <p14:tracePt t="136402" x="1809750" y="1708150"/>
          <p14:tracePt t="136413" x="1768475" y="1708150"/>
          <p14:tracePt t="136421" x="1728788" y="1708150"/>
          <p14:tracePt t="136431" x="1681163" y="1708150"/>
          <p14:tracePt t="136437" x="1625600" y="1708150"/>
          <p14:tracePt t="136448" x="1577975" y="1728788"/>
          <p14:tracePt t="136455" x="1550988" y="1755775"/>
          <p14:tracePt t="136466" x="1509713" y="1795463"/>
          <p14:tracePt t="136470" x="1482725" y="1824038"/>
          <p14:tracePt t="136483" x="1449388" y="1884363"/>
          <p14:tracePt t="136484" x="1435100" y="1925638"/>
          <p14:tracePt t="136493" x="1435100" y="1973263"/>
          <p14:tracePt t="136503" x="1435100" y="2027238"/>
          <p14:tracePt t="136512" x="1435100" y="2068513"/>
          <p14:tracePt t="136519" x="1435100" y="2116138"/>
          <p14:tracePt t="136527" x="1435100" y="2157413"/>
          <p14:tracePt t="136536" x="1482725" y="2211388"/>
          <p14:tracePt t="136544" x="1509713" y="2244725"/>
          <p14:tracePt t="136553" x="1538288" y="2271713"/>
          <p14:tracePt t="136564" x="1577975" y="2300288"/>
          <p14:tracePt t="136569" x="1625600" y="2312988"/>
          <p14:tracePt t="136582" x="1666875" y="2312988"/>
          <p14:tracePt t="136583" x="1728788" y="2312988"/>
          <p14:tracePt t="136591" x="1795463" y="2312988"/>
          <p14:tracePt t="136601" x="1857375" y="2300288"/>
          <p14:tracePt t="136609" x="1911350" y="2259013"/>
          <p14:tracePt t="136616" x="1985963" y="2211388"/>
          <p14:tracePt t="136625" x="2041525" y="2157413"/>
          <p14:tracePt t="136634" x="2081213" y="2101850"/>
          <p14:tracePt t="136643" x="2128838" y="2027238"/>
          <p14:tracePt t="136652" x="2157413" y="1952625"/>
          <p14:tracePt t="136658" x="2170113" y="1898650"/>
          <p14:tracePt t="136667" x="2170113" y="1836738"/>
          <p14:tracePt t="136676" x="2170113" y="1795463"/>
          <p14:tracePt t="136684" x="2170113" y="1755775"/>
          <p14:tracePt t="136690" x="2170113" y="1708150"/>
          <p14:tracePt t="136699" x="2128838" y="1681163"/>
          <p14:tracePt t="136708" x="2081213" y="1652588"/>
          <p14:tracePt t="136717" x="2027238" y="1639888"/>
          <p14:tracePt t="136730" x="1898650" y="1639888"/>
          <p14:tracePt t="136739" x="1857375" y="1639888"/>
          <p14:tracePt t="136749" x="1795463" y="1652588"/>
          <p14:tracePt t="136756" x="1741488" y="1693863"/>
          <p14:tracePt t="136767" x="1693863" y="1741488"/>
          <p14:tracePt t="136773" x="1652588" y="1795463"/>
          <p14:tracePt t="136783" x="1639888" y="1809750"/>
          <p14:tracePt t="136789" x="1625600" y="1871663"/>
          <p14:tracePt t="136798" x="1612900" y="1911350"/>
          <p14:tracePt t="136808" x="1598613" y="1938338"/>
          <p14:tracePt t="136813" x="1598613" y="1985963"/>
          <p14:tracePt t="136823" x="1598613" y="2014538"/>
          <p14:tracePt t="136833" x="1598613" y="2041525"/>
          <p14:tracePt t="136839" x="1598613" y="2054225"/>
          <p14:tracePt t="136850" x="1612900" y="2068513"/>
          <p14:tracePt t="136854" x="1639888" y="2081213"/>
          <p14:tracePt t="136866" x="1666875" y="2081213"/>
          <p14:tracePt t="136871" x="1693863" y="2101850"/>
          <p14:tracePt t="136885" x="1741488" y="2101850"/>
          <p14:tracePt t="136885" x="1782763" y="2101850"/>
          <p14:tracePt t="136896" x="1824038" y="2081213"/>
          <p14:tracePt t="136904" x="1871663" y="2041525"/>
          <p14:tracePt t="136915" x="1911350" y="2014538"/>
          <p14:tracePt t="136921" x="1925638" y="2000250"/>
          <p14:tracePt t="136932" x="1938338" y="1952625"/>
          <p14:tracePt t="136937" x="1973263" y="1925638"/>
          <p14:tracePt t="136948" x="1973263" y="1898650"/>
          <p14:tracePt t="136953" x="1973263" y="1836738"/>
          <p14:tracePt t="136965" x="1973263" y="1824038"/>
          <p14:tracePt t="136969" x="1973263" y="1795463"/>
          <p14:tracePt t="136981" x="1952625" y="1782763"/>
          <p14:tracePt t="136986" x="1938338" y="1768475"/>
          <p14:tracePt t="136999" x="1898650" y="1755775"/>
          <p14:tracePt t="137000" x="1871663" y="1741488"/>
          <p14:tracePt t="137010" x="1836738" y="1741488"/>
          <p14:tracePt t="137019" x="1824038" y="1741488"/>
          <p14:tracePt t="137027" x="1795463" y="1741488"/>
          <p14:tracePt t="137035" x="1782763" y="1741488"/>
          <p14:tracePt t="137051" x="1768475" y="1741488"/>
          <p14:tracePt t="137089" x="1768475" y="1755775"/>
          <p14:tracePt t="139206" x="1768475" y="1768475"/>
          <p14:tracePt t="139212" x="1795463" y="1824038"/>
          <p14:tracePt t="139221" x="1824038" y="1911350"/>
          <p14:tracePt t="139229" x="1857375" y="1985963"/>
          <p14:tracePt t="139241" x="1884363" y="2068513"/>
          <p14:tracePt t="139246" x="1925638" y="2170113"/>
          <p14:tracePt t="139258" x="1985963" y="2360613"/>
          <p14:tracePt t="139262" x="2054225" y="2557463"/>
          <p14:tracePt t="139274" x="2128838" y="2762250"/>
          <p14:tracePt t="139278" x="2197100" y="2959100"/>
          <p14:tracePt t="139292" x="2244725" y="3176588"/>
          <p14:tracePt t="139293" x="2271713" y="3265488"/>
          <p14:tracePt t="139302" x="2312988" y="3422650"/>
          <p14:tracePt t="139310" x="2360613" y="3565525"/>
          <p14:tracePt t="139319" x="2387600" y="3681413"/>
          <p14:tracePt t="139327" x="2401888" y="3708400"/>
          <p14:tracePt t="139338" x="2428875" y="3768725"/>
          <p14:tracePt t="139344" x="2443163" y="3810000"/>
          <p14:tracePt t="139352" x="2443163" y="3851275"/>
          <p14:tracePt t="139361" x="2455863" y="3863975"/>
          <p14:tracePt t="139377" x="2470150" y="3884613"/>
          <p14:tracePt t="139393" x="2490788" y="3884613"/>
          <p14:tracePt t="139401" x="2490788" y="3863975"/>
          <p14:tracePt t="139411" x="2490788" y="3824288"/>
          <p14:tracePt t="139419" x="2503488" y="3783013"/>
          <p14:tracePt t="140209" x="2503488" y="3795713"/>
          <p14:tracePt t="140218" x="2503488" y="3810000"/>
          <p14:tracePt t="140229" x="2517775" y="3836988"/>
          <p14:tracePt t="140237" x="2530475" y="3851275"/>
          <p14:tracePt t="140247" x="2557463" y="3884613"/>
          <p14:tracePt t="140252" x="2571750" y="3911600"/>
          <p14:tracePt t="140264" x="2586038" y="3938588"/>
          <p14:tracePt t="140269" x="2598738" y="3952875"/>
          <p14:tracePt t="140283" x="2619375" y="3979863"/>
          <p14:tracePt t="140284" x="2633663" y="3994150"/>
          <p14:tracePt t="140295" x="2633663" y="4027488"/>
          <p14:tracePt t="140303" x="2646363" y="4041775"/>
          <p14:tracePt t="140309" x="2646363" y="4054475"/>
          <p14:tracePt t="140318" x="2660650" y="4054475"/>
          <p14:tracePt t="140329" x="2660650" y="4068763"/>
          <p14:tracePt t="140348" x="2673350" y="4081463"/>
          <p14:tracePt t="141331" x="2673350" y="4095750"/>
          <p14:tracePt t="141340" x="2673350" y="4110038"/>
          <p14:tracePt t="141350" x="2687638" y="4122738"/>
          <p14:tracePt t="141358" x="2714625" y="4170363"/>
          <p14:tracePt t="141367" x="2776538" y="4211638"/>
          <p14:tracePt t="141373" x="2816225" y="4259263"/>
          <p14:tracePt t="141385" x="2890838" y="4286250"/>
          <p14:tracePt t="141391" x="2959100" y="4313238"/>
          <p14:tracePt t="141403" x="3033713" y="4340225"/>
          <p14:tracePt t="141408" x="3122613" y="4354513"/>
          <p14:tracePt t="141420" x="3190875" y="4354513"/>
          <p14:tracePt t="141424" x="3265488" y="4367213"/>
          <p14:tracePt t="141436" x="3292475" y="4367213"/>
          <p14:tracePt t="141439" x="3333750" y="4367213"/>
          <p14:tracePt t="141447" x="3381375" y="4354513"/>
          <p14:tracePt t="141456" x="3408363" y="4327525"/>
          <p14:tracePt t="141464" x="3422650" y="4313238"/>
          <p14:tracePt t="141472" x="3422650" y="4286250"/>
          <p14:tracePt t="141484" x="3422650" y="4259263"/>
          <p14:tracePt t="141489" x="3395663" y="4238625"/>
          <p14:tracePt t="141497" x="3348038" y="4211638"/>
          <p14:tracePt t="141506" x="3232150" y="4197350"/>
          <p14:tracePt t="141514" x="3136900" y="4184650"/>
          <p14:tracePt t="141523" x="3033713" y="4184650"/>
          <p14:tracePt t="141532" x="2959100" y="4184650"/>
          <p14:tracePt t="141538" x="2863850" y="4197350"/>
          <p14:tracePt t="141548" x="2762250" y="4224338"/>
          <p14:tracePt t="141556" x="2673350" y="4271963"/>
          <p14:tracePt t="141565" x="2619375" y="4313238"/>
          <p14:tracePt t="141573" x="2586038" y="4340225"/>
          <p14:tracePt t="141582" x="2544763" y="4367213"/>
          <p14:tracePt t="141590" x="2517775" y="4402138"/>
          <p14:tracePt t="141598" x="2490788" y="4429125"/>
          <p14:tracePt t="141607" x="2490788" y="4456113"/>
          <p14:tracePt t="141614" x="2470150" y="4483100"/>
          <p14:tracePt t="141623" x="2470150" y="4497388"/>
          <p14:tracePt t="141630" x="2470150" y="4530725"/>
          <p14:tracePt t="141639" x="2470150" y="4557713"/>
          <p14:tracePt t="141646" x="2470150" y="4572000"/>
          <p14:tracePt t="141654" x="2490788" y="4586288"/>
          <p14:tracePt t="141664" x="2517775" y="4598988"/>
          <p14:tracePt t="141672" x="2530475" y="4613275"/>
          <p14:tracePt t="141685" x="2544763" y="4625975"/>
          <p14:tracePt t="141686" x="2557463" y="4625975"/>
          <p14:tracePt t="141695" x="2571750" y="4625975"/>
          <p14:tracePt t="141705" x="2586038" y="4625975"/>
          <p14:tracePt t="141712" x="2598738" y="4625975"/>
          <p14:tracePt t="141729" x="2619375" y="4625975"/>
          <p14:tracePt t="141737" x="2633663" y="4625975"/>
          <p14:tracePt t="142902" x="2633663" y="4598988"/>
          <p14:tracePt t="142912" x="2633663" y="4572000"/>
          <p14:tracePt t="142920" x="2633663" y="4530725"/>
          <p14:tracePt t="142930" x="2633663" y="4497388"/>
          <p14:tracePt t="142938" x="2633663" y="4470400"/>
          <p14:tracePt t="142948" x="2619375" y="4443413"/>
          <p14:tracePt t="142955" x="2586038" y="4414838"/>
          <p14:tracePt t="142962" x="2557463" y="4387850"/>
          <p14:tracePt t="142972" x="2530475" y="4367213"/>
          <p14:tracePt t="142984" x="2490788" y="4354513"/>
          <p14:tracePt t="142985" x="2443163" y="4354513"/>
          <p14:tracePt t="142995" x="2428875" y="4354513"/>
          <p14:tracePt t="143004" x="2401888" y="4354513"/>
          <p14:tracePt t="143014" x="2360613" y="4354513"/>
          <p14:tracePt t="143022" x="2327275" y="4354513"/>
          <p14:tracePt t="143029" x="2300288" y="4354513"/>
          <p14:tracePt t="143036" x="2286000" y="4367213"/>
          <p14:tracePt t="143049" x="2271713" y="4387850"/>
          <p14:tracePt t="143050" x="2259013" y="4402138"/>
          <p14:tracePt t="143060" x="2232025" y="4429125"/>
          <p14:tracePt t="143069" x="2211388" y="4456113"/>
          <p14:tracePt t="143078" x="2211388" y="4483100"/>
          <p14:tracePt t="143086" x="2197100" y="4530725"/>
          <p14:tracePt t="143094" x="2197100" y="4557713"/>
          <p14:tracePt t="143103" x="2184400" y="4586288"/>
          <p14:tracePt t="143111" x="2184400" y="4613275"/>
          <p14:tracePt t="143121" x="2184400" y="4660900"/>
          <p14:tracePt t="143128" x="2184400" y="4687888"/>
          <p14:tracePt t="143135" x="2184400" y="4714875"/>
          <p14:tracePt t="143144" x="2197100" y="4741863"/>
          <p14:tracePt t="143154" x="2211388" y="4756150"/>
          <p14:tracePt t="143161" x="2232025" y="4789488"/>
          <p14:tracePt t="143169" x="2244725" y="4803775"/>
          <p14:tracePt t="143178" x="2271713" y="4816475"/>
          <p14:tracePt t="143186" x="2300288" y="4816475"/>
          <p14:tracePt t="143193" x="2327275" y="4830763"/>
          <p14:tracePt t="143201" x="2374900" y="4830763"/>
          <p14:tracePt t="143211" x="2401888" y="4830763"/>
          <p14:tracePt t="143217" x="2443163" y="4830763"/>
          <p14:tracePt t="143227" x="2470150" y="4816475"/>
          <p14:tracePt t="143233" x="2503488" y="4789488"/>
          <p14:tracePt t="143243" x="2517775" y="4756150"/>
          <p14:tracePt t="143251" x="2544763" y="4729163"/>
          <p14:tracePt t="143258" x="2557463" y="4700588"/>
          <p14:tracePt t="143266" x="2571750" y="4673600"/>
          <p14:tracePt t="143276" x="2571750" y="4646613"/>
          <p14:tracePt t="143285" x="2571750" y="4598988"/>
          <p14:tracePt t="143297" x="2571750" y="4545013"/>
          <p14:tracePt t="143306" x="2544763" y="4518025"/>
          <p14:tracePt t="143317" x="2517775" y="4483100"/>
          <p14:tracePt t="143324" x="2455863" y="4456113"/>
          <p14:tracePt t="143335" x="2414588" y="4443413"/>
          <p14:tracePt t="143341" x="2387600" y="4429125"/>
          <p14:tracePt t="143348" x="2360613" y="4414838"/>
          <p14:tracePt t="143358" x="2327275" y="4402138"/>
          <p14:tracePt t="143364" x="2286000" y="4387850"/>
          <p14:tracePt t="143375" x="2259013" y="4367213"/>
          <p14:tracePt t="143382" x="2244725" y="4367213"/>
          <p14:tracePt t="143394" x="2232025" y="4367213"/>
          <p14:tracePt t="143395" x="2211388" y="4367213"/>
          <p14:tracePt t="143405" x="2197100" y="4367213"/>
          <p14:tracePt t="143414" x="2184400" y="4367213"/>
          <p14:tracePt t="143432" x="2170113" y="4367213"/>
          <p14:tracePt t="143439" x="2157413" y="4387850"/>
          <p14:tracePt t="143449" x="2157413" y="4414838"/>
          <p14:tracePt t="143453" x="2143125" y="4429125"/>
          <p14:tracePt t="143466" x="2143125" y="4443413"/>
          <p14:tracePt t="143470" x="2128838" y="4483100"/>
          <p14:tracePt t="143484" x="2128838" y="4518025"/>
          <p14:tracePt t="143485" x="2128838" y="4545013"/>
          <p14:tracePt t="143494" x="2128838" y="4572000"/>
          <p14:tracePt t="143503" x="2128838" y="4598988"/>
          <p14:tracePt t="143514" x="2128838" y="4646613"/>
          <p14:tracePt t="143520" x="2128838" y="4660900"/>
          <p14:tracePt t="143528" x="2128838" y="4687888"/>
          <p14:tracePt t="143537" x="2128838" y="4714875"/>
          <p14:tracePt t="143545" x="2128838" y="4729163"/>
          <p14:tracePt t="143553" x="2143125" y="4741863"/>
          <p14:tracePt t="143562" x="2157413" y="4741863"/>
          <p14:tracePt t="143568" x="2184400" y="4756150"/>
          <p14:tracePt t="143578" x="2197100" y="4756150"/>
          <p14:tracePt t="143585" x="2244725" y="4756150"/>
          <p14:tracePt t="143594" x="2286000" y="4756150"/>
          <p14:tracePt t="143603" x="2327275" y="4741863"/>
          <p14:tracePt t="143611" x="2387600" y="4700588"/>
          <p14:tracePt t="143618" x="2443163" y="4660900"/>
          <p14:tracePt t="143628" x="2490788" y="4598988"/>
          <p14:tracePt t="143635" x="2544763" y="4557713"/>
          <p14:tracePt t="143643" x="2557463" y="4530725"/>
          <p14:tracePt t="143652" x="2586038" y="4483100"/>
          <p14:tracePt t="143660" x="2598738" y="4456113"/>
          <p14:tracePt t="143668" x="2619375" y="4429125"/>
          <p14:tracePt t="143677" x="2633663" y="4402138"/>
          <p14:tracePt t="143685" x="2633663" y="4354513"/>
          <p14:tracePt t="143692" x="2633663" y="4340225"/>
          <p14:tracePt t="143699" x="2619375" y="4327525"/>
          <p14:tracePt t="143710" x="2586038" y="4313238"/>
          <p14:tracePt t="143717" x="2530475" y="4300538"/>
          <p14:tracePt t="143726" x="2470150" y="4300538"/>
          <p14:tracePt t="143733" x="2428875" y="4300538"/>
          <p14:tracePt t="143740" x="2374900" y="4300538"/>
          <p14:tracePt t="143751" x="2300288" y="4300538"/>
          <p14:tracePt t="143757" x="2244725" y="4300538"/>
          <p14:tracePt t="143767" x="2184400" y="4327525"/>
          <p14:tracePt t="143775" x="2143125" y="4367213"/>
          <p14:tracePt t="143785" x="2068513" y="4414838"/>
          <p14:tracePt t="143796" x="2041525" y="4443413"/>
          <p14:tracePt t="143803" x="2000250" y="4497388"/>
          <p14:tracePt t="143807" x="1952625" y="4545013"/>
          <p14:tracePt t="143817" x="1938338" y="4613275"/>
          <p14:tracePt t="143825" x="1925638" y="4687888"/>
          <p14:tracePt t="143831" x="1925638" y="4741863"/>
          <p14:tracePt t="143844" x="1925638" y="4803775"/>
          <p14:tracePt t="143846" x="1925638" y="4857750"/>
          <p14:tracePt t="143855" x="1925638" y="4919663"/>
          <p14:tracePt t="143865" x="1925638" y="4932363"/>
          <p14:tracePt t="143872" x="1952625" y="4973638"/>
          <p14:tracePt t="143883" x="1985963" y="5000625"/>
          <p14:tracePt t="143888" x="2014538" y="5021263"/>
          <p14:tracePt t="143901" x="2054225" y="5033963"/>
          <p14:tracePt t="143902" x="2101850" y="5033963"/>
          <p14:tracePt t="143911" x="2128838" y="5033963"/>
          <p14:tracePt t="143921" x="2170113" y="5033963"/>
          <p14:tracePt t="143931" x="2211388" y="5021263"/>
          <p14:tracePt t="143938" x="2259013" y="4973638"/>
          <p14:tracePt t="143949" x="2312988" y="4932363"/>
          <p14:tracePt t="143954" x="2428875" y="4830763"/>
          <p14:tracePt t="143967" x="2455863" y="4789488"/>
          <p14:tracePt t="143968" x="2517775" y="4714875"/>
          <p14:tracePt t="143977" x="2557463" y="4646613"/>
          <p14:tracePt t="143985" x="2586038" y="4613275"/>
          <p14:tracePt t="143998" x="2619375" y="4557713"/>
          <p14:tracePt t="144002" x="2646363" y="4518025"/>
          <p14:tracePt t="144012" x="2660650" y="4470400"/>
          <p14:tracePt t="144019" x="2660650" y="4456113"/>
          <p14:tracePt t="144029" x="2673350" y="4429125"/>
          <p14:tracePt t="144037" x="2673350" y="4414838"/>
          <p14:tracePt t="144044" x="2673350" y="4402138"/>
          <p14:tracePt t="144053" x="2646363" y="4402138"/>
          <p14:tracePt t="144066" x="2633663" y="4387850"/>
          <p14:tracePt t="144067" x="2586038" y="4387850"/>
          <p14:tracePt t="144076" x="2557463" y="4387850"/>
          <p14:tracePt t="144085" x="2517775" y="4387850"/>
          <p14:tracePt t="144093" x="2490788" y="4387850"/>
          <p14:tracePt t="144099" x="2455863" y="4387850"/>
          <p14:tracePt t="144109" x="2428875" y="4387850"/>
          <p14:tracePt t="144118" x="2401888" y="4387850"/>
          <p14:tracePt t="144126" x="2387600" y="4387850"/>
          <p14:tracePt t="144134" x="2374900" y="4387850"/>
          <p14:tracePt t="144142" x="2360613" y="4402138"/>
          <p14:tracePt t="144150" x="2360613" y="4414838"/>
          <p14:tracePt t="144159" x="2339975" y="4429125"/>
          <p14:tracePt t="144166" x="2339975" y="4443413"/>
          <p14:tracePt t="144175" x="2339975" y="4470400"/>
          <p14:tracePt t="144185" x="2339975" y="4483100"/>
          <p14:tracePt t="144193" x="2339975" y="4518025"/>
          <p14:tracePt t="144200" x="2339975" y="4530725"/>
          <p14:tracePt t="144208" x="2339975" y="4545013"/>
          <p14:tracePt t="144217" x="2339975" y="4572000"/>
          <p14:tracePt t="144225" x="2360613" y="4586288"/>
          <p14:tracePt t="144233" x="2387600" y="4598988"/>
          <p14:tracePt t="144243" x="2414588" y="4625975"/>
          <p14:tracePt t="144249" x="2428875" y="4625975"/>
          <p14:tracePt t="144259" x="2470150" y="4646613"/>
          <p14:tracePt t="144265" x="2503488" y="4646613"/>
          <p14:tracePt t="144276" x="2544763" y="4646613"/>
          <p14:tracePt t="144282" x="2571750" y="4646613"/>
          <p14:tracePt t="144291" x="2619375" y="4613275"/>
          <p14:tracePt t="144299" x="2633663" y="4598988"/>
          <p14:tracePt t="144306" x="2660650" y="4572000"/>
          <p14:tracePt t="144316" x="2687638" y="4545013"/>
          <p14:tracePt t="144323" x="2700338" y="4530725"/>
          <p14:tracePt t="144333" x="2700338" y="4497388"/>
          <p14:tracePt t="144341" x="2714625" y="4470400"/>
          <p14:tracePt t="144348" x="2714625" y="4443413"/>
          <p14:tracePt t="144356" x="2714625" y="4429125"/>
          <p14:tracePt t="144368" x="2700338" y="4402138"/>
          <p14:tracePt t="144369" x="2660650" y="4367213"/>
          <p14:tracePt t="144380" x="2619375" y="4354513"/>
          <p14:tracePt t="144388" x="2557463" y="4340225"/>
          <p14:tracePt t="144400" x="2503488" y="4327525"/>
          <p14:tracePt t="144401" x="2470150" y="4327525"/>
          <p14:tracePt t="144410" x="2443163" y="4327525"/>
          <p14:tracePt t="144420" x="2401888" y="4327525"/>
          <p14:tracePt t="144428" x="2360613" y="4327525"/>
          <p14:tracePt t="144436" x="2327275" y="4327525"/>
          <p14:tracePt t="144445" x="2312988" y="4340225"/>
          <p14:tracePt t="144454" x="2300288" y="4354513"/>
          <p14:tracePt t="144462" x="2271713" y="4367213"/>
          <p14:tracePt t="144470" x="2271713" y="4387850"/>
          <p14:tracePt t="144483" x="2259013" y="4429125"/>
          <p14:tracePt t="144484" x="2259013" y="4470400"/>
          <p14:tracePt t="144493" x="2259013" y="4497388"/>
          <p14:tracePt t="144502" x="2259013" y="4530725"/>
          <p14:tracePt t="144510" x="2259013" y="4557713"/>
          <p14:tracePt t="144519" x="2286000" y="4598988"/>
          <p14:tracePt t="144531" x="2300288" y="4625975"/>
          <p14:tracePt t="147610" x="2312988" y="4646613"/>
          <p14:tracePt t="147622" x="2339975" y="4673600"/>
          <p14:tracePt t="147626" x="2360613" y="4700588"/>
          <p14:tracePt t="147640" x="2414588" y="4756150"/>
          <p14:tracePt t="147650" x="2443163" y="4776788"/>
          <p14:tracePt t="147657" x="2503488" y="4816475"/>
          <p14:tracePt t="147667" x="2544763" y="4857750"/>
          <p14:tracePt t="147676" x="2586038" y="4905375"/>
          <p14:tracePt t="147687" x="2619375" y="4919663"/>
          <p14:tracePt t="147692" x="2660650" y="4946650"/>
          <p14:tracePt t="147701" x="2687638" y="4973638"/>
          <p14:tracePt t="147709" x="2735263" y="4986338"/>
          <p14:tracePt t="147721" x="2747963" y="5021263"/>
          <p14:tracePt t="147723" x="2776538" y="5033963"/>
          <p14:tracePt t="147731" x="2803525" y="5048250"/>
          <p14:tracePt t="147741" x="2816225" y="5048250"/>
          <p14:tracePt t="147749" x="2830513" y="5062538"/>
          <p14:tracePt t="147757" x="2843213" y="5075238"/>
          <p14:tracePt t="147766" x="2863850" y="5075238"/>
          <p14:tracePt t="147772" x="2878138" y="5075238"/>
          <p14:tracePt t="147783" x="2890838" y="5075238"/>
          <p14:tracePt t="147790" x="2890838" y="5089525"/>
          <p14:tracePt t="147798" x="2905125" y="5089525"/>
          <p14:tracePt t="147825" x="2919413" y="5089525"/>
          <p14:tracePt t="148032" x="2932113" y="5089525"/>
          <p14:tracePt t="148065" x="2946400" y="5089525"/>
          <p14:tracePt t="148106" x="2959100" y="5089525"/>
          <p14:tracePt t="148196" x="2973388" y="5089525"/>
          <p14:tracePt t="148228" x="2994025" y="5102225"/>
          <p14:tracePt t="148253" x="3006725" y="5102225"/>
          <p14:tracePt t="148270" x="3006725" y="5116513"/>
          <p14:tracePt t="148286" x="3021013" y="5116513"/>
          <p14:tracePt t="148695" x="3021013" y="5129213"/>
          <p14:tracePt t="148705" x="3048000" y="5149850"/>
          <p14:tracePt t="148714" x="3074988" y="5176838"/>
          <p14:tracePt t="148723" x="3101975" y="5205413"/>
          <p14:tracePt t="148729" x="3149600" y="5218113"/>
          <p14:tracePt t="148739" x="3190875" y="5245100"/>
          <p14:tracePt t="148750" x="3252788" y="5259388"/>
          <p14:tracePt t="148756" x="3292475" y="5280025"/>
          <p14:tracePt t="148767" x="3348038" y="5280025"/>
          <p14:tracePt t="148771" x="3360738" y="5292725"/>
          <p14:tracePt t="148784" x="3408363" y="5292725"/>
          <p14:tracePt t="148788" x="3462338" y="5292725"/>
          <p14:tracePt t="148797" x="3509963" y="5292725"/>
          <p14:tracePt t="148804" x="3538538" y="5292725"/>
          <p14:tracePt t="148813" x="3578225" y="5292725"/>
          <p14:tracePt t="148821" x="3605213" y="5307013"/>
          <p14:tracePt t="148830" x="3640138" y="5307013"/>
          <p14:tracePt t="148840" x="3667125" y="5307013"/>
          <p14:tracePt t="148846" x="3694113" y="5307013"/>
          <p14:tracePt t="148854" x="3708400" y="5307013"/>
          <p14:tracePt t="148863" x="3721100" y="5307013"/>
          <p14:tracePt t="148869" x="3735388" y="5307013"/>
          <p14:tracePt t="149612" x="3721100" y="5307013"/>
          <p14:tracePt t="149622" x="3667125" y="5292725"/>
          <p14:tracePt t="149631" x="3605213" y="5245100"/>
          <p14:tracePt t="149641" x="3509963" y="5164138"/>
          <p14:tracePt t="149650" x="3319463" y="5000625"/>
          <p14:tracePt t="149656" x="3149600" y="4830763"/>
          <p14:tracePt t="149668" x="2959100" y="4598988"/>
          <p14:tracePt t="149672" x="2735263" y="4313238"/>
          <p14:tracePt t="149684" x="2544763" y="3994150"/>
          <p14:tracePt t="149688" x="2339975" y="3605213"/>
          <p14:tracePt t="149700" x="2197100" y="3232150"/>
          <p14:tracePt t="149705" x="2157413" y="3062288"/>
          <p14:tracePt t="149716" x="2068513" y="2762250"/>
          <p14:tracePt t="149721" x="2041525" y="2660650"/>
          <p14:tracePt t="149734" x="2000250" y="2455863"/>
          <p14:tracePt t="149738" x="2000250" y="2401888"/>
          <p14:tracePt t="149749" x="1985963" y="2300288"/>
          <p14:tracePt t="149989" x="1985963" y="2286000"/>
          <p14:tracePt t="149999" x="1985963" y="2271713"/>
          <p14:tracePt t="150008" x="1985963" y="2259013"/>
          <p14:tracePt t="150017" x="1985963" y="2244725"/>
          <p14:tracePt t="150026" x="1985963" y="2211388"/>
          <p14:tracePt t="150032" x="1985963" y="2197100"/>
          <p14:tracePt t="150043" x="1985963" y="2170113"/>
          <p14:tracePt t="150049" x="2000250" y="2128838"/>
          <p14:tracePt t="150056" x="2014538" y="2081213"/>
          <p14:tracePt t="150066" x="2027238" y="2068513"/>
          <p14:tracePt t="150077" x="2054225" y="2014538"/>
          <p14:tracePt t="150082" x="2068513" y="2000250"/>
          <p14:tracePt t="150095" x="2081213" y="1973263"/>
          <p14:tracePt t="150096" x="2081213" y="1938338"/>
          <p14:tracePt t="150105" x="2101850" y="1911350"/>
          <p14:tracePt t="150115" x="2116138" y="1871663"/>
          <p14:tracePt t="150122" x="2116138" y="1857375"/>
          <p14:tracePt t="150131" x="2116138" y="1795463"/>
          <p14:tracePt t="150142" x="2116138" y="1768475"/>
          <p14:tracePt t="150148" x="2116138" y="1741488"/>
          <p14:tracePt t="150155" x="2116138" y="1693863"/>
          <p14:tracePt t="150165" x="2081213" y="1666875"/>
          <p14:tracePt t="150173" x="2068513" y="1625600"/>
          <p14:tracePt t="150182" x="2027238" y="1598613"/>
          <p14:tracePt t="150188" x="2000250" y="1550988"/>
          <p14:tracePt t="150198" x="1973263" y="1538288"/>
          <p14:tracePt t="150206" x="1938338" y="1509713"/>
          <p14:tracePt t="150215" x="1911350" y="1482725"/>
          <p14:tracePt t="150223" x="1898650" y="1470025"/>
          <p14:tracePt t="150232" x="1884363" y="1449388"/>
          <p14:tracePt t="150239" x="1871663" y="1449388"/>
          <p14:tracePt t="150248" x="1857375" y="1435100"/>
          <p14:tracePt t="150292" x="1857375" y="1449388"/>
          <p14:tracePt t="150300" x="1836738" y="1482725"/>
          <p14:tracePt t="150311" x="1836738" y="1524000"/>
          <p14:tracePt t="150319" x="1836738" y="1565275"/>
          <p14:tracePt t="150328" x="1824038" y="1625600"/>
          <p14:tracePt t="150337" x="1824038" y="1693863"/>
          <p14:tracePt t="150346" x="1824038" y="1755775"/>
          <p14:tracePt t="150353" x="1824038" y="1795463"/>
          <p14:tracePt t="150363" x="1824038" y="1824038"/>
          <p14:tracePt t="150369" x="1824038" y="1884363"/>
          <p14:tracePt t="150380" x="1824038" y="1925638"/>
          <p14:tracePt t="150384" x="1824038" y="1952625"/>
          <p14:tracePt t="150397" x="1836738" y="1985963"/>
          <p14:tracePt t="150409" x="1857375" y="2000250"/>
          <p14:tracePt t="150417" x="1871663" y="2014538"/>
          <p14:tracePt t="150427" x="1884363" y="2027238"/>
          <p14:tracePt t="150445" x="1911350" y="2027238"/>
          <p14:tracePt t="150451" x="1925638" y="2027238"/>
          <p14:tracePt t="150462" x="1973263" y="2027238"/>
          <p14:tracePt t="150466" x="2000250" y="2027238"/>
          <p14:tracePt t="150478" x="2014538" y="2027238"/>
          <p14:tracePt t="150484" x="2041525" y="2027238"/>
          <p14:tracePt t="150495" x="2068513" y="2027238"/>
          <p14:tracePt t="150499" x="2081213" y="2014538"/>
          <p14:tracePt t="150513" x="2116138" y="2000250"/>
          <p14:tracePt t="150514" x="2128838" y="1985963"/>
          <p14:tracePt t="150525" x="2157413" y="1973263"/>
          <p14:tracePt t="150532" x="2157413" y="1952625"/>
          <p14:tracePt t="150543" x="2170113" y="1938338"/>
          <p14:tracePt t="150550" x="2184400" y="1925638"/>
          <p14:tracePt t="150561" x="2184400" y="1911350"/>
          <p14:tracePt t="150571" x="2184400" y="1884363"/>
          <p14:tracePt t="150580" x="2184400" y="1857375"/>
          <p14:tracePt t="150588" x="2184400" y="1824038"/>
          <p14:tracePt t="150598" x="2143125" y="1795463"/>
          <p14:tracePt t="150608" x="2116138" y="1782763"/>
          <p14:tracePt t="150615" x="2068513" y="1755775"/>
          <p14:tracePt t="150624" x="2027238" y="1741488"/>
          <p14:tracePt t="150631" x="2000250" y="1728788"/>
          <p14:tracePt t="150644" x="1952625" y="1728788"/>
          <p14:tracePt t="150645" x="1925638" y="1728788"/>
          <p14:tracePt t="150653" x="1884363" y="1728788"/>
          <p14:tracePt t="150663" x="1857375" y="1728788"/>
          <p14:tracePt t="150671" x="1836738" y="1728788"/>
          <p14:tracePt t="150681" x="1809750" y="1728788"/>
          <p14:tracePt t="150688" x="1782763" y="1768475"/>
          <p14:tracePt t="150695" x="1768475" y="1795463"/>
          <p14:tracePt t="150706" x="1768475" y="1824038"/>
          <p14:tracePt t="150712" x="1755775" y="1884363"/>
          <p14:tracePt t="150722" x="1741488" y="1938338"/>
          <p14:tracePt t="150729" x="1741488" y="2000250"/>
          <p14:tracePt t="150739" x="1741488" y="2054225"/>
          <p14:tracePt t="150745" x="1741488" y="2101850"/>
          <p14:tracePt t="150754" x="1741488" y="2143125"/>
          <p14:tracePt t="150761" x="1741488" y="2184400"/>
          <p14:tracePt t="150769" x="1741488" y="2232025"/>
          <p14:tracePt t="150780" x="1755775" y="2244725"/>
          <p14:tracePt t="150787" x="1768475" y="2271713"/>
          <p14:tracePt t="150796" x="1795463" y="2286000"/>
          <p14:tracePt t="150802" x="1836738" y="2300288"/>
          <p14:tracePt t="150812" x="1871663" y="2300288"/>
          <p14:tracePt t="150820" x="1911350" y="2300288"/>
          <p14:tracePt t="150828" x="1952625" y="2300288"/>
          <p14:tracePt t="150842" x="2014538" y="2259013"/>
          <p14:tracePt t="150851" x="2054225" y="2211388"/>
          <p14:tracePt t="150861" x="2068513" y="2197100"/>
          <p14:tracePt t="150868" x="2116138" y="2143125"/>
          <p14:tracePt t="150879" x="2116138" y="2101850"/>
          <p14:tracePt t="150883" x="2128838" y="2054225"/>
          <p14:tracePt t="150896" x="2128838" y="2014538"/>
          <p14:tracePt t="150900" x="2128838" y="1973263"/>
          <p14:tracePt t="150912" x="2128838" y="1925638"/>
          <p14:tracePt t="150918" x="2101850" y="1884363"/>
          <p14:tracePt t="150929" x="2054225" y="1824038"/>
          <p14:tracePt t="150933" x="2000250" y="1782763"/>
          <p14:tracePt t="150946" x="1973263" y="1768475"/>
          <p14:tracePt t="150948" x="1925638" y="1741488"/>
          <p14:tracePt t="150959" x="1898650" y="1728788"/>
          <p14:tracePt t="150967" x="1871663" y="1708150"/>
          <p14:tracePt t="150977" x="1836738" y="1693863"/>
          <p14:tracePt t="150984" x="1809750" y="1693863"/>
          <p14:tracePt t="150994" x="1795463" y="1693863"/>
          <p14:tracePt t="150998" x="1782763" y="1693863"/>
          <p14:tracePt t="151010" x="1768475" y="1693863"/>
          <p14:tracePt t="151015" x="1755775" y="1728788"/>
          <p14:tracePt t="151027" x="1741488" y="1755775"/>
          <p14:tracePt t="151032" x="1741488" y="1782763"/>
          <p14:tracePt t="151044" x="1741488" y="1824038"/>
          <p14:tracePt t="151049" x="1741488" y="1884363"/>
          <p14:tracePt t="151056" x="1741488" y="1925638"/>
          <p14:tracePt t="151065" x="1741488" y="1985963"/>
          <p14:tracePt t="151076" x="1741488" y="2027238"/>
          <p14:tracePt t="151081" x="1755775" y="2054225"/>
          <p14:tracePt t="151093" x="1782763" y="2128838"/>
          <p14:tracePt t="151098" x="1809750" y="2157413"/>
          <p14:tracePt t="151112" x="1836738" y="2184400"/>
          <p14:tracePt t="151113" x="1871663" y="2211388"/>
          <p14:tracePt t="151122" x="1911350" y="2232025"/>
          <p14:tracePt t="151129" x="1952625" y="2232025"/>
          <p14:tracePt t="151139" x="2000250" y="2232025"/>
          <p14:tracePt t="151147" x="2054225" y="2232025"/>
          <p14:tracePt t="151156" x="2101850" y="2232025"/>
          <p14:tracePt t="151164" x="2157413" y="2184400"/>
          <p14:tracePt t="151172" x="2184400" y="2157413"/>
          <p14:tracePt t="151182" x="2232025" y="2116138"/>
          <p14:tracePt t="151188" x="2259013" y="2068513"/>
          <p14:tracePt t="151197" x="2271713" y="2041525"/>
          <p14:tracePt t="151210" x="2300288" y="1985963"/>
          <p14:tracePt t="151212" x="2300288" y="1938338"/>
          <p14:tracePt t="151221" x="2300288" y="1898650"/>
          <p14:tracePt t="151230" x="2300288" y="1857375"/>
          <p14:tracePt t="151237" x="2300288" y="1809750"/>
          <p14:tracePt t="151244" x="2271713" y="1782763"/>
          <p14:tracePt t="151255" x="2232025" y="1755775"/>
          <p14:tracePt t="151262" x="2184400" y="1728788"/>
          <p14:tracePt t="151272" x="2128838" y="1693863"/>
          <p14:tracePt t="151279" x="2068513" y="1693863"/>
          <p14:tracePt t="151286" x="2027238" y="1693863"/>
          <p14:tracePt t="151295" x="1973263" y="1693863"/>
          <p14:tracePt t="151304" x="1911350" y="1693863"/>
          <p14:tracePt t="151309" x="1871663" y="1693863"/>
          <p14:tracePt t="151320" x="1836738" y="1728788"/>
          <p14:tracePt t="151327" x="1809750" y="1768475"/>
          <p14:tracePt t="151337" x="1782763" y="1809750"/>
          <p14:tracePt t="151346" x="1768475" y="1857375"/>
          <p14:tracePt t="151355" x="1755775" y="1911350"/>
          <p14:tracePt t="151365" x="1741488" y="1952625"/>
          <p14:tracePt t="151368" x="1741488" y="2014538"/>
          <p14:tracePt t="151378" x="1741488" y="2054225"/>
          <p14:tracePt t="151385" x="1741488" y="2101850"/>
          <p14:tracePt t="151397" x="1741488" y="2116138"/>
          <p14:tracePt t="151398" x="1782763" y="2170113"/>
          <p14:tracePt t="151409" x="1809750" y="2197100"/>
          <p14:tracePt t="151416" x="1836738" y="2211388"/>
          <p14:tracePt t="151427" x="1898650" y="2232025"/>
          <p14:tracePt t="151434" x="1938338" y="2232025"/>
          <p14:tracePt t="151444" x="1985963" y="2232025"/>
          <p14:tracePt t="151448" x="2041525" y="2232025"/>
          <p14:tracePt t="151460" x="2081213" y="2232025"/>
          <p14:tracePt t="151464" x="2143125" y="2197100"/>
          <p14:tracePt t="151476" x="2157413" y="2170113"/>
          <p14:tracePt t="151484" x="2197100" y="2143125"/>
          <p14:tracePt t="151495" x="2232025" y="2116138"/>
          <p14:tracePt t="151496" x="2244725" y="2081213"/>
          <p14:tracePt t="151506" x="2259013" y="2054225"/>
          <p14:tracePt t="151516" x="2259013" y="2027238"/>
          <p14:tracePt t="151523" x="2271713" y="1985963"/>
          <p14:tracePt t="151532" x="2271713" y="1952625"/>
          <p14:tracePt t="151540" x="2271713" y="1911350"/>
          <p14:tracePt t="151549" x="2244725" y="1884363"/>
          <p14:tracePt t="151560" x="2211388" y="1871663"/>
          <p14:tracePt t="151564" x="2184400" y="1836738"/>
          <p14:tracePt t="151572" x="2157413" y="1836738"/>
          <p14:tracePt t="151582" x="2128838" y="1809750"/>
          <p14:tracePt t="151589" x="2081213" y="1809750"/>
          <p14:tracePt t="151598" x="2027238" y="1809750"/>
          <p14:tracePt t="151610" x="2000250" y="1809750"/>
          <p14:tracePt t="151611" x="1973263" y="1809750"/>
          <p14:tracePt t="151620" x="1952625" y="1824038"/>
          <p14:tracePt t="151629" x="1925638" y="1857375"/>
          <p14:tracePt t="151638" x="1911350" y="1884363"/>
          <p14:tracePt t="151644" x="1898650" y="1898650"/>
          <p14:tracePt t="151654" x="1884363" y="1938338"/>
          <p14:tracePt t="151661" x="1884363" y="1985963"/>
          <p14:tracePt t="151671" x="1884363" y="2014538"/>
          <p14:tracePt t="151678" x="1884363" y="2041525"/>
          <p14:tracePt t="151687" x="1898650" y="2068513"/>
          <p14:tracePt t="151695" x="1938338" y="2101850"/>
          <p14:tracePt t="151704" x="2000250" y="2128838"/>
          <p14:tracePt t="151712" x="2041525" y="2143125"/>
          <p14:tracePt t="151719" x="2101850" y="2143125"/>
          <p14:tracePt t="151727" x="2157413" y="2143125"/>
          <p14:tracePt t="151736" x="2197100" y="2143125"/>
          <p14:tracePt t="151745" x="2211388" y="2143125"/>
          <p14:tracePt t="151754" x="2259013" y="2128838"/>
          <p14:tracePt t="151760" x="2271713" y="2116138"/>
          <p14:tracePt t="151770" x="2300288" y="2101850"/>
          <p14:tracePt t="151776" x="2300288" y="2068513"/>
          <p14:tracePt t="151792" x="2312988" y="2014538"/>
          <p14:tracePt t="151801" x="2312988" y="1985963"/>
          <p14:tracePt t="151811" x="2300288" y="1952625"/>
          <p14:tracePt t="151818" x="2271713" y="1925638"/>
          <p14:tracePt t="151829" x="2232025" y="1898650"/>
          <p14:tracePt t="151835" x="2184400" y="1884363"/>
          <p14:tracePt t="151844" x="2143125" y="1857375"/>
          <p14:tracePt t="151852" x="2081213" y="1836738"/>
          <p14:tracePt t="151859" x="2027238" y="1836738"/>
          <p14:tracePt t="151869" x="1985963" y="1836738"/>
          <p14:tracePt t="151880" x="1973263" y="1836738"/>
          <p14:tracePt t="151881" x="1925638" y="1836738"/>
          <p14:tracePt t="151891" x="1857375" y="1836738"/>
          <p14:tracePt t="151900" x="1836738" y="1857375"/>
          <p14:tracePt t="151910" x="1824038" y="1884363"/>
          <p14:tracePt t="151917" x="1795463" y="1911350"/>
          <p14:tracePt t="151929" x="1768475" y="1952625"/>
          <p14:tracePt t="151930" x="1768475" y="2000250"/>
          <p14:tracePt t="151939" x="1768475" y="2027238"/>
          <p14:tracePt t="151948" x="1768475" y="2068513"/>
          <p14:tracePt t="151957" x="1768475" y="2101850"/>
          <p14:tracePt t="151965" x="1768475" y="2128838"/>
          <p14:tracePt t="151975" x="1795463" y="2157413"/>
          <p14:tracePt t="151982" x="1824038" y="2170113"/>
          <p14:tracePt t="151994" x="1871663" y="2184400"/>
          <p14:tracePt t="151998" x="1911350" y="2184400"/>
          <p14:tracePt t="152010" x="1973263" y="2184400"/>
          <p14:tracePt t="152015" x="2014538" y="2157413"/>
          <p14:tracePt t="152027" x="2054225" y="2116138"/>
          <p14:tracePt t="152032" x="2101850" y="2081213"/>
          <p14:tracePt t="152045" x="2116138" y="2054225"/>
          <p14:tracePt t="152046" x="2143125" y="2014538"/>
          <p14:tracePt t="152055" x="2157413" y="1973263"/>
          <p14:tracePt t="152063" x="2170113" y="1925638"/>
          <p14:tracePt t="152075" x="2170113" y="1884363"/>
          <p14:tracePt t="152082" x="2170113" y="1857375"/>
          <p14:tracePt t="152087" x="2170113" y="1824038"/>
          <p14:tracePt t="152095" x="2170113" y="1809750"/>
          <p14:tracePt t="152104" x="2170113" y="1795463"/>
          <p14:tracePt t="152111" x="2143125" y="1782763"/>
          <p14:tracePt t="152121" x="2128838" y="1768475"/>
          <p14:tracePt t="152127" x="2101850" y="1768475"/>
          <p14:tracePt t="152138" x="2068513" y="1768475"/>
          <p14:tracePt t="152145" x="2041525" y="1768475"/>
          <p14:tracePt t="152154" x="2014538" y="1782763"/>
          <p14:tracePt t="152160" x="1985963" y="1809750"/>
          <p14:tracePt t="152170" x="1952625" y="1857375"/>
          <p14:tracePt t="152177" x="1925638" y="1911350"/>
          <p14:tracePt t="152187" x="1911350" y="1952625"/>
          <p14:tracePt t="152195" x="1898650" y="2014538"/>
          <p14:tracePt t="152203" x="1898650" y="2041525"/>
          <p14:tracePt t="152211" x="1898650" y="2081213"/>
          <p14:tracePt t="152221" x="1898650" y="2128838"/>
          <p14:tracePt t="152228" x="1898650" y="2143125"/>
          <p14:tracePt t="152236" x="1898650" y="2170113"/>
          <p14:tracePt t="152245" x="1911350" y="2184400"/>
          <p14:tracePt t="152251" x="1925638" y="2197100"/>
          <p14:tracePt t="152260" x="1938338" y="2211388"/>
          <p14:tracePt t="152270" x="1952625" y="2211388"/>
          <p14:tracePt t="152276" x="1973263" y="2211388"/>
          <p14:tracePt t="152287" x="1985963" y="2211388"/>
          <p14:tracePt t="152312" x="2000250" y="2211388"/>
          <p14:tracePt t="152328" x="2000250" y="2197100"/>
          <p14:tracePt t="152534" x="2014538" y="2197100"/>
          <p14:tracePt t="152551" x="2027238" y="2197100"/>
          <p14:tracePt t="152560" x="2041525" y="2184400"/>
          <p14:tracePt t="152569" x="2054225" y="2184400"/>
          <p14:tracePt t="152579" x="2081213" y="2170113"/>
          <p14:tracePt t="152587" x="2101850" y="2143125"/>
          <p14:tracePt t="152597" x="2116138" y="2128838"/>
          <p14:tracePt t="152604" x="2128838" y="2101850"/>
          <p14:tracePt t="152616" x="2143125" y="2081213"/>
          <p14:tracePt t="152617" x="2157413" y="2068513"/>
          <p14:tracePt t="152627" x="2157413" y="2041525"/>
          <p14:tracePt t="152636" x="2170113" y="2027238"/>
          <p14:tracePt t="152646" x="2170113" y="2014538"/>
          <p14:tracePt t="152653" x="2170113" y="1973263"/>
          <p14:tracePt t="152661" x="2170113" y="1952625"/>
          <p14:tracePt t="152669" x="2170113" y="1925638"/>
          <p14:tracePt t="152678" x="2143125" y="1898650"/>
          <p14:tracePt t="152687" x="2116138" y="1871663"/>
          <p14:tracePt t="152699" x="2081213" y="1857375"/>
          <p14:tracePt t="152700" x="2054225" y="1836738"/>
          <p14:tracePt t="152709" x="2027238" y="1836738"/>
          <p14:tracePt t="152718" x="1973263" y="1824038"/>
          <p14:tracePt t="152726" x="1938338" y="1824038"/>
          <p14:tracePt t="152733" x="1911350" y="1824038"/>
          <p14:tracePt t="152743" x="1871663" y="1836738"/>
          <p14:tracePt t="152749" x="1836738" y="1871663"/>
          <p14:tracePt t="152759" x="1809750" y="1911350"/>
          <p14:tracePt t="152766" x="1782763" y="1952625"/>
          <p14:tracePt t="152776" x="1768475" y="2000250"/>
          <p14:tracePt t="152783" x="1741488" y="2054225"/>
          <p14:tracePt t="152794" x="1728788" y="2116138"/>
          <p14:tracePt t="152801" x="1728788" y="2184400"/>
          <p14:tracePt t="152813" x="1728788" y="2244725"/>
          <p14:tracePt t="152814" x="1728788" y="2271713"/>
          <p14:tracePt t="152823" x="1728788" y="2312988"/>
          <p14:tracePt t="152832" x="1741488" y="2374900"/>
          <p14:tracePt t="152841" x="1755775" y="2401888"/>
          <p14:tracePt t="152851" x="1782763" y="2414588"/>
          <p14:tracePt t="152858" x="1795463" y="2428875"/>
          <p14:tracePt t="152865" x="1824038" y="2443163"/>
          <p14:tracePt t="152875" x="1836738" y="2455863"/>
          <p14:tracePt t="152883" x="1871663" y="2455863"/>
          <p14:tracePt t="152889" x="1884363" y="2455863"/>
          <p14:tracePt t="152901" x="1925638" y="2455863"/>
          <p14:tracePt t="152905" x="1952625" y="2455863"/>
          <p14:tracePt t="152917" x="1985963" y="2428875"/>
          <p14:tracePt t="152924" x="2000250" y="2401888"/>
          <p14:tracePt t="152932" x="2027238" y="2360613"/>
          <p14:tracePt t="152941" x="2054225" y="2300288"/>
          <p14:tracePt t="152947" x="2068513" y="2259013"/>
          <p14:tracePt t="152958" x="2101850" y="2197100"/>
          <p14:tracePt t="152964" x="2116138" y="2143125"/>
          <p14:tracePt t="152975" x="2128838" y="2081213"/>
          <p14:tracePt t="152982" x="2128838" y="2027238"/>
          <p14:tracePt t="152992" x="2143125" y="1973263"/>
          <p14:tracePt t="152998" x="2143125" y="1898650"/>
          <p14:tracePt t="153009" x="2143125" y="1824038"/>
          <p14:tracePt t="153013" x="2143125" y="1755775"/>
          <p14:tracePt t="153024" x="2143125" y="1681163"/>
          <p14:tracePt t="153031" x="2143125" y="1666875"/>
          <p14:tracePt t="153040" x="2128838" y="1625600"/>
          <p14:tracePt t="153047" x="2116138" y="1577975"/>
          <p14:tracePt t="153055" x="2081213" y="1565275"/>
          <p14:tracePt t="153066" x="2068513" y="1550988"/>
          <p14:tracePt t="153068" x="2041525" y="1538288"/>
          <p14:tracePt t="153080" x="2027238" y="1538288"/>
          <p14:tracePt t="153088" x="2000250" y="1538288"/>
          <p14:tracePt t="153097" x="1952625" y="1538288"/>
          <p14:tracePt t="153104" x="1938338" y="1538288"/>
          <p14:tracePt t="153114" x="1911350" y="1565275"/>
          <p14:tracePt t="153121" x="1884363" y="1598613"/>
          <p14:tracePt t="153132" x="1871663" y="1639888"/>
          <p14:tracePt t="153136" x="1857375" y="1693863"/>
          <p14:tracePt t="153149" x="1836738" y="1741488"/>
          <p14:tracePt t="153150" x="1824038" y="1795463"/>
          <p14:tracePt t="153160" x="1824038" y="1836738"/>
          <p14:tracePt t="153168" x="1824038" y="1871663"/>
          <p14:tracePt t="153176" x="1824038" y="1911350"/>
          <p14:tracePt t="153185" x="1824038" y="1952625"/>
          <p14:tracePt t="153193" x="1836738" y="1973263"/>
          <p14:tracePt t="153203" x="1857375" y="2000250"/>
          <p14:tracePt t="153210" x="1871663" y="2014538"/>
          <p14:tracePt t="153218" x="1911350" y="2014538"/>
          <p14:tracePt t="153227" x="1925638" y="2014538"/>
          <p14:tracePt t="153234" x="1973263" y="2014538"/>
          <p14:tracePt t="153243" x="2014538" y="2014538"/>
          <p14:tracePt t="153250" x="2027238" y="2000250"/>
          <p14:tracePt t="153259" x="2068513" y="1973263"/>
          <p14:tracePt t="153267" x="2101850" y="1938338"/>
          <p14:tracePt t="153274" x="2128838" y="1898650"/>
          <p14:tracePt t="153283" x="2128838" y="1884363"/>
          <p14:tracePt t="153292" x="2143125" y="1836738"/>
          <p14:tracePt t="153300" x="2157413" y="1795463"/>
          <p14:tracePt t="153309" x="2157413" y="1768475"/>
          <p14:tracePt t="153316" x="2170113" y="1728788"/>
          <p14:tracePt t="153326" x="2170113" y="1708150"/>
          <p14:tracePt t="153333" x="2170113" y="1681163"/>
          <p14:tracePt t="153342" x="2170113" y="1652588"/>
          <p14:tracePt t="153349" x="2157413" y="1652588"/>
          <p14:tracePt t="153358" x="2143125" y="1639888"/>
          <p14:tracePt t="153365" x="2116138" y="1625600"/>
          <p14:tracePt t="153375" x="2081213" y="1625600"/>
          <p14:tracePt t="153382" x="2054225" y="1625600"/>
          <p14:tracePt t="153391" x="2014538" y="1639888"/>
          <p14:tracePt t="153398" x="1952625" y="1681163"/>
          <p14:tracePt t="153408" x="1911350" y="1741488"/>
          <p14:tracePt t="153414" x="1857375" y="1782763"/>
          <p14:tracePt t="153427" x="1809750" y="1857375"/>
          <p14:tracePt t="153429" x="1782763" y="1911350"/>
          <p14:tracePt t="153438" x="1768475" y="1938338"/>
          <p14:tracePt t="153449" x="1755775" y="1985963"/>
          <p14:tracePt t="153456" x="1755775" y="2027238"/>
          <p14:tracePt t="153466" x="1741488" y="2081213"/>
          <p14:tracePt t="153471" x="1741488" y="2128838"/>
          <p14:tracePt t="153483" x="1741488" y="2170113"/>
          <p14:tracePt t="153485" x="1741488" y="2197100"/>
          <p14:tracePt t="153493" x="1755775" y="2211388"/>
          <p14:tracePt t="153504" x="1782763" y="2259013"/>
          <p14:tracePt t="153514" x="1809750" y="2259013"/>
          <p14:tracePt t="153521" x="1824038" y="2286000"/>
          <p14:tracePt t="153531" x="1857375" y="2286000"/>
          <p14:tracePt t="153537" x="1884363" y="2300288"/>
          <p14:tracePt t="153550" x="1911350" y="2300288"/>
          <p14:tracePt t="153551" x="1973263" y="2300288"/>
          <p14:tracePt t="154680" x="1973263" y="2327275"/>
          <p14:tracePt t="154691" x="1973263" y="2387600"/>
          <p14:tracePt t="154699" x="2000250" y="2470150"/>
          <p14:tracePt t="154706" x="2027238" y="2557463"/>
          <p14:tracePt t="154717" x="2081213" y="2660650"/>
          <p14:tracePt t="154724" x="2143125" y="2789238"/>
          <p14:tracePt t="154735" x="2197100" y="2932113"/>
          <p14:tracePt t="154740" x="2360613" y="3252788"/>
          <p14:tracePt t="154752" x="2530475" y="3625850"/>
          <p14:tracePt t="154756" x="2714625" y="4054475"/>
          <p14:tracePt t="154768" x="2932113" y="4497388"/>
          <p14:tracePt t="154772" x="3163888" y="4986338"/>
          <p14:tracePt t="154785" x="3395663" y="5435600"/>
          <p14:tracePt t="154787" x="3592513" y="5864225"/>
          <p14:tracePt t="154796" x="3681413" y="6021388"/>
          <p14:tracePt t="154805" x="3851275" y="6340475"/>
          <p14:tracePt t="155097" x="3863975" y="6340475"/>
          <p14:tracePt t="155106" x="3884613" y="6313488"/>
          <p14:tracePt t="155116" x="3938588" y="6238875"/>
          <p14:tracePt t="155125" x="3994150" y="6137275"/>
          <p14:tracePt t="155135" x="4054475" y="6042025"/>
          <p14:tracePt t="155140" x="4143375" y="5926138"/>
          <p14:tracePt t="155152" x="4211638" y="5795963"/>
          <p14:tracePt t="155158" x="4271963" y="5667375"/>
          <p14:tracePt t="155169" x="4300538" y="5592763"/>
          <p14:tracePt t="155174" x="4340225" y="5476875"/>
          <p14:tracePt t="155186" x="4367213" y="5449888"/>
          <p14:tracePt t="155188" x="4402138" y="5360988"/>
          <p14:tracePt t="155198" x="4414838" y="5307013"/>
          <p14:tracePt t="155207" x="4429125" y="5259388"/>
          <p14:tracePt t="155214" x="4443413" y="5232400"/>
          <p14:tracePt t="155224" x="4443413" y="5205413"/>
          <p14:tracePt t="155231" x="4443413" y="5191125"/>
          <p14:tracePt t="155239" x="4456113" y="5176838"/>
          <p14:tracePt t="155248" x="4456113" y="5164138"/>
          <p14:tracePt t="155490" x="4429125" y="5164138"/>
          <p14:tracePt t="155501" x="4387850" y="5164138"/>
          <p14:tracePt t="155509" x="4340225" y="5164138"/>
          <p14:tracePt t="155519" x="4286250" y="5149850"/>
          <p14:tracePt t="155525" x="4211638" y="5149850"/>
          <p14:tracePt t="155536" x="4157663" y="5129213"/>
          <p14:tracePt t="155542" x="4041775" y="5116513"/>
          <p14:tracePt t="155554" x="3938588" y="5102225"/>
          <p14:tracePt t="155558" x="3824288" y="5089525"/>
          <p14:tracePt t="155570" x="3735388" y="5089525"/>
          <p14:tracePt t="155574" x="3708400" y="5075238"/>
          <p14:tracePt t="155587" x="3640138" y="5075238"/>
          <p14:tracePt t="155591" x="3592513" y="5075238"/>
          <p14:tracePt t="155603" x="3565525" y="5062538"/>
          <p14:tracePt t="155608" x="3551238" y="5062538"/>
          <p14:tracePt t="155620" x="3538538" y="5062538"/>
          <p14:tracePt t="155624" x="3524250" y="5062538"/>
          <p14:tracePt t="155694" x="3524250" y="5048250"/>
          <p14:tracePt t="155704" x="3524250" y="5033963"/>
          <p14:tracePt t="155712" x="3538538" y="5021263"/>
          <p14:tracePt t="155722" x="3551238" y="4973638"/>
          <p14:tracePt t="155731" x="3592513" y="4905375"/>
          <p14:tracePt t="155738" x="3640138" y="4816475"/>
          <p14:tracePt t="155747" x="3667125" y="4700588"/>
          <p14:tracePt t="155753" x="3721100" y="4557713"/>
          <p14:tracePt t="155764" x="3768725" y="4387850"/>
          <p14:tracePt t="155770" x="3824288" y="4211638"/>
          <p14:tracePt t="155781" x="3898900" y="4027488"/>
          <p14:tracePt t="155787" x="3952875" y="3863975"/>
          <p14:tracePt t="156006" x="3952875" y="3851275"/>
          <p14:tracePt t="156015" x="3884613" y="3795713"/>
          <p14:tracePt t="156025" x="3824288" y="3735388"/>
          <p14:tracePt t="156035" x="3721100" y="3667125"/>
          <p14:tracePt t="156045" x="3605213" y="3565525"/>
          <p14:tracePt t="156049" x="3509963" y="3462338"/>
          <p14:tracePt t="156061" x="3408363" y="3360738"/>
          <p14:tracePt t="156066" x="3306763" y="3265488"/>
          <p14:tracePt t="156078" x="3205163" y="3176588"/>
          <p14:tracePt t="156083" x="3048000" y="3033713"/>
          <p14:tracePt t="156096" x="2973388" y="2973388"/>
          <p14:tracePt t="156097" x="2932113" y="2932113"/>
          <p14:tracePt t="156106" x="2830513" y="2878138"/>
          <p14:tracePt t="156116" x="2776538" y="2816225"/>
          <p14:tracePt t="156124" x="2714625" y="2789238"/>
          <p14:tracePt t="156133" x="2687638" y="2762250"/>
          <p14:tracePt t="156143" x="2660650" y="2762250"/>
          <p14:tracePt t="156148" x="2646363" y="2762250"/>
          <p14:tracePt t="156157" x="2633663" y="2762250"/>
          <p14:tracePt t="156164" x="2619375" y="2762250"/>
          <p14:tracePt t="156173" x="2586038" y="2762250"/>
          <p14:tracePt t="156182" x="2557463" y="2762250"/>
          <p14:tracePt t="156195" x="2544763" y="2762250"/>
          <p14:tracePt t="156195" x="2517775" y="2776538"/>
          <p14:tracePt t="156204" x="2470150" y="2803525"/>
          <p14:tracePt t="156214" x="2428875" y="2830513"/>
          <p14:tracePt t="156222" x="2387600" y="2863850"/>
          <p14:tracePt t="156228" x="2360613" y="2905125"/>
          <p14:tracePt t="156239" x="2327275" y="2919413"/>
          <p14:tracePt t="156248" x="2286000" y="2973388"/>
          <p14:tracePt t="156256" x="2271713" y="3021013"/>
          <p14:tracePt t="156265" x="2259013" y="3062288"/>
          <p14:tracePt t="156271" x="2244725" y="3101975"/>
          <p14:tracePt t="156283" x="2244725" y="3163888"/>
          <p14:tracePt t="156288" x="2244725" y="3205163"/>
          <p14:tracePt t="156296" x="2244725" y="3265488"/>
          <p14:tracePt t="156305" x="2271713" y="3306763"/>
          <p14:tracePt t="156313" x="2300288" y="3348038"/>
          <p14:tracePt t="156320" x="2339975" y="3395663"/>
          <p14:tracePt t="156329" x="2401888" y="3435350"/>
          <p14:tracePt t="156343" x="2443163" y="3462338"/>
          <p14:tracePt t="156344" x="2503488" y="3497263"/>
          <p14:tracePt t="156353" x="2633663" y="3509963"/>
          <p14:tracePt t="156362" x="2747963" y="3509963"/>
          <p14:tracePt t="156370" x="2863850" y="3509963"/>
          <p14:tracePt t="156380" x="2946400" y="3509963"/>
          <p14:tracePt t="156386" x="3062288" y="3509963"/>
          <p14:tracePt t="156398" x="3190875" y="3476625"/>
          <p14:tracePt t="156399" x="3292475" y="3449638"/>
          <p14:tracePt t="156411" x="3395663" y="3408363"/>
          <p14:tracePt t="156419" x="3422650" y="3395663"/>
          <p14:tracePt t="156429" x="3497263" y="3360738"/>
          <p14:tracePt t="156435" x="3565525" y="3319463"/>
          <p14:tracePt t="156446" x="3578225" y="3279775"/>
          <p14:tracePt t="156451" x="3578225" y="3252788"/>
          <p14:tracePt t="156463" x="3578225" y="3217863"/>
          <p14:tracePt t="156467" x="3565525" y="3190875"/>
          <p14:tracePt t="156481" x="3538538" y="3163888"/>
          <p14:tracePt t="156482" x="3476625" y="3136900"/>
          <p14:tracePt t="156493" x="3408363" y="3122613"/>
          <p14:tracePt t="156500" x="3333750" y="3122613"/>
          <p14:tracePt t="156511" x="3252788" y="3122613"/>
          <p14:tracePt t="156518" x="3163888" y="3122613"/>
          <p14:tracePt t="156528" x="3074988" y="3122613"/>
          <p14:tracePt t="156532" x="3006725" y="3176588"/>
          <p14:tracePt t="156545" x="2932113" y="3232150"/>
          <p14:tracePt t="156550" x="2878138" y="3292475"/>
          <p14:tracePt t="156563" x="2830513" y="3348038"/>
          <p14:tracePt t="156564" x="2803525" y="3422650"/>
          <p14:tracePt t="156573" x="2776538" y="3476625"/>
          <p14:tracePt t="156583" x="2776538" y="3538538"/>
          <p14:tracePt t="156590" x="2776538" y="3605213"/>
          <p14:tracePt t="156599" x="2776538" y="3652838"/>
          <p14:tracePt t="156607" x="2789238" y="3694113"/>
          <p14:tracePt t="156615" x="2843213" y="3756025"/>
          <p14:tracePt t="156626" x="2919413" y="3768725"/>
          <p14:tracePt t="156628" x="3006725" y="3795713"/>
          <p14:tracePt t="156638" x="3101975" y="3810000"/>
          <p14:tracePt t="156647" x="3232150" y="3810000"/>
          <p14:tracePt t="156656" x="3360738" y="3810000"/>
          <p14:tracePt t="156663" x="3524250" y="3795713"/>
          <p14:tracePt t="156672" x="3578225" y="3768725"/>
          <p14:tracePt t="156682" x="3708400" y="3721100"/>
          <p14:tracePt t="156689" x="3795713" y="3667125"/>
          <p14:tracePt t="156699" x="3863975" y="3625850"/>
          <p14:tracePt t="156704" x="3898900" y="3605213"/>
          <p14:tracePt t="156714" x="3925888" y="3565525"/>
          <p14:tracePt t="156723" x="3952875" y="3538538"/>
          <p14:tracePt t="156730" x="3967163" y="3509963"/>
          <p14:tracePt t="156738" x="3967163" y="3462338"/>
          <p14:tracePt t="156746" x="3967163" y="3449638"/>
          <p14:tracePt t="156762" x="3925888" y="3449638"/>
          <p14:tracePt t="156771" x="3898900" y="3449638"/>
          <p14:tracePt t="156780" x="3851275" y="3449638"/>
          <p14:tracePt t="156787" x="3824288" y="3449638"/>
          <p14:tracePt t="156796" x="3795713" y="3449638"/>
          <p14:tracePt t="156804" x="3768725" y="3462338"/>
          <p14:tracePt t="156811" x="3756025" y="3476625"/>
          <p14:tracePt t="156821" x="3735388" y="3476625"/>
          <p14:tracePt t="156829" x="3721100" y="3509963"/>
          <p14:tracePt t="156843" x="3721100" y="3538538"/>
          <p14:tracePt t="156851" x="3768725" y="3538538"/>
          <p14:tracePt t="156861" x="3824288" y="3551238"/>
          <p14:tracePt t="156869" x="3898900" y="3565525"/>
          <p14:tracePt t="156879" x="3979863" y="3578225"/>
          <p14:tracePt t="156888" x="4081463" y="3578225"/>
          <p14:tracePt t="156897" x="4184650" y="3578225"/>
          <p14:tracePt t="156901" x="4271963" y="3578225"/>
          <p14:tracePt t="156913" x="4354513" y="3551238"/>
          <p14:tracePt t="156918" x="4429125" y="3509963"/>
          <p14:tracePt t="156927" x="4483100" y="3449638"/>
          <p14:tracePt t="156934" x="4530725" y="3395663"/>
          <p14:tracePt t="156945" x="4545013" y="3381375"/>
          <p14:tracePt t="156948" x="4572000" y="3319463"/>
          <p14:tracePt t="156959" x="4572000" y="3292475"/>
          <p14:tracePt t="156967" x="4586288" y="3265488"/>
          <p14:tracePt t="156977" x="4586288" y="3232150"/>
          <p14:tracePt t="156984" x="4586288" y="3205163"/>
          <p14:tracePt t="156998" x="4586288" y="3190875"/>
          <p14:tracePt t="157010" x="4557713" y="3190875"/>
          <p14:tracePt t="157017" x="4530725" y="3190875"/>
          <p14:tracePt t="157027" x="4497388" y="3190875"/>
          <p14:tracePt t="157031" x="4443413" y="3190875"/>
          <p14:tracePt t="157041" x="4387850" y="3217863"/>
          <p14:tracePt t="157051" x="4327525" y="3265488"/>
          <p14:tracePt t="157056" x="4259263" y="3319463"/>
          <p14:tracePt t="157066" x="4197350" y="3360738"/>
          <p14:tracePt t="157079" x="4157663" y="3408363"/>
          <p14:tracePt t="157080" x="4122738" y="3435350"/>
          <p14:tracePt t="157089" x="4095750" y="3476625"/>
          <p14:tracePt t="157098" x="4068763" y="3524250"/>
          <p14:tracePt t="157107" x="4054475" y="3565525"/>
          <p14:tracePt t="157115" x="4054475" y="3592513"/>
          <p14:tracePt t="157127" x="4054475" y="3625850"/>
          <p14:tracePt t="157131" x="4054475" y="3652838"/>
          <p14:tracePt t="157140" x="4081463" y="3681413"/>
          <p14:tracePt t="157147" x="4197350" y="3721100"/>
          <p14:tracePt t="157157" x="4286250" y="3735388"/>
          <p14:tracePt t="157161" x="4402138" y="3756025"/>
          <p14:tracePt t="157171" x="4456113" y="3756025"/>
          <p14:tracePt t="157181" x="4572000" y="3756025"/>
          <p14:tracePt t="157188" x="4673600" y="3721100"/>
          <p14:tracePt t="157197" x="4741863" y="3694113"/>
          <p14:tracePt t="157209" x="4803775" y="3667125"/>
          <p14:tracePt t="157210" x="4830763" y="3640138"/>
          <p14:tracePt t="157220" x="4872038" y="3605213"/>
          <p14:tracePt t="157230" x="4905375" y="3592513"/>
          <p14:tracePt t="157237" x="4919663" y="3565525"/>
          <p14:tracePt t="157247" x="4932363" y="3538538"/>
          <p14:tracePt t="157255" x="4932363" y="3524250"/>
          <p14:tracePt t="157480" x="4946650" y="3524250"/>
          <p14:tracePt t="157489" x="4973638" y="3524250"/>
          <p14:tracePt t="157498" x="5021263" y="3551238"/>
          <p14:tracePt t="157507" x="5075238" y="3551238"/>
          <p14:tracePt t="157517" x="5129213" y="3565525"/>
          <p14:tracePt t="157524" x="5191125" y="3578225"/>
          <p14:tracePt t="157534" x="5319713" y="3605213"/>
          <p14:tracePt t="157541" x="5462588" y="3605213"/>
          <p14:tracePt t="157552" x="5634038" y="3625850"/>
          <p14:tracePt t="157556" x="5810250" y="3625850"/>
          <p14:tracePt t="157568" x="5980113" y="3625850"/>
          <p14:tracePt t="157572" x="6170613" y="3625850"/>
          <p14:tracePt t="157586" x="6367463" y="3605213"/>
          <p14:tracePt t="157587" x="6557963" y="3592513"/>
          <p14:tracePt t="157596" x="6640513" y="3592513"/>
          <p14:tracePt t="157606" x="6804025" y="3565525"/>
          <p14:tracePt t="157616" x="6946900" y="3565525"/>
          <p14:tracePt t="157622" x="7089775" y="3565525"/>
          <p14:tracePt t="157629" x="7191375" y="3551238"/>
          <p14:tracePt t="157639" x="7286625" y="3538538"/>
          <p14:tracePt t="157650" x="7375525" y="3524250"/>
          <p14:tracePt t="157655" x="7450138" y="3497263"/>
          <p14:tracePt t="157668" x="7504113" y="3476625"/>
          <p14:tracePt t="157669" x="7545388" y="3435350"/>
          <p14:tracePt t="157679" x="7593013" y="3408363"/>
          <p14:tracePt t="157687" x="7620000" y="3381375"/>
          <p14:tracePt t="157699" x="7634288" y="3348038"/>
          <p14:tracePt t="157704" x="7646988" y="3306763"/>
          <p14:tracePt t="157714" x="7646988" y="3279775"/>
          <p14:tracePt t="157720" x="7661275" y="3252788"/>
          <p14:tracePt t="157730" x="7661275" y="3217863"/>
          <p14:tracePt t="157737" x="7661275" y="3163888"/>
          <p14:tracePt t="157747" x="7661275" y="3149600"/>
          <p14:tracePt t="157753" x="7646988" y="3122613"/>
          <p14:tracePt t="157762" x="7620000" y="3089275"/>
          <p14:tracePt t="157771" x="7566025" y="3074988"/>
          <p14:tracePt t="157778" x="7518400" y="3048000"/>
          <p14:tracePt t="157788" x="7462838" y="3021013"/>
          <p14:tracePt t="157795" x="7388225" y="2994025"/>
          <p14:tracePt t="157805" x="7319963" y="2973388"/>
          <p14:tracePt t="157812" x="7232650" y="2959100"/>
          <p14:tracePt t="157821" x="7129463" y="2959100"/>
          <p14:tracePt t="157828" x="7042150" y="2959100"/>
          <p14:tracePt t="157836" x="6932613" y="2959100"/>
          <p14:tracePt t="157844" x="6831013" y="2959100"/>
          <p14:tracePt t="157852" x="6729413" y="2959100"/>
          <p14:tracePt t="157861" x="6653213" y="2994025"/>
          <p14:tracePt t="157868" x="6599238" y="3033713"/>
          <p14:tracePt t="157878" x="6524625" y="3062288"/>
          <p14:tracePt t="157886" x="6483350" y="3101975"/>
          <p14:tracePt t="157893" x="6470650" y="3122613"/>
          <p14:tracePt t="157902" x="6408738" y="3176588"/>
          <p14:tracePt t="157910" x="6408738" y="3205163"/>
          <p14:tracePt t="157919" x="6381750" y="3232150"/>
          <p14:tracePt t="157926" x="6367463" y="3292475"/>
          <p14:tracePt t="157934" x="6367463" y="3319463"/>
          <p14:tracePt t="157945" x="6367463" y="3360738"/>
          <p14:tracePt t="157949" x="6367463" y="3422650"/>
          <p14:tracePt t="157960" x="6367463" y="3462338"/>
          <p14:tracePt t="157967" x="6367463" y="3509963"/>
          <p14:tracePt t="157976" x="6381750" y="3551238"/>
          <p14:tracePt t="157985" x="6396038" y="3605213"/>
          <p14:tracePt t="157991" x="6429375" y="3652838"/>
          <p14:tracePt t="158000" x="6456363" y="3694113"/>
          <p14:tracePt t="158010" x="6483350" y="3756025"/>
          <p14:tracePt t="158016" x="6510338" y="3783013"/>
          <p14:tracePt t="158027" x="6572250" y="3824288"/>
          <p14:tracePt t="158033" x="6613525" y="3851275"/>
          <p14:tracePt t="158043" x="6673850" y="3898900"/>
          <p14:tracePt t="158050" x="6742113" y="3911600"/>
          <p14:tracePt t="158060" x="6816725" y="3938588"/>
          <p14:tracePt t="158066" x="6899275" y="3952875"/>
          <p14:tracePt t="158075" x="6973888" y="3967163"/>
          <p14:tracePt t="158086" x="7062788" y="3967163"/>
          <p14:tracePt t="158089" x="7129463" y="3967163"/>
          <p14:tracePt t="158097" x="7205663" y="3967163"/>
          <p14:tracePt t="158106" x="7286625" y="3967163"/>
          <p14:tracePt t="158113" x="7348538" y="3967163"/>
          <p14:tracePt t="158122" x="7402513" y="3952875"/>
          <p14:tracePt t="158131" x="7450138" y="3938588"/>
          <p14:tracePt t="158138" x="7504113" y="3925888"/>
          <p14:tracePt t="158151" x="7545388" y="3898900"/>
          <p14:tracePt t="158152" x="7605713" y="3851275"/>
          <p14:tracePt t="158161" x="7661275" y="3824288"/>
          <p14:tracePt t="158170" x="7708900" y="3795713"/>
          <p14:tracePt t="158179" x="7762875" y="3768725"/>
          <p14:tracePt t="158185" x="7789863" y="3735388"/>
          <p14:tracePt t="158196" x="7824788" y="3721100"/>
          <p14:tracePt t="158202" x="7864475" y="3694113"/>
          <p14:tracePt t="158212" x="7878763" y="3667125"/>
          <p14:tracePt t="158221" x="7891463" y="3652838"/>
          <p14:tracePt t="158227" x="7920038" y="3625850"/>
          <p14:tracePt t="158236" x="7920038" y="3605213"/>
          <p14:tracePt t="158245" x="7932738" y="3578225"/>
          <p14:tracePt t="158252" x="7932738" y="3551238"/>
          <p14:tracePt t="158261" x="7932738" y="3538538"/>
          <p14:tracePt t="158268" x="7920038" y="3497263"/>
          <p14:tracePt t="158278" x="7837488" y="3422650"/>
          <p14:tracePt t="158288" x="7777163" y="3360738"/>
          <p14:tracePt t="158293" x="7673975" y="3306763"/>
          <p14:tracePt t="158304" x="7566025" y="3232150"/>
          <p14:tracePt t="158311" x="7435850" y="3176588"/>
          <p14:tracePt t="158321" x="7286625" y="3122613"/>
          <p14:tracePt t="158330" x="7218363" y="3089275"/>
          <p14:tracePt t="158343" x="7089775" y="3062288"/>
          <p14:tracePt t="158344" x="7042150" y="3062288"/>
          <p14:tracePt t="158351" x="6946900" y="3048000"/>
          <p14:tracePt t="158358" x="6884988" y="3048000"/>
          <p14:tracePt t="158368" x="6831013" y="3048000"/>
          <p14:tracePt t="158374" x="6783388" y="3048000"/>
          <p14:tracePt t="158386" x="6742113" y="3048000"/>
          <p14:tracePt t="158395" x="6742113" y="3062288"/>
          <p14:tracePt t="158400" x="6729413" y="3101975"/>
          <p14:tracePt t="158410" x="6729413" y="3136900"/>
          <p14:tracePt t="158416" x="6729413" y="3217863"/>
          <p14:tracePt t="158432" x="6742113" y="3306763"/>
          <p14:tracePt t="158634" x="6742113" y="3333750"/>
          <p14:tracePt t="158642" x="6742113" y="3381375"/>
          <p14:tracePt t="158652" x="6742113" y="3408363"/>
          <p14:tracePt t="158660" x="6742113" y="3449638"/>
          <p14:tracePt t="158669" x="6742113" y="3509963"/>
          <p14:tracePt t="158680" x="6742113" y="3578225"/>
          <p14:tracePt t="158686" x="6742113" y="3652838"/>
          <p14:tracePt t="158697" x="6742113" y="3721100"/>
          <p14:tracePt t="158703" x="6742113" y="3810000"/>
          <p14:tracePt t="158710" x="6742113" y="3967163"/>
          <p14:tracePt t="158720" x="6742113" y="4068763"/>
          <p14:tracePt t="158729" x="6742113" y="4197350"/>
          <p14:tracePt t="158736" x="6742113" y="4271963"/>
          <p14:tracePt t="158743" x="6742113" y="4470400"/>
          <p14:tracePt t="158751" x="6742113" y="4545013"/>
          <p14:tracePt t="158763" x="6756400" y="4673600"/>
          <p14:tracePt t="158768" x="6756400" y="4803775"/>
          <p14:tracePt t="158780" x="6769100" y="4919663"/>
          <p14:tracePt t="158786" x="6783388" y="5000625"/>
          <p14:tracePt t="158797" x="6804025" y="5089525"/>
          <p14:tracePt t="158802" x="6831013" y="5176838"/>
          <p14:tracePt t="158814" x="6843713" y="5245100"/>
          <p14:tracePt t="158816" x="6872288" y="5307013"/>
          <p14:tracePt t="158825" x="6884988" y="5375275"/>
          <p14:tracePt t="159150" x="6884988" y="5408613"/>
          <p14:tracePt t="159158" x="6884988" y="5435600"/>
          <p14:tracePt t="159168" x="6899275" y="5476875"/>
          <p14:tracePt t="159178" x="6911975" y="5518150"/>
          <p14:tracePt t="159186" x="6946900" y="5565775"/>
          <p14:tracePt t="159197" x="6946900" y="5578475"/>
          <p14:tracePt t="159201" x="6973888" y="5605463"/>
          <p14:tracePt t="159213" x="6986588" y="5634038"/>
          <p14:tracePt t="159218" x="7000875" y="5667375"/>
          <p14:tracePt t="159230" x="7015163" y="5694363"/>
          <p14:tracePt t="159234" x="7027863" y="5708650"/>
          <p14:tracePt t="159247" x="7062788" y="5721350"/>
          <p14:tracePt t="159249" x="7062788" y="5735638"/>
          <p14:tracePt t="159257" x="7075488" y="5748338"/>
          <p14:tracePt t="159267" x="7089775" y="5762625"/>
          <p14:tracePt t="159280" x="7089775" y="5783263"/>
          <p14:tracePt t="159289" x="7102475" y="5783263"/>
          <p14:tracePt t="159307" x="7102475" y="5795963"/>
          <p14:tracePt t="159362" x="7062788" y="5795963"/>
          <p14:tracePt t="159371" x="6986588" y="5762625"/>
          <p14:tracePt t="159381" x="6843713" y="5681663"/>
          <p14:tracePt t="159390" x="6688138" y="5578475"/>
          <p14:tracePt t="159397" x="6483350" y="5422900"/>
          <p14:tracePt t="159407" x="6238875" y="5218113"/>
          <p14:tracePt t="159412" x="5994400" y="4959350"/>
          <p14:tracePt t="159423" x="5762625" y="4646613"/>
          <p14:tracePt t="159429" x="5518150" y="4271963"/>
          <p14:tracePt t="159438" x="5307013" y="3884613"/>
          <p14:tracePt t="159448" x="5232400" y="3681413"/>
          <p14:tracePt t="159456" x="5089525" y="3333750"/>
          <p14:tracePt t="159463" x="5062538" y="3205163"/>
          <p14:tracePt t="159473" x="4986338" y="2973388"/>
          <p14:tracePt t="159481" x="4973638" y="2919413"/>
          <p14:tracePt t="159490" x="4946650" y="2776538"/>
          <p14:tracePt t="159698" x="4919663" y="2762250"/>
          <p14:tracePt t="159707" x="4830763" y="2714625"/>
          <p14:tracePt t="159717" x="4729163" y="2673350"/>
          <p14:tracePt t="159725" x="4586288" y="2619375"/>
          <p14:tracePt t="159736" x="4470400" y="2557463"/>
          <p14:tracePt t="159743" x="4327525" y="2503488"/>
          <p14:tracePt t="159753" x="4184650" y="2443163"/>
          <p14:tracePt t="159758" x="4054475" y="2387600"/>
          <p14:tracePt t="159770" x="3836988" y="2300288"/>
          <p14:tracePt t="159774" x="3756025" y="2259013"/>
          <p14:tracePt t="159786" x="3592513" y="2184400"/>
          <p14:tracePt t="159791" x="3449638" y="2116138"/>
          <p14:tracePt t="159804" x="3348038" y="2068513"/>
          <p14:tracePt t="159805" x="3319463" y="2054225"/>
          <p14:tracePt t="159815" x="3252788" y="2027238"/>
          <p14:tracePt t="159825" x="3205163" y="2014538"/>
          <p14:tracePt t="159834" x="3163888" y="1985963"/>
          <p14:tracePt t="159842" x="3136900" y="1985963"/>
          <p14:tracePt t="159852" x="3089275" y="1973263"/>
          <p14:tracePt t="159857" x="3062288" y="1952625"/>
          <p14:tracePt t="159869" x="3048000" y="1952625"/>
          <p14:tracePt t="159873" x="3021013" y="1952625"/>
          <p14:tracePt t="159882" x="2994025" y="1952625"/>
          <p14:tracePt t="159890" x="2973388" y="1952625"/>
          <p14:tracePt t="159902" x="2932113" y="1952625"/>
          <p14:tracePt t="159906" x="2890838" y="1952625"/>
          <p14:tracePt t="159913" x="2863850" y="1952625"/>
          <p14:tracePt t="159922" x="2816225" y="1952625"/>
          <p14:tracePt t="159931" x="2803525" y="1952625"/>
          <p14:tracePt t="159938" x="2776538" y="1952625"/>
          <p14:tracePt t="159948" x="2735263" y="1952625"/>
          <p14:tracePt t="159955" x="2714625" y="1952625"/>
          <p14:tracePt t="159964" x="2673350" y="1973263"/>
          <p14:tracePt t="159972" x="2646363" y="1973263"/>
          <p14:tracePt t="159985" x="2633663" y="1985963"/>
          <p14:tracePt t="159986" x="2598738" y="1985963"/>
          <p14:tracePt t="159995" x="2586038" y="1985963"/>
          <p14:tracePt t="160004" x="2571750" y="2000250"/>
          <p14:tracePt t="160012" x="2557463" y="2000250"/>
          <p14:tracePt t="160022" x="2544763" y="2000250"/>
          <p14:tracePt t="160029" x="2530475" y="2000250"/>
          <p14:tracePt t="160051" x="2530475" y="2014538"/>
          <p14:tracePt t="160068" x="2517775" y="2014538"/>
          <p14:tracePt t="160091" x="2517775" y="2027238"/>
          <p14:tracePt t="160107" x="2517775" y="2041525"/>
          <p14:tracePt t="160118" x="2503488" y="2054225"/>
          <p14:tracePt t="160133" x="2490788" y="2068513"/>
          <p14:tracePt t="160142" x="2490788" y="2081213"/>
          <p14:tracePt t="160152" x="2490788" y="2101850"/>
          <p14:tracePt t="160159" x="2470150" y="2101850"/>
          <p14:tracePt t="160169" x="2470150" y="2116138"/>
          <p14:tracePt t="160176" x="2470150" y="2128838"/>
          <p14:tracePt t="160187" x="2470150" y="2143125"/>
          <p14:tracePt t="160191" x="2470150" y="2157413"/>
          <p14:tracePt t="160203" x="2470150" y="2170113"/>
          <p14:tracePt t="160210" x="2470150" y="2184400"/>
          <p14:tracePt t="160220" x="2470150" y="2197100"/>
          <p14:tracePt t="160222" x="2470150" y="2211388"/>
          <p14:tracePt t="160231" x="2490788" y="2211388"/>
          <p14:tracePt t="160242" x="2503488" y="2232025"/>
          <p14:tracePt t="160252" x="2517775" y="2232025"/>
          <p14:tracePt t="160258" x="2517775" y="2244725"/>
          <p14:tracePt t="160269" x="2544763" y="2244725"/>
          <p14:tracePt t="160275" x="2571750" y="2244725"/>
          <p14:tracePt t="160285" x="2586038" y="2244725"/>
          <p14:tracePt t="160290" x="2619375" y="2244725"/>
          <p14:tracePt t="160299" x="2646363" y="2244725"/>
          <p14:tracePt t="160308" x="2660650" y="2244725"/>
          <p14:tracePt t="160319" x="2673350" y="2244725"/>
          <p14:tracePt t="160323" x="2700338" y="2244725"/>
          <p14:tracePt t="160336" x="2714625" y="2244725"/>
          <p14:tracePt t="160340" x="2735263" y="2244725"/>
          <p14:tracePt t="160352" x="2747963" y="2232025"/>
          <p14:tracePt t="160357" x="2762250" y="2211388"/>
          <p14:tracePt t="160370" x="2762250" y="2197100"/>
          <p14:tracePt t="160371" x="2776538" y="2184400"/>
          <p14:tracePt t="160380" x="2789238" y="2170113"/>
          <p14:tracePt t="160388" x="2803525" y="2143125"/>
          <p14:tracePt t="160397" x="2803525" y="2128838"/>
          <p14:tracePt t="160406" x="2816225" y="2116138"/>
          <p14:tracePt t="160415" x="2830513" y="2081213"/>
          <p14:tracePt t="160421" x="2830513" y="2068513"/>
          <p14:tracePt t="160431" x="2843213" y="2041525"/>
          <p14:tracePt t="160438" x="2843213" y="2014538"/>
          <p14:tracePt t="160448" x="2863850" y="2000250"/>
          <p14:tracePt t="160455" x="2863850" y="1985963"/>
          <p14:tracePt t="160464" x="2863850" y="1952625"/>
          <p14:tracePt t="160471" x="2863850" y="1938338"/>
          <p14:tracePt t="160481" x="2863850" y="1911350"/>
          <p14:tracePt t="160487" x="2843213" y="1898650"/>
          <p14:tracePt t="160497" x="2816225" y="1884363"/>
          <p14:tracePt t="160504" x="2789238" y="1857375"/>
          <p14:tracePt t="160514" x="2762250" y="1836738"/>
          <p14:tracePt t="160521" x="2714625" y="1824038"/>
          <p14:tracePt t="160531" x="2673350" y="1824038"/>
          <p14:tracePt t="160536" x="2646363" y="1824038"/>
          <p14:tracePt t="160544" x="2598738" y="1809750"/>
          <p14:tracePt t="160554" x="2557463" y="1809750"/>
          <p14:tracePt t="160561" x="2530475" y="1809750"/>
          <p14:tracePt t="160571" x="2490788" y="1809750"/>
          <p14:tracePt t="160578" x="2455863" y="1809750"/>
          <p14:tracePt t="160588" x="2428875" y="1836738"/>
          <p14:tracePt t="160595" x="2401888" y="1857375"/>
          <p14:tracePt t="160602" x="2374900" y="1884363"/>
          <p14:tracePt t="160612" x="2360613" y="1911350"/>
          <p14:tracePt t="160618" x="2339975" y="1938338"/>
          <p14:tracePt t="160629" x="2327275" y="1973263"/>
          <p14:tracePt t="160635" x="2327275" y="2000250"/>
          <p14:tracePt t="160644" x="2312988" y="2027238"/>
          <p14:tracePt t="160652" x="2312988" y="2041525"/>
          <p14:tracePt t="160661" x="2312988" y="2068513"/>
          <p14:tracePt t="160668" x="2312988" y="2101850"/>
          <p14:tracePt t="160677" x="2312988" y="2116138"/>
          <p14:tracePt t="160688" x="2312988" y="2128838"/>
          <p14:tracePt t="160694" x="2312988" y="2143125"/>
          <p14:tracePt t="160703" x="2312988" y="2157413"/>
          <p14:tracePt t="160708" x="2312988" y="2170113"/>
          <p14:tracePt t="160721" x="2327275" y="2170113"/>
          <p14:tracePt t="160722" x="2327275" y="2184400"/>
          <p14:tracePt t="160731" x="2339975" y="2184400"/>
          <p14:tracePt t="160741" x="2360613" y="2184400"/>
          <p14:tracePt t="160750" x="2374900" y="2197100"/>
          <p14:tracePt t="160758" x="2387600" y="2197100"/>
          <p14:tracePt t="160768" x="2401888" y="2197100"/>
          <p14:tracePt t="160775" x="2428875" y="2211388"/>
          <p14:tracePt t="160999" x="2443163" y="2232025"/>
          <p14:tracePt t="161009" x="2470150" y="2259013"/>
          <p14:tracePt t="161019" x="2503488" y="2271713"/>
          <p14:tracePt t="161027" x="2530475" y="2286000"/>
          <p14:tracePt t="161037" x="2557463" y="2300288"/>
          <p14:tracePt t="161046" x="2586038" y="2327275"/>
          <p14:tracePt t="161055" x="2660650" y="2360613"/>
          <p14:tracePt t="161060" x="2714625" y="2374900"/>
          <p14:tracePt t="161072" x="2789238" y="2387600"/>
          <p14:tracePt t="161077" x="2878138" y="2401888"/>
          <p14:tracePt t="161090" x="2973388" y="2414588"/>
          <p14:tracePt t="161090" x="3074988" y="2414588"/>
          <p14:tracePt t="161099" x="3163888" y="2414588"/>
          <p14:tracePt t="161109" x="3265488" y="2414588"/>
          <p14:tracePt t="161118" x="3348038" y="2414588"/>
          <p14:tracePt t="161126" x="3449638" y="2414588"/>
          <p14:tracePt t="161134" x="3524250" y="2401888"/>
          <p14:tracePt t="161142" x="3592513" y="2374900"/>
          <p14:tracePt t="161150" x="3625850" y="2360613"/>
          <p14:tracePt t="161159" x="3667125" y="2339975"/>
          <p14:tracePt t="161170" x="3721100" y="2312988"/>
          <p14:tracePt t="161175" x="3756025" y="2300288"/>
          <p14:tracePt t="161188" x="3795713" y="2286000"/>
          <p14:tracePt t="161190" x="3810000" y="2271713"/>
          <p14:tracePt t="161199" x="3836988" y="2259013"/>
          <p14:tracePt t="161209" x="3863975" y="2244725"/>
          <p14:tracePt t="161217" x="3898900" y="2211388"/>
          <p14:tracePt t="161224" x="3911600" y="2211388"/>
          <p14:tracePt t="161233" x="3925888" y="2197100"/>
          <p14:tracePt t="161241" x="3938588" y="2184400"/>
          <p14:tracePt t="161250" x="3952875" y="2170113"/>
          <p14:tracePt t="161260" x="3967163" y="2157413"/>
          <p14:tracePt t="161267" x="3979863" y="2143125"/>
          <p14:tracePt t="161276" x="3994150" y="2128838"/>
          <p14:tracePt t="161289" x="4014788" y="2116138"/>
          <p14:tracePt t="161290" x="4027488" y="2101850"/>
          <p14:tracePt t="161298" x="4027488" y="2068513"/>
          <p14:tracePt t="161307" x="4054475" y="2054225"/>
          <p14:tracePt t="161320" x="4068763" y="2027238"/>
          <p14:tracePt t="161329" x="4081463" y="2014538"/>
          <p14:tracePt t="161340" x="4081463" y="2000250"/>
          <p14:tracePt t="161346" x="4095750" y="1985963"/>
          <p14:tracePt t="161357" x="4095750" y="1952625"/>
          <p14:tracePt t="161363" x="4095750" y="1938338"/>
          <p14:tracePt t="161373" x="4110038" y="1925638"/>
          <p14:tracePt t="161382" x="4110038" y="1898650"/>
          <p14:tracePt t="161388" x="4110038" y="1871663"/>
          <p14:tracePt t="161395" x="4110038" y="1836738"/>
          <p14:tracePt t="161406" x="4110038" y="1809750"/>
          <p14:tracePt t="161413" x="4095750" y="1795463"/>
          <p14:tracePt t="161420" x="4081463" y="1768475"/>
          <p14:tracePt t="161430" x="4054475" y="1741488"/>
          <p14:tracePt t="161436" x="4027488" y="1693863"/>
          <p14:tracePt t="161447" x="3994150" y="1681163"/>
          <p14:tracePt t="161453" x="3952875" y="1652588"/>
          <p14:tracePt t="161464" x="3925888" y="1639888"/>
          <p14:tracePt t="161470" x="3884613" y="1625600"/>
          <p14:tracePt t="161483" x="3836988" y="1625600"/>
          <p14:tracePt t="161485" x="3810000" y="1612900"/>
          <p14:tracePt t="161494" x="3768725" y="1612900"/>
          <p14:tracePt t="161504" x="3721100" y="1612900"/>
          <p14:tracePt t="161511" x="3694113" y="1612900"/>
          <p14:tracePt t="161521" x="3667125" y="1612900"/>
          <p14:tracePt t="161525" x="3640138" y="1612900"/>
          <p14:tracePt t="161537" x="3605213" y="1612900"/>
          <p14:tracePt t="161544" x="3578225" y="1612900"/>
          <p14:tracePt t="161555" x="3565525" y="1612900"/>
          <p14:tracePt t="161559" x="3524250" y="1639888"/>
          <p14:tracePt t="161572" x="3509963" y="1652588"/>
          <p14:tracePt t="161573" x="3497263" y="1681163"/>
          <p14:tracePt t="161583" x="3462338" y="1693863"/>
          <p14:tracePt t="161592" x="3449638" y="1728788"/>
          <p14:tracePt t="161600" x="3435350" y="1741488"/>
          <p14:tracePt t="161610" x="3422650" y="1768475"/>
          <p14:tracePt t="161619" x="3422650" y="1782763"/>
          <p14:tracePt t="161624" x="3408363" y="1809750"/>
          <p14:tracePt t="161634" x="3408363" y="1824038"/>
          <p14:tracePt t="161641" x="3395663" y="1836738"/>
          <p14:tracePt t="161650" x="3395663" y="1857375"/>
          <p14:tracePt t="161657" x="3395663" y="1884363"/>
          <p14:tracePt t="161667" x="3395663" y="1898650"/>
          <p14:tracePt t="161673" x="3395663" y="1911350"/>
          <p14:tracePt t="161683" x="3395663" y="1938338"/>
          <p14:tracePt t="161693" x="3395663" y="1952625"/>
          <p14:tracePt t="161698" x="3395663" y="1973263"/>
          <p14:tracePt t="161706" x="3408363" y="2000250"/>
          <p14:tracePt t="161716" x="3408363" y="2027238"/>
          <p14:tracePt t="161723" x="3422650" y="2041525"/>
          <p14:tracePt t="161733" x="3435350" y="2054225"/>
          <p14:tracePt t="161740" x="3449638" y="2068513"/>
          <p14:tracePt t="161750" x="3449638" y="2101850"/>
          <p14:tracePt t="161757" x="3462338" y="2116138"/>
          <p14:tracePt t="161767" x="3497263" y="2128838"/>
          <p14:tracePt t="161774" x="3509963" y="2143125"/>
          <p14:tracePt t="161781" x="3551238" y="2157413"/>
          <p14:tracePt t="161791" x="3578225" y="2157413"/>
          <p14:tracePt t="161798" x="3605213" y="2157413"/>
          <p14:tracePt t="161807" x="3652838" y="2157413"/>
          <p14:tracePt t="161813" x="3694113" y="2157413"/>
          <p14:tracePt t="161821" x="3735388" y="2157413"/>
          <p14:tracePt t="161831" x="3783013" y="2157413"/>
          <p14:tracePt t="161840" x="3836988" y="2143125"/>
          <p14:tracePt t="161846" x="3884613" y="2116138"/>
          <p14:tracePt t="161855" x="3925888" y="2081213"/>
          <p14:tracePt t="161865" x="3938588" y="2068513"/>
          <p14:tracePt t="161873" x="3979863" y="2041525"/>
          <p14:tracePt t="161880" x="4014788" y="2014538"/>
          <p14:tracePt t="161889" x="4027488" y="1985963"/>
          <p14:tracePt t="161896" x="4041775" y="1973263"/>
          <p14:tracePt t="161905" x="4054475" y="1952625"/>
          <p14:tracePt t="161913" x="4054475" y="1925638"/>
          <p14:tracePt t="161922" x="4068763" y="1898650"/>
          <p14:tracePt t="161929" x="4068763" y="1871663"/>
          <p14:tracePt t="161937" x="4068763" y="1824038"/>
          <p14:tracePt t="161947" x="4068763" y="1795463"/>
          <p14:tracePt t="161953" x="4041775" y="1768475"/>
          <p14:tracePt t="161963" x="4014788" y="1741488"/>
          <p14:tracePt t="161969" x="3979863" y="1708150"/>
          <p14:tracePt t="161982" x="3938588" y="1681163"/>
          <p14:tracePt t="161983" x="3898900" y="1666875"/>
          <p14:tracePt t="161993" x="3851275" y="1666875"/>
          <p14:tracePt t="162003" x="3795713" y="1652588"/>
          <p14:tracePt t="162011" x="3756025" y="1652588"/>
          <p14:tracePt t="162021" x="3721100" y="1652588"/>
          <p14:tracePt t="162025" x="3694113" y="1652588"/>
          <p14:tracePt t="162037" x="3667125" y="1652588"/>
          <p14:tracePt t="162042" x="3625850" y="1666875"/>
          <p14:tracePt t="162054" x="3605213" y="1681163"/>
          <p14:tracePt t="162059" x="3578225" y="1693863"/>
          <p14:tracePt t="162072" x="3565525" y="1708150"/>
          <p14:tracePt t="162073" x="3551238" y="1728788"/>
          <p14:tracePt t="162083" x="3551238" y="1741488"/>
          <p14:tracePt t="162092" x="3538538" y="1768475"/>
          <p14:tracePt t="162100" x="3538538" y="1782763"/>
          <p14:tracePt t="162108" x="3524250" y="1809750"/>
          <p14:tracePt t="162117" x="3524250" y="1836738"/>
          <p14:tracePt t="162125" x="3509963" y="1884363"/>
          <p14:tracePt t="162133" x="3509963" y="1898650"/>
          <p14:tracePt t="162140" x="3509963" y="1925638"/>
          <p14:tracePt t="162150" x="3497263" y="1973263"/>
          <p14:tracePt t="162157" x="3497263" y="2000250"/>
          <p14:tracePt t="162167" x="3497263" y="2027238"/>
          <p14:tracePt t="162173" x="3497263" y="2054225"/>
          <p14:tracePt t="162182" x="3497263" y="2081213"/>
          <p14:tracePt t="162189" x="3497263" y="2116138"/>
          <p14:tracePt t="162199" x="3497263" y="2128838"/>
          <p14:tracePt t="162209" x="3509963" y="2157413"/>
          <p14:tracePt t="162214" x="3524250" y="2184400"/>
          <p14:tracePt t="162223" x="3551238" y="2197100"/>
          <p14:tracePt t="162232" x="3565525" y="2197100"/>
          <p14:tracePt t="162239" x="3605213" y="2211388"/>
          <p14:tracePt t="162249" x="3652838" y="2211388"/>
          <p14:tracePt t="162256" x="3694113" y="2211388"/>
          <p14:tracePt t="162265" x="3756025" y="2211388"/>
          <p14:tracePt t="162271" x="3810000" y="2211388"/>
          <p14:tracePt t="162282" x="3863975" y="2211388"/>
          <p14:tracePt t="162288" x="3911600" y="2184400"/>
          <p14:tracePt t="162299" x="3938588" y="2170113"/>
          <p14:tracePt t="162306" x="3967163" y="2143125"/>
          <p14:tracePt t="162313" x="3994150" y="2116138"/>
          <p14:tracePt t="162323" x="4027488" y="2101850"/>
          <p14:tracePt t="162330" x="4027488" y="2068513"/>
          <p14:tracePt t="162340" x="4041775" y="2041525"/>
          <p14:tracePt t="162343" x="4041775" y="2027238"/>
          <p14:tracePt t="162355" x="4041775" y="2014538"/>
          <p14:tracePt t="162361" x="4041775" y="1985963"/>
          <p14:tracePt t="162372" x="4041775" y="1973263"/>
          <p14:tracePt t="162379" x="4014788" y="1952625"/>
          <p14:tracePt t="162395" x="3979863" y="1938338"/>
          <p14:tracePt t="162404" x="3952875" y="1938338"/>
          <p14:tracePt t="162411" x="3925888" y="1938338"/>
          <p14:tracePt t="162422" x="3911600" y="1938338"/>
          <p14:tracePt t="162427" x="3884613" y="1938338"/>
          <p14:tracePt t="162440" x="3863975" y="1938338"/>
          <p14:tracePt t="162449" x="3863975" y="1952625"/>
          <p14:tracePt t="162465" x="3863975" y="1973263"/>
          <p14:tracePt t="162481" x="3911600" y="1973263"/>
          <p14:tracePt t="162491" x="3952875" y="1985963"/>
          <p14:tracePt t="162500" x="3994150" y="1985963"/>
          <p14:tracePt t="162522" x="4014788" y="1985963"/>
          <p14:tracePt t="162531" x="4027488" y="1985963"/>
          <p14:tracePt t="162540" x="4041775" y="1973263"/>
          <p14:tracePt t="162563" x="4041775" y="1952625"/>
          <p14:tracePt t="162573" x="4027488" y="1952625"/>
          <p14:tracePt t="162581" x="3979863" y="1952625"/>
          <p14:tracePt t="162591" x="3911600" y="1938338"/>
          <p14:tracePt t="162599" x="3824288" y="1938338"/>
          <p14:tracePt t="162606" x="3756025" y="1938338"/>
          <p14:tracePt t="162615" x="3667125" y="1938338"/>
          <p14:tracePt t="162621" x="3551238" y="1938338"/>
          <p14:tracePt t="162632" x="3360738" y="1938338"/>
          <p14:tracePt t="162639" x="3292475" y="1938338"/>
          <p14:tracePt t="162649" x="3176588" y="1938338"/>
          <p14:tracePt t="162655" x="3074988" y="1973263"/>
          <p14:tracePt t="162665" x="2973388" y="2000250"/>
          <p14:tracePt t="162675" x="2905125" y="2027238"/>
          <p14:tracePt t="162680" x="2863850" y="2041525"/>
          <p14:tracePt t="162691" x="2803525" y="2068513"/>
          <p14:tracePt t="162698" x="2762250" y="2081213"/>
          <p14:tracePt t="162709" x="2714625" y="2116138"/>
          <p14:tracePt t="162714" x="2687638" y="2128838"/>
          <p14:tracePt t="162724" x="2660650" y="2128838"/>
          <p14:tracePt t="162730" x="2646363" y="2143125"/>
          <p14:tracePt t="162739" x="2633663" y="2143125"/>
          <p14:tracePt t="162748" x="2619375" y="2157413"/>
          <p14:tracePt t="162756" x="2598738" y="2157413"/>
          <p14:tracePt t="162764" x="2586038" y="2157413"/>
          <p14:tracePt t="162771" x="2571750" y="2170113"/>
          <p14:tracePt t="162786" x="2557463" y="2170113"/>
          <p14:tracePt t="162795" x="2544763" y="2170113"/>
          <p14:tracePt t="162805" x="2530475" y="2170113"/>
          <p14:tracePt t="162822" x="2517775" y="2170113"/>
          <p14:tracePt t="162829" x="2503488" y="2170113"/>
          <p14:tracePt t="162839" x="2490788" y="2170113"/>
          <p14:tracePt t="162846" x="2470150" y="2170113"/>
          <p14:tracePt t="162862" x="2455863" y="2170113"/>
          <p14:tracePt t="162876" x="2443163" y="2170113"/>
          <p14:tracePt t="162896" x="2428875" y="2170113"/>
          <p14:tracePt t="162956" x="2455863" y="2170113"/>
          <p14:tracePt t="162964" x="2503488" y="2170113"/>
          <p14:tracePt t="162974" x="2544763" y="2170113"/>
          <p14:tracePt t="162982" x="2586038" y="2170113"/>
          <p14:tracePt t="162992" x="2646363" y="2170113"/>
          <p14:tracePt t="163000" x="2700338" y="2170113"/>
          <p14:tracePt t="163009" x="2762250" y="2170113"/>
          <p14:tracePt t="163016" x="2789238" y="2170113"/>
          <p14:tracePt t="163025" x="2830513" y="2170113"/>
          <p14:tracePt t="163033" x="2843213" y="2170113"/>
          <p14:tracePt t="163042" x="2878138" y="2170113"/>
          <p14:tracePt t="163049" x="2890838" y="2170113"/>
          <p14:tracePt t="163087" x="2878138" y="2170113"/>
          <p14:tracePt t="163096" x="2863850" y="2170113"/>
          <p14:tracePt t="163106" x="2830513" y="2170113"/>
          <p14:tracePt t="163114" x="2803525" y="2170113"/>
          <p14:tracePt t="163123" x="2776538" y="2170113"/>
          <p14:tracePt t="163131" x="2762250" y="2170113"/>
          <p14:tracePt t="163140" x="2747963" y="2170113"/>
          <p14:tracePt t="163147" x="2747963" y="2184400"/>
          <p14:tracePt t="163156" x="2735263" y="2184400"/>
          <p14:tracePt t="163203" x="2762250" y="2184400"/>
          <p14:tracePt t="163211" x="2789238" y="2184400"/>
          <p14:tracePt t="163221" x="2816225" y="2184400"/>
          <p14:tracePt t="163229" x="2863850" y="2184400"/>
          <p14:tracePt t="163239" x="2905125" y="2184400"/>
          <p14:tracePt t="163246" x="2932113" y="2184400"/>
          <p14:tracePt t="163256" x="2973388" y="2184400"/>
          <p14:tracePt t="163262" x="3006725" y="2184400"/>
          <p14:tracePt t="163273" x="3021013" y="2184400"/>
          <p14:tracePt t="163281" x="3048000" y="2184400"/>
          <p14:tracePt t="163296" x="3062288" y="2184400"/>
          <p14:tracePt t="163570" x="3074988" y="2184400"/>
          <p14:tracePt t="163580" x="3122613" y="2184400"/>
          <p14:tracePt t="163590" x="3163888" y="2197100"/>
          <p14:tracePt t="163598" x="3232150" y="2197100"/>
          <p14:tracePt t="163607" x="3306763" y="2211388"/>
          <p14:tracePt t="163614" x="3395663" y="2244725"/>
          <p14:tracePt t="163624" x="3462338" y="2259013"/>
          <p14:tracePt t="163631" x="3538538" y="2271713"/>
          <p14:tracePt t="163642" x="3592513" y="2286000"/>
          <p14:tracePt t="163647" x="3652838" y="2286000"/>
          <p14:tracePt t="163659" x="3721100" y="2300288"/>
          <p14:tracePt t="163664" x="3768725" y="2300288"/>
          <p14:tracePt t="163676" x="3795713" y="2312988"/>
          <p14:tracePt t="163677" x="3836988" y="2312988"/>
          <p14:tracePt t="163686" x="3898900" y="2327275"/>
          <p14:tracePt t="163696" x="3925888" y="2327275"/>
          <p14:tracePt t="163706" x="3952875" y="2327275"/>
          <p14:tracePt t="163712" x="3994150" y="2327275"/>
          <p14:tracePt t="163720" x="4027488" y="2327275"/>
          <p14:tracePt t="163730" x="4054475" y="2312988"/>
          <p14:tracePt t="163737" x="4095750" y="2300288"/>
          <p14:tracePt t="163746" x="4110038" y="2286000"/>
          <p14:tracePt t="163754" x="4157663" y="2271713"/>
          <p14:tracePt t="163762" x="4197350" y="2244725"/>
          <p14:tracePt t="163775" x="4211638" y="2244725"/>
          <p14:tracePt t="163776" x="4238625" y="2211388"/>
          <p14:tracePt t="163785" x="4259263" y="2197100"/>
          <p14:tracePt t="163794" x="4271963" y="2184400"/>
          <p14:tracePt t="163804" x="4286250" y="2170113"/>
          <p14:tracePt t="163813" x="4300538" y="2157413"/>
          <p14:tracePt t="163819" x="4313238" y="2143125"/>
          <p14:tracePt t="163829" x="4313238" y="2116138"/>
          <p14:tracePt t="163837" x="4313238" y="2101850"/>
          <p14:tracePt t="163846" x="4313238" y="2081213"/>
          <p14:tracePt t="163853" x="4271963" y="2041525"/>
          <p14:tracePt t="163862" x="4238625" y="2014538"/>
          <p14:tracePt t="163870" x="4184650" y="1973263"/>
          <p14:tracePt t="163880" x="4110038" y="1925638"/>
          <p14:tracePt t="163888" x="4041775" y="1884363"/>
          <p14:tracePt t="163893" x="3967163" y="1857375"/>
          <p14:tracePt t="163902" x="3898900" y="1824038"/>
          <p14:tracePt t="163909" x="3810000" y="1809750"/>
          <p14:tracePt t="163919" x="3735388" y="1795463"/>
          <p14:tracePt t="163926" x="3652838" y="1782763"/>
          <p14:tracePt t="163935" x="3640138" y="1782763"/>
          <p14:tracePt t="163942" x="3578225" y="1782763"/>
          <p14:tracePt t="163952" x="3538538" y="1782763"/>
          <p14:tracePt t="163958" x="3509963" y="1782763"/>
          <p14:tracePt t="163968" x="3476625" y="1782763"/>
          <p14:tracePt t="163976" x="3462338" y="1795463"/>
          <p14:tracePt t="163984" x="3449638" y="1809750"/>
          <p14:tracePt t="163991" x="3435350" y="1824038"/>
          <p14:tracePt t="163999" x="3435350" y="1836738"/>
          <p14:tracePt t="164009" x="3422650" y="1871663"/>
          <p14:tracePt t="164015" x="3422650" y="1898650"/>
          <p14:tracePt t="164026" x="3422650" y="1911350"/>
          <p14:tracePt t="164031" x="3422650" y="1938338"/>
          <p14:tracePt t="164043" x="3422650" y="1952625"/>
          <p14:tracePt t="164048" x="3422650" y="1985963"/>
          <p14:tracePt t="164060" x="3422650" y="2000250"/>
          <p14:tracePt t="164064" x="3422650" y="2027238"/>
          <p14:tracePt t="164076" x="3422650" y="2041525"/>
          <p14:tracePt t="164081" x="3422650" y="2054225"/>
          <p14:tracePt t="164094" x="3422650" y="2068513"/>
          <p14:tracePt t="164095" x="3422650" y="2081213"/>
          <p14:tracePt t="164104" x="3422650" y="2101850"/>
          <p14:tracePt t="164114" x="3435350" y="2116138"/>
          <p14:tracePt t="164124" x="3449638" y="2116138"/>
          <p14:tracePt t="164134" x="3462338" y="2128838"/>
          <p14:tracePt t="164141" x="3476625" y="2128838"/>
          <p14:tracePt t="164150" x="3524250" y="2143125"/>
          <p14:tracePt t="164157" x="3551238" y="2143125"/>
          <p14:tracePt t="164165" x="3592513" y="2143125"/>
          <p14:tracePt t="164176" x="3640138" y="2143125"/>
          <p14:tracePt t="164183" x="3694113" y="2143125"/>
          <p14:tracePt t="164192" x="3735388" y="2143125"/>
          <p14:tracePt t="164195" x="3768725" y="2143125"/>
          <p14:tracePt t="164204" x="3810000" y="2116138"/>
          <p14:tracePt t="164214" x="3836988" y="2101850"/>
          <p14:tracePt t="164221" x="3851275" y="2081213"/>
          <p14:tracePt t="164229" x="3884613" y="2068513"/>
          <p14:tracePt t="164242" x="3898900" y="2054225"/>
          <p14:tracePt t="164243" x="3898900" y="2041525"/>
          <p14:tracePt t="164252" x="3898900" y="2027238"/>
          <p14:tracePt t="164262" x="3898900" y="2014538"/>
          <p14:tracePt t="164269" x="3898900" y="1985963"/>
          <p14:tracePt t="164277" x="3851275" y="1973263"/>
          <p14:tracePt t="164286" x="3810000" y="1925638"/>
          <p14:tracePt t="164296" x="3756025" y="1898650"/>
          <p14:tracePt t="164303" x="3694113" y="1884363"/>
          <p14:tracePt t="164311" x="3667125" y="1857375"/>
          <p14:tracePt t="164319" x="3605213" y="1836738"/>
          <p14:tracePt t="164328" x="3565525" y="1824038"/>
          <p14:tracePt t="164336" x="3524250" y="1824038"/>
          <p14:tracePt t="164345" x="3497263" y="1809750"/>
          <p14:tracePt t="164352" x="3476625" y="1809750"/>
          <p14:tracePt t="164361" x="3449638" y="1809750"/>
          <p14:tracePt t="164368" x="3435350" y="1809750"/>
          <p14:tracePt t="164383" x="3422650" y="1809750"/>
          <p14:tracePt t="164395" x="3422650" y="1824038"/>
          <p14:tracePt t="164400" x="3422650" y="1836738"/>
          <p14:tracePt t="164412" x="3422650" y="1857375"/>
          <p14:tracePt t="164424" x="3422650" y="1884363"/>
          <p14:tracePt t="164432" x="3422650" y="1911350"/>
          <p14:tracePt t="164443" x="3422650" y="1938338"/>
          <p14:tracePt t="164449" x="3422650" y="1952625"/>
          <p14:tracePt t="164460" x="3422650" y="1985963"/>
          <p14:tracePt t="164468" x="3422650" y="2014538"/>
          <p14:tracePt t="164477" x="3422650" y="2027238"/>
          <p14:tracePt t="164481" x="3422650" y="2054225"/>
          <p14:tracePt t="164493" x="3422650" y="2068513"/>
          <p14:tracePt t="164497" x="3422650" y="2101850"/>
          <p14:tracePt t="164513" x="3435350" y="2116138"/>
          <p14:tracePt t="164526" x="3435350" y="2128838"/>
          <p14:tracePt t="164559" x="3435350" y="2143125"/>
          <p14:tracePt t="164700" x="3422650" y="2143125"/>
          <p14:tracePt t="164716" x="3408363" y="2143125"/>
          <p14:tracePt t="164733" x="3395663" y="2143125"/>
          <p14:tracePt t="164742" x="3381375" y="2143125"/>
          <p14:tracePt t="164757" x="3360738" y="2143125"/>
          <p14:tracePt t="164766" x="3348038" y="2143125"/>
          <p14:tracePt t="164790" x="3333750" y="2143125"/>
          <p14:tracePt t="164855" x="3333750" y="2157413"/>
          <p14:tracePt t="164863" x="3333750" y="2170113"/>
          <p14:tracePt t="164873" x="3333750" y="2184400"/>
          <p14:tracePt t="164881" x="3348038" y="2184400"/>
          <p14:tracePt t="164891" x="3348038" y="2197100"/>
          <p14:tracePt t="164899" x="3360738" y="2211388"/>
          <p14:tracePt t="164906" x="3381375" y="2232025"/>
          <p14:tracePt t="164924" x="3395663" y="2244725"/>
          <p14:tracePt t="164936" x="3408363" y="2244725"/>
          <p14:tracePt t="164948" x="3422650" y="2259013"/>
          <p14:tracePt t="164971" x="3435350" y="2259013"/>
          <p14:tracePt t="165125" x="3449638" y="2244725"/>
          <p14:tracePt t="165136" x="3462338" y="2244725"/>
          <p14:tracePt t="165144" x="3476625" y="2232025"/>
          <p14:tracePt t="165155" x="3497263" y="2232025"/>
          <p14:tracePt t="165160" x="3509963" y="2211388"/>
          <p14:tracePt t="165172" x="3524250" y="2211388"/>
          <p14:tracePt t="165177" x="3538538" y="2211388"/>
          <p14:tracePt t="165184" x="3551238" y="2197100"/>
          <p14:tracePt t="165199" x="3565525" y="2197100"/>
          <p14:tracePt t="165224" x="3578225" y="2184400"/>
          <p14:tracePt t="165478" x="3565525" y="2184400"/>
          <p14:tracePt t="165510" x="3551238" y="2184400"/>
          <p14:tracePt t="165527" x="3538538" y="2184400"/>
          <p14:tracePt t="165551" x="3524250" y="2184400"/>
          <p14:tracePt t="165561" x="3509963" y="2184400"/>
          <p14:tracePt t="165584" x="3497263" y="2184400"/>
          <p14:tracePt t="165608" x="3476625" y="2184400"/>
          <p14:tracePt t="165682" x="3462338" y="2184400"/>
          <p14:tracePt t="165698" x="3449638" y="2184400"/>
          <p14:tracePt t="165708" x="3449638" y="2170113"/>
          <p14:tracePt t="165723" x="3435350" y="2170113"/>
          <p14:tracePt t="165748" x="3422650" y="2170113"/>
          <p14:tracePt t="165936" x="3435350" y="2170113"/>
          <p14:tracePt t="165946" x="3462338" y="2170113"/>
          <p14:tracePt t="165956" x="3497263" y="2170113"/>
          <p14:tracePt t="165961" x="3538538" y="2170113"/>
          <p14:tracePt t="165973" x="3565525" y="2170113"/>
          <p14:tracePt t="165978" x="3625850" y="2170113"/>
          <p14:tracePt t="165986" x="3667125" y="2157413"/>
          <p14:tracePt t="165995" x="3708400" y="2157413"/>
          <p14:tracePt t="166002" x="3735388" y="2157413"/>
          <p14:tracePt t="166012" x="3783013" y="2157413"/>
          <p14:tracePt t="166019" x="3824288" y="2157413"/>
          <p14:tracePt t="166028" x="3851275" y="2157413"/>
          <p14:tracePt t="166035" x="3884613" y="2157413"/>
          <p14:tracePt t="166048" x="3898900" y="2157413"/>
          <p14:tracePt t="166053" x="3925888" y="2157413"/>
          <p14:tracePt t="166060" x="3938588" y="2157413"/>
          <p14:tracePt t="166078" x="3952875" y="2157413"/>
          <p14:tracePt t="166140" x="3925888" y="2143125"/>
          <p14:tracePt t="166150" x="3863975" y="2143125"/>
          <p14:tracePt t="166159" x="3810000" y="2128838"/>
          <p14:tracePt t="166168" x="3735388" y="2128838"/>
          <p14:tracePt t="166177" x="3652838" y="2128838"/>
          <p14:tracePt t="166182" x="3578225" y="2128838"/>
          <p14:tracePt t="166194" x="3538538" y="2128838"/>
          <p14:tracePt t="166199" x="3476625" y="2128838"/>
          <p14:tracePt t="166209" x="3435350" y="2128838"/>
          <p14:tracePt t="166216" x="3395663" y="2128838"/>
          <p14:tracePt t="166225" x="3360738" y="2128838"/>
          <p14:tracePt t="166233" x="3333750" y="2128838"/>
          <p14:tracePt t="166248" x="3319463" y="2128838"/>
          <p14:tracePt t="166591" x="3333750" y="2128838"/>
          <p14:tracePt t="166607" x="3333750" y="2143125"/>
          <p14:tracePt t="166617" x="3348038" y="2143125"/>
          <p14:tracePt t="166627" x="3360738" y="2143125"/>
          <p14:tracePt t="166634" x="3395663" y="2157413"/>
          <p14:tracePt t="166642" x="3408363" y="2157413"/>
          <p14:tracePt t="166650" x="3435350" y="2157413"/>
          <p14:tracePt t="166658" x="3449638" y="2157413"/>
          <p14:tracePt t="166666" x="3476625" y="2170113"/>
          <p14:tracePt t="166678" x="3509963" y="2170113"/>
          <p14:tracePt t="166683" x="3524250" y="2170113"/>
          <p14:tracePt t="166691" x="3538538" y="2170113"/>
          <p14:tracePt t="166699" x="3551238" y="2170113"/>
          <p14:tracePt t="166711" x="3565525" y="2170113"/>
          <p14:tracePt t="166730" x="3578225" y="2170113"/>
          <p14:tracePt t="166861" x="3592513" y="2170113"/>
          <p14:tracePt t="166885" x="3605213" y="2170113"/>
          <p14:tracePt t="166895" x="3640138" y="2170113"/>
          <p14:tracePt t="166905" x="3652838" y="2170113"/>
          <p14:tracePt t="166913" x="3667125" y="2170113"/>
          <p14:tracePt t="166923" x="3694113" y="2184400"/>
          <p14:tracePt t="166928" x="3708400" y="2184400"/>
          <p14:tracePt t="166939" x="3721100" y="2184400"/>
          <p14:tracePt t="166944" x="3735388" y="2184400"/>
          <p14:tracePt t="166955" x="3756025" y="2184400"/>
          <p14:tracePt t="166961" x="3768725" y="2184400"/>
          <p14:tracePt t="166972" x="3768725" y="2197100"/>
          <p14:tracePt t="166984" x="3783013" y="2197100"/>
          <p14:tracePt t="167114" x="3795713" y="2197100"/>
          <p14:tracePt t="167124" x="3810000" y="2197100"/>
          <p14:tracePt t="167133" x="3824288" y="2197100"/>
          <p14:tracePt t="167143" x="3836988" y="2197100"/>
          <p14:tracePt t="167149" x="3851275" y="2197100"/>
          <p14:tracePt t="167160" x="3863975" y="2197100"/>
          <p14:tracePt t="167166" x="3884613" y="2197100"/>
          <p14:tracePt t="167181" x="3898900" y="2197100"/>
          <p14:tracePt t="167190" x="3911600" y="2197100"/>
          <p14:tracePt t="167484" x="3925888" y="2197100"/>
          <p14:tracePt t="167614" x="3938588" y="2197100"/>
          <p14:tracePt t="167631" x="3952875" y="2197100"/>
          <p14:tracePt t="167647" x="3967163" y="2197100"/>
          <p14:tracePt t="167679" x="3979863" y="2197100"/>
          <p14:tracePt t="168236" x="3979863" y="2211388"/>
          <p14:tracePt t="168310" x="3994150" y="2232025"/>
          <p14:tracePt t="169633" x="3994150" y="2271713"/>
          <p14:tracePt t="169637" x="3979863" y="2360613"/>
          <p14:tracePt t="169645" x="3967163" y="2455863"/>
          <p14:tracePt t="169653" x="3938588" y="2571750"/>
          <p14:tracePt t="169663" x="3898900" y="2816225"/>
          <p14:tracePt t="169669" x="3824288" y="3101975"/>
          <p14:tracePt t="169678" x="3756025" y="3422650"/>
          <p14:tracePt t="169687" x="3652838" y="3768725"/>
          <p14:tracePt t="169694" x="3592513" y="3952875"/>
          <p14:tracePt t="169713" x="3395663" y="4598988"/>
          <p14:tracePt t="169722" x="3306763" y="4884738"/>
          <p14:tracePt t="169735" x="3232150" y="5149850"/>
          <p14:tracePt t="169736" x="3205163" y="5232400"/>
          <p14:tracePt t="169746" x="3149600" y="5422900"/>
          <p14:tracePt t="169766" x="3062288" y="5681663"/>
          <p14:tracePt t="169772" x="3062288" y="5708650"/>
          <p14:tracePt t="169777" x="3033713" y="5795963"/>
          <p14:tracePt t="169787" x="3021013" y="5824538"/>
          <p14:tracePt t="169804" x="3021013" y="5878513"/>
          <p14:tracePt t="169809" x="3006725" y="5891213"/>
          <p14:tracePt t="169835" x="3006725" y="5911850"/>
          <p14:tracePt t="169914" x="3006725" y="5926138"/>
          <p14:tracePt t="169931" x="3006725" y="5938838"/>
          <p14:tracePt t="169940" x="3006725" y="5967413"/>
          <p14:tracePt t="169949" x="3006725" y="5980113"/>
          <p14:tracePt t="169957" x="3006725" y="6021388"/>
          <p14:tracePt t="169965" x="2994025" y="6042025"/>
          <p14:tracePt t="169973" x="2973388" y="6096000"/>
          <p14:tracePt t="169982" x="2959100" y="6137275"/>
          <p14:tracePt t="169990" x="2946400" y="6184900"/>
          <p14:tracePt t="169997" x="2919413" y="6224588"/>
          <p14:tracePt t="170006" x="2905125" y="6300788"/>
          <p14:tracePt t="170014" x="2878138" y="6340475"/>
          <p14:tracePt t="170022" x="2863850" y="6408738"/>
          <p14:tracePt t="170031" x="2843213" y="6429375"/>
          <p14:tracePt t="170039" x="2830513" y="6483350"/>
          <p14:tracePt t="170048" x="2816225" y="6510338"/>
          <p14:tracePt t="170056" x="2803525" y="6557963"/>
          <p14:tracePt t="170069" x="2789238" y="6572250"/>
          <p14:tracePt t="170073" x="2789238" y="6586538"/>
          <p14:tracePt t="170082" x="2776538" y="6599238"/>
          <p14:tracePt t="170098" x="2776538" y="6613525"/>
          <p14:tracePt t="170381" x="2816225" y="6613525"/>
          <p14:tracePt t="170392" x="2863850" y="6599238"/>
          <p14:tracePt t="170400" x="2905125" y="6586538"/>
          <p14:tracePt t="170407" x="2959100" y="6557963"/>
          <p14:tracePt t="170416" x="3006725" y="6545263"/>
          <p14:tracePt t="170423" x="3089275" y="6510338"/>
          <p14:tracePt t="170431" x="3176588" y="6470650"/>
          <p14:tracePt t="170440" x="3265488" y="6443663"/>
          <p14:tracePt t="170448" x="3292475" y="6429375"/>
          <p14:tracePt t="170457" x="3348038" y="6408738"/>
          <p14:tracePt t="170466" x="3395663" y="6381750"/>
          <p14:tracePt t="170473" x="3422650" y="6367463"/>
          <p14:tracePt t="170483" x="3449638" y="6354763"/>
          <p14:tracePt t="170494" x="3462338" y="6354763"/>
          <p14:tracePt t="170498" x="3476625" y="6340475"/>
          <p14:tracePt t="170514" x="3476625" y="6327775"/>
          <p14:tracePt t="170523" x="3497263" y="6327775"/>
          <p14:tracePt t="170541" x="3497263" y="6313488"/>
          <p14:tracePt t="170549" x="3497263" y="6300788"/>
          <p14:tracePt t="170556" x="3497263" y="6280150"/>
          <p14:tracePt t="170565" x="3497263" y="6253163"/>
          <p14:tracePt t="170572" x="3462338" y="6224588"/>
          <p14:tracePt t="170582" x="3449638" y="6170613"/>
          <p14:tracePt t="170588" x="3408363" y="6122988"/>
          <p14:tracePt t="170597" x="3360738" y="6069013"/>
          <p14:tracePt t="170607" x="3279775" y="5953125"/>
          <p14:tracePt t="170614" x="3205163" y="5878513"/>
          <p14:tracePt t="170623" x="3149600" y="5851525"/>
          <p14:tracePt t="170631" x="3062288" y="5810250"/>
          <p14:tracePt t="170641" x="2973388" y="5762625"/>
          <p14:tracePt t="170648" x="2905125" y="5748338"/>
          <p14:tracePt t="170657" x="2878138" y="5748338"/>
          <p14:tracePt t="170665" x="2776538" y="5735638"/>
          <p14:tracePt t="170674" x="2747963" y="5735638"/>
          <p14:tracePt t="170684" x="2700338" y="5735638"/>
          <p14:tracePt t="170689" x="2673350" y="5735638"/>
          <p14:tracePt t="170696" x="2646363" y="5748338"/>
          <p14:tracePt t="170705" x="2619375" y="5762625"/>
          <p14:tracePt t="170712" x="2598738" y="5795963"/>
          <p14:tracePt t="170721" x="2571750" y="5824538"/>
          <p14:tracePt t="170729" x="2557463" y="5864225"/>
          <p14:tracePt t="170738" x="2544763" y="5891213"/>
          <p14:tracePt t="170746" x="2544763" y="5938838"/>
          <p14:tracePt t="170760" x="2530475" y="5953125"/>
          <p14:tracePt t="170761" x="2530475" y="5994400"/>
          <p14:tracePt t="170769" x="2517775" y="6042025"/>
          <p14:tracePt t="170780" x="2517775" y="6081713"/>
          <p14:tracePt t="170786" x="2517775" y="6122988"/>
          <p14:tracePt t="170796" x="2517775" y="6149975"/>
          <p14:tracePt t="170803" x="2517775" y="6211888"/>
          <p14:tracePt t="170813" x="2517775" y="6224588"/>
          <p14:tracePt t="170819" x="2517775" y="6253163"/>
          <p14:tracePt t="170830" x="2530475" y="6280150"/>
          <p14:tracePt t="170834" x="2530475" y="6313488"/>
          <p14:tracePt t="170846" x="2557463" y="6327775"/>
          <p14:tracePt t="170850" x="2557463" y="6340475"/>
          <p14:tracePt t="170863" x="2571750" y="6354763"/>
          <p14:tracePt t="170867" x="2586038" y="6381750"/>
          <p14:tracePt t="170881" x="2598738" y="6381750"/>
          <p14:tracePt t="170882" x="2619375" y="6396038"/>
          <p14:tracePt t="170893" x="2619375" y="6408738"/>
          <p14:tracePt t="170901" x="2633663" y="6408738"/>
          <p14:tracePt t="170910" x="2646363" y="6408738"/>
          <p14:tracePt t="170918" x="2660650" y="6429375"/>
          <p14:tracePt t="170928" x="2673350" y="6429375"/>
          <p14:tracePt t="170932" x="2700338" y="6429375"/>
          <p14:tracePt t="170943" x="2714625" y="6443663"/>
          <p14:tracePt t="170951" x="2747963" y="6443663"/>
          <p14:tracePt t="170961" x="2776538" y="6443663"/>
          <p14:tracePt t="170965" x="2803525" y="6443663"/>
          <p14:tracePt t="170977" x="2816225" y="6443663"/>
          <p14:tracePt t="170982" x="2843213" y="6443663"/>
          <p14:tracePt t="170993" x="2878138" y="6443663"/>
          <p14:tracePt t="170998" x="2905125" y="6443663"/>
          <p14:tracePt t="171010" x="2919413" y="6443663"/>
          <p14:tracePt t="171014" x="2946400" y="6443663"/>
          <p14:tracePt t="171024" x="2959100" y="6443663"/>
          <p14:tracePt t="171030" x="2973388" y="6443663"/>
          <p14:tracePt t="171040" x="2994025" y="6443663"/>
          <p14:tracePt t="171049" x="3021013" y="6443663"/>
          <p14:tracePt t="171060" x="3033713" y="6443663"/>
          <p14:tracePt t="171064" x="3048000" y="6443663"/>
          <p14:tracePt t="171073" x="3048000" y="6429375"/>
          <p14:tracePt t="171082" x="3062288" y="6429375"/>
          <p14:tracePt t="171090" x="3089275" y="6408738"/>
          <p14:tracePt t="171098" x="3101975" y="6396038"/>
          <p14:tracePt t="171107" x="3122613" y="6381750"/>
          <p14:tracePt t="171112" x="3136900" y="6367463"/>
          <p14:tracePt t="171121" x="3149600" y="6367463"/>
          <p14:tracePt t="171130" x="3176588" y="6354763"/>
          <p14:tracePt t="171138" x="3190875" y="6340475"/>
          <p14:tracePt t="171145" x="3205163" y="6327775"/>
          <p14:tracePt t="171155" x="3217863" y="6313488"/>
          <p14:tracePt t="171162" x="3232150" y="6300788"/>
          <p14:tracePt t="171171" x="3252788" y="6280150"/>
          <p14:tracePt t="171180" x="3265488" y="6280150"/>
          <p14:tracePt t="171186" x="3279775" y="6265863"/>
          <p14:tracePt t="171195" x="3279775" y="6253163"/>
          <p14:tracePt t="171204" x="3292475" y="6253163"/>
          <p14:tracePt t="171211" x="3292475" y="6238875"/>
          <p14:tracePt t="171230" x="3306763" y="6224588"/>
          <p14:tracePt t="171246" x="3306763" y="6211888"/>
          <p14:tracePt t="171259" x="3319463" y="6197600"/>
          <p14:tracePt t="171274" x="3319463" y="6184900"/>
          <p14:tracePt t="171283" x="3319463" y="6170613"/>
          <p14:tracePt t="171294" x="3319463" y="6149975"/>
          <p14:tracePt t="171302" x="3319463" y="6137275"/>
          <p14:tracePt t="171312" x="3319463" y="6110288"/>
          <p14:tracePt t="171318" x="3319463" y="6096000"/>
          <p14:tracePt t="171328" x="3306763" y="6069013"/>
          <p14:tracePt t="171336" x="3292475" y="6042025"/>
          <p14:tracePt t="171347" x="3265488" y="6007100"/>
          <p14:tracePt t="171348" x="3252788" y="5994400"/>
          <p14:tracePt t="171359" x="3217863" y="5967413"/>
          <p14:tracePt t="171367" x="3190875" y="5938838"/>
          <p14:tracePt t="171378" x="3163888" y="5926138"/>
          <p14:tracePt t="171385" x="3136900" y="5891213"/>
          <p14:tracePt t="171397" x="3122613" y="5878513"/>
          <p14:tracePt t="171398" x="3089275" y="5864225"/>
          <p14:tracePt t="171409" x="3074988" y="5864225"/>
          <p14:tracePt t="171416" x="3062288" y="5851525"/>
          <p14:tracePt t="171432" x="3048000" y="5851525"/>
          <p14:tracePt t="171462" x="3033713" y="5851525"/>
          <p14:tracePt t="171650" x="3021013" y="5851525"/>
          <p14:tracePt t="171667" x="3021013" y="5837238"/>
          <p14:tracePt t="171675" x="3006725" y="5837238"/>
          <p14:tracePt t="171691" x="2994025" y="5837238"/>
          <p14:tracePt t="171707" x="2973388" y="5837238"/>
          <p14:tracePt t="171717" x="2959100" y="5837238"/>
          <p14:tracePt t="171726" x="2946400" y="5837238"/>
          <p14:tracePt t="171735" x="2932113" y="5837238"/>
          <p14:tracePt t="171749" x="2919413" y="5837238"/>
          <p14:tracePt t="171758" x="2905125" y="5837238"/>
          <p14:tracePt t="171773" x="2890838" y="5837238"/>
          <p14:tracePt t="171789" x="2878138" y="5837238"/>
          <p14:tracePt t="171854" x="2863850" y="5837238"/>
          <p14:tracePt t="171895" x="2843213" y="5837238"/>
          <p14:tracePt t="171920" x="2830513" y="5837238"/>
          <p14:tracePt t="171929" x="2830513" y="5851525"/>
          <p14:tracePt t="171940" x="2816225" y="5851525"/>
          <p14:tracePt t="171953" x="2803525" y="5864225"/>
          <p14:tracePt t="171970" x="2789238" y="5864225"/>
          <p14:tracePt t="171979" x="2789238" y="5878513"/>
          <p14:tracePt t="171994" x="2776538" y="5891213"/>
          <p14:tracePt t="172010" x="2776538" y="5911850"/>
          <p14:tracePt t="172020" x="2762250" y="5911850"/>
          <p14:tracePt t="172029" x="2762250" y="5926138"/>
          <p14:tracePt t="172044" x="2747963" y="5938838"/>
          <p14:tracePt t="172060" x="2747963" y="5953125"/>
          <p14:tracePt t="172076" x="2747963" y="5967413"/>
          <p14:tracePt t="172092" x="2747963" y="5980113"/>
          <p14:tracePt t="172117" x="2747963" y="5994400"/>
          <p14:tracePt t="172133" x="2747963" y="6007100"/>
          <p14:tracePt t="172158" x="2747963" y="6021388"/>
          <p14:tracePt t="172543" x="2747963" y="6042025"/>
          <p14:tracePt t="172575" x="2747963" y="6054725"/>
          <p14:tracePt t="172689" x="2747963" y="6069013"/>
          <p14:tracePt t="172699" x="2762250" y="6069013"/>
          <p14:tracePt t="172821" x="2762250" y="6081713"/>
          <p14:tracePt t="172838" x="2776538" y="6081713"/>
          <p14:tracePt t="172855" x="2776538" y="6096000"/>
          <p14:tracePt t="172870" x="2789238" y="6096000"/>
          <p14:tracePt t="172886" x="2789238" y="6110288"/>
          <p14:tracePt t="172919" x="2803525" y="6110288"/>
          <p14:tracePt t="172929" x="2803525" y="6122988"/>
          <p14:tracePt t="172960" x="2803525" y="6137275"/>
          <p14:tracePt t="172969" x="2816225" y="6137275"/>
          <p14:tracePt t="173001" x="2830513" y="6149975"/>
          <p14:tracePt t="173025" x="2843213" y="6149975"/>
          <p14:tracePt t="173035" x="2843213" y="6170613"/>
          <p14:tracePt t="173058" x="2863850" y="6170613"/>
          <p14:tracePt t="173075" x="2863850" y="6184900"/>
          <p14:tracePt t="175105" x="2863850" y="6170613"/>
          <p14:tracePt t="175121" x="2878138" y="6170613"/>
          <p14:tracePt t="175178" x="2890838" y="6149975"/>
          <p14:tracePt t="175367" x="2905125" y="6149975"/>
          <p14:tracePt t="175376" x="2919413" y="6149975"/>
          <p14:tracePt t="175383" x="2932113" y="6149975"/>
          <p14:tracePt t="175394" x="2946400" y="6149975"/>
          <p14:tracePt t="175400" x="2959100" y="6149975"/>
          <p14:tracePt t="175408" x="3006725" y="6149975"/>
          <p14:tracePt t="175417" x="3021013" y="6149975"/>
          <p14:tracePt t="175426" x="3062288" y="6137275"/>
          <p14:tracePt t="175433" x="3101975" y="6137275"/>
          <p14:tracePt t="175441" x="3149600" y="6137275"/>
          <p14:tracePt t="175449" x="3190875" y="6137275"/>
          <p14:tracePt t="175458" x="3252788" y="6137275"/>
          <p14:tracePt t="175466" x="3306763" y="6137275"/>
          <p14:tracePt t="175474" x="3319463" y="6137275"/>
          <p14:tracePt t="175482" x="3360738" y="6137275"/>
          <p14:tracePt t="175491" x="3422650" y="6137275"/>
          <p14:tracePt t="175511" x="3524250" y="6137275"/>
          <p14:tracePt t="175516" x="3565525" y="6137275"/>
          <p14:tracePt t="176693" x="3551238" y="6137275"/>
          <p14:tracePt t="176704" x="3524250" y="6137275"/>
          <p14:tracePt t="176709" x="3476625" y="6137275"/>
          <p14:tracePt t="176719" x="3435350" y="6122988"/>
          <p14:tracePt t="176726" x="3360738" y="6122988"/>
          <p14:tracePt t="176735" x="3306763" y="6110288"/>
          <p14:tracePt t="176742" x="3232150" y="6096000"/>
          <p14:tracePt t="176751" x="3163888" y="6096000"/>
          <p14:tracePt t="176760" x="3101975" y="6096000"/>
          <p14:tracePt t="176767" x="3062288" y="6096000"/>
          <p14:tracePt t="176776" x="3021013" y="6096000"/>
          <p14:tracePt t="176784" x="2973388" y="6096000"/>
          <p14:tracePt t="176792" x="2932113" y="6096000"/>
          <p14:tracePt t="176800" x="2919413" y="6096000"/>
          <p14:tracePt t="176810" x="2905125" y="6096000"/>
          <p14:tracePt t="176818" x="2890838" y="6096000"/>
          <p14:tracePt t="176827" x="2878138" y="6096000"/>
          <p14:tracePt t="177323" x="2890838" y="6096000"/>
          <p14:tracePt t="177334" x="2905125" y="6096000"/>
          <p14:tracePt t="177340" x="2919413" y="6096000"/>
          <p14:tracePt t="177350" x="2932113" y="6110288"/>
          <p14:tracePt t="177357" x="2959100" y="6110288"/>
          <p14:tracePt t="177365" x="2973388" y="6110288"/>
          <p14:tracePt t="177378" x="3006725" y="6122988"/>
          <p14:tracePt t="177383" x="3033713" y="6122988"/>
          <p14:tracePt t="177393" x="3048000" y="6122988"/>
          <p14:tracePt t="177399" x="3074988" y="6137275"/>
          <p14:tracePt t="177407" x="3089275" y="6137275"/>
          <p14:tracePt t="177416" x="3101975" y="6137275"/>
          <p14:tracePt t="177432" x="3122613" y="6149975"/>
          <p14:tracePt t="177487" x="3101975" y="6149975"/>
          <p14:tracePt t="177496" x="3089275" y="6149975"/>
          <p14:tracePt t="177505" x="3048000" y="6149975"/>
          <p14:tracePt t="177514" x="2973388" y="6149975"/>
          <p14:tracePt t="177522" x="2919413" y="6149975"/>
          <p14:tracePt t="177529" x="2830513" y="6149975"/>
          <p14:tracePt t="177539" x="2762250" y="6149975"/>
          <p14:tracePt t="177546" x="2673350" y="6149975"/>
          <p14:tracePt t="177555" x="2598738" y="6137275"/>
          <p14:tracePt t="177563" x="2571750" y="6137275"/>
          <p14:tracePt t="177570" x="2503488" y="6137275"/>
          <p14:tracePt t="177579" x="2455863" y="6137275"/>
          <p14:tracePt t="177589" x="2428875" y="6137275"/>
          <p14:tracePt t="177595" x="2401888" y="6137275"/>
          <p14:tracePt t="177604" x="2387600" y="6137275"/>
          <p14:tracePt t="177621" x="2374900" y="6137275"/>
          <p14:tracePt t="177700" x="2387600" y="6137275"/>
          <p14:tracePt t="177710" x="2414588" y="6137275"/>
          <p14:tracePt t="177719" x="2443163" y="6149975"/>
          <p14:tracePt t="177729" x="2470150" y="6170613"/>
          <p14:tracePt t="177734" x="2503488" y="6170613"/>
          <p14:tracePt t="177746" x="2544763" y="6184900"/>
          <p14:tracePt t="177751" x="2586038" y="6197600"/>
          <p14:tracePt t="177760" x="2646363" y="6211888"/>
          <p14:tracePt t="177768" x="2687638" y="6211888"/>
          <p14:tracePt t="177776" x="2735263" y="6211888"/>
          <p14:tracePt t="177787" x="2803525" y="6224588"/>
          <p14:tracePt t="177796" x="2830513" y="6224588"/>
          <p14:tracePt t="177801" x="2905125" y="6224588"/>
          <p14:tracePt t="177812" x="2932113" y="6224588"/>
          <p14:tracePt t="177817" x="2959100" y="6224588"/>
          <p14:tracePt t="177826" x="3006725" y="6224588"/>
          <p14:tracePt t="177834" x="3033713" y="6224588"/>
          <p14:tracePt t="177845" x="3074988" y="6224588"/>
          <p14:tracePt t="177849" x="3101975" y="6224588"/>
          <p14:tracePt t="177858" x="3149600" y="6224588"/>
          <p14:tracePt t="177867" x="3190875" y="6224588"/>
          <p14:tracePt t="177874" x="3217863" y="6224588"/>
          <p14:tracePt t="177884" x="3265488" y="6224588"/>
          <p14:tracePt t="177891" x="3306763" y="6238875"/>
          <p14:tracePt t="177901" x="3348038" y="6238875"/>
          <p14:tracePt t="177908" x="3395663" y="6253163"/>
          <p14:tracePt t="177916" x="3422650" y="6253163"/>
          <p14:tracePt t="177925" x="3462338" y="6253163"/>
          <p14:tracePt t="177932" x="3497263" y="6265863"/>
          <p14:tracePt t="177941" x="3524250" y="6265863"/>
          <p14:tracePt t="177949" x="3551238" y="6280150"/>
          <p14:tracePt t="177958" x="3565525" y="6280150"/>
          <p14:tracePt t="177966" x="3578225" y="6280150"/>
          <p14:tracePt t="177974" x="3592513" y="6280150"/>
          <p14:tracePt t="177990" x="3605213" y="6280150"/>
          <p14:tracePt t="180246" x="3625850" y="6280150"/>
          <p14:tracePt t="180256" x="3652838" y="6280150"/>
          <p14:tracePt t="180266" x="3667125" y="6280150"/>
          <p14:tracePt t="180273" x="3694113" y="6280150"/>
          <p14:tracePt t="180284" x="3721100" y="6280150"/>
          <p14:tracePt t="180288" x="3735388" y="6300788"/>
          <p14:tracePt t="180300" x="3768725" y="6300788"/>
          <p14:tracePt t="180305" x="3795713" y="6300788"/>
          <p14:tracePt t="180316" x="3810000" y="6300788"/>
          <p14:tracePt t="180321" x="3836988" y="6300788"/>
          <p14:tracePt t="180333" x="3851275" y="6300788"/>
          <p14:tracePt t="180340" x="3863975" y="6300788"/>
          <p14:tracePt t="180355" x="3884613" y="6300788"/>
          <p14:tracePt t="180383" x="3898900" y="6300788"/>
          <p14:tracePt t="181040" x="3911600" y="6300788"/>
          <p14:tracePt t="181056" x="3925888" y="6300788"/>
          <p14:tracePt t="181073" x="3938588" y="6300788"/>
          <p14:tracePt t="181082" x="3952875" y="6300788"/>
          <p14:tracePt t="181097" x="3967163" y="6300788"/>
          <p14:tracePt t="181114" x="3979863" y="6300788"/>
          <p14:tracePt t="181138" x="3994150" y="6300788"/>
          <p14:tracePt t="181401" x="3994150" y="6280150"/>
          <p14:tracePt t="181412" x="3979863" y="6280150"/>
          <p14:tracePt t="181433" x="3967163" y="6280150"/>
          <p14:tracePt t="181443" x="3952875" y="6265863"/>
          <p14:tracePt t="181470" x="3938588" y="6265863"/>
          <p14:tracePt t="182105" x="3925888" y="6265863"/>
          <p14:tracePt t="182653" x="3938588" y="6265863"/>
          <p14:tracePt t="182669" x="3952875" y="6265863"/>
          <p14:tracePt t="182679" x="3967163" y="6265863"/>
          <p14:tracePt t="182686" x="3979863" y="6253163"/>
          <p14:tracePt t="182695" x="3994150" y="6253163"/>
          <p14:tracePt t="182703" x="4027488" y="6253163"/>
          <p14:tracePt t="182710" x="4041775" y="6253163"/>
          <p14:tracePt t="182719" x="4054475" y="6238875"/>
          <p14:tracePt t="182728" x="4068763" y="6238875"/>
          <p14:tracePt t="182739" x="4081463" y="6224588"/>
          <p14:tracePt t="182752" x="4095750" y="6224588"/>
          <p14:tracePt t="182997" x="4095750" y="6211888"/>
          <p14:tracePt t="183021" x="4095750" y="6197600"/>
          <p14:tracePt t="183031" x="4095750" y="6184900"/>
          <p14:tracePt t="183038" x="4095750" y="6149975"/>
          <p14:tracePt t="183046" x="4110038" y="6122988"/>
          <p14:tracePt t="183055" x="4110038" y="6110288"/>
          <p14:tracePt t="183064" x="4122738" y="6081713"/>
          <p14:tracePt t="183071" x="4122738" y="6054725"/>
          <p14:tracePt t="183079" x="4122738" y="6042025"/>
          <p14:tracePt t="183088" x="4122738" y="6021388"/>
          <p14:tracePt t="183096" x="4122738" y="5994400"/>
          <p14:tracePt t="183103" x="4143375" y="5994400"/>
          <p14:tracePt t="183112" x="4143375" y="5980113"/>
          <p14:tracePt t="183217" x="4122738" y="5980113"/>
          <p14:tracePt t="183234" x="4122738" y="5994400"/>
          <p14:tracePt t="183244" x="4110038" y="6007100"/>
          <p14:tracePt t="183253" x="4110038" y="6021388"/>
          <p14:tracePt t="183259" x="4110038" y="6042025"/>
          <p14:tracePt t="183276" x="4110038" y="6054725"/>
          <p14:tracePt t="183286" x="4095750" y="6069013"/>
          <p14:tracePt t="183301" x="4095750" y="6081713"/>
          <p14:tracePt t="183309" x="4095750" y="6096000"/>
          <p14:tracePt t="183324" x="4095750" y="6110288"/>
          <p14:tracePt t="183336" x="4095750" y="6122988"/>
          <p14:tracePt t="183350" x="4095750" y="6137275"/>
          <p14:tracePt t="183365" x="4095750" y="6149975"/>
          <p14:tracePt t="183376" x="4110038" y="6149975"/>
          <p14:tracePt t="183390" x="4122738" y="6170613"/>
          <p14:tracePt t="183414" x="4143375" y="6170613"/>
          <p14:tracePt t="183430" x="4143375" y="6149975"/>
          <p14:tracePt t="183447" x="4143375" y="6137275"/>
          <p14:tracePt t="183456" x="4143375" y="6122988"/>
          <p14:tracePt t="183464" x="4143375" y="6096000"/>
          <p14:tracePt t="183472" x="4143375" y="6081713"/>
          <p14:tracePt t="183481" x="4143375" y="6069013"/>
          <p14:tracePt t="183489" x="4143375" y="6054725"/>
          <p14:tracePt t="183497" x="4122738" y="6042025"/>
          <p14:tracePt t="183505" x="4110038" y="6021388"/>
          <p14:tracePt t="183513" x="4095750" y="6007100"/>
          <p14:tracePt t="183522" x="4081463" y="5994400"/>
          <p14:tracePt t="183530" x="4054475" y="5994400"/>
          <p14:tracePt t="183546" x="4041775" y="5994400"/>
          <p14:tracePt t="183555" x="4027488" y="5994400"/>
          <p14:tracePt t="183564" x="4014788" y="5994400"/>
          <p14:tracePt t="183578" x="3994150" y="5994400"/>
          <p14:tracePt t="183602" x="3994150" y="6007100"/>
          <p14:tracePt t="183627" x="3994150" y="6021388"/>
          <p14:tracePt t="183644" x="3994150" y="6042025"/>
          <p14:tracePt t="183653" x="4014788" y="6042025"/>
          <p14:tracePt t="183662" x="4027488" y="6042025"/>
          <p14:tracePt t="183669" x="4041775" y="6042025"/>
          <p14:tracePt t="183685" x="4054475" y="6042025"/>
          <p14:tracePt t="183695" x="4068763" y="6042025"/>
          <p14:tracePt t="183709" x="4081463" y="6042025"/>
          <p14:tracePt t="183733" x="4095750" y="6042025"/>
          <p14:tracePt t="183743" x="4095750" y="6021388"/>
          <p14:tracePt t="183799" x="4081463" y="6021388"/>
          <p14:tracePt t="183816" x="4068763" y="6021388"/>
          <p14:tracePt t="183832" x="4054475" y="6042025"/>
          <p14:tracePt t="183841" x="4041775" y="6054725"/>
          <p14:tracePt t="183852" x="4041775" y="6069013"/>
          <p14:tracePt t="183857" x="4027488" y="6096000"/>
          <p14:tracePt t="183869" x="4027488" y="6110288"/>
          <p14:tracePt t="183875" x="4027488" y="6122988"/>
          <p14:tracePt t="183886" x="4027488" y="6137275"/>
          <p14:tracePt t="183892" x="4027488" y="6149975"/>
          <p14:tracePt t="183901" x="4027488" y="6170613"/>
          <p14:tracePt t="183908" x="4027488" y="6184900"/>
          <p14:tracePt t="183923" x="4041775" y="6184900"/>
          <p14:tracePt t="183933" x="4068763" y="6197600"/>
          <p14:tracePt t="183939" x="4081463" y="6197600"/>
          <p14:tracePt t="183950" x="4110038" y="6197600"/>
          <p14:tracePt t="183955" x="4122738" y="6197600"/>
          <p14:tracePt t="183967" x="4157663" y="6197600"/>
          <p14:tracePt t="183973" x="4184650" y="6197600"/>
          <p14:tracePt t="183981" x="4197350" y="6184900"/>
          <p14:tracePt t="183989" x="4211638" y="6184900"/>
          <p14:tracePt t="183998" x="4224338" y="6184900"/>
          <p14:tracePt t="184006" x="4238625" y="6170613"/>
          <p14:tracePt t="184021" x="4259263" y="6170613"/>
          <p14:tracePt t="184577" x="4271963" y="6170613"/>
          <p14:tracePt t="184609" x="4286250" y="6170613"/>
          <p14:tracePt t="184626" x="4300538" y="6170613"/>
          <p14:tracePt t="184650" x="4313238" y="6170613"/>
          <p14:tracePt t="184659" x="4327525" y="6170613"/>
          <p14:tracePt t="184675" x="4340225" y="6170613"/>
          <p14:tracePt t="184685" x="4354513" y="6170613"/>
          <p14:tracePt t="184700" x="4367213" y="6170613"/>
          <p14:tracePt t="184709" x="4387850" y="6170613"/>
          <p14:tracePt t="184716" x="4402138" y="6170613"/>
          <p14:tracePt t="184733" x="4414838" y="6170613"/>
          <p14:tracePt t="184750" x="4429125" y="6170613"/>
          <p14:tracePt t="184773" x="4443413" y="6170613"/>
          <p14:tracePt t="184783" x="4443413" y="6149975"/>
          <p14:tracePt t="186362" x="4456113" y="6149975"/>
          <p14:tracePt t="186378" x="4470400" y="6149975"/>
          <p14:tracePt t="186386" x="4483100" y="6149975"/>
          <p14:tracePt t="186403" x="4497388" y="6149975"/>
          <p14:tracePt t="186419" x="4518025" y="6170613"/>
          <p14:tracePt t="186427" x="4530725" y="6170613"/>
          <p14:tracePt t="186451" x="4545013" y="6170613"/>
          <p14:tracePt t="186468" x="4557713" y="6170613"/>
          <p14:tracePt t="186492" x="4572000" y="6184900"/>
          <p14:tracePt t="186566" x="4586288" y="6184900"/>
          <p14:tracePt t="186615" x="4598988" y="6184900"/>
          <p14:tracePt t="186632" x="4613275" y="6184900"/>
          <p14:tracePt t="186642" x="4625975" y="6184900"/>
          <p14:tracePt t="186648" x="4646613" y="6184900"/>
          <p14:tracePt t="186658" x="4660900" y="6184900"/>
          <p14:tracePt t="186665" x="4687888" y="6184900"/>
          <p14:tracePt t="186675" x="4700588" y="6184900"/>
          <p14:tracePt t="186681" x="4714875" y="6184900"/>
          <p14:tracePt t="186691" x="4729163" y="6184900"/>
          <p14:tracePt t="186698" x="4741863" y="6184900"/>
          <p14:tracePt t="186708" x="4756150" y="6184900"/>
          <p14:tracePt t="186724" x="4776788" y="6184900"/>
          <p14:tracePt t="186730" x="4789488" y="6170613"/>
          <p14:tracePt t="186771" x="4803775" y="6170613"/>
          <p14:tracePt t="187680" x="4741863" y="6149975"/>
          <p14:tracePt t="187687" x="4687888" y="6110288"/>
          <p14:tracePt t="187697" x="4613275" y="6042025"/>
          <p14:tracePt t="187705" x="4557713" y="5953125"/>
          <p14:tracePt t="187713" x="4470400" y="5851525"/>
          <p14:tracePt t="187721" x="4402138" y="5735638"/>
          <p14:tracePt t="187730" x="4327525" y="5592763"/>
          <p14:tracePt t="187742" x="4286250" y="5449888"/>
          <p14:tracePt t="187749" x="4184650" y="5129213"/>
          <p14:tracePt t="187760" x="4081463" y="4776788"/>
          <p14:tracePt t="187768" x="4027488" y="4414838"/>
          <p14:tracePt t="187772" x="3979863" y="4041775"/>
          <p14:tracePt t="187783" x="3967163" y="3884613"/>
          <p14:tracePt t="187800" x="3967163" y="3462338"/>
          <p14:tracePt t="188015" x="3952875" y="3449638"/>
          <p14:tracePt t="188025" x="3898900" y="3381375"/>
          <p14:tracePt t="188032" x="3824288" y="3292475"/>
          <p14:tracePt t="188041" x="3735388" y="3176588"/>
          <p14:tracePt t="188049" x="3640138" y="3048000"/>
          <p14:tracePt t="188057" x="3551238" y="2919413"/>
          <p14:tracePt t="188065" x="3462338" y="2762250"/>
          <p14:tracePt t="188073" x="3292475" y="2443163"/>
          <p14:tracePt t="188081" x="3122613" y="2116138"/>
          <p14:tracePt t="188090" x="3062288" y="1952625"/>
          <p14:tracePt t="188099" x="2932113" y="1666875"/>
          <p14:tracePt t="188107" x="2905125" y="1598613"/>
          <p14:tracePt t="188119" x="2878138" y="1524000"/>
          <p14:tracePt t="188127" x="2816225" y="1408113"/>
          <p14:tracePt t="188136" x="2789238" y="1339850"/>
          <p14:tracePt t="188368" x="2776538" y="1339850"/>
          <p14:tracePt t="188377" x="2747963" y="1339850"/>
          <p14:tracePt t="188387" x="2700338" y="1339850"/>
          <p14:tracePt t="188393" x="2660650" y="1354138"/>
          <p14:tracePt t="188402" x="2633663" y="1366838"/>
          <p14:tracePt t="188409" x="2586038" y="1366838"/>
          <p14:tracePt t="188418" x="2544763" y="1408113"/>
          <p14:tracePt t="188426" x="2490788" y="1449388"/>
          <p14:tracePt t="188434" x="2414588" y="1497013"/>
          <p14:tracePt t="188443" x="2360613" y="1565275"/>
          <p14:tracePt t="188451" x="2312988" y="1625600"/>
          <p14:tracePt t="188460" x="2271713" y="1681163"/>
          <p14:tracePt t="188471" x="2259013" y="1728788"/>
          <p14:tracePt t="188478" x="2244725" y="1768475"/>
          <p14:tracePt t="188487" x="2232025" y="1824038"/>
          <p14:tracePt t="188495" x="2211388" y="1871663"/>
          <p14:tracePt t="188503" x="2211388" y="1911350"/>
          <p14:tracePt t="188510" x="2211388" y="1952625"/>
          <p14:tracePt t="188516" x="2211388" y="1985963"/>
          <p14:tracePt t="188527" x="2211388" y="2014538"/>
          <p14:tracePt t="188534" x="2211388" y="2041525"/>
          <p14:tracePt t="188545" x="2232025" y="2068513"/>
          <p14:tracePt t="188556" x="2244725" y="2081213"/>
          <p14:tracePt t="188558" x="2259013" y="2101850"/>
          <p14:tracePt t="188565" x="2271713" y="2116138"/>
          <p14:tracePt t="188573" x="2300288" y="2128838"/>
          <p14:tracePt t="188584" x="2312988" y="2128838"/>
          <p14:tracePt t="188589" x="2327275" y="2128838"/>
          <p14:tracePt t="188600" x="2339975" y="2128838"/>
          <p14:tracePt t="188606" x="2374900" y="2128838"/>
          <p14:tracePt t="188616" x="2387600" y="2128838"/>
          <p14:tracePt t="188622" x="2414588" y="2128838"/>
          <p14:tracePt t="188631" x="2428875" y="2128838"/>
          <p14:tracePt t="188639" x="2455863" y="2116138"/>
          <p14:tracePt t="188647" x="2470150" y="2116138"/>
          <p14:tracePt t="188656" x="2503488" y="2101850"/>
          <p14:tracePt t="188664" x="2517775" y="2081213"/>
          <p14:tracePt t="188672" x="2530475" y="2068513"/>
          <p14:tracePt t="188682" x="2557463" y="2054225"/>
          <p14:tracePt t="188690" x="2571750" y="2041525"/>
          <p14:tracePt t="188698" x="2598738" y="2027238"/>
          <p14:tracePt t="188706" x="2619375" y="2014538"/>
          <p14:tracePt t="188716" x="2633663" y="2000250"/>
          <p14:tracePt t="188723" x="2646363" y="1985963"/>
          <p14:tracePt t="188737" x="2660650" y="1952625"/>
          <p14:tracePt t="188738" x="2673350" y="1938338"/>
          <p14:tracePt t="188747" x="2687638" y="1925638"/>
          <p14:tracePt t="188757" x="2687638" y="1911350"/>
          <p14:tracePt t="188762" x="2700338" y="1898650"/>
          <p14:tracePt t="188774" x="2700338" y="1884363"/>
          <p14:tracePt t="188782" x="2714625" y="1871663"/>
          <p14:tracePt t="188842" x="2700338" y="1871663"/>
          <p14:tracePt t="189063" x="2700338" y="1884363"/>
          <p14:tracePt t="189074" x="2714625" y="1911350"/>
          <p14:tracePt t="189083" x="2735263" y="1925638"/>
          <p14:tracePt t="189093" x="2747963" y="1938338"/>
          <p14:tracePt t="189099" x="2762250" y="1973263"/>
          <p14:tracePt t="189110" x="2776538" y="1985963"/>
          <p14:tracePt t="189116" x="2789238" y="1985963"/>
          <p14:tracePt t="189126" x="2803525" y="2000250"/>
          <p14:tracePt t="189132" x="2803525" y="2014538"/>
          <p14:tracePt t="189143" x="2816225" y="2014538"/>
          <p14:tracePt t="189149" x="2816225" y="2027238"/>
          <p14:tracePt t="189160" x="2830513" y="2027238"/>
          <p14:tracePt t="189175" x="2830513" y="2041525"/>
          <p14:tracePt t="189193" x="2843213" y="2041525"/>
          <p14:tracePt t="189219" x="2843213" y="2054225"/>
          <p14:tracePt t="189276" x="2863850" y="2068513"/>
          <p14:tracePt t="189292" x="2878138" y="2068513"/>
          <p14:tracePt t="189301" x="2890838" y="2081213"/>
          <p14:tracePt t="189311" x="2905125" y="2101850"/>
          <p14:tracePt t="189320" x="2919413" y="2116138"/>
          <p14:tracePt t="189327" x="2932113" y="2128838"/>
          <p14:tracePt t="189335" x="2959100" y="2143125"/>
          <p14:tracePt t="189342" x="2994025" y="2170113"/>
          <p14:tracePt t="189353" x="3021013" y="2197100"/>
          <p14:tracePt t="189359" x="3048000" y="2211388"/>
          <p14:tracePt t="189370" x="3089275" y="2232025"/>
          <p14:tracePt t="189380" x="3136900" y="2259013"/>
          <p14:tracePt t="189385" x="3176588" y="2271713"/>
          <p14:tracePt t="189397" x="3217863" y="2286000"/>
          <p14:tracePt t="189402" x="3265488" y="2300288"/>
          <p14:tracePt t="189411" x="3319463" y="2312988"/>
          <p14:tracePt t="189420" x="3333750" y="2327275"/>
          <p14:tracePt t="189428" x="3408363" y="2339975"/>
          <p14:tracePt t="189438" x="3449638" y="2360613"/>
          <p14:tracePt t="189445" x="3509963" y="2360613"/>
          <p14:tracePt t="189454" x="3551238" y="2360613"/>
          <p14:tracePt t="189461" x="3592513" y="2360613"/>
          <p14:tracePt t="189468" x="3667125" y="2360613"/>
          <p14:tracePt t="189476" x="3721100" y="2360613"/>
          <p14:tracePt t="189486" x="3795713" y="2339975"/>
          <p14:tracePt t="189493" x="3863975" y="2312988"/>
          <p14:tracePt t="189502" x="3938588" y="2286000"/>
          <p14:tracePt t="189510" x="4014788" y="2244725"/>
          <p14:tracePt t="189519" x="4095750" y="2197100"/>
          <p14:tracePt t="189528" x="4184650" y="2157413"/>
          <p14:tracePt t="189535" x="4238625" y="2116138"/>
          <p14:tracePt t="189551" x="4313238" y="2081213"/>
          <p14:tracePt t="189552" x="4367213" y="2041525"/>
          <p14:tracePt t="189560" x="4402138" y="2027238"/>
          <p14:tracePt t="189567" x="4456113" y="2000250"/>
          <p14:tracePt t="189577" x="4497388" y="1973263"/>
          <p14:tracePt t="189584" x="4530725" y="1952625"/>
          <p14:tracePt t="189594" x="4557713" y="1925638"/>
          <p14:tracePt t="189601" x="4586288" y="1911350"/>
          <p14:tracePt t="189610" x="4598988" y="1898650"/>
          <p14:tracePt t="189617" x="4613275" y="1898650"/>
          <p14:tracePt t="189625" x="4613275" y="1884363"/>
          <p14:tracePt t="189635" x="4625975" y="1884363"/>
          <p14:tracePt t="189640" x="4625975" y="1871663"/>
          <p14:tracePt t="189660" x="4646613" y="1871663"/>
          <p14:tracePt t="189670" x="4646613" y="1857375"/>
          <p14:tracePt t="189685" x="4646613" y="1836738"/>
          <p14:tracePt t="189702" x="4646613" y="1824038"/>
          <p14:tracePt t="189712" x="4625975" y="1824038"/>
          <p14:tracePt t="189723" x="4613275" y="1809750"/>
          <p14:tracePt t="189730" x="4598988" y="1795463"/>
          <p14:tracePt t="189743" x="4586288" y="1782763"/>
          <p14:tracePt t="189744" x="4572000" y="1782763"/>
          <p14:tracePt t="189754" x="4557713" y="1782763"/>
          <p14:tracePt t="189763" x="4557713" y="1768475"/>
          <p14:tracePt t="189773" x="4545013" y="1768475"/>
          <p14:tracePt t="189778" x="4530725" y="1755775"/>
          <p14:tracePt t="189787" x="4518025" y="1755775"/>
          <p14:tracePt t="189803" x="4497388" y="1755775"/>
          <p14:tracePt t="189820" x="4483100" y="1755775"/>
          <p14:tracePt t="189838" x="4470400" y="1755775"/>
          <p14:tracePt t="189848" x="4470400" y="1768475"/>
          <p14:tracePt t="189860" x="4456113" y="1768475"/>
          <p14:tracePt t="189862" x="4456113" y="1795463"/>
          <p14:tracePt t="189870" x="4443413" y="1809750"/>
          <p14:tracePt t="189877" x="4443413" y="1824038"/>
          <p14:tracePt t="189887" x="4443413" y="1857375"/>
          <p14:tracePt t="189896" x="4443413" y="1884363"/>
          <p14:tracePt t="189901" x="4443413" y="1898650"/>
          <p14:tracePt t="189909" x="4443413" y="1911350"/>
          <p14:tracePt t="189919" x="4443413" y="1938338"/>
          <p14:tracePt t="189927" x="4443413" y="1952625"/>
          <p14:tracePt t="189941" x="4443413" y="1973263"/>
          <p14:tracePt t="189941" x="4443413" y="2000250"/>
          <p14:tracePt t="189950" x="4443413" y="2014538"/>
          <p14:tracePt t="189960" x="4456113" y="2027238"/>
          <p14:tracePt t="189968" x="4470400" y="2041525"/>
          <p14:tracePt t="189979" x="4497388" y="2054225"/>
          <p14:tracePt t="189983" x="4518025" y="2068513"/>
          <p14:tracePt t="189992" x="4545013" y="2081213"/>
          <p14:tracePt t="190002" x="4557713" y="2081213"/>
          <p14:tracePt t="190008" x="4572000" y="2101850"/>
          <p14:tracePt t="190024" x="4598988" y="2101850"/>
          <p14:tracePt t="190034" x="4625975" y="2101850"/>
          <p14:tracePt t="190045" x="4646613" y="2101850"/>
          <p14:tracePt t="190057" x="4660900" y="2101850"/>
          <p14:tracePt t="190066" x="4673600" y="2101850"/>
          <p14:tracePt t="190076" x="4687888" y="2101850"/>
          <p14:tracePt t="190081" x="4700588" y="2081213"/>
          <p14:tracePt t="190094" x="4714875" y="2068513"/>
          <p14:tracePt t="190096" x="4729163" y="2054225"/>
          <p14:tracePt t="190107" x="4741863" y="2041525"/>
          <p14:tracePt t="190115" x="4756150" y="2027238"/>
          <p14:tracePt t="190125" x="4756150" y="2000250"/>
          <p14:tracePt t="190132" x="4776788" y="1985963"/>
          <p14:tracePt t="190143" x="4776788" y="1973263"/>
          <p14:tracePt t="190147" x="4776788" y="1938338"/>
          <p14:tracePt t="190159" x="4776788" y="1925638"/>
          <p14:tracePt t="190163" x="4776788" y="1911350"/>
          <p14:tracePt t="190175" x="4776788" y="1898650"/>
          <p14:tracePt t="190181" x="4756150" y="1884363"/>
          <p14:tracePt t="190194" x="4729163" y="1884363"/>
          <p14:tracePt t="190195" x="4714875" y="1871663"/>
          <p14:tracePt t="190206" x="4700588" y="1871663"/>
          <p14:tracePt t="190213" x="4687888" y="1871663"/>
          <p14:tracePt t="190223" x="4660900" y="1871663"/>
          <p14:tracePt t="190231" x="4646613" y="1871663"/>
          <p14:tracePt t="190241" x="4625975" y="1871663"/>
          <p14:tracePt t="190254" x="4613275" y="1871663"/>
          <p14:tracePt t="190269" x="4613275" y="1884363"/>
          <p14:tracePt t="190578" x="4598988" y="1884363"/>
          <p14:tracePt t="190589" x="4572000" y="1898650"/>
          <p14:tracePt t="190597" x="4572000" y="1911350"/>
          <p14:tracePt t="190607" x="4545013" y="1925638"/>
          <p14:tracePt t="190616" x="4530725" y="1952625"/>
          <p14:tracePt t="190623" x="4497388" y="1973263"/>
          <p14:tracePt t="190634" x="4483100" y="2000250"/>
          <p14:tracePt t="190638" x="4470400" y="2014538"/>
          <p14:tracePt t="190651" x="4443413" y="2027238"/>
          <p14:tracePt t="190655" x="4429125" y="2054225"/>
          <p14:tracePt t="190668" x="4402138" y="2068513"/>
          <p14:tracePt t="190669" x="4387850" y="2081213"/>
          <p14:tracePt t="190680" x="4367213" y="2101850"/>
          <p14:tracePt t="190688" x="4354513" y="2116138"/>
          <p14:tracePt t="190700" x="4327525" y="2128838"/>
          <p14:tracePt t="190705" x="4313238" y="2143125"/>
          <p14:tracePt t="190718" x="4286250" y="2157413"/>
          <p14:tracePt t="190719" x="4259263" y="2170113"/>
          <p14:tracePt t="190728" x="4224338" y="2197100"/>
          <p14:tracePt t="190736" x="4184650" y="2211388"/>
          <p14:tracePt t="190745" x="4143375" y="2244725"/>
          <p14:tracePt t="190754" x="4081463" y="2259013"/>
          <p14:tracePt t="190762" x="3952875" y="2300288"/>
          <p14:tracePt t="190770" x="3863975" y="2327275"/>
          <p14:tracePt t="190783" x="3735388" y="2339975"/>
          <p14:tracePt t="190784" x="3605213" y="2360613"/>
          <p14:tracePt t="190793" x="3462338" y="2374900"/>
          <p14:tracePt t="190802" x="3319463" y="2374900"/>
          <p14:tracePt t="190810" x="3163888" y="2374900"/>
          <p14:tracePt t="190817" x="3089275" y="2374900"/>
          <p14:tracePt t="190827" x="2946400" y="2339975"/>
          <p14:tracePt t="190838" x="2816225" y="2300288"/>
          <p14:tracePt t="190843" x="2735263" y="2271713"/>
          <p14:tracePt t="190853" x="2687638" y="2259013"/>
          <p14:tracePt t="190861" x="2619375" y="2232025"/>
          <p14:tracePt t="190872" x="2557463" y="2197100"/>
          <p14:tracePt t="190885" x="2517775" y="2170113"/>
          <p14:tracePt t="190886" x="2470150" y="2157413"/>
          <p14:tracePt t="190899" x="2455863" y="2143125"/>
          <p14:tracePt t="190900" x="2443163" y="2128838"/>
          <p14:tracePt t="190910" x="2428875" y="2128838"/>
          <p14:tracePt t="191126" x="2443163" y="2128838"/>
          <p14:tracePt t="191136" x="2470150" y="2143125"/>
          <p14:tracePt t="191145" x="2503488" y="2157413"/>
          <p14:tracePt t="191155" x="2598738" y="2197100"/>
          <p14:tracePt t="191163" x="2687638" y="2211388"/>
          <p14:tracePt t="191173" x="2803525" y="2259013"/>
          <p14:tracePt t="191181" x="2946400" y="2286000"/>
          <p14:tracePt t="191192" x="3101975" y="2312988"/>
          <p14:tracePt t="191193" x="3252788" y="2339975"/>
          <p14:tracePt t="191204" x="3422650" y="2360613"/>
          <p14:tracePt t="191211" x="3592513" y="2374900"/>
          <p14:tracePt t="191223" x="3667125" y="2374900"/>
          <p14:tracePt t="191228" x="3810000" y="2387600"/>
          <p14:tracePt t="191239" x="3938588" y="2387600"/>
          <p14:tracePt t="191243" x="4041775" y="2387600"/>
          <p14:tracePt t="191255" x="4143375" y="2387600"/>
          <p14:tracePt t="191261" x="4224338" y="2387600"/>
          <p14:tracePt t="191273" x="4286250" y="2387600"/>
          <p14:tracePt t="191277" x="4327525" y="2387600"/>
          <p14:tracePt t="191287" x="4402138" y="2387600"/>
          <p14:tracePt t="191295" x="4443413" y="2387600"/>
          <p14:tracePt t="191303" x="4470400" y="2387600"/>
          <p14:tracePt t="191314" x="4518025" y="2374900"/>
          <p14:tracePt t="191319" x="4545013" y="2374900"/>
          <p14:tracePt t="191331" x="4572000" y="2360613"/>
          <p14:tracePt t="191333" x="4598988" y="2360613"/>
          <p14:tracePt t="191343" x="4625975" y="2339975"/>
          <p14:tracePt t="191352" x="4646613" y="2327275"/>
          <p14:tracePt t="191360" x="4673600" y="2327275"/>
          <p14:tracePt t="191371" x="4687888" y="2327275"/>
          <p14:tracePt t="191377" x="4714875" y="2312988"/>
          <p14:tracePt t="191391" x="4729163" y="2300288"/>
          <p14:tracePt t="191399" x="4741863" y="2300288"/>
          <p14:tracePt t="191408" x="4756150" y="2300288"/>
          <p14:tracePt t="191424" x="4776788" y="2300288"/>
          <p14:tracePt t="191462" x="4789488" y="2300288"/>
          <p14:tracePt t="192183" x="4789488" y="2286000"/>
          <p14:tracePt t="192199" x="4789488" y="2271713"/>
          <p14:tracePt t="192209" x="4789488" y="2259013"/>
          <p14:tracePt t="192232" x="4803775" y="2244725"/>
          <p14:tracePt t="192241" x="4803775" y="2232025"/>
          <p14:tracePt t="192264" x="4803775" y="2211388"/>
          <p14:tracePt t="192281" x="4816475" y="2211388"/>
          <p14:tracePt t="192290" x="4816475" y="2197100"/>
          <p14:tracePt t="192299" x="4816475" y="2184400"/>
          <p14:tracePt t="192322" x="4816475" y="2170113"/>
          <p14:tracePt t="192330" x="4816475" y="2157413"/>
          <p14:tracePt t="192340" x="4830763" y="2157413"/>
          <p14:tracePt t="192355" x="4830763" y="2143125"/>
          <p14:tracePt t="192387" x="4830763" y="2128838"/>
          <p14:tracePt t="192412" x="4830763" y="2116138"/>
          <p14:tracePt t="192436" x="4830763" y="2101850"/>
          <p14:tracePt t="192469" x="4830763" y="2081213"/>
          <p14:tracePt t="192494" x="4830763" y="2068513"/>
          <p14:tracePt t="192510" x="4830763" y="2054225"/>
          <p14:tracePt t="192527" x="4830763" y="2041525"/>
          <p14:tracePt t="192544" x="4830763" y="2027238"/>
          <p14:tracePt t="192555" x="4830763" y="2014538"/>
          <p14:tracePt t="192569" x="4830763" y="2000250"/>
          <p14:tracePt t="192585" x="4830763" y="1985963"/>
          <p14:tracePt t="192594" x="4816475" y="1973263"/>
          <p14:tracePt t="192608" x="4816475" y="1952625"/>
          <p14:tracePt t="192625" x="4803775" y="1938338"/>
          <p14:tracePt t="192657" x="4789488" y="1925638"/>
          <p14:tracePt t="192690" x="4789488" y="1911350"/>
          <p14:tracePt t="192700" x="4776788" y="1911350"/>
          <p14:tracePt t="192723" x="4756150" y="1898650"/>
          <p14:tracePt t="192747" x="4741863" y="1898650"/>
          <p14:tracePt t="192757" x="4729163" y="1884363"/>
          <p14:tracePt t="192772" x="4714875" y="1884363"/>
          <p14:tracePt t="192782" x="4700588" y="1871663"/>
          <p14:tracePt t="192797" x="4687888" y="1871663"/>
          <p14:tracePt t="192807" x="4673600" y="1857375"/>
          <p14:tracePt t="192815" x="4660900" y="1857375"/>
          <p14:tracePt t="192822" x="4646613" y="1857375"/>
          <p14:tracePt t="192831" x="4625975" y="1857375"/>
          <p14:tracePt t="192846" x="4613275" y="1857375"/>
          <p14:tracePt t="192862" x="4598988" y="1857375"/>
          <p14:tracePt t="192872" x="4586288" y="1857375"/>
          <p14:tracePt t="192887" x="4572000" y="1871663"/>
          <p14:tracePt t="192896" x="4557713" y="1871663"/>
          <p14:tracePt t="192906" x="4545013" y="1884363"/>
          <p14:tracePt t="192920" x="4530725" y="1898650"/>
          <p14:tracePt t="192929" x="4518025" y="1911350"/>
          <p14:tracePt t="192939" x="4497388" y="1925638"/>
          <p14:tracePt t="192945" x="4497388" y="1938338"/>
          <p14:tracePt t="192956" x="4483100" y="1952625"/>
          <p14:tracePt t="192963" x="4470400" y="1973263"/>
          <p14:tracePt t="192972" x="4470400" y="2000250"/>
          <p14:tracePt t="192984" x="4470400" y="2027238"/>
          <p14:tracePt t="192991" x="4456113" y="2041525"/>
          <p14:tracePt t="192999" x="4456113" y="2068513"/>
          <p14:tracePt t="193007" x="4456113" y="2101850"/>
          <p14:tracePt t="193015" x="4456113" y="2128838"/>
          <p14:tracePt t="193024" x="4456113" y="2157413"/>
          <p14:tracePt t="193032" x="4456113" y="2184400"/>
          <p14:tracePt t="193040" x="4456113" y="2197100"/>
          <p14:tracePt t="193049" x="4483100" y="2244725"/>
          <p14:tracePt t="193058" x="4497388" y="2259013"/>
          <p14:tracePt t="193066" x="4530725" y="2286000"/>
          <p14:tracePt t="193077" x="4557713" y="2300288"/>
          <p14:tracePt t="193080" x="4598988" y="2300288"/>
          <p14:tracePt t="193087" x="4646613" y="2300288"/>
          <p14:tracePt t="193096" x="4687888" y="2300288"/>
          <p14:tracePt t="193104" x="4741863" y="2300288"/>
          <p14:tracePt t="193112" x="4789488" y="2300288"/>
          <p14:tracePt t="193123" x="4830763" y="2286000"/>
          <p14:tracePt t="193136" x="4905375" y="2244725"/>
          <p14:tracePt t="193144" x="4946650" y="2211388"/>
          <p14:tracePt t="193156" x="4973638" y="2184400"/>
          <p14:tracePt t="193161" x="4986338" y="2157413"/>
          <p14:tracePt t="193171" x="5000625" y="2143125"/>
          <p14:tracePt t="193179" x="5021263" y="2128838"/>
          <p14:tracePt t="193190" x="5021263" y="2081213"/>
          <p14:tracePt t="193194" x="5021263" y="2068513"/>
          <p14:tracePt t="193205" x="5021263" y="2041525"/>
          <p14:tracePt t="193210" x="4986338" y="2014538"/>
          <p14:tracePt t="193222" x="4946650" y="1985963"/>
          <p14:tracePt t="193228" x="4919663" y="1952625"/>
          <p14:tracePt t="193237" x="4857750" y="1911350"/>
          <p14:tracePt t="193253" x="4776788" y="1871663"/>
          <p14:tracePt t="193261" x="4714875" y="1857375"/>
          <p14:tracePt t="193271" x="4687888" y="1836738"/>
          <p14:tracePt t="193277" x="4660900" y="1836738"/>
          <p14:tracePt t="193287" x="4613275" y="1836738"/>
          <p14:tracePt t="193295" x="4598988" y="1824038"/>
          <p14:tracePt t="193303" x="4586288" y="1824038"/>
          <p14:tracePt t="193541" x="4530725" y="1824038"/>
          <p14:tracePt t="193552" x="4483100" y="1824038"/>
          <p14:tracePt t="193560" x="4402138" y="1824038"/>
          <p14:tracePt t="193570" x="4300538" y="1809750"/>
          <p14:tracePt t="193577" x="4197350" y="1795463"/>
          <p14:tracePt t="193589" x="4014788" y="1768475"/>
          <p14:tracePt t="193594" x="3681413" y="1693863"/>
          <p14:tracePt t="193608" x="3551238" y="1681163"/>
          <p14:tracePt t="193609" x="3348038" y="1625600"/>
          <p14:tracePt t="193620" x="3252788" y="1598613"/>
          <p14:tracePt t="193629" x="3074988" y="1550988"/>
          <p14:tracePt t="193640" x="2946400" y="1524000"/>
          <p14:tracePt t="193646" x="2830513" y="1497013"/>
          <p14:tracePt t="193652" x="2803525" y="1497013"/>
          <p14:tracePt t="193661" x="2735263" y="1482725"/>
          <p14:tracePt t="193672" x="2687638" y="1482725"/>
          <p14:tracePt t="193677" x="2646363" y="1470025"/>
          <p14:tracePt t="193690" x="2619375" y="1470025"/>
          <p14:tracePt t="193700" x="2598738" y="1470025"/>
          <p14:tracePt t="193717" x="2586038" y="1470025"/>
          <p14:tracePt t="193746" x="2586038" y="1482725"/>
          <p14:tracePt t="193757" x="2571750" y="1497013"/>
          <p14:tracePt t="193766" x="2557463" y="1509713"/>
          <p14:tracePt t="193775" x="2557463" y="1524000"/>
          <p14:tracePt t="193786" x="2544763" y="1550988"/>
          <p14:tracePt t="193791" x="2517775" y="1565275"/>
          <p14:tracePt t="193800" x="2503488" y="1598613"/>
          <p14:tracePt t="193808" x="2503488" y="1625600"/>
          <p14:tracePt t="193817" x="2490788" y="1639888"/>
          <p14:tracePt t="193824" x="2470150" y="1666875"/>
          <p14:tracePt t="193833" x="2455863" y="1681163"/>
          <p14:tracePt t="193843" x="2455863" y="1693863"/>
          <p14:tracePt t="193849" x="2443163" y="1708150"/>
          <p14:tracePt t="193859" x="2443163" y="1728788"/>
          <p14:tracePt t="193866" x="2443163" y="1741488"/>
          <p14:tracePt t="193875" x="2443163" y="1755775"/>
          <p14:tracePt t="193884" x="2443163" y="1768475"/>
          <p14:tracePt t="193891" x="2443163" y="1782763"/>
          <p14:tracePt t="193899" x="2443163" y="1795463"/>
          <p14:tracePt t="193907" x="2443163" y="1809750"/>
          <p14:tracePt t="193915" x="2443163" y="1824038"/>
          <p14:tracePt t="193923" x="2443163" y="1836738"/>
          <p14:tracePt t="193930" x="2443163" y="1857375"/>
          <p14:tracePt t="193939" x="2455863" y="1871663"/>
          <p14:tracePt t="193953" x="2490788" y="1925638"/>
          <p14:tracePt t="193962" x="2503488" y="1938338"/>
          <p14:tracePt t="193973" x="2544763" y="1985963"/>
          <p14:tracePt t="193981" x="2557463" y="2014538"/>
          <p14:tracePt t="193987" x="2571750" y="2041525"/>
          <p14:tracePt t="193999" x="2598738" y="2068513"/>
          <p14:tracePt t="194005" x="2633663" y="2101850"/>
          <p14:tracePt t="194013" x="2660650" y="2128838"/>
          <p14:tracePt t="194022" x="2687638" y="2157413"/>
          <p14:tracePt t="194031" x="2700338" y="2170113"/>
          <p14:tracePt t="194043" x="2714625" y="2170113"/>
          <p14:tracePt t="194046" x="2747963" y="2184400"/>
          <p14:tracePt t="194056" x="2762250" y="2184400"/>
          <p14:tracePt t="194058" x="2776538" y="2197100"/>
          <p14:tracePt t="194068" x="2789238" y="2197100"/>
          <p14:tracePt t="194077" x="2803525" y="2197100"/>
          <p14:tracePt t="194090" x="2816225" y="2184400"/>
          <p14:tracePt t="194100" x="2843213" y="2170113"/>
          <p14:tracePt t="194109" x="2843213" y="2143125"/>
          <p14:tracePt t="194120" x="2863850" y="2128838"/>
          <p14:tracePt t="194127" x="2863850" y="2101850"/>
          <p14:tracePt t="194134" x="2878138" y="2068513"/>
          <p14:tracePt t="194142" x="2878138" y="2054225"/>
          <p14:tracePt t="194155" x="2878138" y="2041525"/>
          <p14:tracePt t="194156" x="2878138" y="2027238"/>
          <p14:tracePt t="194165" x="2878138" y="2014538"/>
          <p14:tracePt t="194175" x="2878138" y="2000250"/>
          <p14:tracePt t="194197" x="2863850" y="1985963"/>
          <p14:tracePt t="198706" x="2863850" y="2000250"/>
          <p14:tracePt t="198716" x="2863850" y="2041525"/>
          <p14:tracePt t="198720" x="2843213" y="2101850"/>
          <p14:tracePt t="198734" x="2843213" y="2157413"/>
          <p14:tracePt t="198735" x="2843213" y="2259013"/>
          <p14:tracePt t="198744" x="2830513" y="2374900"/>
          <p14:tracePt t="198753" x="2803525" y="2714625"/>
          <p14:tracePt t="198761" x="2776538" y="3006725"/>
          <p14:tracePt t="198770" x="2735263" y="3319463"/>
          <p14:tracePt t="198777" x="2660650" y="3681413"/>
          <p14:tracePt t="198787" x="2586038" y="4014788"/>
          <p14:tracePt t="198795" x="2557463" y="4184650"/>
          <p14:tracePt t="198802" x="2490788" y="4518025"/>
          <p14:tracePt t="198814" x="2414588" y="4803775"/>
          <p14:tracePt t="198818" x="2401888" y="4919663"/>
          <p14:tracePt t="198828" x="2360613" y="5149850"/>
          <p14:tracePt t="198835" x="2327275" y="5319713"/>
          <p14:tracePt t="198845" x="2312988" y="5435600"/>
          <p14:tracePt t="198852" x="2300288" y="5476875"/>
          <p14:tracePt t="198865" x="2300288" y="5565775"/>
          <p14:tracePt t="198866" x="2300288" y="5619750"/>
          <p14:tracePt t="198875" x="2300288" y="5667375"/>
          <p14:tracePt t="198885" x="2300288" y="5694363"/>
          <p14:tracePt t="198893" x="2300288" y="5708650"/>
          <p14:tracePt t="198899" x="2300288" y="5721350"/>
          <p14:tracePt t="198908" x="2300288" y="5735638"/>
          <p14:tracePt t="198951" x="2312988" y="5735638"/>
          <p14:tracePt t="198968" x="2327275" y="5735638"/>
          <p14:tracePt t="198985" x="2339975" y="5735638"/>
          <p14:tracePt t="199001" x="2360613" y="5735638"/>
          <p14:tracePt t="199018" x="2374900" y="5735638"/>
          <p14:tracePt t="199022" x="2374900" y="5762625"/>
          <p14:tracePt t="199034" x="2374900" y="5795963"/>
          <p14:tracePt t="199039" x="2374900" y="5837238"/>
          <p14:tracePt t="199051" x="2374900" y="5864225"/>
          <p14:tracePt t="199055" x="2360613" y="5891213"/>
          <p14:tracePt t="199067" x="2360613" y="5926138"/>
          <p14:tracePt t="199072" x="2327275" y="5953125"/>
          <p14:tracePt t="199086" x="2312988" y="5980113"/>
          <p14:tracePt t="199087" x="2300288" y="5994400"/>
          <p14:tracePt t="199098" x="2271713" y="6007100"/>
          <p14:tracePt t="199105" x="2244725" y="6042025"/>
          <p14:tracePt t="199117" x="2197100" y="6054725"/>
          <p14:tracePt t="199118" x="2170113" y="6054725"/>
          <p14:tracePt t="199127" x="2128838" y="6054725"/>
          <p14:tracePt t="199137" x="2081213" y="6069013"/>
          <p14:tracePt t="199147" x="2054225" y="6069013"/>
          <p14:tracePt t="199154" x="2014538" y="6069013"/>
          <p14:tracePt t="199165" x="1985963" y="6069013"/>
          <p14:tracePt t="199173" x="1938338" y="6069013"/>
          <p14:tracePt t="199184" x="1911350" y="6069013"/>
          <p14:tracePt t="199184" x="1898650" y="6069013"/>
          <p14:tracePt t="199193" x="1871663" y="6069013"/>
          <p14:tracePt t="199203" x="1857375" y="6069013"/>
          <p14:tracePt t="199211" x="1836738" y="6069013"/>
          <p14:tracePt t="199220" x="1824038" y="6069013"/>
          <p14:tracePt t="199228" x="1809750" y="6054725"/>
          <p14:tracePt t="199237" x="1795463" y="6054725"/>
          <p14:tracePt t="199245" x="1782763" y="6054725"/>
          <p14:tracePt t="199252" x="1768475" y="6042025"/>
          <p14:tracePt t="199269" x="1755775" y="6042025"/>
          <p14:tracePt t="199300" x="1741488" y="6042025"/>
          <p14:tracePt t="199317" x="1741488" y="6021388"/>
          <p14:tracePt t="199342" x="1728788" y="6021388"/>
          <p14:tracePt t="199429" x="1741488" y="6021388"/>
          <p14:tracePt t="199438" x="1768475" y="6021388"/>
          <p14:tracePt t="199448" x="1795463" y="6021388"/>
          <p14:tracePt t="199456" x="1824038" y="6054725"/>
          <p14:tracePt t="199467" x="1871663" y="6081713"/>
          <p14:tracePt t="199473" x="1911350" y="6122988"/>
          <p14:tracePt t="199485" x="1973263" y="6170613"/>
          <p14:tracePt t="199490" x="2027238" y="6224588"/>
          <p14:tracePt t="199502" x="2081213" y="6265863"/>
          <p14:tracePt t="199506" x="2143125" y="6313488"/>
          <p14:tracePt t="199519" x="2170113" y="6327775"/>
          <p14:tracePt t="199520" x="2211388" y="6354763"/>
          <p14:tracePt t="199531" x="2244725" y="6367463"/>
          <p14:tracePt t="199539" x="2286000" y="6381750"/>
          <p14:tracePt t="199550" x="2300288" y="6381750"/>
          <p14:tracePt t="199556" x="2339975" y="6396038"/>
          <p14:tracePt t="199567" x="2374900" y="6396038"/>
          <p14:tracePt t="199572" x="2401888" y="6396038"/>
          <p14:tracePt t="199585" x="2428875" y="6381750"/>
          <p14:tracePt t="199586" x="2455863" y="6354763"/>
          <p14:tracePt t="199595" x="2470150" y="6340475"/>
          <p14:tracePt t="199604" x="2490788" y="6313488"/>
          <p14:tracePt t="199612" x="2503488" y="6280150"/>
          <p14:tracePt t="199622" x="2517775" y="6253163"/>
          <p14:tracePt t="199630" x="2530475" y="6211888"/>
          <p14:tracePt t="199637" x="2544763" y="6197600"/>
          <p14:tracePt t="199649" x="2544763" y="6149975"/>
          <p14:tracePt t="199654" x="2544763" y="6110288"/>
          <p14:tracePt t="199663" x="2544763" y="6069013"/>
          <p14:tracePt t="199670" x="2503488" y="6042025"/>
          <p14:tracePt t="199683" x="2470150" y="5994400"/>
          <p14:tracePt t="199684" x="2428875" y="5967413"/>
          <p14:tracePt t="199694" x="2387600" y="5938838"/>
          <p14:tracePt t="199702" x="2327275" y="5911850"/>
          <p14:tracePt t="199710" x="2259013" y="5891213"/>
          <p14:tracePt t="199718" x="2197100" y="5891213"/>
          <p14:tracePt t="199728" x="2128838" y="5891213"/>
          <p14:tracePt t="199736" x="2068513" y="5891213"/>
          <p14:tracePt t="199749" x="2014538" y="5891213"/>
          <p14:tracePt t="199750" x="1985963" y="5911850"/>
          <p14:tracePt t="199759" x="1938338" y="5938838"/>
          <p14:tracePt t="199769" x="1898650" y="5967413"/>
          <p14:tracePt t="199777" x="1871663" y="5980113"/>
          <p14:tracePt t="199785" x="1824038" y="6042025"/>
          <p14:tracePt t="199793" x="1795463" y="6069013"/>
          <p14:tracePt t="199800" x="1782763" y="6122988"/>
          <p14:tracePt t="199810" x="1768475" y="6184900"/>
          <p14:tracePt t="199817" x="1768475" y="6238875"/>
          <p14:tracePt t="199827" x="1755775" y="6327775"/>
          <p14:tracePt t="199834" x="1755775" y="6396038"/>
          <p14:tracePt t="199843" x="1755775" y="6443663"/>
          <p14:tracePt t="199851" x="1755775" y="6497638"/>
          <p14:tracePt t="199859" x="1755775" y="6545263"/>
          <p14:tracePt t="199869" x="1755775" y="6586538"/>
          <p14:tracePt t="199873" x="1755775" y="6613525"/>
          <p14:tracePt t="199885" x="1755775" y="6626225"/>
          <p14:tracePt t="199892" x="1755775" y="6640513"/>
          <p14:tracePt t="199902" x="1768475" y="6653213"/>
          <p14:tracePt t="199907" x="1782763" y="6653213"/>
          <p14:tracePt t="199919" x="1809750" y="6673850"/>
          <p14:tracePt t="199924" x="1824038" y="6673850"/>
          <p14:tracePt t="199935" x="1857375" y="6673850"/>
          <p14:tracePt t="199940" x="1884363" y="6653213"/>
          <p14:tracePt t="199952" x="1911350" y="6626225"/>
          <p14:tracePt t="199957" x="1952625" y="6572250"/>
          <p14:tracePt t="199968" x="2000250" y="6524625"/>
          <p14:tracePt t="199971" x="2027238" y="6470650"/>
          <p14:tracePt t="199982" x="2054225" y="6443663"/>
          <p14:tracePt t="199989" x="2068513" y="6396038"/>
          <p14:tracePt t="199999" x="2081213" y="6340475"/>
          <p14:tracePt t="200007" x="2116138" y="6280150"/>
          <p14:tracePt t="200019" x="2116138" y="6238875"/>
          <p14:tracePt t="200020" x="2116138" y="6197600"/>
          <p14:tracePt t="200028" x="2101850" y="6184900"/>
          <p14:tracePt t="200037" x="2068513" y="6137275"/>
          <p14:tracePt t="200049" x="2027238" y="6122988"/>
          <p14:tracePt t="200056" x="1985963" y="6096000"/>
          <p14:tracePt t="200067" x="1925638" y="6096000"/>
          <p14:tracePt t="200071" x="1871663" y="6096000"/>
          <p14:tracePt t="200084" x="1809750" y="6096000"/>
          <p14:tracePt t="200085" x="1755775" y="6096000"/>
          <p14:tracePt t="200094" x="1741488" y="6096000"/>
          <p14:tracePt t="200104" x="1666875" y="6096000"/>
          <p14:tracePt t="200112" x="1652588" y="6110288"/>
          <p14:tracePt t="200120" x="1612900" y="6149975"/>
          <p14:tracePt t="200129" x="1577975" y="6184900"/>
          <p14:tracePt t="200136" x="1565275" y="6224588"/>
          <p14:tracePt t="200147" x="1550988" y="6265863"/>
          <p14:tracePt t="200154" x="1550988" y="6313488"/>
          <p14:tracePt t="200161" x="1550988" y="6367463"/>
          <p14:tracePt t="200170" x="1550988" y="6396038"/>
          <p14:tracePt t="200177" x="1550988" y="6408738"/>
          <p14:tracePt t="200186" x="1565275" y="6443663"/>
          <p14:tracePt t="200196" x="1612900" y="6483350"/>
          <p14:tracePt t="200207" x="1639888" y="6510338"/>
          <p14:tracePt t="200210" x="1681163" y="6524625"/>
          <p14:tracePt t="200217" x="1708150" y="6524625"/>
          <p14:tracePt t="200228" x="1768475" y="6545263"/>
          <p14:tracePt t="200235" x="1824038" y="6545263"/>
          <p14:tracePt t="200243" x="1898650" y="6545263"/>
          <p14:tracePt t="200250" x="1952625" y="6510338"/>
          <p14:tracePt t="200260" x="2027238" y="6483350"/>
          <p14:tracePt t="200267" x="2081213" y="6429375"/>
          <p14:tracePt t="200277" x="2143125" y="6354763"/>
          <p14:tracePt t="200284" x="2184400" y="6300788"/>
          <p14:tracePt t="200294" x="2232025" y="6238875"/>
          <p14:tracePt t="200301" x="2232025" y="6211888"/>
          <p14:tracePt t="200310" x="2244725" y="6122988"/>
          <p14:tracePt t="200316" x="2244725" y="6069013"/>
          <p14:tracePt t="200327" x="2244725" y="6021388"/>
          <p14:tracePt t="200333" x="2232025" y="5980113"/>
          <p14:tracePt t="200344" x="2197100" y="5953125"/>
          <p14:tracePt t="200349" x="2143125" y="5926138"/>
          <p14:tracePt t="200360" x="2081213" y="5891213"/>
          <p14:tracePt t="200366" x="2027238" y="5878513"/>
          <p14:tracePt t="200377" x="1985963" y="5878513"/>
          <p14:tracePt t="200385" x="1925638" y="5878513"/>
          <p14:tracePt t="200395" x="1871663" y="5878513"/>
          <p14:tracePt t="200401" x="1809750" y="5878513"/>
          <p14:tracePt t="200415" x="1741488" y="5938838"/>
          <p14:tracePt t="200423" x="1708150" y="5967413"/>
          <p14:tracePt t="200434" x="1681163" y="5994400"/>
          <p14:tracePt t="200441" x="1652588" y="6021388"/>
          <p14:tracePt t="200452" x="1652588" y="6054725"/>
          <p14:tracePt t="200453" x="1639888" y="6096000"/>
          <p14:tracePt t="200463" x="1639888" y="6137275"/>
          <p14:tracePt t="200472" x="1639888" y="6170613"/>
          <p14:tracePt t="200483" x="1639888" y="6197600"/>
          <p14:tracePt t="200490" x="1639888" y="6211888"/>
          <p14:tracePt t="200500" x="1681163" y="6253163"/>
          <p14:tracePt t="200505" x="1728788" y="6265863"/>
          <p14:tracePt t="200517" x="1755775" y="6280150"/>
          <p14:tracePt t="200522" x="1795463" y="6280150"/>
          <p14:tracePt t="200534" x="1857375" y="6280150"/>
          <p14:tracePt t="200538" x="1911350" y="6280150"/>
          <p14:tracePt t="200551" x="1952625" y="6265863"/>
          <p14:tracePt t="200552" x="2014538" y="6238875"/>
          <p14:tracePt t="200562" x="2068513" y="6197600"/>
          <p14:tracePt t="200568" x="2081213" y="6170613"/>
          <p14:tracePt t="200581" x="2128838" y="6137275"/>
          <p14:tracePt t="200586" x="2157413" y="6081713"/>
          <p14:tracePt t="200596" x="2170113" y="6054725"/>
          <p14:tracePt t="200601" x="2170113" y="6021388"/>
          <p14:tracePt t="200610" x="2170113" y="5980113"/>
          <p14:tracePt t="200619" x="2170113" y="5953125"/>
          <p14:tracePt t="200627" x="2157413" y="5926138"/>
          <p14:tracePt t="200635" x="2128838" y="5911850"/>
          <p14:tracePt t="200645" x="2068513" y="5878513"/>
          <p14:tracePt t="200651" x="2027238" y="5864225"/>
          <p14:tracePt t="200661" x="1973263" y="5864225"/>
          <p14:tracePt t="200668" x="1938338" y="5864225"/>
          <p14:tracePt t="200677" x="1884363" y="5864225"/>
          <p14:tracePt t="200684" x="1836738" y="5864225"/>
          <p14:tracePt t="200695" x="1809750" y="5864225"/>
          <p14:tracePt t="200701" x="1782763" y="5864225"/>
          <p14:tracePt t="200712" x="1768475" y="5864225"/>
          <p14:tracePt t="200717" x="1755775" y="5878513"/>
          <p14:tracePt t="200727" x="1741488" y="5891213"/>
          <p14:tracePt t="200735" x="1741488" y="5911850"/>
          <p14:tracePt t="200742" x="1741488" y="5926138"/>
          <p14:tracePt t="200751" x="1741488" y="5967413"/>
          <p14:tracePt t="200760" x="1741488" y="5980113"/>
          <p14:tracePt t="200768" x="1741488" y="6007100"/>
          <p14:tracePt t="200774" x="1768475" y="6042025"/>
          <p14:tracePt t="200784" x="1782763" y="6054725"/>
          <p14:tracePt t="200791" x="1795463" y="6069013"/>
          <p14:tracePt t="200800" x="1824038" y="6096000"/>
          <p14:tracePt t="200808" x="1857375" y="6110288"/>
          <p14:tracePt t="200817" x="1911350" y="6122988"/>
          <p14:tracePt t="200827" x="1938338" y="6137275"/>
          <p14:tracePt t="200833" x="1985963" y="6137275"/>
          <p14:tracePt t="200848" x="2041525" y="6110288"/>
          <p14:tracePt t="200857" x="2068513" y="6081713"/>
          <p14:tracePt t="200867" x="2081213" y="6069013"/>
          <p14:tracePt t="200874" x="2116138" y="6042025"/>
          <p14:tracePt t="200885" x="2128838" y="6007100"/>
          <p14:tracePt t="200890" x="2143125" y="5980113"/>
          <p14:tracePt t="200903" x="2143125" y="5967413"/>
          <p14:tracePt t="200904" x="2143125" y="5926138"/>
          <p14:tracePt t="200913" x="2143125" y="5911850"/>
          <p14:tracePt t="200922" x="2128838" y="5878513"/>
          <p14:tracePt t="200933" x="2081213" y="5864225"/>
          <p14:tracePt t="200940" x="2041525" y="5851525"/>
          <p14:tracePt t="200952" x="1985963" y="5851525"/>
          <p14:tracePt t="200953" x="1938338" y="5851525"/>
          <p14:tracePt t="200961" x="1871663" y="5851525"/>
          <p14:tracePt t="200971" x="1824038" y="5851525"/>
          <p14:tracePt t="200982" x="1782763" y="5864225"/>
          <p14:tracePt t="200989" x="1755775" y="5878513"/>
          <p14:tracePt t="201000" x="1728788" y="5911850"/>
          <p14:tracePt t="201005" x="1693863" y="5926138"/>
          <p14:tracePt t="201018" x="1693863" y="5953125"/>
          <p14:tracePt t="201019" x="1666875" y="5994400"/>
          <p14:tracePt t="201028" x="1666875" y="6007100"/>
          <p14:tracePt t="201036" x="1666875" y="6042025"/>
          <p14:tracePt t="201048" x="1666875" y="6081713"/>
          <p14:tracePt t="201052" x="1666875" y="6096000"/>
          <p14:tracePt t="201065" x="1693863" y="6122988"/>
          <p14:tracePt t="201070" x="1741488" y="6149975"/>
          <p14:tracePt t="201084" x="1768475" y="6184900"/>
          <p14:tracePt t="201084" x="1782763" y="6197600"/>
          <p14:tracePt t="201093" x="1824038" y="6211888"/>
          <p14:tracePt t="201103" x="1857375" y="6211888"/>
          <p14:tracePt t="201111" x="1898650" y="6224588"/>
          <p14:tracePt t="201117" x="1938338" y="6224588"/>
          <p14:tracePt t="201127" x="1973263" y="6224588"/>
          <p14:tracePt t="201134" x="1985963" y="6224588"/>
          <p14:tracePt t="201144" x="2027238" y="6184900"/>
          <p14:tracePt t="201151" x="2054225" y="6170613"/>
          <p14:tracePt t="201160" x="2054225" y="6149975"/>
          <p14:tracePt t="201167" x="2068513" y="6122988"/>
          <p14:tracePt t="201177" x="2081213" y="6096000"/>
          <p14:tracePt t="201184" x="2101850" y="6069013"/>
          <p14:tracePt t="201196" x="2101850" y="6054725"/>
          <p14:tracePt t="201202" x="2101850" y="6042025"/>
          <p14:tracePt t="201211" x="2101850" y="6021388"/>
          <p14:tracePt t="201218" x="2101850" y="5994400"/>
          <p14:tracePt t="201225" x="2068513" y="5994400"/>
          <p14:tracePt t="201234" x="2041525" y="5980113"/>
          <p14:tracePt t="201244" x="2014538" y="5980113"/>
          <p14:tracePt t="201249" x="1973263" y="5967413"/>
          <p14:tracePt t="201260" x="1952625" y="5967413"/>
          <p14:tracePt t="201266" x="1884363" y="5967413"/>
          <p14:tracePt t="201278" x="1871663" y="5967413"/>
          <p14:tracePt t="201283" x="1824038" y="5967413"/>
          <p14:tracePt t="201293" x="1809750" y="5980113"/>
          <p14:tracePt t="201299" x="1782763" y="5994400"/>
          <p14:tracePt t="201310" x="1768475" y="6007100"/>
          <p14:tracePt t="201316" x="1755775" y="6021388"/>
          <p14:tracePt t="201326" x="1741488" y="6042025"/>
          <p14:tracePt t="201329" x="1741488" y="6081713"/>
          <p14:tracePt t="201340" x="1741488" y="6110288"/>
          <p14:tracePt t="201350" x="1741488" y="6137275"/>
          <p14:tracePt t="201357" x="1741488" y="6184900"/>
          <p14:tracePt t="201367" x="1741488" y="6197600"/>
          <p14:tracePt t="201374" x="1755775" y="6211888"/>
          <p14:tracePt t="201386" x="1795463" y="6253163"/>
          <p14:tracePt t="201387" x="1836738" y="6265863"/>
          <p14:tracePt t="201398" x="1871663" y="6280150"/>
          <p14:tracePt t="201406" x="1911350" y="6280150"/>
          <p14:tracePt t="201416" x="1952625" y="6280150"/>
          <p14:tracePt t="201422" x="2000250" y="6280150"/>
          <p14:tracePt t="201433" x="2041525" y="6253163"/>
          <p14:tracePt t="201438" x="2068513" y="6224588"/>
          <p14:tracePt t="201452" x="2116138" y="6197600"/>
          <p14:tracePt t="201452" x="2116138" y="6170613"/>
          <p14:tracePt t="201462" x="2143125" y="6122988"/>
          <p14:tracePt t="201470" x="2157413" y="6096000"/>
          <p14:tracePt t="201482" x="2157413" y="6054725"/>
          <p14:tracePt t="201488" x="2170113" y="6021388"/>
          <p14:tracePt t="201497" x="2170113" y="6007100"/>
          <p14:tracePt t="201504" x="2170113" y="5967413"/>
          <p14:tracePt t="201513" x="2143125" y="5938838"/>
          <p14:tracePt t="201520" x="2128838" y="5938838"/>
          <p14:tracePt t="201530" x="2081213" y="5926138"/>
          <p14:tracePt t="201537" x="2041525" y="5926138"/>
          <p14:tracePt t="201544" x="2000250" y="5926138"/>
          <p14:tracePt t="201553" x="1985963" y="5926138"/>
          <p14:tracePt t="201562" x="1938338" y="5926138"/>
          <p14:tracePt t="201569" x="1925638" y="5926138"/>
          <p14:tracePt t="201579" x="1871663" y="5953125"/>
          <p14:tracePt t="201586" x="1871663" y="5967413"/>
          <p14:tracePt t="201596" x="1836738" y="6021388"/>
          <p14:tracePt t="201603" x="1824038" y="6054725"/>
          <p14:tracePt t="201612" x="1824038" y="6096000"/>
          <p14:tracePt t="201620" x="1824038" y="6137275"/>
          <p14:tracePt t="201627" x="1824038" y="6184900"/>
          <p14:tracePt t="201635" x="1824038" y="6211888"/>
          <p14:tracePt t="201642" x="1824038" y="6265863"/>
          <p14:tracePt t="201651" x="1857375" y="6300788"/>
          <p14:tracePt t="201661" x="1884363" y="6313488"/>
          <p14:tracePt t="201668" x="1925638" y="6327775"/>
          <p14:tracePt t="201678" x="1973263" y="6327775"/>
          <p14:tracePt t="201685" x="2027238" y="6327775"/>
          <p14:tracePt t="201696" x="2081213" y="6313488"/>
          <p14:tracePt t="201699" x="2143125" y="6265863"/>
          <p14:tracePt t="201708" x="2211388" y="6211888"/>
          <p14:tracePt t="201719" x="2271713" y="6149975"/>
          <p14:tracePt t="201726" x="2312988" y="6096000"/>
          <p14:tracePt t="201733" x="2312988" y="6069013"/>
          <p14:tracePt t="201740" x="2360613" y="6021388"/>
          <p14:tracePt t="201751" x="2360613" y="5980113"/>
          <p14:tracePt t="201757" x="2374900" y="5953125"/>
          <p14:tracePt t="201767" x="2387600" y="5926138"/>
          <p14:tracePt t="201774" x="2387600" y="5891213"/>
          <p14:tracePt t="201785" x="2387600" y="5864225"/>
          <p14:tracePt t="201790" x="2360613" y="5864225"/>
          <p14:tracePt t="201802" x="2312988" y="5851525"/>
          <p14:tracePt t="201807" x="2271713" y="5837238"/>
          <p14:tracePt t="201818" x="2211388" y="5837238"/>
          <p14:tracePt t="201824" x="2170113" y="5837238"/>
          <p14:tracePt t="201836" x="2116138" y="5837238"/>
          <p14:tracePt t="201837" x="2054225" y="5837238"/>
          <p14:tracePt t="201846" x="2041525" y="5837238"/>
          <p14:tracePt t="201856" x="2000250" y="5864225"/>
          <p14:tracePt t="201863" x="1973263" y="5878513"/>
          <p14:tracePt t="201873" x="1938338" y="5911850"/>
          <p14:tracePt t="201885" x="1925638" y="5926138"/>
          <p14:tracePt t="201886" x="1925638" y="5953125"/>
          <p14:tracePt t="201896" x="1911350" y="5994400"/>
          <p14:tracePt t="201905" x="1911350" y="6007100"/>
          <p14:tracePt t="201913" x="1911350" y="6054725"/>
          <p14:tracePt t="201921" x="1911350" y="6069013"/>
          <p14:tracePt t="201932" x="1925638" y="6096000"/>
          <p14:tracePt t="201940" x="1952625" y="6122988"/>
          <p14:tracePt t="201946" x="2000250" y="6149975"/>
          <p14:tracePt t="201955" x="2041525" y="6170613"/>
          <p14:tracePt t="201968" x="2101850" y="6184900"/>
          <p14:tracePt t="201969" x="2143125" y="6197600"/>
          <p14:tracePt t="201979" x="2184400" y="6197600"/>
          <p14:tracePt t="201988" x="2211388" y="6197600"/>
          <p14:tracePt t="201995" x="2259013" y="6197600"/>
          <p14:tracePt t="202001" x="2271713" y="6197600"/>
          <p14:tracePt t="202011" x="2300288" y="6184900"/>
          <p14:tracePt t="202018" x="2300288" y="6170613"/>
          <p14:tracePt t="202028" x="2312988" y="6170613"/>
          <p14:tracePt t="202034" x="2312988" y="6149975"/>
          <p14:tracePt t="202045" x="2327275" y="6149975"/>
          <p14:tracePt t="202054" x="2327275" y="6122988"/>
          <p14:tracePt t="202654" x="2327275" y="6096000"/>
          <p14:tracePt t="202663" x="2327275" y="6054725"/>
          <p14:tracePt t="202673" x="2312988" y="6007100"/>
          <p14:tracePt t="202682" x="2312988" y="5980113"/>
          <p14:tracePt t="202692" x="2300288" y="5891213"/>
          <p14:tracePt t="202701" x="2271713" y="5748338"/>
          <p14:tracePt t="202707" x="2271713" y="5619750"/>
          <p14:tracePt t="202718" x="2259013" y="5503863"/>
          <p14:tracePt t="202723" x="2259013" y="5435600"/>
          <p14:tracePt t="202735" x="2244725" y="5319713"/>
          <p14:tracePt t="202739" x="2232025" y="5191125"/>
          <p14:tracePt t="202752" x="2232025" y="5075238"/>
          <p14:tracePt t="202753" x="2232025" y="4986338"/>
          <p14:tracePt t="202763" x="2232025" y="4884738"/>
          <p14:tracePt t="202771" x="2211388" y="4803775"/>
          <p14:tracePt t="202783" x="2211388" y="4729163"/>
          <p14:tracePt t="202789" x="2211388" y="4700588"/>
          <p14:tracePt t="202796" x="2211388" y="4660900"/>
          <p14:tracePt t="202805" x="2197100" y="4613275"/>
          <p14:tracePt t="202814" x="2197100" y="4572000"/>
          <p14:tracePt t="202821" x="2197100" y="4545013"/>
          <p14:tracePt t="202830" x="2197100" y="4518025"/>
          <p14:tracePt t="202841" x="2197100" y="4497388"/>
          <p14:tracePt t="202847" x="2197100" y="4470400"/>
          <p14:tracePt t="202854" x="2184400" y="4456113"/>
          <p14:tracePt t="202864" x="2184400" y="4443413"/>
          <p14:tracePt t="202871" x="2184400" y="4429125"/>
          <p14:tracePt t="202884" x="2184400" y="4414838"/>
          <p14:tracePt t="202885" x="2170113" y="4402138"/>
          <p14:tracePt t="202895" x="2170113" y="4367213"/>
          <p14:tracePt t="202912" x="2157413" y="4340225"/>
          <p14:tracePt t="202918" x="2157413" y="4327525"/>
          <p14:tracePt t="202929" x="2157413" y="4300538"/>
          <p14:tracePt t="202934" x="2143125" y="4286250"/>
          <p14:tracePt t="202944" x="2143125" y="4271963"/>
          <p14:tracePt t="202952" x="2143125" y="4238625"/>
          <p14:tracePt t="202961" x="2143125" y="4211638"/>
          <p14:tracePt t="202969" x="2128838" y="4197350"/>
          <p14:tracePt t="202978" x="2128838" y="4170363"/>
          <p14:tracePt t="202985" x="2128838" y="4157663"/>
          <p14:tracePt t="202994" x="2116138" y="4143375"/>
          <p14:tracePt t="203004" x="2116138" y="4110038"/>
          <p14:tracePt t="203017" x="2116138" y="4095750"/>
          <p14:tracePt t="203018" x="2116138" y="4081463"/>
          <p14:tracePt t="203026" x="2116138" y="4068763"/>
          <p14:tracePt t="203036" x="2101850" y="4041775"/>
          <p14:tracePt t="203044" x="2101850" y="4027488"/>
          <p14:tracePt t="203051" x="2101850" y="3994150"/>
          <p14:tracePt t="203060" x="2101850" y="3967163"/>
          <p14:tracePt t="203068" x="2101850" y="3938588"/>
          <p14:tracePt t="203077" x="2101850" y="3925888"/>
          <p14:tracePt t="203085" x="2101850" y="3911600"/>
          <p14:tracePt t="203091" x="2101850" y="3884613"/>
          <p14:tracePt t="203103" x="2101850" y="3863975"/>
          <p14:tracePt t="203107" x="2101850" y="3851275"/>
          <p14:tracePt t="203119" x="2101850" y="3836988"/>
          <p14:tracePt t="203136" x="2101850" y="3824288"/>
          <p14:tracePt t="203152" x="2101850" y="3810000"/>
          <p14:tracePt t="203172" x="2101850" y="3795713"/>
          <p14:tracePt t="203244" x="2101850" y="3783013"/>
          <p14:tracePt t="203309" x="2081213" y="3783013"/>
          <p14:tracePt t="203319" x="2068513" y="3783013"/>
          <p14:tracePt t="203327" x="2054225" y="3783013"/>
          <p14:tracePt t="203337" x="2041525" y="3783013"/>
          <p14:tracePt t="203345" x="2027238" y="3783013"/>
          <p14:tracePt t="203355" x="2014538" y="3783013"/>
          <p14:tracePt t="203361" x="1985963" y="3783013"/>
          <p14:tracePt t="203378" x="1973263" y="3783013"/>
          <p14:tracePt t="203389" x="1952625" y="3795713"/>
          <p14:tracePt t="203394" x="1938338" y="3795713"/>
          <p14:tracePt t="203402" x="1925638" y="3810000"/>
          <p14:tracePt t="203412" x="1911350" y="3824288"/>
          <p14:tracePt t="203420" x="1911350" y="3836988"/>
          <p14:tracePt t="203429" x="1884363" y="3851275"/>
          <p14:tracePt t="203437" x="1884363" y="3884613"/>
          <p14:tracePt t="203450" x="1836738" y="3938588"/>
          <p14:tracePt t="203460" x="1824038" y="3967163"/>
          <p14:tracePt t="203470" x="1809750" y="3994150"/>
          <p14:tracePt t="203477" x="1795463" y="4027488"/>
          <p14:tracePt t="203485" x="1782763" y="4054475"/>
          <p14:tracePt t="203495" x="1755775" y="4081463"/>
          <p14:tracePt t="203501" x="1755775" y="4110038"/>
          <p14:tracePt t="203510" x="1741488" y="4143375"/>
          <p14:tracePt t="203519" x="1728788" y="4157663"/>
          <p14:tracePt t="203528" x="1708150" y="4184650"/>
          <p14:tracePt t="203535" x="1708150" y="4197350"/>
          <p14:tracePt t="203547" x="1693863" y="4224338"/>
          <p14:tracePt t="203549" x="1693863" y="4238625"/>
          <p14:tracePt t="203558" x="1681163" y="4271963"/>
          <p14:tracePt t="203568" x="1681163" y="4286250"/>
          <p14:tracePt t="203576" x="1681163" y="4313238"/>
          <p14:tracePt t="203588" x="1681163" y="4340225"/>
          <p14:tracePt t="203589" x="1681163" y="4367213"/>
          <p14:tracePt t="203600" x="1681163" y="4402138"/>
          <p14:tracePt t="203608" x="1681163" y="4414838"/>
          <p14:tracePt t="203619" x="1681163" y="4443413"/>
          <p14:tracePt t="203624" x="1681163" y="4470400"/>
          <p14:tracePt t="203637" x="1681163" y="4497388"/>
          <p14:tracePt t="203638" x="1681163" y="4530725"/>
          <p14:tracePt t="203647" x="1681163" y="4545013"/>
          <p14:tracePt t="203656" x="1681163" y="4557713"/>
          <p14:tracePt t="203667" x="1681163" y="4586288"/>
          <p14:tracePt t="203674" x="1681163" y="4598988"/>
          <p14:tracePt t="203685" x="1693863" y="4613275"/>
          <p14:tracePt t="203689" x="1693863" y="4646613"/>
          <p14:tracePt t="203702" x="1693863" y="4660900"/>
          <p14:tracePt t="203704" x="1708150" y="4673600"/>
          <p14:tracePt t="203713" x="1708150" y="4687888"/>
          <p14:tracePt t="203723" x="1708150" y="4714875"/>
          <p14:tracePt t="203731" x="1728788" y="4729163"/>
          <p14:tracePt t="203741" x="1728788" y="4741863"/>
          <p14:tracePt t="203746" x="1728788" y="4756150"/>
          <p14:tracePt t="203755" x="1741488" y="4776788"/>
          <p14:tracePt t="203764" x="1741488" y="4789488"/>
          <p14:tracePt t="203772" x="1741488" y="4803775"/>
          <p14:tracePt t="203784" x="1741488" y="4816475"/>
          <p14:tracePt t="203785" x="1741488" y="4830763"/>
          <p14:tracePt t="203801" x="1741488" y="4843463"/>
          <p14:tracePt t="203818" x="1741488" y="4857750"/>
          <p14:tracePt t="203827" x="1741488" y="4872038"/>
          <p14:tracePt t="203837" x="1741488" y="4884738"/>
          <p14:tracePt t="203845" x="1741488" y="4919663"/>
          <p14:tracePt t="203855" x="1741488" y="4932363"/>
          <p14:tracePt t="203861" x="1728788" y="4946650"/>
          <p14:tracePt t="203872" x="1728788" y="4959350"/>
          <p14:tracePt t="203879" x="1728788" y="4986338"/>
          <p14:tracePt t="203888" x="1708150" y="5000625"/>
          <p14:tracePt t="203903" x="1708150" y="5021263"/>
          <p14:tracePt t="203922" x="1708150" y="5033963"/>
          <p14:tracePt t="203926" x="1693863" y="5033963"/>
          <p14:tracePt t="203943" x="1693863" y="5048250"/>
          <p14:tracePt t="203976" x="1693863" y="5062538"/>
          <p14:tracePt t="204007" x="1693863" y="5075238"/>
          <p14:tracePt t="204039" x="1693863" y="5089525"/>
          <p14:tracePt t="204053" x="1708150" y="5102225"/>
          <p14:tracePt t="204057" x="1708150" y="5116513"/>
          <p14:tracePt t="204071" x="1708150" y="5129213"/>
          <p14:tracePt t="204080" x="1728788" y="5164138"/>
          <p14:tracePt t="204090" x="1728788" y="5176838"/>
          <p14:tracePt t="204101" x="1728788" y="5191125"/>
          <p14:tracePt t="204108" x="1741488" y="5218113"/>
          <p14:tracePt t="204116" x="1741488" y="5232400"/>
          <p14:tracePt t="204125" x="1755775" y="5259388"/>
          <p14:tracePt t="204136" x="1755775" y="5280025"/>
          <p14:tracePt t="204137" x="1755775" y="5292725"/>
          <p14:tracePt t="204146" x="1755775" y="5307013"/>
          <p14:tracePt t="204156" x="1755775" y="5319713"/>
          <p14:tracePt t="204164" x="1755775" y="5334000"/>
          <p14:tracePt t="204178" x="1755775" y="5348288"/>
          <p14:tracePt t="204189" x="1755775" y="5360988"/>
          <p14:tracePt t="204197" x="1755775" y="5375275"/>
          <p14:tracePt t="204203" x="1755775" y="5387975"/>
          <p14:tracePt t="204213" x="1755775" y="5408613"/>
          <p14:tracePt t="204220" x="1768475" y="5408613"/>
          <p14:tracePt t="204229" x="1768475" y="5422900"/>
          <p14:tracePt t="204236" x="1768475" y="5435600"/>
          <p14:tracePt t="204246" x="1768475" y="5449888"/>
          <p14:tracePt t="204253" x="1768475" y="5462588"/>
          <p14:tracePt t="204272" x="1782763" y="5476875"/>
          <p14:tracePt t="204279" x="1782763" y="5491163"/>
          <p14:tracePt t="204296" x="1782763" y="5503863"/>
          <p14:tracePt t="204311" x="1795463" y="5518150"/>
          <p14:tracePt t="204328" x="1795463" y="5538788"/>
          <p14:tracePt t="204339" x="1809750" y="5538788"/>
          <p14:tracePt t="204346" x="1809750" y="5551488"/>
          <p14:tracePt t="204356" x="1824038" y="5551488"/>
          <p14:tracePt t="204368" x="1836738" y="5565775"/>
          <p14:tracePt t="204376" x="1836738" y="5578475"/>
          <p14:tracePt t="204387" x="1857375" y="5578475"/>
          <p14:tracePt t="204395" x="1857375" y="5592763"/>
          <p14:tracePt t="204405" x="1871663" y="5592763"/>
          <p14:tracePt t="204409" x="1884363" y="5592763"/>
          <p14:tracePt t="204420" x="1898650" y="5605463"/>
          <p14:tracePt t="204428" x="1911350" y="5605463"/>
          <p14:tracePt t="204438" x="1925638" y="5605463"/>
          <p14:tracePt t="204442" x="1952625" y="5605463"/>
          <p14:tracePt t="204454" x="1985963" y="5605463"/>
          <p14:tracePt t="204456" x="2014538" y="5605463"/>
          <p14:tracePt t="204467" x="2041525" y="5605463"/>
          <p14:tracePt t="204475" x="2068513" y="5605463"/>
          <p14:tracePt t="204485" x="2081213" y="5605463"/>
          <p14:tracePt t="204492" x="2116138" y="5605463"/>
          <p14:tracePt t="204502" x="2143125" y="5605463"/>
          <p14:tracePt t="204509" x="2170113" y="5592763"/>
          <p14:tracePt t="204520" x="2184400" y="5592763"/>
          <p14:tracePt t="204524" x="2211388" y="5578475"/>
          <p14:tracePt t="204537" x="2232025" y="5565775"/>
          <p14:tracePt t="204538" x="2244725" y="5565775"/>
          <p14:tracePt t="204548" x="2259013" y="5551488"/>
          <p14:tracePt t="204557" x="2271713" y="5538788"/>
          <p14:tracePt t="204567" x="2286000" y="5538788"/>
          <p14:tracePt t="204574" x="2286000" y="5518150"/>
          <p14:tracePt t="204585" x="2300288" y="5503863"/>
          <p14:tracePt t="204590" x="2312988" y="5491163"/>
          <p14:tracePt t="204603" x="2327275" y="5476875"/>
          <p14:tracePt t="204604" x="2327275" y="5462588"/>
          <p14:tracePt t="204613" x="2339975" y="5449888"/>
          <p14:tracePt t="204623" x="2339975" y="5435600"/>
          <p14:tracePt t="204631" x="2360613" y="5422900"/>
          <p14:tracePt t="204640" x="2374900" y="5387975"/>
          <p14:tracePt t="204648" x="2374900" y="5348288"/>
          <p14:tracePt t="204655" x="2387600" y="5334000"/>
          <p14:tracePt t="204665" x="2401888" y="5292725"/>
          <p14:tracePt t="204672" x="2414588" y="5259388"/>
          <p14:tracePt t="204686" x="2428875" y="5218113"/>
          <p14:tracePt t="204687" x="2428875" y="5205413"/>
          <p14:tracePt t="204696" x="2428875" y="5164138"/>
          <p14:tracePt t="204705" x="2443163" y="5129213"/>
          <p14:tracePt t="204713" x="2455863" y="5089525"/>
          <p14:tracePt t="204719" x="2455863" y="5062538"/>
          <p14:tracePt t="204730" x="2455863" y="5033963"/>
          <p14:tracePt t="204736" x="2455863" y="5000625"/>
          <p14:tracePt t="204746" x="2455863" y="4973638"/>
          <p14:tracePt t="204754" x="2470150" y="4959350"/>
          <p14:tracePt t="204763" x="2470150" y="4932363"/>
          <p14:tracePt t="204770" x="2470150" y="4905375"/>
          <p14:tracePt t="204781" x="2470150" y="4884738"/>
          <p14:tracePt t="204787" x="2470150" y="4857750"/>
          <p14:tracePt t="204796" x="2470150" y="4830763"/>
          <p14:tracePt t="204803" x="2470150" y="4816475"/>
          <p14:tracePt t="204814" x="2470150" y="4789488"/>
          <p14:tracePt t="204818" x="2470150" y="4756150"/>
          <p14:tracePt t="204829" x="2470150" y="4741863"/>
          <p14:tracePt t="204836" x="2455863" y="4714875"/>
          <p14:tracePt t="204844" x="2455863" y="4687888"/>
          <p14:tracePt t="204853" x="2455863" y="4660900"/>
          <p14:tracePt t="204859" x="2443163" y="4625975"/>
          <p14:tracePt t="204869" x="2443163" y="4586288"/>
          <p14:tracePt t="204876" x="2443163" y="4557713"/>
          <p14:tracePt t="204887" x="2428875" y="4518025"/>
          <p14:tracePt t="204895" x="2428875" y="4497388"/>
          <p14:tracePt t="204901" x="2428875" y="4470400"/>
          <p14:tracePt t="204912" x="2428875" y="4429125"/>
          <p14:tracePt t="204918" x="2428875" y="4414838"/>
          <p14:tracePt t="204928" x="2428875" y="4387850"/>
          <p14:tracePt t="204935" x="2428875" y="4367213"/>
          <p14:tracePt t="204944" x="2428875" y="4340225"/>
          <p14:tracePt t="204958" x="2428875" y="4327525"/>
          <p14:tracePt t="204971" x="2414588" y="4313238"/>
          <p14:tracePt t="204972" x="2414588" y="4300538"/>
          <p14:tracePt t="204981" x="2414588" y="4286250"/>
          <p14:tracePt t="204996" x="2414588" y="4271963"/>
          <p14:tracePt t="205006" x="2401888" y="4259263"/>
          <p14:tracePt t="205028" x="2401888" y="4238625"/>
          <p14:tracePt t="205045" x="2401888" y="4224338"/>
          <p14:tracePt t="205061" x="2387600" y="4211638"/>
          <p14:tracePt t="205071" x="2387600" y="4197350"/>
          <p14:tracePt t="205080" x="2387600" y="4184650"/>
          <p14:tracePt t="205089" x="2387600" y="4170363"/>
          <p14:tracePt t="205097" x="2387600" y="4157663"/>
          <p14:tracePt t="205105" x="2374900" y="4143375"/>
          <p14:tracePt t="205113" x="2374900" y="4122738"/>
          <p14:tracePt t="205120" x="2374900" y="4110038"/>
          <p14:tracePt t="205131" x="2360613" y="4081463"/>
          <p14:tracePt t="205140" x="2360613" y="4068763"/>
          <p14:tracePt t="205146" x="2360613" y="4054475"/>
          <p14:tracePt t="205157" x="2339975" y="4041775"/>
          <p14:tracePt t="205163" x="2339975" y="4014788"/>
          <p14:tracePt t="205171" x="2327275" y="3994150"/>
          <p14:tracePt t="205185" x="2327275" y="3979863"/>
          <p14:tracePt t="205186" x="2312988" y="3967163"/>
          <p14:tracePt t="205195" x="2312988" y="3952875"/>
          <p14:tracePt t="205213" x="2300288" y="3938588"/>
          <p14:tracePt t="205229" x="2286000" y="3925888"/>
          <p14:tracePt t="205245" x="2271713" y="3925888"/>
          <p14:tracePt t="205262" x="2259013" y="3925888"/>
          <p14:tracePt t="205269" x="2244725" y="3925888"/>
          <p14:tracePt t="205288" x="2232025" y="3925888"/>
          <p14:tracePt t="205293" x="2211388" y="3925888"/>
          <p14:tracePt t="205305" x="2197100" y="3925888"/>
          <p14:tracePt t="205309" x="2184400" y="3938588"/>
          <p14:tracePt t="205319" x="2170113" y="3938588"/>
          <p14:tracePt t="205328" x="2143125" y="3952875"/>
          <p14:tracePt t="205336" x="2128838" y="3967163"/>
          <p14:tracePt t="205345" x="2116138" y="3967163"/>
          <p14:tracePt t="205351" x="2081213" y="3994150"/>
          <p14:tracePt t="205369" x="2068513" y="4014788"/>
          <p14:tracePt t="205379" x="2054225" y="4014788"/>
          <p14:tracePt t="205383" x="2041525" y="4027488"/>
          <p14:tracePt t="205393" x="2027238" y="4041775"/>
          <p14:tracePt t="205404" x="2027238" y="4054475"/>
          <p14:tracePt t="205420" x="2014538" y="4054475"/>
          <p14:tracePt t="205424" x="2014538" y="4068763"/>
          <p14:tracePt t="205437" x="2000250" y="4081463"/>
          <p14:tracePt t="205453" x="2000250" y="4095750"/>
          <p14:tracePt t="205468" x="2000250" y="4110038"/>
          <p14:tracePt t="205473" x="1985963" y="4122738"/>
          <p14:tracePt t="205487" x="1973263" y="4157663"/>
          <p14:tracePt t="205488" x="1973263" y="4184650"/>
          <p14:tracePt t="205498" x="1952625" y="4211638"/>
          <p14:tracePt t="205506" x="1952625" y="4238625"/>
          <p14:tracePt t="205518" x="1938338" y="4271963"/>
          <p14:tracePt t="205525" x="1925638" y="4300538"/>
          <p14:tracePt t="205536" x="1925638" y="4354513"/>
          <p14:tracePt t="205537" x="1911350" y="4367213"/>
          <p14:tracePt t="205547" x="1898650" y="4429125"/>
          <p14:tracePt t="205555" x="1898650" y="4456113"/>
          <p14:tracePt t="205564" x="1884363" y="4518025"/>
          <p14:tracePt t="205572" x="1884363" y="4530725"/>
          <p14:tracePt t="205583" x="1871663" y="4572000"/>
          <p14:tracePt t="205588" x="1871663" y="4613275"/>
          <p14:tracePt t="205598" x="1857375" y="4646613"/>
          <p14:tracePt t="205605" x="1857375" y="4687888"/>
          <p14:tracePt t="205615" x="1857375" y="4714875"/>
          <p14:tracePt t="205621" x="1836738" y="4741863"/>
          <p14:tracePt t="205632" x="1836738" y="4789488"/>
          <p14:tracePt t="205638" x="1836738" y="4816475"/>
          <p14:tracePt t="205648" x="1836738" y="4843463"/>
          <p14:tracePt t="205655" x="1836738" y="4884738"/>
          <p14:tracePt t="205664" x="1836738" y="4932363"/>
          <p14:tracePt t="205671" x="1836738" y="4959350"/>
          <p14:tracePt t="205685" x="1836738" y="5000625"/>
          <p14:tracePt t="205686" x="1836738" y="5048250"/>
          <p14:tracePt t="205694" x="1836738" y="5075238"/>
          <p14:tracePt t="205705" x="1836738" y="5102225"/>
          <p14:tracePt t="205712" x="1836738" y="5149850"/>
          <p14:tracePt t="205722" x="1836738" y="5191125"/>
          <p14:tracePt t="205728" x="1836738" y="5205413"/>
          <p14:tracePt t="205737" x="1857375" y="5245100"/>
          <p14:tracePt t="205746" x="1857375" y="5280025"/>
          <p14:tracePt t="205751" x="1857375" y="5292725"/>
          <p14:tracePt t="205761" x="1871663" y="5319713"/>
          <p14:tracePt t="205769" x="1884363" y="5348288"/>
          <p14:tracePt t="205781" x="1884363" y="5375275"/>
          <p14:tracePt t="205786" x="1898650" y="5408613"/>
          <p14:tracePt t="205797" x="1911350" y="5422900"/>
          <p14:tracePt t="205800" x="1911350" y="5449888"/>
          <p14:tracePt t="205817" x="1925638" y="5491163"/>
          <p14:tracePt t="205825" x="1938338" y="5503863"/>
          <p14:tracePt t="205837" x="1938338" y="5518150"/>
          <p14:tracePt t="205843" x="1952625" y="5538788"/>
          <p14:tracePt t="205857" x="1973263" y="5551488"/>
          <p14:tracePt t="205870" x="1973263" y="5565775"/>
          <p14:tracePt t="205874" x="1985963" y="5565775"/>
          <p14:tracePt t="205886" x="1985963" y="5578475"/>
          <p14:tracePt t="205894" x="2000250" y="5578475"/>
          <p14:tracePt t="205904" x="2014538" y="5592763"/>
          <p14:tracePt t="205905" x="2027238" y="5592763"/>
          <p14:tracePt t="205915" x="2027238" y="5605463"/>
          <p14:tracePt t="205924" x="2041525" y="5605463"/>
          <p14:tracePt t="205934" x="2054225" y="5619750"/>
          <p14:tracePt t="205942" x="2068513" y="5619750"/>
          <p14:tracePt t="205951" x="2081213" y="5619750"/>
          <p14:tracePt t="205956" x="2101850" y="5634038"/>
          <p14:tracePt t="205969" x="2116138" y="5634038"/>
          <p14:tracePt t="205973" x="2128838" y="5634038"/>
          <p14:tracePt t="205985" x="2128838" y="5646738"/>
          <p14:tracePt t="205989" x="2143125" y="5646738"/>
          <p14:tracePt t="206005" x="2157413" y="5646738"/>
          <p14:tracePt t="206015" x="2170113" y="5646738"/>
          <p14:tracePt t="206031" x="2184400" y="5646738"/>
          <p14:tracePt t="206053" x="2197100" y="5646738"/>
          <p14:tracePt t="206069" x="2211388" y="5646738"/>
          <p14:tracePt t="206085" x="2211388" y="5634038"/>
          <p14:tracePt t="206093" x="2232025" y="5619750"/>
          <p14:tracePt t="206104" x="2244725" y="5605463"/>
          <p14:tracePt t="206112" x="2244725" y="5592763"/>
          <p14:tracePt t="206121" x="2259013" y="5551488"/>
          <p14:tracePt t="206128" x="2271713" y="5538788"/>
          <p14:tracePt t="206136" x="2271713" y="5491163"/>
          <p14:tracePt t="206145" x="2286000" y="5449888"/>
          <p14:tracePt t="206152" x="2300288" y="5422900"/>
          <p14:tracePt t="206163" x="2312988" y="5375275"/>
          <p14:tracePt t="206169" x="2312988" y="5334000"/>
          <p14:tracePt t="206178" x="2312988" y="5280025"/>
          <p14:tracePt t="206188" x="2327275" y="5245100"/>
          <p14:tracePt t="206194" x="2327275" y="5191125"/>
          <p14:tracePt t="206203" x="2339975" y="5129213"/>
          <p14:tracePt t="206212" x="2339975" y="5075238"/>
          <p14:tracePt t="206219" x="2360613" y="5021263"/>
          <p14:tracePt t="206229" x="2360613" y="4959350"/>
          <p14:tracePt t="206235" x="2374900" y="4905375"/>
          <p14:tracePt t="206250" x="2387600" y="4776788"/>
          <p14:tracePt t="206261" x="2387600" y="4714875"/>
          <p14:tracePt t="206271" x="2401888" y="4646613"/>
          <p14:tracePt t="206277" x="2401888" y="4586288"/>
          <p14:tracePt t="206288" x="2401888" y="4557713"/>
          <p14:tracePt t="206292" x="2401888" y="4518025"/>
          <p14:tracePt t="206303" x="2401888" y="4470400"/>
          <p14:tracePt t="206310" x="2401888" y="4443413"/>
          <p14:tracePt t="206321" x="2401888" y="4414838"/>
          <p14:tracePt t="206323" x="2401888" y="4387850"/>
          <p14:tracePt t="206333" x="2401888" y="4367213"/>
          <p14:tracePt t="206342" x="2401888" y="4354513"/>
          <p14:tracePt t="206352" x="2401888" y="4340225"/>
          <p14:tracePt t="206358" x="2401888" y="4327525"/>
          <p14:tracePt t="206368" x="2401888" y="4313238"/>
          <p14:tracePt t="206386" x="2401888" y="4300538"/>
          <p14:tracePt t="206398" x="2401888" y="4286250"/>
          <p14:tracePt t="206419" x="2387600" y="4271963"/>
          <p14:tracePt t="206424" x="2387600" y="4259263"/>
          <p14:tracePt t="206431" x="2374900" y="4259263"/>
          <p14:tracePt t="206440" x="2374900" y="4238625"/>
          <p14:tracePt t="206452" x="2360613" y="4224338"/>
          <p14:tracePt t="206457" x="2339975" y="4211638"/>
          <p14:tracePt t="206472" x="2327275" y="4184650"/>
          <p14:tracePt t="206481" x="2312988" y="4170363"/>
          <p14:tracePt t="206491" x="2312988" y="4157663"/>
          <p14:tracePt t="206497" x="2300288" y="4143375"/>
          <p14:tracePt t="206513" x="2286000" y="4122738"/>
          <p14:tracePt t="206529" x="2271713" y="4122738"/>
          <p14:tracePt t="206540" x="2271713" y="4110038"/>
          <p14:tracePt t="206554" x="2259013" y="4110038"/>
          <p14:tracePt t="206573" x="2244725" y="4110038"/>
          <p14:tracePt t="206585" x="2232025" y="4110038"/>
          <p14:tracePt t="206601" x="2211388" y="4110038"/>
          <p14:tracePt t="206610" x="2197100" y="4110038"/>
          <p14:tracePt t="206620" x="2184400" y="4110038"/>
          <p14:tracePt t="206628" x="2170113" y="4110038"/>
          <p14:tracePt t="206638" x="2157413" y="4110038"/>
          <p14:tracePt t="206645" x="2128838" y="4110038"/>
          <p14:tracePt t="206660" x="2116138" y="4110038"/>
          <p14:tracePt t="206671" x="2101850" y="4110038"/>
          <p14:tracePt t="206679" x="2081213" y="4110038"/>
          <p14:tracePt t="206688" x="2068513" y="4110038"/>
          <p14:tracePt t="206700" x="2054225" y="4110038"/>
          <p14:tracePt t="208279" x="2054225" y="4095750"/>
          <p14:tracePt t="208288" x="2054225" y="4068763"/>
          <p14:tracePt t="208298" x="2054225" y="4041775"/>
          <p14:tracePt t="208306" x="2054225" y="3979863"/>
          <p14:tracePt t="208316" x="2068513" y="3925888"/>
          <p14:tracePt t="208322" x="2081213" y="3851275"/>
          <p14:tracePt t="208330" x="2116138" y="3783013"/>
          <p14:tracePt t="208341" x="2128838" y="3694113"/>
          <p14:tracePt t="208351" x="2157413" y="3605213"/>
          <p14:tracePt t="208356" x="2170113" y="3524250"/>
          <p14:tracePt t="208368" x="2184400" y="3435350"/>
          <p14:tracePt t="208373" x="2197100" y="3333750"/>
          <p14:tracePt t="208386" x="2232025" y="3252788"/>
          <p14:tracePt t="208387" x="2232025" y="3149600"/>
          <p14:tracePt t="208399" x="2244725" y="3074988"/>
          <p14:tracePt t="208405" x="2259013" y="2973388"/>
          <p14:tracePt t="208414" x="2259013" y="2890838"/>
          <p14:tracePt t="208421" x="2271713" y="2776538"/>
          <p14:tracePt t="208430" x="2271713" y="2687638"/>
          <p14:tracePt t="208437" x="2271713" y="2586038"/>
          <p14:tracePt t="208447" x="2271713" y="2490788"/>
          <p14:tracePt t="208454" x="2259013" y="2401888"/>
          <p14:tracePt t="208463" x="2244725" y="2312988"/>
          <p14:tracePt t="208471" x="2211388" y="2244725"/>
          <p14:tracePt t="208484" x="2170113" y="2184400"/>
          <p14:tracePt t="208485" x="2128838" y="2128838"/>
          <p14:tracePt t="208495" x="2081213" y="2068513"/>
          <p14:tracePt t="208501" x="2041525" y="2027238"/>
          <p14:tracePt t="208512" x="2000250" y="1985963"/>
          <p14:tracePt t="208521" x="1938338" y="1952625"/>
          <p14:tracePt t="208529" x="1884363" y="1911350"/>
          <p14:tracePt t="208537" x="1824038" y="1884363"/>
          <p14:tracePt t="208550" x="1768475" y="1857375"/>
          <p14:tracePt t="208551" x="1708150" y="1836738"/>
          <p14:tracePt t="208560" x="1652588" y="1809750"/>
          <p14:tracePt t="208568" x="1612900" y="1795463"/>
          <p14:tracePt t="208576" x="1577975" y="1782763"/>
          <p14:tracePt t="208584" x="1538288" y="1768475"/>
          <p14:tracePt t="208594" x="1497013" y="1755775"/>
          <p14:tracePt t="208601" x="1470025" y="1755775"/>
          <p14:tracePt t="208609" x="1435100" y="1755775"/>
          <p14:tracePt t="208619" x="1408113" y="1755775"/>
          <p14:tracePt t="208627" x="1395413" y="1755775"/>
          <p14:tracePt t="208635" x="1366838" y="1755775"/>
          <p14:tracePt t="208643" x="1354138" y="1768475"/>
          <p14:tracePt t="208650" x="1339850" y="1782763"/>
          <p14:tracePt t="208660" x="1306513" y="1824038"/>
          <p14:tracePt t="208667" x="1306513" y="1836738"/>
          <p14:tracePt t="208677" x="1292225" y="1884363"/>
          <p14:tracePt t="208684" x="1279525" y="1925638"/>
          <p14:tracePt t="208696" x="1279525" y="1973263"/>
          <p14:tracePt t="208698" x="1279525" y="2014538"/>
          <p14:tracePt t="208707" x="1279525" y="2068513"/>
          <p14:tracePt t="208718" x="1279525" y="2081213"/>
          <p14:tracePt t="208724" x="1279525" y="2128838"/>
          <p14:tracePt t="208734" x="1279525" y="2170113"/>
          <p14:tracePt t="208742" x="1306513" y="2184400"/>
          <p14:tracePt t="208753" x="1319213" y="2211388"/>
          <p14:tracePt t="208754" x="1354138" y="2232025"/>
          <p14:tracePt t="208764" x="1381125" y="2232025"/>
          <p14:tracePt t="208773" x="1408113" y="2232025"/>
          <p14:tracePt t="208783" x="1435100" y="2232025"/>
          <p14:tracePt t="208790" x="1482725" y="2197100"/>
          <p14:tracePt t="208800" x="1524000" y="2157413"/>
          <p14:tracePt t="208807" x="1550988" y="2101850"/>
          <p14:tracePt t="208819" x="1577975" y="2054225"/>
          <p14:tracePt t="208820" x="1598613" y="2000250"/>
          <p14:tracePt t="208831" x="1598613" y="1938338"/>
          <p14:tracePt t="208840" x="1598613" y="1898650"/>
          <p14:tracePt t="208849" x="1598613" y="1857375"/>
          <p14:tracePt t="208856" x="1577975" y="1824038"/>
          <p14:tracePt t="208866" x="1565275" y="1809750"/>
          <p14:tracePt t="208871" x="1524000" y="1782763"/>
          <p14:tracePt t="208885" x="1482725" y="1768475"/>
          <p14:tracePt t="208886" x="1435100" y="1768475"/>
          <p14:tracePt t="208895" x="1408113" y="1768475"/>
          <p14:tracePt t="208904" x="1381125" y="1768475"/>
          <p14:tracePt t="208912" x="1339850" y="1795463"/>
          <p14:tracePt t="208921" x="1292225" y="1857375"/>
          <p14:tracePt t="208930" x="1265238" y="1911350"/>
          <p14:tracePt t="208937" x="1223963" y="1973263"/>
          <p14:tracePt t="208947" x="1190625" y="2041525"/>
          <p14:tracePt t="208954" x="1190625" y="2068513"/>
          <p14:tracePt t="208966" x="1176338" y="2128838"/>
          <p14:tracePt t="208968" x="1176338" y="2170113"/>
          <p14:tracePt t="208977" x="1176338" y="2197100"/>
          <p14:tracePt t="208986" x="1176338" y="2232025"/>
          <p14:tracePt t="208994" x="1176338" y="2244725"/>
          <p14:tracePt t="209002" x="1190625" y="2259013"/>
          <p14:tracePt t="209011" x="1211263" y="2259013"/>
          <p14:tracePt t="209018" x="1252538" y="2271713"/>
          <p14:tracePt t="209027" x="1279525" y="2271713"/>
          <p14:tracePt t="209034" x="1306513" y="2271713"/>
          <p14:tracePt t="209043" x="1339850" y="2271713"/>
          <p14:tracePt t="209052" x="1366838" y="2259013"/>
          <p14:tracePt t="209061" x="1395413" y="2259013"/>
          <p14:tracePt t="209067" x="1422400" y="2244725"/>
          <p14:tracePt t="209077" x="1470025" y="2244725"/>
          <p14:tracePt t="209084" x="1482725" y="2244725"/>
          <p14:tracePt t="209094" x="1509713" y="2244725"/>
          <p14:tracePt t="209100" x="1524000" y="2271713"/>
          <p14:tracePt t="209111" x="1538288" y="2312988"/>
          <p14:tracePt t="209118" x="1550988" y="2387600"/>
          <p14:tracePt t="209125" x="1550988" y="2455863"/>
          <p14:tracePt t="209134" x="1565275" y="2571750"/>
          <p14:tracePt t="209143" x="1577975" y="2687638"/>
          <p14:tracePt t="209150" x="1577975" y="2803525"/>
          <p14:tracePt t="209165" x="1598613" y="2994025"/>
          <p14:tracePt t="209174" x="1598613" y="3089275"/>
          <p14:tracePt t="209184" x="1598613" y="3136900"/>
          <p14:tracePt t="209193" x="1612900" y="3205163"/>
          <p14:tracePt t="209203" x="1625600" y="3279775"/>
          <p14:tracePt t="209207" x="1639888" y="3306763"/>
          <p14:tracePt t="209217" x="1639888" y="3333750"/>
          <p14:tracePt t="209225" x="1652588" y="3348038"/>
          <p14:tracePt t="209232" x="1666875" y="3360738"/>
          <p14:tracePt t="209243" x="1693863" y="3381375"/>
          <p14:tracePt t="209249" x="1708150" y="3381375"/>
          <p14:tracePt t="209259" x="1755775" y="3381375"/>
          <p14:tracePt t="209266" x="1768475" y="3360738"/>
          <p14:tracePt t="209276" x="1795463" y="3348038"/>
          <p14:tracePt t="209284" x="1824038" y="3319463"/>
          <p14:tracePt t="209291" x="1857375" y="3292475"/>
          <p14:tracePt t="209299" x="1884363" y="3252788"/>
          <p14:tracePt t="209310" x="1898650" y="3232150"/>
          <p14:tracePt t="209316" x="1911350" y="3190875"/>
          <p14:tracePt t="209325" x="1925638" y="3163888"/>
          <p14:tracePt t="209332" x="1925638" y="3136900"/>
          <p14:tracePt t="209342" x="1925638" y="3101975"/>
          <p14:tracePt t="209349" x="1925638" y="3074988"/>
          <p14:tracePt t="209357" x="1925638" y="3062288"/>
          <p14:tracePt t="209368" x="1925638" y="3048000"/>
          <p14:tracePt t="209379" x="1925638" y="3033713"/>
          <p14:tracePt t="209388" x="1911350" y="3033713"/>
          <p14:tracePt t="209398" x="1898650" y="3033713"/>
          <p14:tracePt t="209403" x="1884363" y="3033713"/>
          <p14:tracePt t="209413" x="1871663" y="3033713"/>
          <p14:tracePt t="209420" x="1857375" y="3062288"/>
          <p14:tracePt t="209430" x="1836738" y="3074988"/>
          <p14:tracePt t="209434" x="1824038" y="3101975"/>
          <p14:tracePt t="209444" x="1809750" y="3122613"/>
          <p14:tracePt t="209451" x="1809750" y="3149600"/>
          <p14:tracePt t="209461" x="1795463" y="3163888"/>
          <p14:tracePt t="209467" x="1795463" y="3176588"/>
          <p14:tracePt t="209485" x="1795463" y="3190875"/>
          <p14:tracePt t="209511" x="1809750" y="3190875"/>
          <p14:tracePt t="209517" x="1824038" y="3190875"/>
          <p14:tracePt t="209527" x="1857375" y="3190875"/>
          <p14:tracePt t="209535" x="1884363" y="3176588"/>
          <p14:tracePt t="209548" x="1911350" y="3149600"/>
          <p14:tracePt t="209549" x="1925638" y="3136900"/>
          <p14:tracePt t="209559" x="1952625" y="3101975"/>
          <p14:tracePt t="209569" x="1973263" y="3074988"/>
          <p14:tracePt t="209576" x="1985963" y="3062288"/>
          <p14:tracePt t="209584" x="1985963" y="3033713"/>
          <p14:tracePt t="209593" x="2000250" y="3021013"/>
          <p14:tracePt t="209601" x="2000250" y="2994025"/>
          <p14:tracePt t="209610" x="2000250" y="2973388"/>
          <p14:tracePt t="209616" x="1985963" y="2959100"/>
          <p14:tracePt t="209627" x="1973263" y="2946400"/>
          <p14:tracePt t="209633" x="1938338" y="2946400"/>
          <p14:tracePt t="209644" x="1898650" y="2932113"/>
          <p14:tracePt t="209649" x="1871663" y="2932113"/>
          <p14:tracePt t="209665" x="1795463" y="2932113"/>
          <p14:tracePt t="209674" x="1782763" y="2932113"/>
          <p14:tracePt t="209684" x="1755775" y="2946400"/>
          <p14:tracePt t="209691" x="1741488" y="2959100"/>
          <p14:tracePt t="209703" x="1728788" y="2973388"/>
          <p14:tracePt t="209704" x="1728788" y="2994025"/>
          <p14:tracePt t="209714" x="1708150" y="3006725"/>
          <p14:tracePt t="209728" x="1708150" y="3021013"/>
          <p14:tracePt t="209738" x="1728788" y="3033713"/>
          <p14:tracePt t="209748" x="1741488" y="3033713"/>
          <p14:tracePt t="209756" x="1782763" y="3033713"/>
          <p14:tracePt t="209764" x="1809750" y="3033713"/>
          <p14:tracePt t="209772" x="1824038" y="3033713"/>
          <p14:tracePt t="209783" x="1857375" y="3033713"/>
          <p14:tracePt t="209789" x="1884363" y="3021013"/>
          <p14:tracePt t="209800" x="1911350" y="3006725"/>
          <p14:tracePt t="209805" x="1925638" y="2973388"/>
          <p14:tracePt t="209818" x="1938338" y="2946400"/>
          <p14:tracePt t="209819" x="1938338" y="2932113"/>
          <p14:tracePt t="209828" x="1938338" y="2919413"/>
          <p14:tracePt t="209837" x="1938338" y="2905125"/>
          <p14:tracePt t="209848" x="1938338" y="2878138"/>
          <p14:tracePt t="209862" x="1925638" y="2863850"/>
          <p14:tracePt t="209871" x="1911350" y="2863850"/>
          <p14:tracePt t="209879" x="1898650" y="2843213"/>
          <p14:tracePt t="209887" x="1871663" y="2843213"/>
          <p14:tracePt t="209899" x="1857375" y="2843213"/>
          <p14:tracePt t="209903" x="1836738" y="2843213"/>
          <p14:tracePt t="209912" x="1809750" y="2843213"/>
          <p14:tracePt t="209919" x="1809750" y="2863850"/>
          <p14:tracePt t="209929" x="1782763" y="2878138"/>
          <p14:tracePt t="209936" x="1768475" y="2905125"/>
          <p14:tracePt t="209946" x="1755775" y="2919413"/>
          <p14:tracePt t="209953" x="1741488" y="2946400"/>
          <p14:tracePt t="209961" x="1741488" y="2959100"/>
          <p14:tracePt t="209970" x="1741488" y="2973388"/>
          <p14:tracePt t="209983" x="1741488" y="2994025"/>
          <p14:tracePt t="209984" x="1741488" y="3006725"/>
          <p14:tracePt t="209993" x="1741488" y="3021013"/>
          <p14:tracePt t="210002" x="1741488" y="3033713"/>
          <p14:tracePt t="210010" x="1741488" y="3048000"/>
          <p14:tracePt t="210020" x="1741488" y="3062288"/>
          <p14:tracePt t="210026" x="1755775" y="3062288"/>
          <p14:tracePt t="210035" x="1755775" y="3074988"/>
          <p14:tracePt t="210043" x="1768475" y="3074988"/>
          <p14:tracePt t="210051" x="1782763" y="3074988"/>
          <p14:tracePt t="210060" x="1795463" y="3074988"/>
          <p14:tracePt t="210067" x="1809750" y="3074988"/>
          <p14:tracePt t="210077" x="1824038" y="3074988"/>
          <p14:tracePt t="210091" x="1836738" y="3074988"/>
          <p14:tracePt t="210129" x="1836738" y="3062288"/>
          <p14:tracePt t="210521" x="1836738" y="3074988"/>
          <p14:tracePt t="210531" x="1836738" y="3122613"/>
          <p14:tracePt t="210541" x="1836738" y="3163888"/>
          <p14:tracePt t="210549" x="1836738" y="3205163"/>
          <p14:tracePt t="210558" x="1836738" y="3265488"/>
          <p14:tracePt t="210566" x="1836738" y="3319463"/>
          <p14:tracePt t="210574" x="1836738" y="3422650"/>
          <p14:tracePt t="210581" x="1836738" y="3551238"/>
          <p14:tracePt t="210589" x="1836738" y="3708400"/>
          <p14:tracePt t="210599" x="1836738" y="3863975"/>
          <p14:tracePt t="210605" x="1824038" y="4224338"/>
          <p14:tracePt t="210615" x="1809750" y="4497388"/>
          <p14:tracePt t="210624" x="1809750" y="4660900"/>
          <p14:tracePt t="210636" x="1795463" y="4946650"/>
          <p14:tracePt t="210637" x="1795463" y="5232400"/>
          <p14:tracePt t="210645" x="1795463" y="5348288"/>
          <p14:tracePt t="210655" x="1795463" y="5565775"/>
          <p14:tracePt t="210663" x="1795463" y="5748338"/>
          <p14:tracePt t="210673" x="1795463" y="5864225"/>
          <p14:tracePt t="210681" x="1795463" y="5911850"/>
          <p14:tracePt t="210691" x="1795463" y="5994400"/>
          <p14:tracePt t="210697" x="1809750" y="6069013"/>
          <p14:tracePt t="210704" x="1824038" y="6110288"/>
          <p14:tracePt t="210714" x="1836738" y="6149975"/>
          <p14:tracePt t="210721" x="1857375" y="6184900"/>
          <p14:tracePt t="210731" x="1871663" y="6197600"/>
          <p14:tracePt t="210738" x="1871663" y="6211888"/>
          <p14:tracePt t="210747" x="1884363" y="6224588"/>
          <p14:tracePt t="210754" x="1898650" y="6238875"/>
          <p14:tracePt t="210770" x="1911350" y="6253163"/>
          <p14:tracePt t="210786" x="1925638" y="6265863"/>
          <p14:tracePt t="210801" x="1938338" y="6280150"/>
          <p14:tracePt t="210825" x="1952625" y="6280150"/>
          <p14:tracePt t="210857" x="1973263" y="6280150"/>
          <p14:tracePt t="210882" x="1985963" y="6280150"/>
          <p14:tracePt t="210891" x="1985963" y="6265863"/>
          <p14:tracePt t="210900" x="2000250" y="6253163"/>
          <p14:tracePt t="210909" x="2000250" y="6224588"/>
          <p14:tracePt t="210920" x="2014538" y="6197600"/>
          <p14:tracePt t="210926" x="2027238" y="6184900"/>
          <p14:tracePt t="210933" x="2041525" y="6170613"/>
          <p14:tracePt t="210943" x="2041525" y="6137275"/>
          <p14:tracePt t="210951" x="2054225" y="6110288"/>
          <p14:tracePt t="210958" x="2054225" y="6096000"/>
          <p14:tracePt t="210970" x="2054225" y="6069013"/>
          <p14:tracePt t="210974" x="2054225" y="6042025"/>
          <p14:tracePt t="210984" x="2054225" y="6007100"/>
          <p14:tracePt t="210993" x="2027238" y="5980113"/>
          <p14:tracePt t="211001" x="1985963" y="5938838"/>
          <p14:tracePt t="211008" x="1938338" y="5926138"/>
          <p14:tracePt t="211021" x="1925638" y="5891213"/>
          <p14:tracePt t="211026" x="1884363" y="5878513"/>
          <p14:tracePt t="211039" x="1857375" y="5864225"/>
          <p14:tracePt t="211040" x="1824038" y="5864225"/>
          <p14:tracePt t="211049" x="1795463" y="5864225"/>
          <p14:tracePt t="211056" x="1782763" y="5864225"/>
          <p14:tracePt t="211066" x="1755775" y="5864225"/>
          <p14:tracePt t="211083" x="1741488" y="5878513"/>
          <p14:tracePt t="211092" x="1728788" y="5911850"/>
          <p14:tracePt t="211100" x="1728788" y="5938838"/>
          <p14:tracePt t="211107" x="1728788" y="5980113"/>
          <p14:tracePt t="211116" x="1728788" y="6021388"/>
          <p14:tracePt t="211123" x="1728788" y="6069013"/>
          <p14:tracePt t="211132" x="1728788" y="6137275"/>
          <p14:tracePt t="211138" x="1755775" y="6197600"/>
          <p14:tracePt t="211148" x="1782763" y="6253163"/>
          <p14:tracePt t="211156" x="1809750" y="6300788"/>
          <p14:tracePt t="211163" x="1871663" y="6340475"/>
          <p14:tracePt t="211171" x="1911350" y="6367463"/>
          <p14:tracePt t="211183" x="1973263" y="6381750"/>
          <p14:tracePt t="211189" x="2014538" y="6381750"/>
          <p14:tracePt t="211197" x="2068513" y="6381750"/>
          <p14:tracePt t="211206" x="2116138" y="6381750"/>
          <p14:tracePt t="211215" x="2157413" y="6381750"/>
          <p14:tracePt t="211222" x="2184400" y="6340475"/>
          <p14:tracePt t="211231" x="2211388" y="6300788"/>
          <p14:tracePt t="211241" x="2232025" y="6280150"/>
          <p14:tracePt t="211247" x="2244725" y="6238875"/>
          <p14:tracePt t="211256" x="2259013" y="6197600"/>
          <p14:tracePt t="211263" x="2259013" y="6149975"/>
          <p14:tracePt t="211272" x="2259013" y="6110288"/>
          <p14:tracePt t="211279" x="2259013" y="6069013"/>
          <p14:tracePt t="211287" x="2244725" y="6042025"/>
          <p14:tracePt t="211297" x="2197100" y="6007100"/>
          <p14:tracePt t="211303" x="2157413" y="5980113"/>
          <p14:tracePt t="211319" x="2068513" y="5967413"/>
          <p14:tracePt t="211328" x="2014538" y="5967413"/>
          <p14:tracePt t="211338" x="1973263" y="5967413"/>
          <p14:tracePt t="211345" x="1925638" y="5967413"/>
          <p14:tracePt t="211355" x="1898650" y="5980113"/>
          <p14:tracePt t="211360" x="1871663" y="6007100"/>
          <p14:tracePt t="211372" x="1824038" y="6042025"/>
          <p14:tracePt t="211377" x="1809750" y="6081713"/>
          <p14:tracePt t="211389" x="1795463" y="6110288"/>
          <p14:tracePt t="211391" x="1782763" y="6149975"/>
          <p14:tracePt t="211402" x="1782763" y="6184900"/>
          <p14:tracePt t="211409" x="1782763" y="6238875"/>
          <p14:tracePt t="211421" x="1782763" y="6253163"/>
          <p14:tracePt t="211425" x="1782763" y="6300788"/>
          <p14:tracePt t="211436" x="1782763" y="6327775"/>
          <p14:tracePt t="211443" x="1809750" y="6340475"/>
          <p14:tracePt t="211454" x="1857375" y="6354763"/>
          <p14:tracePt t="211459" x="1884363" y="6354763"/>
          <p14:tracePt t="211472" x="1925638" y="6354763"/>
          <p14:tracePt t="211473" x="1973263" y="6354763"/>
          <p14:tracePt t="211482" x="2000250" y="6340475"/>
          <p14:tracePt t="211492" x="2014538" y="6327775"/>
          <p14:tracePt t="211499" x="2041525" y="6300788"/>
          <p14:tracePt t="211508" x="2068513" y="6238875"/>
          <p14:tracePt t="211520" x="2068513" y="6224588"/>
          <p14:tracePt t="211525" x="2081213" y="6197600"/>
          <p14:tracePt t="211539" x="2081213" y="6137275"/>
          <p14:tracePt t="211540" x="2081213" y="6110288"/>
          <p14:tracePt t="211548" x="2068513" y="6081713"/>
          <p14:tracePt t="211555" x="2054225" y="6069013"/>
          <p14:tracePt t="211565" x="2014538" y="6042025"/>
          <p14:tracePt t="211571" x="1985963" y="6021388"/>
          <p14:tracePt t="211583" x="1952625" y="6021388"/>
          <p14:tracePt t="211591" x="1898650" y="6007100"/>
          <p14:tracePt t="211599" x="1857375" y="6007100"/>
          <p14:tracePt t="211606" x="1824038" y="6007100"/>
          <p14:tracePt t="211615" x="1795463" y="6021388"/>
          <p14:tracePt t="211623" x="1755775" y="6054725"/>
          <p14:tracePt t="211633" x="1728788" y="6081713"/>
          <p14:tracePt t="211640" x="1708150" y="6110288"/>
          <p14:tracePt t="211650" x="1693863" y="6137275"/>
          <p14:tracePt t="211657" x="1681163" y="6170613"/>
          <p14:tracePt t="211665" x="1666875" y="6197600"/>
          <p14:tracePt t="211674" x="1666875" y="6224588"/>
          <p14:tracePt t="211684" x="1666875" y="6253163"/>
          <p14:tracePt t="211690" x="1666875" y="6265863"/>
          <p14:tracePt t="211699" x="1666875" y="6300788"/>
          <p14:tracePt t="211707" x="1693863" y="6313488"/>
          <p14:tracePt t="211714" x="1728788" y="6313488"/>
          <p14:tracePt t="211723" x="1768475" y="6313488"/>
          <p14:tracePt t="211730" x="1824038" y="6313488"/>
          <p14:tracePt t="211738" x="1871663" y="6313488"/>
          <p14:tracePt t="211747" x="1911350" y="6300788"/>
          <p14:tracePt t="211753" x="1938338" y="6280150"/>
          <p14:tracePt t="211769" x="2000250" y="6238875"/>
          <p14:tracePt t="211778" x="2027238" y="6211888"/>
          <p14:tracePt t="211788" x="2041525" y="6184900"/>
          <p14:tracePt t="211795" x="2041525" y="6170613"/>
          <p14:tracePt t="211806" x="2054225" y="6137275"/>
          <p14:tracePt t="211810" x="2054225" y="6122988"/>
          <p14:tracePt t="211822" x="2041525" y="6096000"/>
          <p14:tracePt t="211827" x="2014538" y="6081713"/>
          <p14:tracePt t="211841" x="1985963" y="6054725"/>
          <p14:tracePt t="211841" x="1973263" y="6054725"/>
          <p14:tracePt t="211852" x="1925638" y="6042025"/>
          <p14:tracePt t="211859" x="1898650" y="6042025"/>
          <p14:tracePt t="211870" x="1871663" y="6042025"/>
          <p14:tracePt t="211877" x="1836738" y="6042025"/>
          <p14:tracePt t="211887" x="1809750" y="6042025"/>
          <p14:tracePt t="211891" x="1795463" y="6042025"/>
          <p14:tracePt t="211903" x="1768475" y="6054725"/>
          <p14:tracePt t="211908" x="1755775" y="6069013"/>
          <p14:tracePt t="211921" x="1741488" y="6081713"/>
          <p14:tracePt t="211926" x="1741488" y="6096000"/>
          <p14:tracePt t="211938" x="1728788" y="6110288"/>
          <p14:tracePt t="211948" x="1728788" y="6122988"/>
          <p14:tracePt t="211957" x="1728788" y="6137275"/>
          <p14:tracePt t="211987" x="1755775" y="6137275"/>
          <p14:tracePt t="211996" x="1782763" y="6137275"/>
          <p14:tracePt t="212005" x="1824038" y="6137275"/>
          <p14:tracePt t="212014" x="1857375" y="6122988"/>
          <p14:tracePt t="212023" x="1884363" y="6096000"/>
          <p14:tracePt t="212032" x="1925638" y="6069013"/>
          <p14:tracePt t="212038" x="1938338" y="6054725"/>
          <p14:tracePt t="212049" x="1973263" y="6021388"/>
          <p14:tracePt t="212055" x="2000250" y="5994400"/>
          <p14:tracePt t="212064" x="2014538" y="5980113"/>
          <p14:tracePt t="212073" x="2014538" y="5953125"/>
          <p14:tracePt t="212086" x="2014538" y="5926138"/>
          <p14:tracePt t="212087" x="2014538" y="5911850"/>
          <p14:tracePt t="212095" x="2014538" y="5878513"/>
          <p14:tracePt t="212105" x="2000250" y="5864225"/>
          <p14:tracePt t="212114" x="1973263" y="5851525"/>
          <p14:tracePt t="212124" x="1925638" y="5837238"/>
          <p14:tracePt t="212131" x="1911350" y="5837238"/>
          <p14:tracePt t="212138" x="1857375" y="5837238"/>
          <p14:tracePt t="212147" x="1824038" y="5837238"/>
          <p14:tracePt t="212155" x="1782763" y="5837238"/>
          <p14:tracePt t="212163" x="1755775" y="5851525"/>
          <p14:tracePt t="212171" x="1728788" y="5878513"/>
          <p14:tracePt t="212183" x="1708150" y="5911850"/>
          <p14:tracePt t="212189" x="1693863" y="5938838"/>
          <p14:tracePt t="212198" x="1681163" y="5994400"/>
          <p14:tracePt t="212207" x="1666875" y="6042025"/>
          <p14:tracePt t="212214" x="1666875" y="6081713"/>
          <p14:tracePt t="212223" x="1666875" y="6110288"/>
          <p14:tracePt t="212230" x="1681163" y="6137275"/>
          <p14:tracePt t="212238" x="1708150" y="6170613"/>
          <p14:tracePt t="212250" x="1755775" y="6184900"/>
          <p14:tracePt t="212253" x="1795463" y="6197600"/>
          <p14:tracePt t="212261" x="1871663" y="6211888"/>
          <p14:tracePt t="212272" x="1938338" y="6211888"/>
          <p14:tracePt t="212276" x="2000250" y="6211888"/>
          <p14:tracePt t="212288" x="2054225" y="6184900"/>
          <p14:tracePt t="212293" x="2128838" y="6149975"/>
          <p14:tracePt t="212306" x="2170113" y="6110288"/>
          <p14:tracePt t="212310" x="2184400" y="6096000"/>
          <p14:tracePt t="212321" x="2232025" y="6054725"/>
          <p14:tracePt t="212327" x="2244725" y="6021388"/>
          <p14:tracePt t="212341" x="2259013" y="6007100"/>
          <p14:tracePt t="212342" x="2271713" y="5980113"/>
          <p14:tracePt t="212353" x="2271713" y="5953125"/>
          <p14:tracePt t="212370" x="2271713" y="5926138"/>
          <p14:tracePt t="212377" x="2271713" y="5911850"/>
          <p14:tracePt t="212387" x="2271713" y="5878513"/>
          <p14:tracePt t="212391" x="2259013" y="5878513"/>
          <p14:tracePt t="212404" x="2232025" y="5864225"/>
          <p14:tracePt t="212410" x="2197100" y="5851525"/>
          <p14:tracePt t="212421" x="2170113" y="5851525"/>
          <p14:tracePt t="212423" x="2143125" y="5851525"/>
          <p14:tracePt t="212432" x="2116138" y="5851525"/>
          <p14:tracePt t="212441" x="2081213" y="5851525"/>
          <p14:tracePt t="212453" x="2054225" y="5851525"/>
          <p14:tracePt t="212457" x="2027238" y="5864225"/>
          <p14:tracePt t="212467" x="2014538" y="5878513"/>
          <p14:tracePt t="212475" x="1985963" y="5911850"/>
          <p14:tracePt t="212488" x="1973263" y="5926138"/>
          <p14:tracePt t="212489" x="1952625" y="5938838"/>
          <p14:tracePt t="212498" x="1952625" y="5967413"/>
          <p14:tracePt t="212506" x="1938338" y="5980113"/>
          <p14:tracePt t="212515" x="1925638" y="6021388"/>
          <p14:tracePt t="212522" x="1925638" y="6054725"/>
          <p14:tracePt t="212531" x="1925638" y="6081713"/>
          <p14:tracePt t="212538" x="1925638" y="6122988"/>
          <p14:tracePt t="212549" x="1925638" y="6149975"/>
          <p14:tracePt t="212555" x="1938338" y="6197600"/>
          <p14:tracePt t="212565" x="1952625" y="6224588"/>
          <p14:tracePt t="212573" x="2000250" y="6253163"/>
          <p14:tracePt t="212582" x="2027238" y="6265863"/>
          <p14:tracePt t="212590" x="2054225" y="6280150"/>
          <p14:tracePt t="212598" x="2101850" y="6300788"/>
          <p14:tracePt t="212607" x="2143125" y="6300788"/>
          <p14:tracePt t="212614" x="2184400" y="6300788"/>
          <p14:tracePt t="212622" x="2211388" y="6300788"/>
          <p14:tracePt t="212630" x="2259013" y="6280150"/>
          <p14:tracePt t="212640" x="2271713" y="6265863"/>
          <p14:tracePt t="212648" x="2300288" y="6253163"/>
          <p14:tracePt t="212657" x="2327275" y="6224588"/>
          <p14:tracePt t="212664" x="2339975" y="6197600"/>
          <p14:tracePt t="212677" x="2339975" y="6170613"/>
          <p14:tracePt t="212679" x="2360613" y="6149975"/>
          <p14:tracePt t="212689" x="2360613" y="6122988"/>
          <p14:tracePt t="212698" x="2360613" y="6096000"/>
          <p14:tracePt t="212704" x="2360613" y="6069013"/>
          <p14:tracePt t="212714" x="2360613" y="6042025"/>
          <p14:tracePt t="212720" x="2339975" y="6007100"/>
          <p14:tracePt t="212730" x="2312988" y="5980113"/>
          <p14:tracePt t="212733" x="2271713" y="5953125"/>
          <p14:tracePt t="212744" x="2232025" y="5926138"/>
          <p14:tracePt t="212754" x="2184400" y="5911850"/>
          <p14:tracePt t="212762" x="2128838" y="5891213"/>
          <p14:tracePt t="212773" x="2081213" y="5891213"/>
          <p14:tracePt t="212774" x="2041525" y="5891213"/>
          <p14:tracePt t="212783" x="2014538" y="5891213"/>
          <p14:tracePt t="212794" x="1985963" y="5891213"/>
          <p14:tracePt t="212803" x="1952625" y="5911850"/>
          <p14:tracePt t="212811" x="1925638" y="5938838"/>
          <p14:tracePt t="212822" x="1911350" y="5953125"/>
          <p14:tracePt t="212823" x="1898650" y="5967413"/>
          <p14:tracePt t="212833" x="1898650" y="5994400"/>
          <p14:tracePt t="212843" x="1898650" y="6042025"/>
          <p14:tracePt t="212852" x="1898650" y="6054725"/>
          <p14:tracePt t="212859" x="1898650" y="6081713"/>
          <p14:tracePt t="212867" x="1898650" y="6110288"/>
          <p14:tracePt t="212876" x="1911350" y="6137275"/>
          <p14:tracePt t="212883" x="1925638" y="6149975"/>
          <p14:tracePt t="212891" x="1973263" y="6170613"/>
          <p14:tracePt t="212904" x="2000250" y="6184900"/>
          <p14:tracePt t="212908" x="2041525" y="6197600"/>
          <p14:tracePt t="212917" x="2081213" y="6197600"/>
          <p14:tracePt t="212925" x="2128838" y="6197600"/>
          <p14:tracePt t="212934" x="2170113" y="6197600"/>
          <p14:tracePt t="212938" x="2211388" y="6197600"/>
          <p14:tracePt t="212948" x="2232025" y="6184900"/>
          <p14:tracePt t="212956" x="2259013" y="6149975"/>
          <p14:tracePt t="212965" x="2300288" y="6122988"/>
          <p14:tracePt t="212973" x="2327275" y="6110288"/>
          <p14:tracePt t="212986" x="2339975" y="6081713"/>
          <p14:tracePt t="212987" x="2360613" y="6069013"/>
          <p14:tracePt t="212997" x="2374900" y="6042025"/>
          <p14:tracePt t="213007" x="2387600" y="6021388"/>
          <p14:tracePt t="213014" x="2387600" y="6007100"/>
          <p14:tracePt t="213024" x="2401888" y="5994400"/>
          <p14:tracePt t="213040" x="2401888" y="5980113"/>
          <p14:tracePt t="213048" x="2401888" y="5953125"/>
          <p14:tracePt t="213056" x="2374900" y="5938838"/>
          <p14:tracePt t="213070" x="2339975" y="5926138"/>
          <p14:tracePt t="213071" x="2300288" y="5926138"/>
          <p14:tracePt t="213080" x="2271713" y="5911850"/>
          <p14:tracePt t="213089" x="2211388" y="5911850"/>
          <p14:tracePt t="213097" x="2170113" y="5911850"/>
          <p14:tracePt t="213107" x="2128838" y="5911850"/>
          <p14:tracePt t="213113" x="2068513" y="5911850"/>
          <p14:tracePt t="213122" x="2027238" y="5926138"/>
          <p14:tracePt t="213128" x="2014538" y="5938838"/>
          <p14:tracePt t="213138" x="1952625" y="5980113"/>
          <p14:tracePt t="213145" x="1938338" y="6007100"/>
          <p14:tracePt t="213154" x="1911350" y="6054725"/>
          <p14:tracePt t="213164" x="1898650" y="6096000"/>
          <p14:tracePt t="213169" x="1884363" y="6137275"/>
          <p14:tracePt t="213182" x="1884363" y="6197600"/>
          <p14:tracePt t="213186" x="1884363" y="6253163"/>
          <p14:tracePt t="213197" x="1884363" y="6313488"/>
          <p14:tracePt t="213203" x="1898650" y="6367463"/>
          <p14:tracePt t="213213" x="1938338" y="6408738"/>
          <p14:tracePt t="213220" x="1985963" y="6470650"/>
          <p14:tracePt t="213231" x="2027238" y="6510338"/>
          <p14:tracePt t="213236" x="2081213" y="6524625"/>
          <p14:tracePt t="213248" x="2128838" y="6557963"/>
          <p14:tracePt t="213250" x="2184400" y="6557963"/>
          <p14:tracePt t="213260" x="2232025" y="6572250"/>
          <p14:tracePt t="213270" x="2271713" y="6572250"/>
          <p14:tracePt t="213277" x="2312988" y="6572250"/>
          <p14:tracePt t="213287" x="2360613" y="6545263"/>
          <p14:tracePt t="213292" x="2387600" y="6510338"/>
          <p14:tracePt t="213304" x="2414588" y="6483350"/>
          <p14:tracePt t="213309" x="2443163" y="6443663"/>
          <p14:tracePt t="213322" x="2455863" y="6396038"/>
          <p14:tracePt t="213323" x="2470150" y="6354763"/>
          <p14:tracePt t="213332" x="2470150" y="6300788"/>
          <p14:tracePt t="213342" x="2490788" y="6238875"/>
          <p14:tracePt t="213350" x="2490788" y="6184900"/>
          <p14:tracePt t="213359" x="2490788" y="6122988"/>
          <p14:tracePt t="213367" x="2490788" y="6069013"/>
          <p14:tracePt t="213373" x="2455863" y="6007100"/>
          <p14:tracePt t="213384" x="2428875" y="5967413"/>
          <p14:tracePt t="213391" x="2387600" y="5926138"/>
          <p14:tracePt t="213399" x="2339975" y="5891213"/>
          <p14:tracePt t="213408" x="2300288" y="5864225"/>
          <p14:tracePt t="213421" x="2244725" y="5851525"/>
          <p14:tracePt t="213422" x="2197100" y="5851525"/>
          <p14:tracePt t="213431" x="2128838" y="5851525"/>
          <p14:tracePt t="213440" x="2081213" y="5851525"/>
          <p14:tracePt t="213448" x="2027238" y="5851525"/>
          <p14:tracePt t="213457" x="2014538" y="5851525"/>
          <p14:tracePt t="213464" x="1938338" y="5891213"/>
          <p14:tracePt t="213471" x="1925638" y="5911850"/>
          <p14:tracePt t="213483" x="1898650" y="5938838"/>
          <p14:tracePt t="213489" x="1871663" y="5967413"/>
          <p14:tracePt t="213503" x="1871663" y="5994400"/>
          <p14:tracePt t="213504" x="1857375" y="6021388"/>
          <p14:tracePt t="213513" x="1836738" y="6081713"/>
          <p14:tracePt t="213523" x="1836738" y="6110288"/>
          <p14:tracePt t="213531" x="1836738" y="6137275"/>
          <p14:tracePt t="213540" x="1836738" y="6170613"/>
          <p14:tracePt t="213549" x="1857375" y="6197600"/>
          <p14:tracePt t="213555" x="1898650" y="6224588"/>
          <p14:tracePt t="213564" x="1925638" y="6253163"/>
          <p14:tracePt t="213570" x="1985963" y="6265863"/>
          <p14:tracePt t="213583" x="2041525" y="6265863"/>
          <p14:tracePt t="213588" x="2081213" y="6265863"/>
          <p14:tracePt t="213597" x="2157413" y="6265863"/>
          <p14:tracePt t="213604" x="2211388" y="6265863"/>
          <p14:tracePt t="213614" x="2259013" y="6253163"/>
          <p14:tracePt t="213620" x="2286000" y="6238875"/>
          <p14:tracePt t="213630" x="2327275" y="6197600"/>
          <p14:tracePt t="213636" x="2360613" y="6170613"/>
          <p14:tracePt t="213647" x="2387600" y="6149975"/>
          <p14:tracePt t="213653" x="2401888" y="6122988"/>
          <p14:tracePt t="213664" x="2414588" y="6110288"/>
          <p14:tracePt t="213670" x="2414588" y="6081713"/>
          <p14:tracePt t="213682" x="2414588" y="6042025"/>
          <p14:tracePt t="213683" x="2414588" y="6021388"/>
          <p14:tracePt t="213693" x="2401888" y="5994400"/>
          <p14:tracePt t="213702" x="2374900" y="5967413"/>
          <p14:tracePt t="213711" x="2312988" y="5926138"/>
          <p14:tracePt t="213722" x="2271713" y="5911850"/>
          <p14:tracePt t="213723" x="2211388" y="5891213"/>
          <p14:tracePt t="213733" x="2157413" y="5878513"/>
          <p14:tracePt t="213743" x="2101850" y="5878513"/>
          <p14:tracePt t="213752" x="2027238" y="5878513"/>
          <p14:tracePt t="213758" x="1985963" y="5878513"/>
          <p14:tracePt t="213770" x="1938338" y="5878513"/>
          <p14:tracePt t="213774" x="1925638" y="5891213"/>
          <p14:tracePt t="213786" x="1898650" y="5911850"/>
          <p14:tracePt t="213791" x="1871663" y="5953125"/>
          <p14:tracePt t="213804" x="1857375" y="5967413"/>
          <p14:tracePt t="213809" x="1836738" y="5994400"/>
          <p14:tracePt t="213822" x="1809750" y="6054725"/>
          <p14:tracePt t="213823" x="1809750" y="6081713"/>
          <p14:tracePt t="213832" x="1809750" y="6110288"/>
          <p14:tracePt t="213839" x="1809750" y="6149975"/>
          <p14:tracePt t="213849" x="1809750" y="6197600"/>
          <p14:tracePt t="213855" x="1809750" y="6211888"/>
          <p14:tracePt t="213865" x="1836738" y="6238875"/>
          <p14:tracePt t="213872" x="1857375" y="6253163"/>
          <p14:tracePt t="213883" x="1898650" y="6280150"/>
          <p14:tracePt t="213893" x="1925638" y="6300788"/>
          <p14:tracePt t="213898" x="1952625" y="6300788"/>
          <p14:tracePt t="213907" x="2000250" y="6300788"/>
          <p14:tracePt t="213916" x="2027238" y="6300788"/>
          <p14:tracePt t="213923" x="2041525" y="6300788"/>
          <p14:tracePt t="213932" x="2068513" y="6280150"/>
          <p14:tracePt t="213940" x="2101850" y="6253163"/>
          <p14:tracePt t="213950" x="2116138" y="6238875"/>
          <p14:tracePt t="213957" x="2128838" y="6224588"/>
          <p14:tracePt t="213965" x="2143125" y="6211888"/>
          <p14:tracePt t="213974" x="2143125" y="6197600"/>
          <p14:tracePt t="213984" x="2157413" y="6184900"/>
          <p14:tracePt t="213998" x="2157413" y="6170613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7AF8-5791-5042-A40B-81185561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Abelian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8942-FEF5-F448-97F9-AE8875DF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219" y="1762128"/>
            <a:ext cx="10094383" cy="4835224"/>
          </a:xfrm>
        </p:spPr>
        <p:txBody>
          <a:bodyPr/>
          <a:lstStyle/>
          <a:p>
            <a:r>
              <a:rPr lang="en-US" dirty="0"/>
              <a:t>Is {Z</a:t>
            </a:r>
            <a:r>
              <a:rPr lang="en-US" baseline="-25000" dirty="0"/>
              <a:t>11</a:t>
            </a:r>
            <a:r>
              <a:rPr lang="en-US" baseline="30000" dirty="0"/>
              <a:t>*</a:t>
            </a:r>
            <a:r>
              <a:rPr lang="en-US" dirty="0"/>
              <a:t>, Multiplication modulo 11} a finite abelian group?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Z</a:t>
            </a:r>
            <a:r>
              <a:rPr lang="en-US" sz="2000" baseline="-25000" dirty="0"/>
              <a:t>11</a:t>
            </a:r>
            <a:r>
              <a:rPr lang="en-US" sz="2000" baseline="30000" dirty="0"/>
              <a:t>*</a:t>
            </a:r>
            <a:r>
              <a:rPr lang="en-US" sz="2000" dirty="0"/>
              <a:t>={1,2,3,4,5,6,7,8,9,10}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(A1) Closure: </a:t>
            </a:r>
            <a:r>
              <a:rPr lang="en-US" sz="1800" dirty="0"/>
              <a:t>If </a:t>
            </a:r>
            <a:r>
              <a:rPr lang="en-US" sz="1800" i="1" dirty="0"/>
              <a:t>a</a:t>
            </a:r>
            <a:r>
              <a:rPr lang="en-US" sz="1800" dirty="0"/>
              <a:t> and </a:t>
            </a:r>
            <a:r>
              <a:rPr lang="en-US" sz="1800" i="1" dirty="0"/>
              <a:t>b</a:t>
            </a:r>
            <a:r>
              <a:rPr lang="en-US" sz="1800" dirty="0"/>
              <a:t> belong to </a:t>
            </a:r>
            <a:r>
              <a:rPr lang="en-US" sz="1800" i="1" dirty="0"/>
              <a:t>G</a:t>
            </a:r>
            <a:r>
              <a:rPr lang="en-US" sz="1800" dirty="0"/>
              <a:t>, then </a:t>
            </a:r>
            <a:r>
              <a:rPr lang="en-US" sz="1800" b="1" i="1" u="sng" dirty="0"/>
              <a:t>a</a:t>
            </a:r>
            <a:r>
              <a:rPr lang="en-US" sz="1600" b="1" i="1" u="sng" dirty="0"/>
              <a:t>*</a:t>
            </a:r>
            <a:r>
              <a:rPr lang="en-US" sz="1800" b="1" i="1" u="sng" dirty="0"/>
              <a:t>b mod 11</a:t>
            </a:r>
            <a:r>
              <a:rPr lang="en-US" sz="1800" b="1" u="sng" dirty="0"/>
              <a:t> </a:t>
            </a:r>
            <a:r>
              <a:rPr lang="en-US" sz="1800" dirty="0"/>
              <a:t>is also 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(A2) Associative: </a:t>
            </a:r>
            <a:r>
              <a:rPr lang="en-US" sz="1800" b="1" i="1" u="sng" dirty="0"/>
              <a:t>a</a:t>
            </a:r>
            <a:r>
              <a:rPr lang="en-US" sz="1600" b="1" u="sng" dirty="0"/>
              <a:t>*</a:t>
            </a:r>
            <a:r>
              <a:rPr lang="en-US" sz="1800" b="1" i="1" u="sng" dirty="0"/>
              <a:t>(b</a:t>
            </a:r>
            <a:r>
              <a:rPr lang="en-US" sz="1600" b="1" u="sng" dirty="0"/>
              <a:t>*</a:t>
            </a:r>
            <a:r>
              <a:rPr lang="en-US" sz="1800" b="1" i="1" u="sng" dirty="0"/>
              <a:t>c mod 11) mod 11 = (a</a:t>
            </a:r>
            <a:r>
              <a:rPr lang="en-US" sz="1600" b="1" u="sng" dirty="0"/>
              <a:t>*</a:t>
            </a:r>
            <a:r>
              <a:rPr lang="en-US" sz="1800" b="1" i="1" u="sng" dirty="0"/>
              <a:t>b mod 11)</a:t>
            </a:r>
            <a:r>
              <a:rPr lang="en-US" sz="1600" b="1" u="sng" dirty="0"/>
              <a:t>*</a:t>
            </a:r>
            <a:r>
              <a:rPr lang="en-US" sz="1800" b="1" i="1" u="sng" dirty="0"/>
              <a:t>c mod 11 </a:t>
            </a:r>
            <a:r>
              <a:rPr lang="en-US" sz="1800" dirty="0"/>
              <a:t>for all </a:t>
            </a:r>
            <a:r>
              <a:rPr lang="en-US" sz="1800" i="1" dirty="0"/>
              <a:t>a, b, c </a:t>
            </a:r>
            <a:r>
              <a:rPr lang="en-US" sz="1800" dirty="0"/>
              <a:t>in </a:t>
            </a:r>
            <a:r>
              <a:rPr lang="en-US" sz="18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(A3) Identity element: </a:t>
            </a:r>
          </a:p>
          <a:p>
            <a:pPr lvl="2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1600" dirty="0"/>
              <a:t>There is an element </a:t>
            </a:r>
            <a:r>
              <a:rPr lang="en-US" sz="1600" b="1" i="1" u="sng" dirty="0"/>
              <a:t>e=1</a:t>
            </a:r>
            <a:r>
              <a:rPr lang="en-US" sz="1600" dirty="0"/>
              <a:t> in </a:t>
            </a:r>
            <a:r>
              <a:rPr lang="en-US" sz="1600" i="1" dirty="0"/>
              <a:t>G</a:t>
            </a:r>
            <a:r>
              <a:rPr lang="en-US" sz="1600" dirty="0"/>
              <a:t> such that </a:t>
            </a:r>
            <a:r>
              <a:rPr lang="en-US" sz="1600" b="1" i="1" u="sng" dirty="0"/>
              <a:t>a</a:t>
            </a:r>
            <a:r>
              <a:rPr lang="en-US" sz="1400" b="1" u="sng" dirty="0"/>
              <a:t>*</a:t>
            </a:r>
            <a:r>
              <a:rPr lang="en-US" sz="1600" b="1" i="1" u="sng" dirty="0"/>
              <a:t>1 mod 11 = 1</a:t>
            </a:r>
            <a:r>
              <a:rPr lang="en-US" sz="1400" b="1" u="sng" dirty="0"/>
              <a:t>*</a:t>
            </a:r>
            <a:r>
              <a:rPr lang="en-US" sz="1600" b="1" i="1" u="sng" dirty="0"/>
              <a:t>a mod 11 = a</a:t>
            </a:r>
            <a:r>
              <a:rPr lang="en-US" sz="1600" i="1" dirty="0"/>
              <a:t> </a:t>
            </a:r>
            <a:r>
              <a:rPr lang="en-US" sz="1600" dirty="0"/>
              <a:t>for all </a:t>
            </a:r>
            <a:r>
              <a:rPr lang="en-US" sz="1600" i="1" dirty="0"/>
              <a:t>a</a:t>
            </a:r>
            <a:r>
              <a:rPr lang="en-US" sz="1600" dirty="0"/>
              <a:t> in </a:t>
            </a:r>
            <a:r>
              <a:rPr lang="en-US" sz="1600" i="1" dirty="0"/>
              <a:t>G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(A4) Inverse element: </a:t>
            </a:r>
          </a:p>
          <a:p>
            <a:pPr lvl="2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1600" dirty="0"/>
              <a:t>For each </a:t>
            </a:r>
            <a:r>
              <a:rPr lang="en-US" sz="1600" i="1" dirty="0"/>
              <a:t>a</a:t>
            </a:r>
            <a:r>
              <a:rPr lang="en-US" sz="1600" dirty="0"/>
              <a:t> in </a:t>
            </a:r>
            <a:r>
              <a:rPr lang="en-US" sz="1600" i="1" dirty="0"/>
              <a:t>G</a:t>
            </a:r>
            <a:r>
              <a:rPr lang="en-US" sz="1600" dirty="0"/>
              <a:t>, there is an element </a:t>
            </a:r>
            <a:r>
              <a:rPr lang="en-US" sz="1600" i="1" dirty="0"/>
              <a:t>a</a:t>
            </a:r>
            <a:r>
              <a:rPr lang="en-US" sz="1600" i="1" baseline="30000" dirty="0"/>
              <a:t>’</a:t>
            </a:r>
            <a:r>
              <a:rPr lang="en-US" sz="1600" dirty="0"/>
              <a:t> in </a:t>
            </a:r>
            <a:r>
              <a:rPr lang="en-US" sz="1600" i="1" dirty="0"/>
              <a:t>G </a:t>
            </a:r>
            <a:r>
              <a:rPr lang="en-US" sz="1600" dirty="0"/>
              <a:t>such that </a:t>
            </a:r>
            <a:r>
              <a:rPr lang="en-US" sz="1600" b="1" i="1" u="sng" dirty="0"/>
              <a:t>a</a:t>
            </a:r>
            <a:r>
              <a:rPr lang="en-US" sz="1400" b="1" u="sng" dirty="0"/>
              <a:t>*</a:t>
            </a:r>
            <a:r>
              <a:rPr lang="en-US" sz="1600" b="1" i="1" u="sng" dirty="0"/>
              <a:t>a</a:t>
            </a:r>
            <a:r>
              <a:rPr lang="en-US" sz="1400" b="1" i="1" u="sng" baseline="30000" dirty="0"/>
              <a:t>’</a:t>
            </a:r>
            <a:r>
              <a:rPr lang="en-US" sz="1600" b="1" i="1" u="sng" dirty="0"/>
              <a:t> mod 11 = a</a:t>
            </a:r>
            <a:r>
              <a:rPr lang="en-US" sz="1400" b="1" i="1" u="sng" baseline="30000" dirty="0"/>
              <a:t>’</a:t>
            </a:r>
            <a:r>
              <a:rPr lang="en-US" sz="1400" b="1" u="sng" dirty="0"/>
              <a:t>*</a:t>
            </a:r>
            <a:r>
              <a:rPr lang="en-US" sz="1600" b="1" i="1" u="sng" dirty="0"/>
              <a:t>a mod 11= 1</a:t>
            </a:r>
          </a:p>
          <a:p>
            <a:pPr lvl="2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1600" b="1" u="sng" dirty="0">
                <a:solidFill>
                  <a:srgbClr val="FF0000"/>
                </a:solidFill>
              </a:rPr>
              <a:t>Because every element in Z</a:t>
            </a:r>
            <a:r>
              <a:rPr lang="en-US" sz="1600" b="1" u="sng" baseline="-25000" dirty="0">
                <a:solidFill>
                  <a:srgbClr val="FF0000"/>
                </a:solidFill>
              </a:rPr>
              <a:t>11</a:t>
            </a:r>
            <a:r>
              <a:rPr lang="en-US" sz="1600" b="1" u="sng" baseline="30000" dirty="0">
                <a:solidFill>
                  <a:srgbClr val="FF0000"/>
                </a:solidFill>
              </a:rPr>
              <a:t>* </a:t>
            </a:r>
            <a:r>
              <a:rPr lang="en-US" sz="1600" b="1" u="sng" dirty="0">
                <a:solidFill>
                  <a:srgbClr val="FF0000"/>
                </a:solidFill>
              </a:rPr>
              <a:t>is relatively prime with 11. </a:t>
            </a:r>
            <a:r>
              <a:rPr lang="en-US" sz="1600" b="1" u="sng" dirty="0" err="1">
                <a:solidFill>
                  <a:srgbClr val="FF0000"/>
                </a:solidFill>
              </a:rPr>
              <a:t>gcd</a:t>
            </a:r>
            <a:r>
              <a:rPr lang="en-US" sz="1600" b="1" u="sng" dirty="0">
                <a:solidFill>
                  <a:srgbClr val="FF0000"/>
                </a:solidFill>
              </a:rPr>
              <a:t>(</a:t>
            </a:r>
            <a:r>
              <a:rPr lang="en-US" sz="1600" b="1" i="1" u="sng" dirty="0">
                <a:solidFill>
                  <a:srgbClr val="FF0000"/>
                </a:solidFill>
              </a:rPr>
              <a:t>a</a:t>
            </a:r>
            <a:r>
              <a:rPr lang="en-US" sz="1600" b="1" u="sng" dirty="0">
                <a:solidFill>
                  <a:srgbClr val="FF0000"/>
                </a:solidFill>
              </a:rPr>
              <a:t>, 11) = 1</a:t>
            </a:r>
          </a:p>
          <a:p>
            <a:pPr lvl="1" fontAlgn="auto">
              <a:spcBef>
                <a:spcPts val="1300"/>
              </a:spcBef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/>
              <a:t>(A5) Commutative: </a:t>
            </a:r>
          </a:p>
          <a:p>
            <a:pPr lvl="2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1800" b="1" i="1" u="sng" dirty="0"/>
              <a:t>a</a:t>
            </a:r>
            <a:r>
              <a:rPr lang="en-US" sz="1600" b="1" u="sng" dirty="0"/>
              <a:t>*</a:t>
            </a:r>
            <a:r>
              <a:rPr lang="en-US" sz="1800" b="1" i="1" u="sng" dirty="0"/>
              <a:t>b mod 11 = b</a:t>
            </a:r>
            <a:r>
              <a:rPr lang="en-US" sz="1600" b="1" u="sng" dirty="0"/>
              <a:t>*</a:t>
            </a:r>
            <a:r>
              <a:rPr lang="en-US" sz="1800" b="1" i="1" u="sng" dirty="0"/>
              <a:t>a mod 11</a:t>
            </a:r>
            <a:r>
              <a:rPr lang="en-US" sz="1800" i="1" dirty="0"/>
              <a:t>, </a:t>
            </a:r>
            <a:r>
              <a:rPr lang="en-US" sz="1800" dirty="0"/>
              <a:t>for all </a:t>
            </a:r>
            <a:r>
              <a:rPr lang="en-US" sz="1800" i="1" dirty="0"/>
              <a:t>a, b </a:t>
            </a:r>
            <a:r>
              <a:rPr lang="en-US" sz="1800" dirty="0"/>
              <a:t>in </a:t>
            </a:r>
            <a:r>
              <a:rPr lang="en-US" sz="1800" i="1" dirty="0"/>
              <a:t>G</a:t>
            </a:r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19A7D-79C8-D843-8980-7C21E1EF47B9}"/>
              </a:ext>
            </a:extLst>
          </p:cNvPr>
          <p:cNvSpPr/>
          <p:nvPr/>
        </p:nvSpPr>
        <p:spPr>
          <a:xfrm>
            <a:off x="10056440" y="1556792"/>
            <a:ext cx="1608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Yes!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836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960"/>
    </mc:Choice>
    <mc:Fallback xmlns="">
      <p:transition spd="slow" advTm="192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  <p:bldP spid="5" grpId="0" build="p" bldLvl="3"/>
    </p:bldLst>
  </p:timing>
  <p:extLst>
    <p:ext uri="{3A86A75C-4F4B-4683-9AE1-C65F6400EC91}">
      <p14:laserTraceLst xmlns:p14="http://schemas.microsoft.com/office/powerpoint/2010/main">
        <p14:tracePtLst>
          <p14:tracePt t="8228" x="2157413" y="6149975"/>
          <p14:tracePt t="8240" x="2157413" y="6137275"/>
          <p14:tracePt t="8241" x="2157413" y="6096000"/>
          <p14:tracePt t="8249" x="2157413" y="6069013"/>
          <p14:tracePt t="8258" x="2170113" y="6021388"/>
          <p14:tracePt t="8267" x="2184400" y="5967413"/>
          <p14:tracePt t="8274" x="2197100" y="5851525"/>
          <p14:tracePt t="8284" x="2197100" y="5795963"/>
          <p14:tracePt t="8292" x="2232025" y="5681663"/>
          <p14:tracePt t="8300" x="2232025" y="5578475"/>
          <p14:tracePt t="8310" x="2259013" y="5360988"/>
          <p14:tracePt t="8317" x="2259013" y="5218113"/>
          <p14:tracePt t="8323" x="2271713" y="5075238"/>
          <p14:tracePt t="8333" x="2271713" y="4919663"/>
          <p14:tracePt t="8342" x="2271713" y="4756150"/>
          <p14:tracePt t="8349" x="2271713" y="4598988"/>
          <p14:tracePt t="8357" x="2259013" y="4429125"/>
          <p14:tracePt t="8367" x="2232025" y="4354513"/>
          <p14:tracePt t="8374" x="2197100" y="4238625"/>
          <p14:tracePt t="8383" x="2157413" y="4110038"/>
          <p14:tracePt t="8391" x="2116138" y="4014788"/>
          <p14:tracePt t="8400" x="2068513" y="3925888"/>
          <p14:tracePt t="8409" x="2041525" y="3851275"/>
          <p14:tracePt t="8415" x="2014538" y="3783013"/>
          <p14:tracePt t="8425" x="1985963" y="3721100"/>
          <p14:tracePt t="8432" x="1973263" y="3667125"/>
          <p14:tracePt t="8441" x="1938338" y="3625850"/>
          <p14:tracePt t="8449" x="1925638" y="3592513"/>
          <p14:tracePt t="8458" x="1911350" y="3524250"/>
          <p14:tracePt t="8465" x="1898650" y="3509963"/>
          <p14:tracePt t="8473" x="1884363" y="3462338"/>
          <p14:tracePt t="8483" x="1871663" y="3408363"/>
          <p14:tracePt t="8490" x="1857375" y="3360738"/>
          <p14:tracePt t="8497" x="1836738" y="3319463"/>
          <p14:tracePt t="8509" x="1836738" y="3265488"/>
          <p14:tracePt t="8521" x="1824038" y="3136900"/>
          <p14:tracePt t="8529" x="1809750" y="3062288"/>
          <p14:tracePt t="8539" x="1809750" y="2994025"/>
          <p14:tracePt t="8546" x="1809750" y="2919413"/>
          <p14:tracePt t="8556" x="1809750" y="2878138"/>
          <p14:tracePt t="8563" x="1809750" y="2830513"/>
          <p14:tracePt t="8573" x="1809750" y="2789238"/>
          <p14:tracePt t="8579" x="1809750" y="2747963"/>
          <p14:tracePt t="8589" x="1809750" y="2714625"/>
          <p14:tracePt t="8804" x="1824038" y="2673350"/>
          <p14:tracePt t="8814" x="1836738" y="2646363"/>
          <p14:tracePt t="8824" x="1884363" y="2598738"/>
          <p14:tracePt t="8832" x="1898650" y="2571750"/>
          <p14:tracePt t="8841" x="1925638" y="2544763"/>
          <p14:tracePt t="8848" x="1952625" y="2503488"/>
          <p14:tracePt t="8858" x="1985963" y="2470150"/>
          <p14:tracePt t="8866" x="2000250" y="2428875"/>
          <p14:tracePt t="8872" x="2041525" y="2374900"/>
          <p14:tracePt t="8882" x="2068513" y="2312988"/>
          <p14:tracePt t="8890" x="2101850" y="2259013"/>
          <p14:tracePt t="8899" x="2116138" y="2184400"/>
          <p14:tracePt t="8907" x="2143125" y="2128838"/>
          <p14:tracePt t="8914" x="2143125" y="2101850"/>
          <p14:tracePt t="8925" x="2143125" y="2054225"/>
          <p14:tracePt t="8930" x="2157413" y="2014538"/>
          <p14:tracePt t="8941" x="2157413" y="1973263"/>
          <p14:tracePt t="8948" x="2157413" y="1938338"/>
          <p14:tracePt t="8957" x="2157413" y="1925638"/>
          <p14:tracePt t="8965" x="2157413" y="1911350"/>
          <p14:tracePt t="8974" x="2157413" y="1884363"/>
          <p14:tracePt t="8991" x="2157413" y="1871663"/>
          <p14:tracePt t="8997" x="2157413" y="1857375"/>
          <p14:tracePt t="9008" x="2143125" y="1857375"/>
          <p14:tracePt t="9012" x="2143125" y="1836738"/>
          <p14:tracePt t="9024" x="2128838" y="1836738"/>
          <p14:tracePt t="9028" x="2116138" y="1824038"/>
          <p14:tracePt t="9041" x="2101850" y="1824038"/>
          <p14:tracePt t="9045" x="2101850" y="1809750"/>
          <p14:tracePt t="9058" x="2081213" y="1809750"/>
          <p14:tracePt t="9069" x="2068513" y="1809750"/>
          <p14:tracePt t="9083" x="2054225" y="1809750"/>
          <p14:tracePt t="9108" x="2054225" y="1795463"/>
          <p14:tracePt t="9116" x="2041525" y="1795463"/>
          <p14:tracePt t="9222" x="2041525" y="1782763"/>
          <p14:tracePt t="9255" x="2041525" y="1768475"/>
          <p14:tracePt t="9272" x="2041525" y="1755775"/>
          <p14:tracePt t="9280" x="2054225" y="1755775"/>
          <p14:tracePt t="9290" x="2054225" y="1741488"/>
          <p14:tracePt t="9298" x="2068513" y="1728788"/>
          <p14:tracePt t="9315" x="2081213" y="1728788"/>
          <p14:tracePt t="9324" x="2081213" y="1708150"/>
          <p14:tracePt t="9332" x="2101850" y="1708150"/>
          <p14:tracePt t="9354" x="2116138" y="1708150"/>
          <p14:tracePt t="9779" x="2128838" y="1708150"/>
          <p14:tracePt t="9803" x="2143125" y="1708150"/>
          <p14:tracePt t="9821" x="2157413" y="1693863"/>
          <p14:tracePt t="9830" x="2170113" y="1693863"/>
          <p14:tracePt t="9845" x="2184400" y="1693863"/>
          <p14:tracePt t="9861" x="2197100" y="1693863"/>
          <p14:tracePt t="9871" x="2211388" y="1693863"/>
          <p14:tracePt t="9902" x="2232025" y="1693863"/>
          <p14:tracePt t="10106" x="2232025" y="1708150"/>
          <p14:tracePt t="10147" x="2232025" y="1728788"/>
          <p14:tracePt t="10172" x="2232025" y="1741488"/>
          <p14:tracePt t="10181" x="2244725" y="1755775"/>
          <p14:tracePt t="10196" x="2259013" y="1768475"/>
          <p14:tracePt t="10206" x="2271713" y="1782763"/>
          <p14:tracePt t="10216" x="2286000" y="1795463"/>
          <p14:tracePt t="10222" x="2300288" y="1809750"/>
          <p14:tracePt t="10231" x="2312988" y="1824038"/>
          <p14:tracePt t="10238" x="2327275" y="1836738"/>
          <p14:tracePt t="10247" x="2339975" y="1857375"/>
          <p14:tracePt t="10255" x="2339975" y="1871663"/>
          <p14:tracePt t="10263" x="2360613" y="1884363"/>
          <p14:tracePt t="10272" x="2374900" y="1898650"/>
          <p14:tracePt t="10288" x="2387600" y="1911350"/>
          <p14:tracePt t="10311" x="2401888" y="1925638"/>
          <p14:tracePt t="10401" x="2414588" y="1925638"/>
          <p14:tracePt t="10425" x="2428875" y="1925638"/>
          <p14:tracePt t="10442" x="2443163" y="1925638"/>
          <p14:tracePt t="10460" x="2455863" y="1925638"/>
          <p14:tracePt t="10470" x="2470150" y="1925638"/>
          <p14:tracePt t="11081" x="2490788" y="1925638"/>
          <p14:tracePt t="11105" x="2503488" y="1938338"/>
          <p14:tracePt t="11114" x="2517775" y="1938338"/>
          <p14:tracePt t="11123" x="2530475" y="1938338"/>
          <p14:tracePt t="11132" x="2530475" y="1952625"/>
          <p14:tracePt t="11139" x="2544763" y="1973263"/>
          <p14:tracePt t="11147" x="2557463" y="1985963"/>
          <p14:tracePt t="11155" x="2586038" y="1985963"/>
          <p14:tracePt t="11163" x="2598738" y="2000250"/>
          <p14:tracePt t="11172" x="2633663" y="2014538"/>
          <p14:tracePt t="11179" x="2646363" y="2027238"/>
          <p14:tracePt t="11189" x="2673350" y="2041525"/>
          <p14:tracePt t="11196" x="2700338" y="2041525"/>
          <p14:tracePt t="11206" x="2735263" y="2054225"/>
          <p14:tracePt t="11216" x="2776538" y="2054225"/>
          <p14:tracePt t="11222" x="2803525" y="2054225"/>
          <p14:tracePt t="11229" x="2830513" y="2054225"/>
          <p14:tracePt t="11239" x="2890838" y="2054225"/>
          <p14:tracePt t="11246" x="2919413" y="2054225"/>
          <p14:tracePt t="11256" x="2959100" y="2054225"/>
          <p14:tracePt t="11727" x="2994025" y="2054225"/>
          <p14:tracePt t="11738" x="3021013" y="2054225"/>
          <p14:tracePt t="11746" x="3048000" y="2054225"/>
          <p14:tracePt t="11756" x="3122613" y="2068513"/>
          <p14:tracePt t="11762" x="3190875" y="2101850"/>
          <p14:tracePt t="11773" x="3319463" y="2116138"/>
          <p14:tracePt t="11779" x="3381375" y="2128838"/>
          <p14:tracePt t="11790" x="3476625" y="2143125"/>
          <p14:tracePt t="11796" x="3592513" y="2143125"/>
          <p14:tracePt t="11807" x="3708400" y="2157413"/>
          <p14:tracePt t="11812" x="3911600" y="2170113"/>
          <p14:tracePt t="11823" x="3979863" y="2170113"/>
          <p14:tracePt t="11827" x="4095750" y="2170113"/>
          <p14:tracePt t="11840" x="4197350" y="2170113"/>
          <p14:tracePt t="11844" x="4300538" y="2170113"/>
          <p14:tracePt t="11855" x="4340225" y="2170113"/>
          <p14:tracePt t="11861" x="4414838" y="2170113"/>
          <p14:tracePt t="11868" x="4497388" y="2170113"/>
          <p14:tracePt t="11878" x="4530725" y="2170113"/>
          <p14:tracePt t="11885" x="4572000" y="2170113"/>
          <p14:tracePt t="12203" x="4598988" y="2170113"/>
          <p14:tracePt t="12213" x="4646613" y="2170113"/>
          <p14:tracePt t="12223" x="4687888" y="2170113"/>
          <p14:tracePt t="12228" x="4741863" y="2170113"/>
          <p14:tracePt t="12239" x="4803775" y="2170113"/>
          <p14:tracePt t="12245" x="4857750" y="2184400"/>
          <p14:tracePt t="12257" x="4919663" y="2184400"/>
          <p14:tracePt t="12261" x="4986338" y="2197100"/>
          <p14:tracePt t="12273" x="5048250" y="2197100"/>
          <p14:tracePt t="12278" x="5102225" y="2211388"/>
          <p14:tracePt t="12289" x="5129213" y="2211388"/>
          <p14:tracePt t="12294" x="5191125" y="2211388"/>
          <p14:tracePt t="12306" x="5218113" y="2211388"/>
          <p14:tracePt t="12311" x="5259388" y="2211388"/>
          <p14:tracePt t="12322" x="5292725" y="2211388"/>
          <p14:tracePt t="12328" x="5319713" y="2211388"/>
          <p14:tracePt t="12335" x="5334000" y="2211388"/>
          <p14:tracePt t="12344" x="5348288" y="2211388"/>
          <p14:tracePt t="12355" x="5360988" y="2211388"/>
          <p14:tracePt t="12361" x="5375275" y="2211388"/>
          <p14:tracePt t="12636" x="5387975" y="2211388"/>
          <p14:tracePt t="12645" x="5422900" y="2211388"/>
          <p14:tracePt t="12655" x="5462588" y="2211388"/>
          <p14:tracePt t="12663" x="5503863" y="2211388"/>
          <p14:tracePt t="12673" x="5551488" y="2211388"/>
          <p14:tracePt t="12679" x="5605463" y="2232025"/>
          <p14:tracePt t="12690" x="5667375" y="2244725"/>
          <p14:tracePt t="12696" x="5708650" y="2244725"/>
          <p14:tracePt t="12707" x="5762625" y="2259013"/>
          <p14:tracePt t="12713" x="5795963" y="2271713"/>
          <p14:tracePt t="12724" x="5837238" y="2271713"/>
          <p14:tracePt t="12728" x="5878513" y="2286000"/>
          <p14:tracePt t="12740" x="5911850" y="2286000"/>
          <p14:tracePt t="12746" x="5938838" y="2300288"/>
          <p14:tracePt t="12757" x="5953125" y="2300288"/>
          <p14:tracePt t="12761" x="5967413" y="2300288"/>
          <p14:tracePt t="12773" x="5980113" y="2300288"/>
          <p14:tracePt t="12789" x="5994400" y="2300288"/>
          <p14:tracePt t="12811" x="6007100" y="2300288"/>
          <p14:tracePt t="13815" x="6021388" y="2300288"/>
          <p14:tracePt t="13825" x="6054725" y="2300288"/>
          <p14:tracePt t="13833" x="6081713" y="2300288"/>
          <p14:tracePt t="13842" x="6137275" y="2300288"/>
          <p14:tracePt t="13850" x="6184900" y="2300288"/>
          <p14:tracePt t="13859" x="6238875" y="2300288"/>
          <p14:tracePt t="13867" x="6300788" y="2300288"/>
          <p14:tracePt t="13873" x="6354763" y="2300288"/>
          <p14:tracePt t="13883" x="6408738" y="2300288"/>
          <p14:tracePt t="13891" x="6443663" y="2286000"/>
          <p14:tracePt t="13900" x="6483350" y="2286000"/>
          <p14:tracePt t="13908" x="6524625" y="2286000"/>
          <p14:tracePt t="13921" x="6572250" y="2286000"/>
          <p14:tracePt t="13926" x="6599238" y="2271713"/>
          <p14:tracePt t="13933" x="6626225" y="2271713"/>
          <p14:tracePt t="13940" x="6640513" y="2259013"/>
          <p14:tracePt t="13949" x="6653213" y="2259013"/>
          <p14:tracePt t="13965" x="6673850" y="2259013"/>
          <p14:tracePt t="13988" x="6688138" y="2259013"/>
          <p14:tracePt t="20941" x="6673850" y="2259013"/>
          <p14:tracePt t="20949" x="6640513" y="2259013"/>
          <p14:tracePt t="20959" x="6613525" y="2259013"/>
          <p14:tracePt t="20967" x="6557963" y="2271713"/>
          <p14:tracePt t="20976" x="6510338" y="2300288"/>
          <p14:tracePt t="20984" x="6456363" y="2327275"/>
          <p14:tracePt t="20991" x="6396038" y="2360613"/>
          <p14:tracePt t="21001" x="6313488" y="2401888"/>
          <p14:tracePt t="21008" x="6122988" y="2455863"/>
          <p14:tracePt t="21018" x="5891213" y="2530475"/>
          <p14:tracePt t="21024" x="5578475" y="2619375"/>
          <p14:tracePt t="21034" x="5218113" y="2687638"/>
          <p14:tracePt t="21042" x="4816475" y="2762250"/>
          <p14:tracePt t="21048" x="4387850" y="2843213"/>
          <p14:tracePt t="21058" x="3925888" y="2919413"/>
          <p14:tracePt t="21064" x="3756025" y="2946400"/>
          <p14:tracePt t="21077" x="3422650" y="3006725"/>
          <p14:tracePt t="21081" x="3292475" y="3033713"/>
          <p14:tracePt t="21093" x="3089275" y="3062288"/>
          <p14:tracePt t="21097" x="3033713" y="3074988"/>
          <p14:tracePt t="21111" x="2905125" y="3089275"/>
          <p14:tracePt t="21112" x="2830513" y="3101975"/>
          <p14:tracePt t="21122" x="2803525" y="3101975"/>
          <p14:tracePt t="21130" x="2762250" y="3101975"/>
          <p14:tracePt t="21389" x="2762250" y="3089275"/>
          <p14:tracePt t="21398" x="2762250" y="3074988"/>
          <p14:tracePt t="21406" x="2762250" y="3033713"/>
          <p14:tracePt t="21417" x="2762250" y="2994025"/>
          <p14:tracePt t="21424" x="2747963" y="2905125"/>
          <p14:tracePt t="21431" x="2735263" y="2863850"/>
          <p14:tracePt t="21441" x="2687638" y="2776538"/>
          <p14:tracePt t="21447" x="2646363" y="2673350"/>
          <p14:tracePt t="21458" x="2598738" y="2598738"/>
          <p14:tracePt t="21464" x="2544763" y="2517775"/>
          <p14:tracePt t="21473" x="2503488" y="2470150"/>
          <p14:tracePt t="21480" x="2470150" y="2455863"/>
          <p14:tracePt t="21491" x="2443163" y="2428875"/>
          <p14:tracePt t="21498" x="2374900" y="2401888"/>
          <p14:tracePt t="21509" x="2327275" y="2401888"/>
          <p14:tracePt t="21515" x="2286000" y="2401888"/>
          <p14:tracePt t="21524" x="2259013" y="2401888"/>
          <p14:tracePt t="21532" x="2232025" y="2401888"/>
          <p14:tracePt t="21546" x="2197100" y="2401888"/>
          <p14:tracePt t="21547" x="2170113" y="2401888"/>
          <p14:tracePt t="21555" x="2143125" y="2414588"/>
          <p14:tracePt t="21565" x="2116138" y="2428875"/>
          <p14:tracePt t="21574" x="2081213" y="2443163"/>
          <p14:tracePt t="21581" x="2068513" y="2455863"/>
          <p14:tracePt t="21590" x="2041525" y="2490788"/>
          <p14:tracePt t="21595" x="2041525" y="2517775"/>
          <p14:tracePt t="21607" x="2027238" y="2544763"/>
          <p14:tracePt t="21613" x="2014538" y="2557463"/>
          <p14:tracePt t="21623" x="2014538" y="2598738"/>
          <p14:tracePt t="21630" x="2014538" y="2633663"/>
          <p14:tracePt t="21639" x="2014538" y="2646363"/>
          <p14:tracePt t="21650" x="2014538" y="2673350"/>
          <p14:tracePt t="21654" x="2027238" y="2700338"/>
          <p14:tracePt t="21665" x="2041525" y="2714625"/>
          <p14:tracePt t="21671" x="2068513" y="2735263"/>
          <p14:tracePt t="21681" x="2081213" y="2747963"/>
          <p14:tracePt t="21687" x="2116138" y="2747963"/>
          <p14:tracePt t="21699" x="2157413" y="2747963"/>
          <p14:tracePt t="21701" x="2170113" y="2747963"/>
          <p14:tracePt t="21709" x="2211388" y="2747963"/>
          <p14:tracePt t="21719" x="2232025" y="2747963"/>
          <p14:tracePt t="21729" x="2244725" y="2714625"/>
          <p14:tracePt t="21737" x="2271713" y="2687638"/>
          <p14:tracePt t="21744" x="2286000" y="2660650"/>
          <p14:tracePt t="21753" x="2286000" y="2633663"/>
          <p14:tracePt t="21763" x="2300288" y="2598738"/>
          <p14:tracePt t="21769" x="2300288" y="2571750"/>
          <p14:tracePt t="21781" x="2300288" y="2544763"/>
          <p14:tracePt t="21785" x="2300288" y="2503488"/>
          <p14:tracePt t="21796" x="2300288" y="2470150"/>
          <p14:tracePt t="21801" x="2286000" y="2443163"/>
          <p14:tracePt t="21810" x="2259013" y="2414588"/>
          <p14:tracePt t="21818" x="2211388" y="2401888"/>
          <p14:tracePt t="21831" x="2170113" y="2387600"/>
          <p14:tracePt t="21832" x="2116138" y="2374900"/>
          <p14:tracePt t="21841" x="2068513" y="2374900"/>
          <p14:tracePt t="21850" x="2014538" y="2374900"/>
          <p14:tracePt t="21859" x="1973263" y="2374900"/>
          <p14:tracePt t="21866" x="1925638" y="2374900"/>
          <p14:tracePt t="21875" x="1884363" y="2387600"/>
          <p14:tracePt t="21881" x="1857375" y="2428875"/>
          <p14:tracePt t="21891" x="1824038" y="2455863"/>
          <p14:tracePt t="21900" x="1795463" y="2503488"/>
          <p14:tracePt t="21909" x="1782763" y="2530475"/>
          <p14:tracePt t="21920" x="1768475" y="2571750"/>
          <p14:tracePt t="21924" x="1768475" y="2598738"/>
          <p14:tracePt t="21932" x="1768475" y="2660650"/>
          <p14:tracePt t="21942" x="1768475" y="2687638"/>
          <p14:tracePt t="21948" x="1768475" y="2735263"/>
          <p14:tracePt t="21957" x="1768475" y="2762250"/>
          <p14:tracePt t="21966" x="1795463" y="2789238"/>
          <p14:tracePt t="21974" x="1836738" y="2803525"/>
          <p14:tracePt t="21982" x="1884363" y="2816225"/>
          <p14:tracePt t="21991" x="1938338" y="2816225"/>
          <p14:tracePt t="21997" x="2000250" y="2816225"/>
          <p14:tracePt t="22008" x="2041525" y="2816225"/>
          <p14:tracePt t="22014" x="2081213" y="2776538"/>
          <p14:tracePt t="22023" x="2128838" y="2735263"/>
          <p14:tracePt t="22030" x="2170113" y="2687638"/>
          <p14:tracePt t="22040" x="2184400" y="2633663"/>
          <p14:tracePt t="22047" x="2197100" y="2598738"/>
          <p14:tracePt t="22056" x="2211388" y="2530475"/>
          <p14:tracePt t="22063" x="2211388" y="2490788"/>
          <p14:tracePt t="22074" x="2211388" y="2443163"/>
          <p14:tracePt t="22080" x="2211388" y="2414588"/>
          <p14:tracePt t="22089" x="2184400" y="2374900"/>
          <p14:tracePt t="22097" x="2157413" y="2360613"/>
          <p14:tracePt t="22108" x="2116138" y="2327275"/>
          <p14:tracePt t="22113" x="2081213" y="2327275"/>
          <p14:tracePt t="22123" x="2041525" y="2312988"/>
          <p14:tracePt t="22129" x="2014538" y="2300288"/>
          <p14:tracePt t="22139" x="1985963" y="2300288"/>
          <p14:tracePt t="22146" x="1952625" y="2300288"/>
          <p14:tracePt t="22156" x="1938338" y="2300288"/>
          <p14:tracePt t="22165" x="1925638" y="2300288"/>
          <p14:tracePt t="22169" x="1911350" y="2300288"/>
          <p14:tracePt t="22183" x="1898650" y="2300288"/>
          <p14:tracePt t="22199" x="1898650" y="2312988"/>
          <p14:tracePt t="22216" x="1898650" y="2327275"/>
          <p14:tracePt t="22232" x="1898650" y="2339975"/>
          <p14:tracePt t="22241" x="1898650" y="2360613"/>
          <p14:tracePt t="22250" x="1911350" y="2374900"/>
          <p14:tracePt t="22265" x="1925638" y="2387600"/>
          <p14:tracePt t="22274" x="1938338" y="2401888"/>
          <p14:tracePt t="22284" x="1952625" y="2401888"/>
          <p14:tracePt t="22292" x="1973263" y="2414588"/>
          <p14:tracePt t="22300" x="2014538" y="2414588"/>
          <p14:tracePt t="22309" x="2027238" y="2414588"/>
          <p14:tracePt t="22316" x="2041525" y="2414588"/>
          <p14:tracePt t="22326" x="2068513" y="2414588"/>
          <p14:tracePt t="22332" x="2101850" y="2401888"/>
          <p14:tracePt t="22341" x="2116138" y="2387600"/>
          <p14:tracePt t="22350" x="2128838" y="2374900"/>
          <p14:tracePt t="22362" x="2143125" y="2339975"/>
          <p14:tracePt t="22367" x="2157413" y="2312988"/>
          <p14:tracePt t="22376" x="2157413" y="2300288"/>
          <p14:tracePt t="22383" x="2170113" y="2286000"/>
          <p14:tracePt t="22392" x="2170113" y="2259013"/>
          <p14:tracePt t="22400" x="2170113" y="2244725"/>
          <p14:tracePt t="22408" x="2170113" y="2232025"/>
          <p14:tracePt t="22416" x="2157413" y="2211388"/>
          <p14:tracePt t="22424" x="2116138" y="2211388"/>
          <p14:tracePt t="22432" x="2101850" y="2211388"/>
          <p14:tracePt t="22441" x="2054225" y="2211388"/>
          <p14:tracePt t="22448" x="2027238" y="2211388"/>
          <p14:tracePt t="22457" x="1985963" y="2211388"/>
          <p14:tracePt t="22464" x="1952625" y="2259013"/>
          <p14:tracePt t="22475" x="1911350" y="2286000"/>
          <p14:tracePt t="22481" x="1884363" y="2327275"/>
          <p14:tracePt t="22491" x="1857375" y="2360613"/>
          <p14:tracePt t="22499" x="1857375" y="2387600"/>
          <p14:tracePt t="22507" x="1824038" y="2443163"/>
          <p14:tracePt t="22515" x="1809750" y="2470150"/>
          <p14:tracePt t="22522" x="1809750" y="2517775"/>
          <p14:tracePt t="22531" x="1809750" y="2557463"/>
          <p14:tracePt t="22538" x="1809750" y="2571750"/>
          <p14:tracePt t="22548" x="1809750" y="2619375"/>
          <p14:tracePt t="22554" x="1809750" y="2633663"/>
          <p14:tracePt t="22566" x="1809750" y="2660650"/>
          <p14:tracePt t="22582" x="1824038" y="2673350"/>
          <p14:tracePt t="22587" x="1836738" y="2673350"/>
          <p14:tracePt t="22599" x="1857375" y="2673350"/>
          <p14:tracePt t="22603" x="1884363" y="2673350"/>
          <p14:tracePt t="22615" x="1898650" y="2673350"/>
          <p14:tracePt t="22619" x="1911350" y="2673350"/>
          <p14:tracePt t="22632" x="1925638" y="2660650"/>
          <p14:tracePt t="23140" x="1938338" y="2660650"/>
          <p14:tracePt t="23151" x="1973263" y="2646363"/>
          <p14:tracePt t="23159" x="1985963" y="2633663"/>
          <p14:tracePt t="23168" x="2000250" y="2598738"/>
          <p14:tracePt t="23178" x="2014538" y="2586038"/>
          <p14:tracePt t="23188" x="2027238" y="2571750"/>
          <p14:tracePt t="23192" x="2041525" y="2544763"/>
          <p14:tracePt t="23205" x="2054225" y="2530475"/>
          <p14:tracePt t="23209" x="2081213" y="2517775"/>
          <p14:tracePt t="23223" x="2081213" y="2490788"/>
          <p14:tracePt t="23224" x="2101850" y="2470150"/>
          <p14:tracePt t="23232" x="2101850" y="2455863"/>
          <p14:tracePt t="23242" x="2116138" y="2455863"/>
          <p14:tracePt t="23250" x="2116138" y="2443163"/>
          <p14:tracePt t="23259" x="2116138" y="2428875"/>
          <p14:tracePt t="23288" x="2116138" y="2414588"/>
          <p14:tracePt t="23321" x="2101850" y="2414588"/>
          <p14:tracePt t="23345" x="2081213" y="2414588"/>
          <p14:tracePt t="25277" x="2081213" y="2443163"/>
          <p14:tracePt t="25287" x="2101850" y="2470150"/>
          <p14:tracePt t="25296" x="2128838" y="2503488"/>
          <p14:tracePt t="25304" x="2157413" y="2530475"/>
          <p14:tracePt t="25313" x="2197100" y="2544763"/>
          <p14:tracePt t="25321" x="2259013" y="2571750"/>
          <p14:tracePt t="25329" x="2327275" y="2598738"/>
          <p14:tracePt t="25338" x="2387600" y="2619375"/>
          <p14:tracePt t="25346" x="2470150" y="2646363"/>
          <p14:tracePt t="25355" x="2619375" y="2687638"/>
          <p14:tracePt t="25367" x="2714625" y="2714625"/>
          <p14:tracePt t="25369" x="2830513" y="2735263"/>
          <p14:tracePt t="25378" x="2905125" y="2747963"/>
          <p14:tracePt t="25388" x="3006725" y="2776538"/>
          <p14:tracePt t="25396" x="3122613" y="2803525"/>
          <p14:tracePt t="25401" x="3232150" y="2830513"/>
          <p14:tracePt t="25411" x="3319463" y="2843213"/>
          <p14:tracePt t="25420" x="3422650" y="2878138"/>
          <p14:tracePt t="25428" x="3524250" y="2890838"/>
          <p14:tracePt t="25436" x="3592513" y="2905125"/>
          <p14:tracePt t="25445" x="3625850" y="2919413"/>
          <p14:tracePt t="25453" x="3735388" y="2946400"/>
          <p14:tracePt t="25462" x="3768725" y="2946400"/>
          <p14:tracePt t="25834" x="3783013" y="2946400"/>
          <p14:tracePt t="25843" x="3795713" y="2946400"/>
          <p14:tracePt t="25852" x="3810000" y="2946400"/>
          <p14:tracePt t="25861" x="3851275" y="2946400"/>
          <p14:tracePt t="25870" x="3863975" y="2946400"/>
          <p14:tracePt t="25878" x="3911600" y="2946400"/>
          <p14:tracePt t="25888" x="3952875" y="2932113"/>
          <p14:tracePt t="25894" x="3979863" y="2932113"/>
          <p14:tracePt t="25902" x="4014788" y="2932113"/>
          <p14:tracePt t="25910" x="4041775" y="2919413"/>
          <p14:tracePt t="25922" x="4068763" y="2905125"/>
          <p14:tracePt t="25927" x="4095750" y="2905125"/>
          <p14:tracePt t="25936" x="4110038" y="2890838"/>
          <p14:tracePt t="25943" x="4143375" y="2890838"/>
          <p14:tracePt t="25955" x="4157663" y="2878138"/>
          <p14:tracePt t="25959" x="4170363" y="2878138"/>
          <p14:tracePt t="25977" x="4184650" y="2878138"/>
          <p14:tracePt t="25992" x="4184650" y="2863850"/>
          <p14:tracePt t="26003" x="4197350" y="2863850"/>
          <p14:tracePt t="26374" x="4197350" y="2843213"/>
          <p14:tracePt t="26384" x="4211638" y="2830513"/>
          <p14:tracePt t="26393" x="4224338" y="2816225"/>
          <p14:tracePt t="26402" x="4238625" y="2803525"/>
          <p14:tracePt t="26409" x="4271963" y="2789238"/>
          <p14:tracePt t="26419" x="4286250" y="2776538"/>
          <p14:tracePt t="26425" x="4300538" y="2762250"/>
          <p14:tracePt t="26435" x="4313238" y="2747963"/>
          <p14:tracePt t="26446" x="4327525" y="2735263"/>
          <p14:tracePt t="26451" x="4340225" y="2714625"/>
          <p14:tracePt t="26463" x="4354513" y="2700338"/>
          <p14:tracePt t="26468" x="4367213" y="2687638"/>
          <p14:tracePt t="26481" x="4367213" y="2673350"/>
          <p14:tracePt t="26490" x="4387850" y="2673350"/>
          <p14:tracePt t="26500" x="4387850" y="2660650"/>
          <p14:tracePt t="26510" x="4402138" y="2660650"/>
          <p14:tracePt t="26516" x="4402138" y="2646363"/>
          <p14:tracePt t="26524" x="4402138" y="2633663"/>
          <p14:tracePt t="26544" x="4402138" y="2619375"/>
          <p14:tracePt t="26550" x="4402138" y="2598738"/>
          <p14:tracePt t="26574" x="4402138" y="2586038"/>
          <p14:tracePt t="26595" x="4402138" y="2571750"/>
          <p14:tracePt t="26685" x="4402138" y="2586038"/>
          <p14:tracePt t="26702" x="4402138" y="2598738"/>
          <p14:tracePt t="26718" x="4402138" y="2619375"/>
          <p14:tracePt t="26726" x="4402138" y="2633663"/>
          <p14:tracePt t="26735" x="4414838" y="2646363"/>
          <p14:tracePt t="26745" x="4414838" y="2660650"/>
          <p14:tracePt t="26755" x="4429125" y="2687638"/>
          <p14:tracePt t="26763" x="4429125" y="2700338"/>
          <p14:tracePt t="26773" x="4443413" y="2700338"/>
          <p14:tracePt t="26779" x="4443413" y="2714625"/>
          <p14:tracePt t="26795" x="4456113" y="2735263"/>
          <p14:tracePt t="26811" x="4456113" y="2747963"/>
          <p14:tracePt t="26820" x="4443413" y="2747963"/>
          <p14:tracePt t="26829" x="4402138" y="2762250"/>
          <p14:tracePt t="26837" x="4313238" y="2776538"/>
          <p14:tracePt t="26845" x="4197350" y="2789238"/>
          <p14:tracePt t="26854" x="4054475" y="2816225"/>
          <p14:tracePt t="26861" x="3898900" y="2816225"/>
          <p14:tracePt t="26870" x="3708400" y="2830513"/>
          <p14:tracePt t="26877" x="3497263" y="2843213"/>
          <p14:tracePt t="26886" x="3265488" y="2863850"/>
          <p14:tracePt t="26893" x="3176588" y="2863850"/>
          <p14:tracePt t="26903" x="3006725" y="2863850"/>
          <p14:tracePt t="26909" x="2863850" y="2863850"/>
          <p14:tracePt t="26922" x="2803525" y="2863850"/>
          <p14:tracePt t="26926" x="2714625" y="2863850"/>
          <p14:tracePt t="26936" x="2646363" y="2863850"/>
          <p14:tracePt t="26942" x="2598738" y="2843213"/>
          <p14:tracePt t="26952" x="2571750" y="2830513"/>
          <p14:tracePt t="26959" x="2544763" y="2830513"/>
          <p14:tracePt t="26974" x="2530475" y="2830513"/>
          <p14:tracePt t="26993" x="2530475" y="2816225"/>
          <p14:tracePt t="27185" x="2517775" y="2816225"/>
          <p14:tracePt t="27201" x="2503488" y="2816225"/>
          <p14:tracePt t="27210" x="2490788" y="2803525"/>
          <p14:tracePt t="27219" x="2455863" y="2803525"/>
          <p14:tracePt t="27229" x="2443163" y="2803525"/>
          <p14:tracePt t="27238" x="2414588" y="2789238"/>
          <p14:tracePt t="27246" x="2387600" y="2789238"/>
          <p14:tracePt t="27256" x="2360613" y="2776538"/>
          <p14:tracePt t="27263" x="2339975" y="2776538"/>
          <p14:tracePt t="27275" x="2312988" y="2762250"/>
          <p14:tracePt t="27276" x="2300288" y="2747963"/>
          <p14:tracePt t="27287" x="2286000" y="2747963"/>
          <p14:tracePt t="27295" x="2271713" y="2735263"/>
          <p14:tracePt t="27306" x="2259013" y="2714625"/>
          <p14:tracePt t="27311" x="2244725" y="2714625"/>
          <p14:tracePt t="27323" x="2244725" y="2700338"/>
          <p14:tracePt t="27336" x="2232025" y="2687638"/>
          <p14:tracePt t="27352" x="2232025" y="2673350"/>
          <p14:tracePt t="27368" x="2232025" y="2660650"/>
          <p14:tracePt t="27385" x="2232025" y="2646363"/>
          <p14:tracePt t="27401" x="2232025" y="2633663"/>
          <p14:tracePt t="27410" x="2232025" y="2619375"/>
          <p14:tracePt t="27423" x="2232025" y="2598738"/>
          <p14:tracePt t="27439" x="2244725" y="2586038"/>
          <p14:tracePt t="27455" x="2244725" y="2571750"/>
          <p14:tracePt t="27472" x="2244725" y="2557463"/>
          <p14:tracePt t="27481" x="2244725" y="2544763"/>
          <p14:tracePt t="27491" x="2244725" y="2530475"/>
          <p14:tracePt t="27505" x="2259013" y="2517775"/>
          <p14:tracePt t="27514" x="2259013" y="2503488"/>
          <p14:tracePt t="27524" x="2259013" y="2490788"/>
          <p14:tracePt t="27532" x="2259013" y="2470150"/>
          <p14:tracePt t="27545" x="2259013" y="2455863"/>
          <p14:tracePt t="27562" x="2259013" y="2443163"/>
          <p14:tracePt t="27676" x="2244725" y="2455863"/>
          <p14:tracePt t="27692" x="2244725" y="2470150"/>
          <p14:tracePt t="27701" x="2232025" y="2470150"/>
          <p14:tracePt t="27711" x="2232025" y="2490788"/>
          <p14:tracePt t="27720" x="2232025" y="2503488"/>
          <p14:tracePt t="27730" x="2232025" y="2517775"/>
          <p14:tracePt t="27735" x="2211388" y="2530475"/>
          <p14:tracePt t="27746" x="2211388" y="2557463"/>
          <p14:tracePt t="27763" x="2211388" y="2571750"/>
          <p14:tracePt t="27769" x="2211388" y="2586038"/>
          <p14:tracePt t="27777" x="2211388" y="2598738"/>
          <p14:tracePt t="27786" x="2211388" y="2619375"/>
          <p14:tracePt t="27802" x="2211388" y="2633663"/>
          <p14:tracePt t="27810" x="2211388" y="2646363"/>
          <p14:tracePt t="27831" x="2211388" y="2660650"/>
          <p14:tracePt t="27848" x="2211388" y="2673350"/>
          <p14:tracePt t="27865" x="2232025" y="2673350"/>
          <p14:tracePt t="27873" x="2232025" y="2687638"/>
          <p14:tracePt t="27905" x="2232025" y="2700338"/>
          <p14:tracePt t="27922" x="2244725" y="2700338"/>
          <p14:tracePt t="27963" x="2244725" y="2714625"/>
          <p14:tracePt t="27971" x="2259013" y="2714625"/>
          <p14:tracePt t="27987" x="2271713" y="2714625"/>
          <p14:tracePt t="27997" x="2286000" y="2735263"/>
          <p14:tracePt t="28006" x="2300288" y="2735263"/>
          <p14:tracePt t="28016" x="2312988" y="2747963"/>
          <p14:tracePt t="28022" x="2327275" y="2747963"/>
          <p14:tracePt t="28033" x="2339975" y="2747963"/>
          <p14:tracePt t="28039" x="2360613" y="2762250"/>
          <p14:tracePt t="28050" x="2387600" y="2762250"/>
          <p14:tracePt t="28056" x="2401888" y="2762250"/>
          <p14:tracePt t="28066" x="2414588" y="2762250"/>
          <p14:tracePt t="28072" x="2443163" y="2762250"/>
          <p14:tracePt t="28082" x="2455863" y="2762250"/>
          <p14:tracePt t="28099" x="2470150" y="2762250"/>
          <p14:tracePt t="28111" x="2490788" y="2762250"/>
          <p14:tracePt t="28863" x="2503488" y="2762250"/>
          <p14:tracePt t="28872" x="2517775" y="2762250"/>
          <p14:tracePt t="28881" x="2544763" y="2762250"/>
          <p14:tracePt t="28890" x="2557463" y="2762250"/>
          <p14:tracePt t="28899" x="2571750" y="2762250"/>
          <p14:tracePt t="28905" x="2598738" y="2762250"/>
          <p14:tracePt t="28915" x="2619375" y="2762250"/>
          <p14:tracePt t="28923" x="2646363" y="2762250"/>
          <p14:tracePt t="28930" x="2660650" y="2762250"/>
          <p14:tracePt t="28941" x="2673350" y="2762250"/>
          <p14:tracePt t="28947" x="2687638" y="2762250"/>
          <p14:tracePt t="28961" x="2700338" y="2762250"/>
          <p14:tracePt t="29027" x="2687638" y="2762250"/>
          <p14:tracePt t="29035" x="2673350" y="2762250"/>
          <p14:tracePt t="29045" x="2660650" y="2762250"/>
          <p14:tracePt t="29053" x="2646363" y="2762250"/>
          <p14:tracePt t="29062" x="2619375" y="2762250"/>
          <p14:tracePt t="29071" x="2598738" y="2762250"/>
          <p14:tracePt t="29077" x="2586038" y="2762250"/>
          <p14:tracePt t="29087" x="2571750" y="2762250"/>
          <p14:tracePt t="29109" x="2557463" y="2762250"/>
          <p14:tracePt t="29272" x="2544763" y="2762250"/>
          <p14:tracePt t="29288" x="2530475" y="2762250"/>
          <p14:tracePt t="29298" x="2517775" y="2762250"/>
          <p14:tracePt t="29306" x="2503488" y="2762250"/>
          <p14:tracePt t="29316" x="2490788" y="2747963"/>
          <p14:tracePt t="29324" x="2470150" y="2747963"/>
          <p14:tracePt t="29331" x="2455863" y="2747963"/>
          <p14:tracePt t="29341" x="2443163" y="2747963"/>
          <p14:tracePt t="29347" x="2428875" y="2747963"/>
          <p14:tracePt t="29357" x="2428875" y="2735263"/>
          <p14:tracePt t="29370" x="2414588" y="2735263"/>
          <p14:tracePt t="29673" x="2428875" y="2735263"/>
          <p14:tracePt t="29683" x="2443163" y="2735263"/>
          <p14:tracePt t="29692" x="2455863" y="2735263"/>
          <p14:tracePt t="29701" x="2503488" y="2735263"/>
          <p14:tracePt t="29709" x="2530475" y="2735263"/>
          <p14:tracePt t="29720" x="2571750" y="2735263"/>
          <p14:tracePt t="29724" x="2633663" y="2747963"/>
          <p14:tracePt t="29733" x="2673350" y="2747963"/>
          <p14:tracePt t="29741" x="2714625" y="2747963"/>
          <p14:tracePt t="29752" x="2747963" y="2747963"/>
          <p14:tracePt t="29757" x="2816225" y="2762250"/>
          <p14:tracePt t="29769" x="2843213" y="2762250"/>
          <p14:tracePt t="29774" x="2890838" y="2776538"/>
          <p14:tracePt t="29782" x="2932113" y="2776538"/>
          <p14:tracePt t="29791" x="2973388" y="2789238"/>
          <p14:tracePt t="29799" x="3006725" y="2789238"/>
          <p14:tracePt t="29808" x="3048000" y="2789238"/>
          <p14:tracePt t="29815" x="3062288" y="2803525"/>
          <p14:tracePt t="29824" x="3089275" y="2803525"/>
          <p14:tracePt t="29832" x="3122613" y="2816225"/>
          <p14:tracePt t="29841" x="3149600" y="2816225"/>
          <p14:tracePt t="29848" x="3176588" y="2816225"/>
          <p14:tracePt t="29857" x="3205163" y="2830513"/>
          <p14:tracePt t="29865" x="3217863" y="2830513"/>
          <p14:tracePt t="29872" x="3252788" y="2830513"/>
          <p14:tracePt t="29881" x="3265488" y="2830513"/>
          <p14:tracePt t="29890" x="3292475" y="2843213"/>
          <p14:tracePt t="29898" x="3306763" y="2843213"/>
          <p14:tracePt t="29907" x="3333750" y="2843213"/>
          <p14:tracePt t="29914" x="3360738" y="2863850"/>
          <p14:tracePt t="29924" x="3381375" y="2863850"/>
          <p14:tracePt t="30148" x="3395663" y="2863850"/>
          <p14:tracePt t="30157" x="3422650" y="2863850"/>
          <p14:tracePt t="30166" x="3462338" y="2863850"/>
          <p14:tracePt t="30175" x="3509963" y="2863850"/>
          <p14:tracePt t="30185" x="3565525" y="2863850"/>
          <p14:tracePt t="30192" x="3605213" y="2863850"/>
          <p14:tracePt t="30202" x="3681413" y="2863850"/>
          <p14:tracePt t="30208" x="3721100" y="2863850"/>
          <p14:tracePt t="30220" x="3783013" y="2878138"/>
          <p14:tracePt t="30225" x="3795713" y="2878138"/>
          <p14:tracePt t="30236" x="3836988" y="2890838"/>
          <p14:tracePt t="30241" x="3863975" y="2890838"/>
          <p14:tracePt t="30253" x="3898900" y="2890838"/>
          <p14:tracePt t="30257" x="3911600" y="2905125"/>
          <p14:tracePt t="30266" x="3925888" y="2905125"/>
          <p14:tracePt t="30275" x="3938588" y="2905125"/>
          <p14:tracePt t="30286" x="3938588" y="2919413"/>
          <p14:tracePt t="30298" x="3952875" y="2919413"/>
          <p14:tracePt t="30369" x="3967163" y="2919413"/>
          <p14:tracePt t="30378" x="3979863" y="2919413"/>
          <p14:tracePt t="30387" x="3994150" y="2919413"/>
          <p14:tracePt t="30396" x="4027488" y="2919413"/>
          <p14:tracePt t="30405" x="4041775" y="2905125"/>
          <p14:tracePt t="30413" x="4068763" y="2905125"/>
          <p14:tracePt t="30424" x="4095750" y="2890838"/>
          <p14:tracePt t="30430" x="4110038" y="2890838"/>
          <p14:tracePt t="30436" x="4143375" y="2878138"/>
          <p14:tracePt t="30446" x="4170363" y="2863850"/>
          <p14:tracePt t="30453" x="4197350" y="2863850"/>
          <p14:tracePt t="30463" x="4224338" y="2843213"/>
          <p14:tracePt t="30470" x="4259263" y="2843213"/>
          <p14:tracePt t="30479" x="4271963" y="2830513"/>
          <p14:tracePt t="30488" x="4286250" y="2830513"/>
          <p14:tracePt t="30495" x="4300538" y="2830513"/>
          <p14:tracePt t="30506" x="4313238" y="2830513"/>
          <p14:tracePt t="30513" x="4313238" y="2816225"/>
          <p14:tracePt t="30529" x="4327525" y="2816225"/>
          <p14:tracePt t="31327" x="4313238" y="2816225"/>
          <p14:tracePt t="31351" x="4300538" y="2816225"/>
          <p14:tracePt t="31360" x="4286250" y="2816225"/>
          <p14:tracePt t="31370" x="4271963" y="2816225"/>
          <p14:tracePt t="31384" x="4259263" y="2816225"/>
          <p14:tracePt t="31393" x="4259263" y="2830513"/>
          <p14:tracePt t="31409" x="4238625" y="2830513"/>
          <p14:tracePt t="31851" x="4259263" y="2816225"/>
          <p14:tracePt t="31861" x="4271963" y="2789238"/>
          <p14:tracePt t="31870" x="4286250" y="2776538"/>
          <p14:tracePt t="31879" x="4313238" y="2747963"/>
          <p14:tracePt t="31885" x="4354513" y="2700338"/>
          <p14:tracePt t="31898" x="4402138" y="2660650"/>
          <p14:tracePt t="31906" x="4443413" y="2633663"/>
          <p14:tracePt t="31915" x="4483100" y="2586038"/>
          <p14:tracePt t="31921" x="4497388" y="2571750"/>
          <p14:tracePt t="31930" x="4530725" y="2530475"/>
          <p14:tracePt t="31936" x="4572000" y="2503488"/>
          <p14:tracePt t="31949" x="4586288" y="2470150"/>
          <p14:tracePt t="31950" x="4598988" y="2443163"/>
          <p14:tracePt t="31960" x="4613275" y="2428875"/>
          <p14:tracePt t="31969" x="4625975" y="2401888"/>
          <p14:tracePt t="31976" x="4646613" y="2387600"/>
          <p14:tracePt t="31985" x="4646613" y="2360613"/>
          <p14:tracePt t="31993" x="4660900" y="2339975"/>
          <p14:tracePt t="32002" x="4660900" y="2327275"/>
          <p14:tracePt t="32010" x="4660900" y="2312988"/>
          <p14:tracePt t="32018" x="4660900" y="2286000"/>
          <p14:tracePt t="32026" x="4660900" y="2271713"/>
          <p14:tracePt t="32035" x="4660900" y="2244725"/>
          <p14:tracePt t="32043" x="4646613" y="2211388"/>
          <p14:tracePt t="32050" x="4598988" y="2197100"/>
          <p14:tracePt t="32060" x="4557713" y="2157413"/>
          <p14:tracePt t="32067" x="4470400" y="2116138"/>
          <p14:tracePt t="32077" x="4429125" y="2101850"/>
          <p14:tracePt t="32084" x="4340225" y="2068513"/>
          <p14:tracePt t="32094" x="4184650" y="2027238"/>
          <p14:tracePt t="32101" x="4068763" y="2000250"/>
          <p14:tracePt t="32110" x="3925888" y="1985963"/>
          <p14:tracePt t="32118" x="3863975" y="1973263"/>
          <p14:tracePt t="32127" x="3756025" y="1952625"/>
          <p14:tracePt t="32134" x="3652838" y="1938338"/>
          <p14:tracePt t="32143" x="3605213" y="1938338"/>
          <p14:tracePt t="32151" x="3538538" y="1925638"/>
          <p14:tracePt t="32158" x="3476625" y="1925638"/>
          <p14:tracePt t="32166" x="3435350" y="1925638"/>
          <p14:tracePt t="32175" x="3408363" y="1925638"/>
          <p14:tracePt t="32182" x="3381375" y="1925638"/>
          <p14:tracePt t="32192" x="3348038" y="1925638"/>
          <p14:tracePt t="32198" x="3333750" y="1925638"/>
          <p14:tracePt t="32207" x="3319463" y="1925638"/>
          <p14:tracePt t="32219" x="3292475" y="1925638"/>
          <p14:tracePt t="32223" x="3279775" y="1925638"/>
          <p14:tracePt t="32232" x="3252788" y="1938338"/>
          <p14:tracePt t="32239" x="3217863" y="1952625"/>
          <p14:tracePt t="32248" x="3190875" y="1973263"/>
          <p14:tracePt t="32258" x="3176588" y="1985963"/>
          <p14:tracePt t="32264" x="3149600" y="1985963"/>
          <p14:tracePt t="32274" x="3122613" y="2000250"/>
          <p14:tracePt t="32281" x="3101975" y="2014538"/>
          <p14:tracePt t="32290" x="3089275" y="2014538"/>
          <p14:tracePt t="32297" x="3074988" y="2027238"/>
          <p14:tracePt t="32309" x="3062288" y="2027238"/>
          <p14:tracePt t="32321" x="3048000" y="2041525"/>
          <p14:tracePt t="32337" x="3033713" y="2041525"/>
          <p14:tracePt t="32365" x="3021013" y="2041525"/>
          <p14:tracePt t="32375" x="3021013" y="2054225"/>
          <p14:tracePt t="32391" x="3006725" y="2054225"/>
          <p14:tracePt t="32408" x="3006725" y="2068513"/>
          <p14:tracePt t="32419" x="2994025" y="2081213"/>
          <p14:tracePt t="32429" x="2973388" y="2101850"/>
          <p14:tracePt t="32436" x="2959100" y="2128838"/>
          <p14:tracePt t="32443" x="2946400" y="2143125"/>
          <p14:tracePt t="32452" x="2932113" y="2170113"/>
          <p14:tracePt t="32461" x="2890838" y="2211388"/>
          <p14:tracePt t="32468" x="2863850" y="2244725"/>
          <p14:tracePt t="32477" x="2843213" y="2259013"/>
          <p14:tracePt t="32485" x="2816225" y="2286000"/>
          <p14:tracePt t="32494" x="2803525" y="2312988"/>
          <p14:tracePt t="32502" x="2776538" y="2327275"/>
          <p14:tracePt t="32515" x="2762250" y="2339975"/>
          <p14:tracePt t="32516" x="2747963" y="2339975"/>
          <p14:tracePt t="32525" x="2747963" y="2360613"/>
          <p14:tracePt t="32535" x="2735263" y="2360613"/>
          <p14:tracePt t="32670" x="2747963" y="2360613"/>
          <p14:tracePt t="32680" x="2762250" y="2360613"/>
          <p14:tracePt t="32690" x="2776538" y="2360613"/>
          <p14:tracePt t="32697" x="2803525" y="2360613"/>
          <p14:tracePt t="32708" x="2830513" y="2360613"/>
          <p14:tracePt t="32714" x="2843213" y="2360613"/>
          <p14:tracePt t="32724" x="2905125" y="2360613"/>
          <p14:tracePt t="32730" x="2932113" y="2339975"/>
          <p14:tracePt t="32738" x="2959100" y="2339975"/>
          <p14:tracePt t="32747" x="3021013" y="2339975"/>
          <p14:tracePt t="32757" x="3033713" y="2339975"/>
          <p14:tracePt t="32762" x="3074988" y="2339975"/>
          <p14:tracePt t="32774" x="3122613" y="2339975"/>
          <p14:tracePt t="32779" x="3149600" y="2339975"/>
          <p14:tracePt t="32788" x="3163888" y="2339975"/>
          <p14:tracePt t="32797" x="3190875" y="2339975"/>
          <p14:tracePt t="32808" x="3205163" y="2339975"/>
          <p14:tracePt t="32809" x="3217863" y="2339975"/>
          <p14:tracePt t="32818" x="3232150" y="2339975"/>
          <p14:tracePt t="32828" x="3252788" y="2339975"/>
          <p14:tracePt t="32836" x="3252788" y="2360613"/>
          <p14:tracePt t="33059" x="3217863" y="2360613"/>
          <p14:tracePt t="33067" x="3190875" y="2360613"/>
          <p14:tracePt t="33077" x="3176588" y="2360613"/>
          <p14:tracePt t="33085" x="3149600" y="2360613"/>
          <p14:tracePt t="33095" x="3122613" y="2360613"/>
          <p14:tracePt t="33105" x="3089275" y="2339975"/>
          <p14:tracePt t="33111" x="3074988" y="2339975"/>
          <p14:tracePt t="33121" x="3033713" y="2339975"/>
          <p14:tracePt t="33128" x="3006725" y="2339975"/>
          <p14:tracePt t="33135" x="2994025" y="2339975"/>
          <p14:tracePt t="33144" x="2959100" y="2339975"/>
          <p14:tracePt t="33152" x="2946400" y="2339975"/>
          <p14:tracePt t="33171" x="2932113" y="2339975"/>
          <p14:tracePt t="33177" x="2919413" y="2339975"/>
          <p14:tracePt t="33201" x="2905125" y="2339975"/>
          <p14:tracePt t="33220" x="2890838" y="2339975"/>
          <p14:tracePt t="33234" x="2878138" y="2339975"/>
          <p14:tracePt t="33259" x="2863850" y="2339975"/>
          <p14:tracePt t="33267" x="2843213" y="2339975"/>
          <p14:tracePt t="33282" x="2830513" y="2339975"/>
          <p14:tracePt t="33291" x="2816225" y="2339975"/>
          <p14:tracePt t="33300" x="2803525" y="2339975"/>
          <p14:tracePt t="33305" x="2803525" y="2327275"/>
          <p14:tracePt t="33324" x="2789238" y="2327275"/>
          <p14:tracePt t="33349" x="2776538" y="2327275"/>
          <p14:tracePt t="33371" x="2776538" y="2312988"/>
          <p14:tracePt t="33501" x="2776538" y="2300288"/>
          <p14:tracePt t="33590" x="2776538" y="2286000"/>
          <p14:tracePt t="33714" x="2789238" y="2286000"/>
          <p14:tracePt t="33731" x="2803525" y="2286000"/>
          <p14:tracePt t="33740" x="2816225" y="2286000"/>
          <p14:tracePt t="33749" x="2843213" y="2271713"/>
          <p14:tracePt t="33757" x="2863850" y="2271713"/>
          <p14:tracePt t="33767" x="2905125" y="2271713"/>
          <p14:tracePt t="33772" x="2919413" y="2271713"/>
          <p14:tracePt t="33784" x="2959100" y="2271713"/>
          <p14:tracePt t="33790" x="3006725" y="2271713"/>
          <p14:tracePt t="33800" x="3048000" y="2271713"/>
          <p14:tracePt t="33807" x="3122613" y="2271713"/>
          <p14:tracePt t="33818" x="3176588" y="2271713"/>
          <p14:tracePt t="33823" x="3232150" y="2271713"/>
          <p14:tracePt t="33834" x="3306763" y="2271713"/>
          <p14:tracePt t="33840" x="3381375" y="2271713"/>
          <p14:tracePt t="33850" x="3462338" y="2271713"/>
          <p14:tracePt t="33857" x="3538538" y="2271713"/>
          <p14:tracePt t="33868" x="3605213" y="2271713"/>
          <p14:tracePt t="33872" x="3681413" y="2271713"/>
          <p14:tracePt t="33884" x="3735388" y="2271713"/>
          <p14:tracePt t="33888" x="3810000" y="2271713"/>
          <p14:tracePt t="33896" x="3863975" y="2271713"/>
          <p14:tracePt t="33908" x="3938588" y="2271713"/>
          <p14:tracePt t="33916" x="3994150" y="2271713"/>
          <p14:tracePt t="34230" x="3967163" y="2271713"/>
          <p14:tracePt t="34239" x="3925888" y="2271713"/>
          <p14:tracePt t="34249" x="3898900" y="2271713"/>
          <p14:tracePt t="34257" x="3851275" y="2271713"/>
          <p14:tracePt t="34265" x="3810000" y="2271713"/>
          <p14:tracePt t="34274" x="3721100" y="2271713"/>
          <p14:tracePt t="34284" x="3640138" y="2271713"/>
          <p14:tracePt t="34290" x="3551238" y="2271713"/>
          <p14:tracePt t="34297" x="3462338" y="2271713"/>
          <p14:tracePt t="34308" x="3435350" y="2271713"/>
          <p14:tracePt t="34314" x="3381375" y="2271713"/>
          <p14:tracePt t="34323" x="3333750" y="2271713"/>
          <p14:tracePt t="34331" x="3292475" y="2271713"/>
          <p14:tracePt t="34340" x="3265488" y="2271713"/>
          <p14:tracePt t="34347" x="3232150" y="2271713"/>
          <p14:tracePt t="34356" x="3217863" y="2271713"/>
          <p14:tracePt t="34366" x="3205163" y="2271713"/>
          <p14:tracePt t="34371" x="3190875" y="2271713"/>
          <p14:tracePt t="34380" x="3176588" y="2271713"/>
          <p14:tracePt t="34396" x="3163888" y="2259013"/>
          <p14:tracePt t="34405" x="3149600" y="2259013"/>
          <p14:tracePt t="34422" x="3136900" y="2259013"/>
          <p14:tracePt t="34434" x="3136900" y="2244725"/>
          <p14:tracePt t="34435" x="3122613" y="2244725"/>
          <p14:tracePt t="34444" x="3101975" y="2244725"/>
          <p14:tracePt t="34458" x="3101975" y="2232025"/>
          <p14:tracePt t="34468" x="3089275" y="2232025"/>
          <p14:tracePt t="34491" x="3074988" y="2232025"/>
          <p14:tracePt t="34663" x="3089275" y="2232025"/>
          <p14:tracePt t="34680" x="3101975" y="2232025"/>
          <p14:tracePt t="34689" x="3122613" y="2232025"/>
          <p14:tracePt t="34697" x="3136900" y="2244725"/>
          <p14:tracePt t="34707" x="3163888" y="2244725"/>
          <p14:tracePt t="34717" x="3190875" y="2259013"/>
          <p14:tracePt t="34724" x="3232150" y="2259013"/>
          <p14:tracePt t="34735" x="3279775" y="2259013"/>
          <p14:tracePt t="34739" x="3333750" y="2259013"/>
          <p14:tracePt t="34750" x="3395663" y="2259013"/>
          <p14:tracePt t="34757" x="3462338" y="2271713"/>
          <p14:tracePt t="34768" x="3524250" y="2271713"/>
          <p14:tracePt t="34772" x="3578225" y="2271713"/>
          <p14:tracePt t="34783" x="3640138" y="2286000"/>
          <p14:tracePt t="34790" x="3694113" y="2286000"/>
          <p14:tracePt t="34800" x="3756025" y="2286000"/>
          <p14:tracePt t="34807" x="3795713" y="2300288"/>
          <p14:tracePt t="34819" x="3836988" y="2300288"/>
          <p14:tracePt t="34820" x="3898900" y="2300288"/>
          <p14:tracePt t="34828" x="3938588" y="2300288"/>
          <p14:tracePt t="34838" x="3967163" y="2300288"/>
          <p14:tracePt t="34846" x="4014788" y="2300288"/>
          <p14:tracePt t="34854" x="4041775" y="2300288"/>
          <p14:tracePt t="34863" x="4068763" y="2300288"/>
          <p14:tracePt t="34871" x="4110038" y="2300288"/>
          <p14:tracePt t="34883" x="4143375" y="2300288"/>
          <p14:tracePt t="34887" x="4170363" y="2300288"/>
          <p14:tracePt t="34896" x="4197350" y="2300288"/>
          <p14:tracePt t="34903" x="4224338" y="2300288"/>
          <p14:tracePt t="34912" x="4259263" y="2300288"/>
          <p14:tracePt t="34923" x="4271963" y="2300288"/>
          <p14:tracePt t="34933" x="4300538" y="2312988"/>
          <p14:tracePt t="34937" x="4327525" y="2312988"/>
          <p14:tracePt t="34946" x="4354513" y="2312988"/>
          <p14:tracePt t="34953" x="4387850" y="2312988"/>
          <p14:tracePt t="34962" x="4429125" y="2312988"/>
          <p14:tracePt t="34968" x="4443413" y="2312988"/>
          <p14:tracePt t="34977" x="4483100" y="2312988"/>
          <p14:tracePt t="34986" x="4530725" y="2312988"/>
          <p14:tracePt t="34994" x="4557713" y="2312988"/>
          <p14:tracePt t="35003" x="4586288" y="2327275"/>
          <p14:tracePt t="35011" x="4625975" y="2327275"/>
          <p14:tracePt t="35018" x="4646613" y="2339975"/>
          <p14:tracePt t="35351" x="4660900" y="2339975"/>
          <p14:tracePt t="35360" x="4687888" y="2339975"/>
          <p14:tracePt t="35370" x="4729163" y="2339975"/>
          <p14:tracePt t="35378" x="4776788" y="2339975"/>
          <p14:tracePt t="35388" x="4843463" y="2360613"/>
          <p14:tracePt t="35394" x="4905375" y="2374900"/>
          <p14:tracePt t="35406" x="4959350" y="2374900"/>
          <p14:tracePt t="35412" x="5033963" y="2387600"/>
          <p14:tracePt t="35424" x="5102225" y="2401888"/>
          <p14:tracePt t="35425" x="5164138" y="2414588"/>
          <p14:tracePt t="35435" x="5191125" y="2414588"/>
          <p14:tracePt t="35444" x="5245100" y="2428875"/>
          <p14:tracePt t="35453" x="5292725" y="2428875"/>
          <p14:tracePt t="35460" x="5319713" y="2443163"/>
          <p14:tracePt t="35470" x="5360988" y="2443163"/>
          <p14:tracePt t="35477" x="5375275" y="2443163"/>
          <p14:tracePt t="35485" x="5408613" y="2443163"/>
          <p14:tracePt t="35503" x="5422900" y="2443163"/>
          <p14:tracePt t="35510" x="5435600" y="2443163"/>
          <p14:tracePt t="35735" x="5449888" y="2443163"/>
          <p14:tracePt t="35744" x="5476875" y="2443163"/>
          <p14:tracePt t="35754" x="5503863" y="2443163"/>
          <p14:tracePt t="35763" x="5538788" y="2428875"/>
          <p14:tracePt t="35771" x="5551488" y="2428875"/>
          <p14:tracePt t="35780" x="5578475" y="2414588"/>
          <p14:tracePt t="35795" x="5592763" y="2414588"/>
          <p14:tracePt t="35806" x="5605463" y="2414588"/>
          <p14:tracePt t="35813" x="5619750" y="2414588"/>
          <p14:tracePt t="35828" x="5634038" y="2401888"/>
          <p14:tracePt t="35858" x="5592763" y="2401888"/>
          <p14:tracePt t="35867" x="5518150" y="2401888"/>
          <p14:tracePt t="35876" x="5449888" y="2401888"/>
          <p14:tracePt t="35885" x="5319713" y="2401888"/>
          <p14:tracePt t="35894" x="5191125" y="2401888"/>
          <p14:tracePt t="35903" x="5033963" y="2414588"/>
          <p14:tracePt t="35908" x="4872038" y="2414588"/>
          <p14:tracePt t="35918" x="4714875" y="2428875"/>
          <p14:tracePt t="35926" x="4625975" y="2428875"/>
          <p14:tracePt t="35935" x="4483100" y="2428875"/>
          <p14:tracePt t="35942" x="4354513" y="2428875"/>
          <p14:tracePt t="35952" x="4313238" y="2428875"/>
          <p14:tracePt t="35960" x="4238625" y="2428875"/>
          <p14:tracePt t="35968" x="4184650" y="2428875"/>
          <p14:tracePt t="35976" x="4143375" y="2428875"/>
          <p14:tracePt t="35984" x="4095750" y="2428875"/>
          <p14:tracePt t="35995" x="4081463" y="2414588"/>
          <p14:tracePt t="36001" x="4068763" y="2414588"/>
          <p14:tracePt t="36008" x="4054475" y="2401888"/>
          <p14:tracePt t="36018" x="4041775" y="2387600"/>
          <p14:tracePt t="36034" x="4027488" y="2374900"/>
          <p14:tracePt t="36066" x="4014788" y="2374900"/>
          <p14:tracePt t="36080" x="4014788" y="2360613"/>
          <p14:tracePt t="36161" x="3994150" y="2360613"/>
          <p14:tracePt t="36177" x="3979863" y="2360613"/>
          <p14:tracePt t="36194" x="3967163" y="2339975"/>
          <p14:tracePt t="36210" x="3952875" y="2339975"/>
          <p14:tracePt t="36219" x="3938588" y="2339975"/>
          <p14:tracePt t="36229" x="3938588" y="2327275"/>
          <p14:tracePt t="36237" x="3925888" y="2327275"/>
          <p14:tracePt t="36245" x="3911600" y="2312988"/>
          <p14:tracePt t="36267" x="3898900" y="2312988"/>
          <p14:tracePt t="36292" x="3898900" y="2300288"/>
          <p14:tracePt t="36309" x="3884613" y="2300288"/>
          <p14:tracePt t="36522" x="3898900" y="2300288"/>
          <p14:tracePt t="36554" x="3911600" y="2300288"/>
          <p14:tracePt t="36816" x="3925888" y="2300288"/>
          <p14:tracePt t="36825" x="3952875" y="2300288"/>
          <p14:tracePt t="36835" x="3979863" y="2300288"/>
          <p14:tracePt t="36844" x="4014788" y="2300288"/>
          <p14:tracePt t="36851" x="4068763" y="2300288"/>
          <p14:tracePt t="36860" x="4122738" y="2300288"/>
          <p14:tracePt t="36866" x="4170363" y="2300288"/>
          <p14:tracePt t="36876" x="4238625" y="2300288"/>
          <p14:tracePt t="36883" x="4286250" y="2312988"/>
          <p14:tracePt t="36892" x="4354513" y="2312988"/>
          <p14:tracePt t="36899" x="4402138" y="2312988"/>
          <p14:tracePt t="36909" x="4470400" y="2312988"/>
          <p14:tracePt t="36915" x="4518025" y="2312988"/>
          <p14:tracePt t="36926" x="4530725" y="2312988"/>
          <p14:tracePt t="36933" x="4572000" y="2312988"/>
          <p14:tracePt t="36941" x="4613275" y="2312988"/>
          <p14:tracePt t="36949" x="4660900" y="2312988"/>
          <p14:tracePt t="36959" x="4687888" y="2312988"/>
          <p14:tracePt t="36966" x="4700588" y="2312988"/>
          <p14:tracePt t="36973" x="4729163" y="2312988"/>
          <p14:tracePt t="36983" x="4741863" y="2312988"/>
          <p14:tracePt t="36995" x="4776788" y="2312988"/>
          <p14:tracePt t="36999" x="4789488" y="2327275"/>
          <p14:tracePt t="37008" x="4816475" y="2327275"/>
          <p14:tracePt t="37015" x="4830763" y="2327275"/>
          <p14:tracePt t="37024" x="4857750" y="2327275"/>
          <p14:tracePt t="37031" x="4884738" y="2327275"/>
          <p14:tracePt t="37040" x="4932363" y="2327275"/>
          <p14:tracePt t="37047" x="4959350" y="2327275"/>
          <p14:tracePt t="37056" x="5000625" y="2327275"/>
          <p14:tracePt t="37066" x="5021263" y="2327275"/>
          <p14:tracePt t="37074" x="5062538" y="2327275"/>
          <p14:tracePt t="37081" x="5089525" y="2327275"/>
          <p14:tracePt t="37089" x="5129213" y="2312988"/>
          <p14:tracePt t="37098" x="5164138" y="2312988"/>
          <p14:tracePt t="37108" x="5191125" y="2312988"/>
          <p14:tracePt t="37114" x="5218113" y="2300288"/>
          <p14:tracePt t="37123" x="5232400" y="2300288"/>
          <p14:tracePt t="37132" x="5259388" y="2286000"/>
          <p14:tracePt t="37139" x="5280025" y="2286000"/>
          <p14:tracePt t="37147" x="5307013" y="2286000"/>
          <p14:tracePt t="37156" x="5319713" y="2271713"/>
          <p14:tracePt t="37164" x="5334000" y="2271713"/>
          <p14:tracePt t="37172" x="5360988" y="2271713"/>
          <p14:tracePt t="37182" x="5375275" y="2271713"/>
          <p14:tracePt t="37187" x="5408613" y="2271713"/>
          <p14:tracePt t="37198" x="5422900" y="2271713"/>
          <p14:tracePt t="37455" x="5435600" y="2271713"/>
          <p14:tracePt t="37464" x="5462588" y="2271713"/>
          <p14:tracePt t="37473" x="5491163" y="2271713"/>
          <p14:tracePt t="37482" x="5518150" y="2271713"/>
          <p14:tracePt t="37492" x="5565775" y="2271713"/>
          <p14:tracePt t="37499" x="5605463" y="2286000"/>
          <p14:tracePt t="37509" x="5681663" y="2286000"/>
          <p14:tracePt t="37516" x="5762625" y="2286000"/>
          <p14:tracePt t="37525" x="5851525" y="2300288"/>
          <p14:tracePt t="37532" x="5938838" y="2300288"/>
          <p14:tracePt t="37543" x="6007100" y="2300288"/>
          <p14:tracePt t="37549" x="6042025" y="2312988"/>
          <p14:tracePt t="37560" x="6110288" y="2312988"/>
          <p14:tracePt t="37561" x="6149975" y="2312988"/>
          <p14:tracePt t="37570" x="6184900" y="2312988"/>
          <p14:tracePt t="37580" x="6197600" y="2312988"/>
          <p14:tracePt t="37588" x="6224588" y="2312988"/>
          <p14:tracePt t="37610" x="6238875" y="2312988"/>
          <p14:tracePt t="39215" x="6224588" y="2312988"/>
          <p14:tracePt t="39227" x="6197600" y="2312988"/>
          <p14:tracePt t="39233" x="6122988" y="2327275"/>
          <p14:tracePt t="39243" x="6021388" y="2374900"/>
          <p14:tracePt t="39249" x="5795963" y="2470150"/>
          <p14:tracePt t="39260" x="5578475" y="2557463"/>
          <p14:tracePt t="39266" x="5449888" y="2619375"/>
          <p14:tracePt t="39276" x="5021263" y="2803525"/>
          <p14:tracePt t="39282" x="4729163" y="2932113"/>
          <p14:tracePt t="39293" x="4598988" y="2994025"/>
          <p14:tracePt t="39299" x="4483100" y="3033713"/>
          <p14:tracePt t="39312" x="4300538" y="3122613"/>
          <p14:tracePt t="39316" x="4122738" y="3190875"/>
          <p14:tracePt t="39325" x="3994150" y="3252788"/>
          <p14:tracePt t="39333" x="3952875" y="3265488"/>
          <p14:tracePt t="39341" x="3884613" y="3292475"/>
          <p14:tracePt t="39350" x="3824288" y="3319463"/>
          <p14:tracePt t="39357" x="3795713" y="3333750"/>
          <p14:tracePt t="39368" x="3783013" y="3333750"/>
          <p14:tracePt t="39374" x="3768725" y="3333750"/>
          <p14:tracePt t="39393" x="3756025" y="3333750"/>
          <p14:tracePt t="39665" x="3735388" y="3333750"/>
          <p14:tracePt t="39675" x="3708400" y="3333750"/>
          <p14:tracePt t="39683" x="3681413" y="3333750"/>
          <p14:tracePt t="39694" x="3652838" y="3319463"/>
          <p14:tracePt t="39699" x="3625850" y="3306763"/>
          <p14:tracePt t="39711" x="3565525" y="3306763"/>
          <p14:tracePt t="39719" x="3476625" y="3292475"/>
          <p14:tracePt t="39728" x="3422650" y="3292475"/>
          <p14:tracePt t="39734" x="3348038" y="3279775"/>
          <p14:tracePt t="39745" x="3292475" y="3279775"/>
          <p14:tracePt t="39749" x="3265488" y="3279775"/>
          <p14:tracePt t="39758" x="3205163" y="3279775"/>
          <p14:tracePt t="39767" x="3163888" y="3279775"/>
          <p14:tracePt t="39774" x="3136900" y="3279775"/>
          <p14:tracePt t="39783" x="3101975" y="3279775"/>
          <p14:tracePt t="39790" x="3062288" y="3279775"/>
          <p14:tracePt t="39799" x="3048000" y="3279775"/>
          <p14:tracePt t="39808" x="3033713" y="3279775"/>
          <p14:tracePt t="39816" x="3006725" y="3279775"/>
          <p14:tracePt t="39823" x="2994025" y="3279775"/>
          <p14:tracePt t="39833" x="2973388" y="3279775"/>
          <p14:tracePt t="39840" x="2959100" y="3279775"/>
          <p14:tracePt t="39849" x="2946400" y="3279775"/>
          <p14:tracePt t="39866" x="2932113" y="3279775"/>
          <p14:tracePt t="39882" x="2919413" y="3279775"/>
          <p14:tracePt t="39903" x="2905125" y="3279775"/>
          <p14:tracePt t="41352" x="2932113" y="3279775"/>
          <p14:tracePt t="41361" x="2973388" y="3279775"/>
          <p14:tracePt t="41371" x="3021013" y="3292475"/>
          <p14:tracePt t="41379" x="3089275" y="3306763"/>
          <p14:tracePt t="41388" x="3176588" y="3306763"/>
          <p14:tracePt t="41397" x="3265488" y="3319463"/>
          <p14:tracePt t="41405" x="3348038" y="3319463"/>
          <p14:tracePt t="41414" x="3449638" y="3319463"/>
          <p14:tracePt t="41423" x="3538538" y="3319463"/>
          <p14:tracePt t="41431" x="3578225" y="3319463"/>
          <p14:tracePt t="41435" x="3640138" y="3319463"/>
          <p14:tracePt t="41444" x="3708400" y="3319463"/>
          <p14:tracePt t="42997" x="3694113" y="3319463"/>
          <p14:tracePt t="43008" x="3667125" y="3319463"/>
          <p14:tracePt t="43015" x="3625850" y="3306763"/>
          <p14:tracePt t="43026" x="3565525" y="3279775"/>
          <p14:tracePt t="43031" x="3524250" y="3265488"/>
          <p14:tracePt t="43040" x="3462338" y="3232150"/>
          <p14:tracePt t="43051" x="3395663" y="3205163"/>
          <p14:tracePt t="43057" x="3348038" y="3176588"/>
          <p14:tracePt t="43068" x="3319463" y="3163888"/>
          <p14:tracePt t="43074" x="3279775" y="3149600"/>
          <p14:tracePt t="43085" x="3232150" y="3122613"/>
          <p14:tracePt t="43090" x="3205163" y="3101975"/>
          <p14:tracePt t="43101" x="3163888" y="3089275"/>
          <p14:tracePt t="43106" x="3149600" y="3074988"/>
          <p14:tracePt t="43117" x="3122613" y="3062288"/>
          <p14:tracePt t="43122" x="3089275" y="3062288"/>
          <p14:tracePt t="43131" x="3074988" y="3048000"/>
          <p14:tracePt t="43139" x="3074988" y="3033713"/>
          <p14:tracePt t="43147" x="3062288" y="3033713"/>
          <p14:tracePt t="43155" x="3048000" y="3033713"/>
          <p14:tracePt t="43162" x="3033713" y="3021013"/>
          <p14:tracePt t="43172" x="3021013" y="3021013"/>
          <p14:tracePt t="43180" x="3021013" y="3006725"/>
          <p14:tracePt t="43188" x="3006725" y="3006725"/>
          <p14:tracePt t="43195" x="2994025" y="2994025"/>
          <p14:tracePt t="43208" x="2973388" y="2994025"/>
          <p14:tracePt t="43212" x="2973388" y="2973388"/>
          <p14:tracePt t="43221" x="2959100" y="2959100"/>
          <p14:tracePt t="43230" x="2946400" y="2959100"/>
          <p14:tracePt t="43237" x="2932113" y="2946400"/>
          <p14:tracePt t="43247" x="2932113" y="2932113"/>
          <p14:tracePt t="43254" x="2919413" y="2932113"/>
          <p14:tracePt t="43263" x="2919413" y="2919413"/>
          <p14:tracePt t="43270" x="2905125" y="2905125"/>
          <p14:tracePt t="43286" x="2890838" y="2905125"/>
          <p14:tracePt t="43295" x="2890838" y="2890838"/>
          <p14:tracePt t="43312" x="2878138" y="2890838"/>
          <p14:tracePt t="43320" x="2878138" y="2878138"/>
          <p14:tracePt t="43366" x="2878138" y="2863850"/>
          <p14:tracePt t="43398" x="2878138" y="2843213"/>
          <p14:tracePt t="43415" x="2878138" y="2830513"/>
          <p14:tracePt t="43432" x="2890838" y="2830513"/>
          <p14:tracePt t="43441" x="2905125" y="2816225"/>
          <p14:tracePt t="43451" x="2919413" y="2816225"/>
          <p14:tracePt t="43459" x="2932113" y="2816225"/>
          <p14:tracePt t="43468" x="2946400" y="2816225"/>
          <p14:tracePt t="43474" x="2973388" y="2816225"/>
          <p14:tracePt t="43485" x="2994025" y="2816225"/>
          <p14:tracePt t="43491" x="3021013" y="2816225"/>
          <p14:tracePt t="43502" x="3048000" y="2816225"/>
          <p14:tracePt t="43507" x="3074988" y="2816225"/>
          <p14:tracePt t="43518" x="3101975" y="2816225"/>
          <p14:tracePt t="43524" x="3136900" y="2816225"/>
          <p14:tracePt t="43535" x="3176588" y="2830513"/>
          <p14:tracePt t="43542" x="3190875" y="2830513"/>
          <p14:tracePt t="43552" x="3232150" y="2843213"/>
          <p14:tracePt t="43557" x="3265488" y="2843213"/>
          <p14:tracePt t="43569" x="3292475" y="2863850"/>
          <p14:tracePt t="43574" x="3319463" y="2863850"/>
          <p14:tracePt t="43586" x="3348038" y="2878138"/>
          <p14:tracePt t="43587" x="3360738" y="2878138"/>
          <p14:tracePt t="43597" x="3395663" y="2878138"/>
          <p14:tracePt t="43606" x="3422650" y="2878138"/>
          <p14:tracePt t="43614" x="3449638" y="2878138"/>
          <p14:tracePt t="43622" x="3449638" y="2890838"/>
          <p14:tracePt t="43630" x="3476625" y="2890838"/>
          <p14:tracePt t="43873" x="3497263" y="2890838"/>
          <p14:tracePt t="43884" x="3509963" y="2890838"/>
          <p14:tracePt t="43892" x="3538538" y="2890838"/>
          <p14:tracePt t="43902" x="3565525" y="2890838"/>
          <p14:tracePt t="43912" x="3605213" y="2890838"/>
          <p14:tracePt t="43919" x="3652838" y="2890838"/>
          <p14:tracePt t="43929" x="3708400" y="2890838"/>
          <p14:tracePt t="43933" x="3768725" y="2890838"/>
          <p14:tracePt t="43944" x="3836988" y="2890838"/>
          <p14:tracePt t="43950" x="3898900" y="2890838"/>
          <p14:tracePt t="43958" x="3925888" y="2890838"/>
          <p14:tracePt t="43967" x="4014788" y="2890838"/>
          <p14:tracePt t="43974" x="4041775" y="2890838"/>
          <p14:tracePt t="43981" x="4081463" y="2890838"/>
          <p14:tracePt t="43990" x="4110038" y="2878138"/>
          <p14:tracePt t="43999" x="4143375" y="2878138"/>
          <p14:tracePt t="44010" x="4170363" y="2878138"/>
          <p14:tracePt t="44015" x="4184650" y="2863850"/>
          <p14:tracePt t="44027" x="4197350" y="2863850"/>
          <p14:tracePt t="44048" x="4211638" y="2863850"/>
          <p14:tracePt t="44618" x="4224338" y="2863850"/>
          <p14:tracePt t="44741" x="4211638" y="2863850"/>
          <p14:tracePt t="44750" x="4197350" y="2863850"/>
          <p14:tracePt t="44759" x="4184650" y="2863850"/>
          <p14:tracePt t="44768" x="4157663" y="2843213"/>
          <p14:tracePt t="44778" x="4110038" y="2843213"/>
          <p14:tracePt t="44784" x="4081463" y="2830513"/>
          <p14:tracePt t="44795" x="4041775" y="2816225"/>
          <p14:tracePt t="44801" x="3979863" y="2816225"/>
          <p14:tracePt t="44812" x="3938588" y="2803525"/>
          <p14:tracePt t="44817" x="3884613" y="2789238"/>
          <p14:tracePt t="44829" x="3836988" y="2762250"/>
          <p14:tracePt t="44834" x="3810000" y="2762250"/>
          <p14:tracePt t="44845" x="3768725" y="2747963"/>
          <p14:tracePt t="44850" x="3721100" y="2747963"/>
          <p14:tracePt t="44862" x="3708400" y="2735263"/>
          <p14:tracePt t="44867" x="3681413" y="2735263"/>
          <p14:tracePt t="44879" x="3667125" y="2735263"/>
          <p14:tracePt t="45330" x="3640138" y="2735263"/>
          <p14:tracePt t="45339" x="3578225" y="2735263"/>
          <p14:tracePt t="45349" x="3509963" y="2735263"/>
          <p14:tracePt t="45357" x="3449638" y="2747963"/>
          <p14:tracePt t="45367" x="3381375" y="2747963"/>
          <p14:tracePt t="45374" x="3306763" y="2762250"/>
          <p14:tracePt t="45385" x="3252788" y="2762250"/>
          <p14:tracePt t="45391" x="3205163" y="2762250"/>
          <p14:tracePt t="45401" x="3176588" y="2762250"/>
          <p14:tracePt t="45408" x="3101975" y="2762250"/>
          <p14:tracePt t="45418" x="3062288" y="2762250"/>
          <p14:tracePt t="45423" x="3021013" y="2762250"/>
          <p14:tracePt t="45437" x="2994025" y="2762250"/>
          <p14:tracePt t="45438" x="2973388" y="2762250"/>
          <p14:tracePt t="45446" x="2959100" y="2762250"/>
          <p14:tracePt t="45461" x="2946400" y="2762250"/>
          <p14:tracePt t="45805" x="2959100" y="2762250"/>
          <p14:tracePt t="45814" x="2959100" y="2747963"/>
          <p14:tracePt t="45846" x="2973388" y="2747963"/>
          <p14:tracePt t="45862" x="2994025" y="2747963"/>
          <p14:tracePt t="45871" x="3006725" y="2747963"/>
          <p14:tracePt t="45880" x="3033713" y="2747963"/>
          <p14:tracePt t="45889" x="3089275" y="2747963"/>
          <p14:tracePt t="45898" x="3163888" y="2762250"/>
          <p14:tracePt t="45906" x="3279775" y="2762250"/>
          <p14:tracePt t="45914" x="3408363" y="2776538"/>
          <p14:tracePt t="45925" x="3681413" y="2789238"/>
          <p14:tracePt t="45930" x="3911600" y="2816225"/>
          <p14:tracePt t="45941" x="4068763" y="2843213"/>
          <p14:tracePt t="45948" x="4497388" y="2905125"/>
          <p14:tracePt t="45955" x="4816475" y="2959100"/>
          <p14:tracePt t="45964" x="4959350" y="3006725"/>
          <p14:tracePt t="45973" x="5259388" y="3089275"/>
          <p14:tracePt t="45980" x="5518150" y="3176588"/>
          <p14:tracePt t="45988" x="5748338" y="3279775"/>
          <p14:tracePt t="45997" x="5967413" y="3360738"/>
          <p14:tracePt t="46008" x="6042025" y="3408363"/>
          <p14:tracePt t="46013" x="6184900" y="3476625"/>
          <p14:tracePt t="46022" x="6224588" y="3497263"/>
          <p14:tracePt t="46030" x="6300788" y="3538538"/>
          <p14:tracePt t="46039" x="6354763" y="3578225"/>
          <p14:tracePt t="46046" x="6381750" y="3592513"/>
          <p14:tracePt t="46055" x="6408738" y="3605213"/>
          <p14:tracePt t="46065" x="6429375" y="3605213"/>
          <p14:tracePt t="46072" x="6443663" y="3625850"/>
          <p14:tracePt t="46230" x="6443663" y="3605213"/>
          <p14:tracePt t="46239" x="6443663" y="3592513"/>
          <p14:tracePt t="46249" x="6443663" y="3565525"/>
          <p14:tracePt t="46259" x="6443663" y="3538538"/>
          <p14:tracePt t="46267" x="6429375" y="3509963"/>
          <p14:tracePt t="46277" x="6429375" y="3462338"/>
          <p14:tracePt t="46283" x="6396038" y="3408363"/>
          <p14:tracePt t="46293" x="6381750" y="3360738"/>
          <p14:tracePt t="46300" x="6367463" y="3292475"/>
          <p14:tracePt t="46311" x="6340475" y="3232150"/>
          <p14:tracePt t="46316" x="6327775" y="3205163"/>
          <p14:tracePt t="46329" x="6313488" y="3149600"/>
          <p14:tracePt t="46330" x="6300788" y="3101975"/>
          <p14:tracePt t="46339" x="6265863" y="3074988"/>
          <p14:tracePt t="46349" x="6253163" y="3048000"/>
          <p14:tracePt t="46356" x="6238875" y="3021013"/>
          <p14:tracePt t="46367" x="6224588" y="3006725"/>
          <p14:tracePt t="46374" x="6211888" y="2994025"/>
          <p14:tracePt t="46381" x="6197600" y="2973388"/>
          <p14:tracePt t="46390" x="6184900" y="2973388"/>
          <p14:tracePt t="46409" x="6149975" y="2973388"/>
          <p14:tracePt t="46413" x="6137275" y="2959100"/>
          <p14:tracePt t="46427" x="6122988" y="2959100"/>
          <p14:tracePt t="46428" x="6110288" y="2959100"/>
          <p14:tracePt t="46436" x="6096000" y="2959100"/>
          <p14:tracePt t="46446" x="6069013" y="2959100"/>
          <p14:tracePt t="46454" x="6054725" y="2959100"/>
          <p14:tracePt t="46463" x="6042025" y="2973388"/>
          <p14:tracePt t="46471" x="6021388" y="2994025"/>
          <p14:tracePt t="46477" x="6007100" y="3006725"/>
          <p14:tracePt t="46489" x="5994400" y="3021013"/>
          <p14:tracePt t="46496" x="5980113" y="3033713"/>
          <p14:tracePt t="46506" x="5980113" y="3062288"/>
          <p14:tracePt t="46512" x="5980113" y="3089275"/>
          <p14:tracePt t="46521" x="5980113" y="3101975"/>
          <p14:tracePt t="46529" x="5980113" y="3136900"/>
          <p14:tracePt t="46542" x="5980113" y="3163888"/>
          <p14:tracePt t="46544" x="6007100" y="3176588"/>
          <p14:tracePt t="46552" x="6021388" y="3190875"/>
          <p14:tracePt t="46562" x="6069013" y="3205163"/>
          <p14:tracePt t="46570" x="6110288" y="3217863"/>
          <p14:tracePt t="46577" x="6137275" y="3217863"/>
          <p14:tracePt t="46586" x="6184900" y="3217863"/>
          <p14:tracePt t="46596" x="6197600" y="3217863"/>
          <p14:tracePt t="46603" x="6224588" y="3190875"/>
          <p14:tracePt t="46611" x="6238875" y="3163888"/>
          <p14:tracePt t="46619" x="6265863" y="3122613"/>
          <p14:tracePt t="46627" x="6280150" y="3089275"/>
          <p14:tracePt t="46637" x="6280150" y="3062288"/>
          <p14:tracePt t="46643" x="6280150" y="3021013"/>
          <p14:tracePt t="46652" x="6253163" y="2994025"/>
          <p14:tracePt t="46660" x="6224588" y="2959100"/>
          <p14:tracePt t="46670" x="6197600" y="2946400"/>
          <p14:tracePt t="46676" x="6170613" y="2919413"/>
          <p14:tracePt t="46686" x="6137275" y="2905125"/>
          <p14:tracePt t="46692" x="6110288" y="2890838"/>
          <p14:tracePt t="46703" x="6069013" y="2890838"/>
          <p14:tracePt t="46709" x="6042025" y="2890838"/>
          <p14:tracePt t="46721" x="6007100" y="2890838"/>
          <p14:tracePt t="46722" x="5980113" y="2890838"/>
          <p14:tracePt t="46733" x="5967413" y="2890838"/>
          <p14:tracePt t="46743" x="5953125" y="2905125"/>
          <p14:tracePt t="46751" x="5926138" y="2932113"/>
          <p14:tracePt t="46767" x="5911850" y="2946400"/>
          <p14:tracePt t="46777" x="5911850" y="2959100"/>
          <p14:tracePt t="46782" x="5911850" y="2994025"/>
          <p14:tracePt t="46799" x="5911850" y="3021013"/>
          <p14:tracePt t="46810" x="5926138" y="3021013"/>
          <p14:tracePt t="46814" x="5953125" y="3033713"/>
          <p14:tracePt t="46827" x="5994400" y="3033713"/>
          <p14:tracePt t="46831" x="6042025" y="3048000"/>
          <p14:tracePt t="46844" x="6081713" y="3048000"/>
          <p14:tracePt t="46848" x="6110288" y="3048000"/>
          <p14:tracePt t="46860" x="6137275" y="3048000"/>
          <p14:tracePt t="46862" x="6184900" y="3048000"/>
          <p14:tracePt t="46871" x="6197600" y="3021013"/>
          <p14:tracePt t="46880" x="6211888" y="3021013"/>
          <p14:tracePt t="46888" x="6224588" y="3006725"/>
          <p14:tracePt t="46898" x="6238875" y="3006725"/>
          <p14:tracePt t="46915" x="6238875" y="2994025"/>
          <p14:tracePt t="46991" x="6253163" y="2994025"/>
          <p14:tracePt t="47000" x="6253163" y="3006725"/>
          <p14:tracePt t="47010" x="6280150" y="3021013"/>
          <p14:tracePt t="47019" x="6300788" y="3033713"/>
          <p14:tracePt t="47029" x="6327775" y="3048000"/>
          <p14:tracePt t="47035" x="6354763" y="3062288"/>
          <p14:tracePt t="47047" x="6396038" y="3089275"/>
          <p14:tracePt t="47053" x="6443663" y="3101975"/>
          <p14:tracePt t="47061" x="6456363" y="3122613"/>
          <p14:tracePt t="47072" x="6497638" y="3136900"/>
          <p14:tracePt t="47077" x="6545263" y="3149600"/>
          <p14:tracePt t="47087" x="6572250" y="3163888"/>
          <p14:tracePt t="47095" x="6599238" y="3176588"/>
          <p14:tracePt t="47102" x="6626225" y="3176588"/>
          <p14:tracePt t="47111" x="6640513" y="3176588"/>
          <p14:tracePt t="47120" x="6673850" y="3190875"/>
          <p14:tracePt t="47129" x="6688138" y="3190875"/>
          <p14:tracePt t="47134" x="6700838" y="3190875"/>
          <p14:tracePt t="47147" x="6715125" y="3190875"/>
          <p14:tracePt t="47163" x="6729413" y="3190875"/>
          <p14:tracePt t="47229" x="6729413" y="3176588"/>
          <p14:tracePt t="47238" x="6715125" y="3176588"/>
          <p14:tracePt t="47247" x="6700838" y="3149600"/>
          <p14:tracePt t="47256" x="6653213" y="3136900"/>
          <p14:tracePt t="47265" x="6626225" y="3101975"/>
          <p14:tracePt t="47274" x="6586538" y="3074988"/>
          <p14:tracePt t="47282" x="6545263" y="3048000"/>
          <p14:tracePt t="47292" x="6524625" y="3033713"/>
          <p14:tracePt t="47298" x="6483350" y="3021013"/>
          <p14:tracePt t="47307" x="6456363" y="3006725"/>
          <p14:tracePt t="47314" x="6429375" y="2994025"/>
          <p14:tracePt t="47324" x="6408738" y="2994025"/>
          <p14:tracePt t="47331" x="6396038" y="2994025"/>
          <p14:tracePt t="47340" x="6381750" y="2994025"/>
          <p14:tracePt t="47377" x="6381750" y="3006725"/>
          <p14:tracePt t="47386" x="6381750" y="3021013"/>
          <p14:tracePt t="47396" x="6396038" y="3033713"/>
          <p14:tracePt t="47405" x="6408738" y="3062288"/>
          <p14:tracePt t="47413" x="6443663" y="3074988"/>
          <p14:tracePt t="47423" x="6483350" y="3101975"/>
          <p14:tracePt t="47429" x="6510338" y="3122613"/>
          <p14:tracePt t="47436" x="6557963" y="3136900"/>
          <p14:tracePt t="47445" x="6599238" y="3149600"/>
          <p14:tracePt t="47455" x="6613525" y="3149600"/>
          <p14:tracePt t="47462" x="6653213" y="3163888"/>
          <p14:tracePt t="47471" x="6700838" y="3163888"/>
          <p14:tracePt t="47478" x="6729413" y="3163888"/>
          <p14:tracePt t="47487" x="6742113" y="3163888"/>
          <p14:tracePt t="47497" x="6756400" y="3163888"/>
          <p14:tracePt t="47502" x="6769100" y="3163888"/>
          <p14:tracePt t="47514" x="6783388" y="3163888"/>
          <p14:tracePt t="47536" x="6804025" y="3163888"/>
          <p14:tracePt t="47580" x="6816725" y="3149600"/>
          <p14:tracePt t="47600" x="6831013" y="3136900"/>
          <p14:tracePt t="47617" x="6843713" y="3122613"/>
          <p14:tracePt t="47631" x="6858000" y="3122613"/>
          <p14:tracePt t="47632" x="6872288" y="3122613"/>
          <p14:tracePt t="47647" x="6899275" y="3122613"/>
          <p14:tracePt t="47917" x="6911975" y="3122613"/>
          <p14:tracePt t="47928" x="6946900" y="3122613"/>
          <p14:tracePt t="47936" x="6986588" y="3122613"/>
          <p14:tracePt t="47946" x="7015163" y="3136900"/>
          <p14:tracePt t="47955" x="7042150" y="3136900"/>
          <p14:tracePt t="47961" x="7075488" y="3136900"/>
          <p14:tracePt t="47973" x="7129463" y="3149600"/>
          <p14:tracePt t="47979" x="7170738" y="3149600"/>
          <p14:tracePt t="47988" x="7218363" y="3163888"/>
          <p14:tracePt t="48000" x="7245350" y="3163888"/>
          <p14:tracePt t="48003" x="7286625" y="3163888"/>
          <p14:tracePt t="48011" x="7319963" y="3163888"/>
          <p14:tracePt t="48021" x="7348538" y="3176588"/>
          <p14:tracePt t="48027" x="7375525" y="3176588"/>
          <p14:tracePt t="48039" x="7388225" y="3176588"/>
          <p14:tracePt t="48041" x="7402513" y="3176588"/>
          <p14:tracePt t="48065" x="7415213" y="3176588"/>
          <p14:tracePt t="48162" x="7435850" y="3176588"/>
          <p14:tracePt t="48179" x="7450138" y="3176588"/>
          <p14:tracePt t="48195" x="7462838" y="3163888"/>
          <p14:tracePt t="48204" x="7477125" y="3163888"/>
          <p14:tracePt t="48216" x="7504113" y="3149600"/>
          <p14:tracePt t="48225" x="7518400" y="3149600"/>
          <p14:tracePt t="48232" x="7531100" y="3136900"/>
          <p14:tracePt t="48242" x="7545388" y="3136900"/>
          <p14:tracePt t="48246" x="7578725" y="3136900"/>
          <p14:tracePt t="48258" x="7593013" y="3136900"/>
          <p14:tracePt t="48264" x="7605713" y="3136900"/>
          <p14:tracePt t="48272" x="7605713" y="3122613"/>
          <p14:tracePt t="48281" x="7620000" y="3122613"/>
          <p14:tracePt t="48297" x="7634288" y="3122613"/>
          <p14:tracePt t="48308" x="7646988" y="3122613"/>
          <p14:tracePt t="48331" x="7661275" y="3122613"/>
          <p14:tracePt t="48351" x="7673975" y="3122613"/>
          <p14:tracePt t="48383" x="7694613" y="3101975"/>
          <p14:tracePt t="48416" x="7708900" y="3101975"/>
          <p14:tracePt t="48433" x="7721600" y="3101975"/>
          <p14:tracePt t="48449" x="7735888" y="3101975"/>
          <p14:tracePt t="48465" x="7748588" y="3101975"/>
          <p14:tracePt t="48475" x="7762875" y="3101975"/>
          <p14:tracePt t="48491" x="7777163" y="3101975"/>
          <p14:tracePt t="48500" x="7789863" y="3101975"/>
          <p14:tracePt t="48515" x="7804150" y="3101975"/>
          <p14:tracePt t="48525" x="7824788" y="3101975"/>
          <p14:tracePt t="48541" x="7837488" y="3101975"/>
          <p14:tracePt t="48564" x="7851775" y="3101975"/>
          <p14:tracePt t="48785" x="7837488" y="3101975"/>
          <p14:tracePt t="48794" x="7824788" y="3089275"/>
          <p14:tracePt t="48804" x="7748588" y="3062288"/>
          <p14:tracePt t="48810" x="7673975" y="3033713"/>
          <p14:tracePt t="48821" x="7578725" y="2994025"/>
          <p14:tracePt t="48827" x="7348538" y="2932113"/>
          <p14:tracePt t="48836" x="7129463" y="2863850"/>
          <p14:tracePt t="48848" x="7000875" y="2830513"/>
          <p14:tracePt t="48854" x="6756400" y="2762250"/>
          <p14:tracePt t="48865" x="6483350" y="2700338"/>
          <p14:tracePt t="48869" x="6238875" y="2660650"/>
          <p14:tracePt t="48877" x="6110288" y="2646363"/>
          <p14:tracePt t="48887" x="5911850" y="2633663"/>
          <p14:tracePt t="48898" x="5721350" y="2619375"/>
          <p14:tracePt t="48903" x="5565775" y="2619375"/>
          <p14:tracePt t="48915" x="5422900" y="2619375"/>
          <p14:tracePt t="48920" x="5375275" y="2619375"/>
          <p14:tracePt t="48931" x="5307013" y="2619375"/>
          <p14:tracePt t="48935" x="5259388" y="2619375"/>
          <p14:tracePt t="48944" x="5218113" y="2619375"/>
          <p14:tracePt t="48951" x="5191125" y="2619375"/>
          <p14:tracePt t="48961" x="5176838" y="2619375"/>
          <p14:tracePt t="50619" x="5191125" y="2619375"/>
          <p14:tracePt t="50628" x="5218113" y="2646363"/>
          <p14:tracePt t="50639" x="5245100" y="2673350"/>
          <p14:tracePt t="50645" x="5292725" y="2700338"/>
          <p14:tracePt t="50656" x="5348288" y="2735263"/>
          <p14:tracePt t="50662" x="5408613" y="2776538"/>
          <p14:tracePt t="50670" x="5462588" y="2803525"/>
          <p14:tracePt t="50679" x="5518150" y="2830513"/>
          <p14:tracePt t="50690" x="5551488" y="2843213"/>
          <p14:tracePt t="50695" x="5592763" y="2878138"/>
          <p14:tracePt t="50708" x="5619750" y="2890838"/>
          <p14:tracePt t="50709" x="5646738" y="2905125"/>
          <p14:tracePt t="50719" x="5681663" y="2919413"/>
          <p14:tracePt t="50727" x="5694363" y="2932113"/>
          <p14:tracePt t="50737" x="5708650" y="2932113"/>
          <p14:tracePt t="50753" x="5721350" y="2946400"/>
          <p14:tracePt t="51102" x="5735638" y="2959100"/>
          <p14:tracePt t="51112" x="5762625" y="2973388"/>
          <p14:tracePt t="51120" x="5783263" y="2994025"/>
          <p14:tracePt t="51127" x="5824538" y="3033713"/>
          <p14:tracePt t="51137" x="5864225" y="3048000"/>
          <p14:tracePt t="51144" x="5911850" y="3089275"/>
          <p14:tracePt t="51154" x="5967413" y="3101975"/>
          <p14:tracePt t="51160" x="6007100" y="3136900"/>
          <p14:tracePt t="51171" x="6069013" y="3149600"/>
          <p14:tracePt t="51177" x="6081713" y="3149600"/>
          <p14:tracePt t="51186" x="6122988" y="3163888"/>
          <p14:tracePt t="51194" x="6170613" y="3176588"/>
          <p14:tracePt t="51204" x="6197600" y="3176588"/>
          <p14:tracePt t="51214" x="6224588" y="3190875"/>
          <p14:tracePt t="51219" x="6253163" y="3190875"/>
          <p14:tracePt t="51228" x="6265863" y="3205163"/>
          <p14:tracePt t="51236" x="6300788" y="3205163"/>
          <p14:tracePt t="51253" x="6313488" y="3217863"/>
          <p14:tracePt t="51260" x="6327775" y="3217863"/>
          <p14:tracePt t="51269" x="6354763" y="3217863"/>
          <p14:tracePt t="51278" x="6367463" y="3217863"/>
          <p14:tracePt t="51286" x="6396038" y="3217863"/>
          <p14:tracePt t="51294" x="6429375" y="3217863"/>
          <p14:tracePt t="51302" x="6456363" y="3217863"/>
          <p14:tracePt t="51310" x="6483350" y="3217863"/>
          <p14:tracePt t="51319" x="6510338" y="3217863"/>
          <p14:tracePt t="51326" x="6545263" y="3217863"/>
          <p14:tracePt t="51335" x="6557963" y="3217863"/>
          <p14:tracePt t="51344" x="6572250" y="3205163"/>
          <p14:tracePt t="51352" x="6599238" y="3205163"/>
          <p14:tracePt t="51362" x="6613525" y="3205163"/>
          <p14:tracePt t="51367" x="6613525" y="3190875"/>
          <p14:tracePt t="51377" x="6626225" y="3190875"/>
          <p14:tracePt t="51382" x="6626225" y="3176588"/>
          <p14:tracePt t="51410" x="6626225" y="3163888"/>
          <p14:tracePt t="51418" x="6626225" y="3149600"/>
          <p14:tracePt t="51432" x="6626225" y="3122613"/>
          <p14:tracePt t="51445" x="6626225" y="3101975"/>
          <p14:tracePt t="51448" x="6613525" y="3089275"/>
          <p14:tracePt t="51461" x="6599238" y="3074988"/>
          <p14:tracePt t="51462" x="6586538" y="3062288"/>
          <p14:tracePt t="51473" x="6557963" y="3033713"/>
          <p14:tracePt t="51491" x="6524625" y="3021013"/>
          <p14:tracePt t="51499" x="6510338" y="3021013"/>
          <p14:tracePt t="51509" x="6497638" y="3021013"/>
          <p14:tracePt t="51513" x="6483350" y="3021013"/>
          <p14:tracePt t="51525" x="6470650" y="3021013"/>
          <p14:tracePt t="51530" x="6456363" y="3021013"/>
          <p14:tracePt t="51548" x="6443663" y="3021013"/>
          <p14:tracePt t="51564" x="6429375" y="3021013"/>
          <p14:tracePt t="51577" x="6408738" y="3021013"/>
          <p14:tracePt t="51586" x="6408738" y="3033713"/>
          <p14:tracePt t="51595" x="6396038" y="3048000"/>
          <p14:tracePt t="51604" x="6396038" y="3062288"/>
          <p14:tracePt t="51613" x="6396038" y="3074988"/>
          <p14:tracePt t="51621" x="6381750" y="3089275"/>
          <p14:tracePt t="51629" x="6381750" y="3122613"/>
          <p14:tracePt t="51642" x="6381750" y="3136900"/>
          <p14:tracePt t="51654" x="6381750" y="3149600"/>
          <p14:tracePt t="51663" x="6381750" y="3163888"/>
          <p14:tracePt t="51676" x="6381750" y="3176588"/>
          <p14:tracePt t="51687" x="6396038" y="3176588"/>
          <p14:tracePt t="51693" x="6408738" y="3176588"/>
          <p14:tracePt t="51702" x="6443663" y="3176588"/>
          <p14:tracePt t="51712" x="6470650" y="3176588"/>
          <p14:tracePt t="51720" x="6483350" y="3176588"/>
          <p14:tracePt t="51726" x="6510338" y="3176588"/>
          <p14:tracePt t="51735" x="6545263" y="3176588"/>
          <p14:tracePt t="51746" x="6557963" y="3176588"/>
          <p14:tracePt t="51752" x="6586538" y="3176588"/>
          <p14:tracePt t="51762" x="6599238" y="3163888"/>
          <p14:tracePt t="51769" x="6613525" y="3163888"/>
          <p14:tracePt t="51777" x="6613525" y="3149600"/>
          <p14:tracePt t="51785" x="6613525" y="3136900"/>
          <p14:tracePt t="51796" x="6626225" y="3122613"/>
          <p14:tracePt t="51801" x="6626225" y="3089275"/>
          <p14:tracePt t="51810" x="6626225" y="3074988"/>
          <p14:tracePt t="51818" x="6626225" y="3048000"/>
          <p14:tracePt t="51827" x="6599238" y="3006725"/>
          <p14:tracePt t="51833" x="6572250" y="2973388"/>
          <p14:tracePt t="51844" x="6545263" y="2932113"/>
          <p14:tracePt t="51850" x="6510338" y="2919413"/>
          <p14:tracePt t="51858" x="6483350" y="2890838"/>
          <p14:tracePt t="51869" x="6443663" y="2878138"/>
          <p14:tracePt t="51875" x="6408738" y="2863850"/>
          <p14:tracePt t="51891" x="6367463" y="2843213"/>
          <p14:tracePt t="51899" x="6340475" y="2843213"/>
          <p14:tracePt t="51909" x="6327775" y="2843213"/>
          <p14:tracePt t="51915" x="6313488" y="2843213"/>
          <p14:tracePt t="51953" x="6313488" y="2878138"/>
          <p14:tracePt t="51963" x="6313488" y="2890838"/>
          <p14:tracePt t="51971" x="6313488" y="2919413"/>
          <p14:tracePt t="51980" x="6313488" y="2959100"/>
          <p14:tracePt t="51991" x="6313488" y="2994025"/>
          <p14:tracePt t="51997" x="6327775" y="3006725"/>
          <p14:tracePt t="52008" x="6340475" y="3033713"/>
          <p14:tracePt t="52013" x="6354763" y="3062288"/>
          <p14:tracePt t="52023" x="6381750" y="3089275"/>
          <p14:tracePt t="52030" x="6408738" y="3122613"/>
          <p14:tracePt t="52039" x="6443663" y="3136900"/>
          <p14:tracePt t="52046" x="6470650" y="3149600"/>
          <p14:tracePt t="52056" x="6510338" y="3149600"/>
          <p14:tracePt t="52063" x="6557963" y="3163888"/>
          <p14:tracePt t="52073" x="6613525" y="3163888"/>
          <p14:tracePt t="52080" x="6653213" y="3163888"/>
          <p14:tracePt t="52089" x="6688138" y="3163888"/>
          <p14:tracePt t="52096" x="6756400" y="3149600"/>
          <p14:tracePt t="52109" x="6769100" y="3136900"/>
          <p14:tracePt t="52110" x="6816725" y="3101975"/>
          <p14:tracePt t="52119" x="6843713" y="3089275"/>
          <p14:tracePt t="52129" x="6858000" y="3062288"/>
          <p14:tracePt t="52137" x="6884988" y="3048000"/>
          <p14:tracePt t="52143" x="6884988" y="3033713"/>
          <p14:tracePt t="52153" x="6899275" y="3006725"/>
          <p14:tracePt t="52161" x="6899275" y="2973388"/>
          <p14:tracePt t="52169" x="6911975" y="2959100"/>
          <p14:tracePt t="52176" x="6911975" y="2932113"/>
          <p14:tracePt t="52186" x="6911975" y="2905125"/>
          <p14:tracePt t="52196" x="6899275" y="2890838"/>
          <p14:tracePt t="52203" x="6884988" y="2863850"/>
          <p14:tracePt t="52210" x="6858000" y="2843213"/>
          <p14:tracePt t="52222" x="6831013" y="2816225"/>
          <p14:tracePt t="52227" x="6783388" y="2803525"/>
          <p14:tracePt t="52242" x="6742113" y="2803525"/>
          <p14:tracePt t="52243" x="6715125" y="2803525"/>
          <p14:tracePt t="52250" x="6673850" y="2803525"/>
          <p14:tracePt t="52261" x="6653213" y="2803525"/>
          <p14:tracePt t="52268" x="6613525" y="2803525"/>
          <p14:tracePt t="52278" x="6599238" y="2803525"/>
          <p14:tracePt t="52285" x="6572250" y="2803525"/>
          <p14:tracePt t="52295" x="6557963" y="2816225"/>
          <p14:tracePt t="52301" x="6545263" y="2843213"/>
          <p14:tracePt t="52309" x="6524625" y="2878138"/>
          <p14:tracePt t="52318" x="6524625" y="2905125"/>
          <p14:tracePt t="52327" x="6524625" y="2946400"/>
          <p14:tracePt t="52333" x="6524625" y="3006725"/>
          <p14:tracePt t="52345" x="6524625" y="3048000"/>
          <p14:tracePt t="52348" x="6524625" y="3074988"/>
          <p14:tracePt t="52361" x="6557963" y="3149600"/>
          <p14:tracePt t="52366" x="6572250" y="3190875"/>
          <p14:tracePt t="52379" x="6599238" y="3205163"/>
          <p14:tracePt t="52379" x="6613525" y="3232150"/>
          <p14:tracePt t="52390" x="6640513" y="3252788"/>
          <p14:tracePt t="52398" x="6673850" y="3265488"/>
          <p14:tracePt t="52409" x="6700838" y="3265488"/>
          <p14:tracePt t="52416" x="6742113" y="3279775"/>
          <p14:tracePt t="52427" x="6769100" y="3279775"/>
          <p14:tracePt t="52428" x="6804025" y="3279775"/>
          <p14:tracePt t="52437" x="6831013" y="3279775"/>
          <p14:tracePt t="52447" x="6858000" y="3279775"/>
          <p14:tracePt t="52455" x="6899275" y="3252788"/>
          <p14:tracePt t="52464" x="6911975" y="3232150"/>
          <p14:tracePt t="52472" x="6946900" y="3205163"/>
          <p14:tracePt t="52481" x="6973888" y="3176588"/>
          <p14:tracePt t="52489" x="6986588" y="3149600"/>
          <p14:tracePt t="52497" x="7000875" y="3122613"/>
          <p14:tracePt t="52510" x="7015163" y="3074988"/>
          <p14:tracePt t="52511" x="7015163" y="3048000"/>
          <p14:tracePt t="52520" x="7027863" y="3006725"/>
          <p14:tracePt t="52528" x="7027863" y="2994025"/>
          <p14:tracePt t="52537" x="7027863" y="2946400"/>
          <p14:tracePt t="52544" x="7027863" y="2905125"/>
          <p14:tracePt t="52554" x="7015163" y="2890838"/>
          <p14:tracePt t="52560" x="6986588" y="2863850"/>
          <p14:tracePt t="52571" x="6973888" y="2830513"/>
          <p14:tracePt t="52577" x="6946900" y="2816225"/>
          <p14:tracePt t="52588" x="6884988" y="2803525"/>
          <p14:tracePt t="52595" x="6858000" y="2803525"/>
          <p14:tracePt t="52605" x="6804025" y="2803525"/>
          <p14:tracePt t="52610" x="6756400" y="2803525"/>
          <p14:tracePt t="52625" x="6715125" y="2803525"/>
          <p14:tracePt t="52626" x="6653213" y="2803525"/>
          <p14:tracePt t="52635" x="6613525" y="2803525"/>
          <p14:tracePt t="52644" x="6557963" y="2830513"/>
          <p14:tracePt t="52653" x="6510338" y="2863850"/>
          <p14:tracePt t="52662" x="6497638" y="2878138"/>
          <p14:tracePt t="52669" x="6470650" y="2905125"/>
          <p14:tracePt t="52676" x="6429375" y="2932113"/>
          <p14:tracePt t="52686" x="6408738" y="2959100"/>
          <p14:tracePt t="52693" x="6396038" y="2994025"/>
          <p14:tracePt t="52701" x="6396038" y="3021013"/>
          <p14:tracePt t="52710" x="6396038" y="3033713"/>
          <p14:tracePt t="52720" x="6396038" y="3048000"/>
          <p14:tracePt t="52726" x="6396038" y="3074988"/>
          <p14:tracePt t="52735" x="6396038" y="3089275"/>
          <p14:tracePt t="52744" x="6396038" y="3101975"/>
          <p14:tracePt t="52749" x="6396038" y="3122613"/>
          <p14:tracePt t="52761" x="6408738" y="3136900"/>
          <p14:tracePt t="52766" x="6443663" y="3149600"/>
          <p14:tracePt t="52776" x="6470650" y="3176588"/>
          <p14:tracePt t="52783" x="6497638" y="3176588"/>
          <p14:tracePt t="52795" x="6510338" y="3190875"/>
          <p14:tracePt t="52800" x="6572250" y="3205163"/>
          <p14:tracePt t="52810" x="6586538" y="3205163"/>
          <p14:tracePt t="52816" x="6613525" y="3217863"/>
          <p14:tracePt t="52827" x="6653213" y="3217863"/>
          <p14:tracePt t="52833" x="6688138" y="3217863"/>
          <p14:tracePt t="52845" x="6715125" y="3217863"/>
          <p14:tracePt t="52846" x="6742113" y="3217863"/>
          <p14:tracePt t="52855" x="6769100" y="3217863"/>
          <p14:tracePt t="52865" x="6783388" y="3217863"/>
          <p14:tracePt t="52875" x="6804025" y="3205163"/>
          <p14:tracePt t="52882" x="6816725" y="3190875"/>
          <p14:tracePt t="52893" x="6831013" y="3176588"/>
          <p14:tracePt t="52898" x="6831013" y="3163888"/>
          <p14:tracePt t="52909" x="6843713" y="3136900"/>
          <p14:tracePt t="52914" x="6843713" y="3101975"/>
          <p14:tracePt t="52927" x="6843713" y="3074988"/>
          <p14:tracePt t="52928" x="6843713" y="3062288"/>
          <p14:tracePt t="52937" x="6831013" y="3048000"/>
          <p14:tracePt t="52947" x="6816725" y="3021013"/>
          <p14:tracePt t="52955" x="6769100" y="2973388"/>
          <p14:tracePt t="52964" x="6742113" y="2959100"/>
          <p14:tracePt t="52972" x="6700838" y="2946400"/>
          <p14:tracePt t="52979" x="6653213" y="2932113"/>
          <p14:tracePt t="52989" x="6613525" y="2919413"/>
          <p14:tracePt t="52996" x="6557963" y="2919413"/>
          <p14:tracePt t="53003" x="6510338" y="2919413"/>
          <p14:tracePt t="53014" x="6483350" y="2919413"/>
          <p14:tracePt t="53022" x="6443663" y="2919413"/>
          <p14:tracePt t="53029" x="6408738" y="2919413"/>
          <p14:tracePt t="53039" x="6381750" y="2919413"/>
          <p14:tracePt t="53045" x="6354763" y="2932113"/>
          <p14:tracePt t="53058" x="6340475" y="2946400"/>
          <p14:tracePt t="53059" x="6313488" y="2973388"/>
          <p14:tracePt t="53069" x="6313488" y="2994025"/>
          <p14:tracePt t="53078" x="6300788" y="3021013"/>
          <p14:tracePt t="53085" x="6300788" y="3048000"/>
          <p14:tracePt t="53095" x="6280150" y="3074988"/>
          <p14:tracePt t="53103" x="6280150" y="3101975"/>
          <p14:tracePt t="53110" x="6280150" y="3122613"/>
          <p14:tracePt t="53120" x="6280150" y="3149600"/>
          <p14:tracePt t="53129" x="6280150" y="3176588"/>
          <p14:tracePt t="53136" x="6280150" y="3190875"/>
          <p14:tracePt t="53145" x="6280150" y="3205163"/>
          <p14:tracePt t="53152" x="6300788" y="3217863"/>
          <p14:tracePt t="53159" x="6327775" y="3232150"/>
          <p14:tracePt t="53169" x="6354763" y="3232150"/>
          <p14:tracePt t="53176" x="6396038" y="3232150"/>
          <p14:tracePt t="53185" x="6443663" y="3232150"/>
          <p14:tracePt t="53194" x="6497638" y="3232150"/>
          <p14:tracePt t="53202" x="6510338" y="3232150"/>
          <p14:tracePt t="53211" x="6557963" y="3232150"/>
          <p14:tracePt t="53217" x="6599238" y="3205163"/>
          <p14:tracePt t="53229" x="6626225" y="3190875"/>
          <p14:tracePt t="53234" x="6653213" y="3163888"/>
          <p14:tracePt t="53242" x="6673850" y="3149600"/>
          <p14:tracePt t="53252" x="6688138" y="3122613"/>
          <p14:tracePt t="53260" x="6700838" y="3074988"/>
          <p14:tracePt t="53269" x="6715125" y="3062288"/>
          <p14:tracePt t="55187" x="6700838" y="3048000"/>
          <p14:tracePt t="55196" x="6700838" y="3033713"/>
          <p14:tracePt t="55205" x="6673850" y="2994025"/>
          <p14:tracePt t="55216" x="6640513" y="2932113"/>
          <p14:tracePt t="55222" x="6613525" y="2890838"/>
          <p14:tracePt t="55231" x="6572250" y="2816225"/>
          <p14:tracePt t="55238" x="6545263" y="2762250"/>
          <p14:tracePt t="55247" x="6497638" y="2714625"/>
          <p14:tracePt t="55255" x="6483350" y="2687638"/>
          <p14:tracePt t="55265" x="6443663" y="2660650"/>
          <p14:tracePt t="55272" x="6408738" y="2646363"/>
          <p14:tracePt t="55281" x="6381750" y="2619375"/>
          <p14:tracePt t="55288" x="6340475" y="2598738"/>
          <p14:tracePt t="55297" x="6313488" y="2586038"/>
          <p14:tracePt t="55307" x="6300788" y="2586038"/>
          <p14:tracePt t="55312" x="6265863" y="2586038"/>
          <p14:tracePt t="55320" x="6238875" y="2586038"/>
          <p14:tracePt t="55330" x="6224588" y="2586038"/>
          <p14:tracePt t="55339" x="6197600" y="2586038"/>
          <p14:tracePt t="55346" x="6184900" y="2586038"/>
          <p14:tracePt t="55355" x="6170613" y="2598738"/>
          <p14:tracePt t="55366" x="6149975" y="2598738"/>
          <p14:tracePt t="55370" x="6137275" y="2619375"/>
          <p14:tracePt t="55379" x="6137275" y="2633663"/>
          <p14:tracePt t="55386" x="6122988" y="2646363"/>
          <p14:tracePt t="55395" x="6122988" y="2673350"/>
          <p14:tracePt t="55402" x="6122988" y="2687638"/>
          <p14:tracePt t="55412" x="6122988" y="2714625"/>
          <p14:tracePt t="55422" x="6122988" y="2747963"/>
          <p14:tracePt t="55426" x="6122988" y="2776538"/>
          <p14:tracePt t="55436" x="6122988" y="2803525"/>
          <p14:tracePt t="55446" x="6122988" y="2843213"/>
          <p14:tracePt t="55451" x="6137275" y="2863850"/>
          <p14:tracePt t="55461" x="6149975" y="2905125"/>
          <p14:tracePt t="55469" x="6170613" y="2932113"/>
          <p14:tracePt t="55478" x="6184900" y="2946400"/>
          <p14:tracePt t="55486" x="6197600" y="2994025"/>
          <p14:tracePt t="55500" x="6238875" y="3048000"/>
          <p14:tracePt t="55508" x="6265863" y="3074988"/>
          <p14:tracePt t="55519" x="6300788" y="3101975"/>
          <p14:tracePt t="55526" x="6340475" y="3136900"/>
          <p14:tracePt t="55536" x="6367463" y="3149600"/>
          <p14:tracePt t="55541" x="6429375" y="3163888"/>
          <p14:tracePt t="55553" x="6470650" y="3163888"/>
          <p14:tracePt t="55557" x="6545263" y="3176588"/>
          <p14:tracePt t="55571" x="6613525" y="3176588"/>
          <p14:tracePt t="55572" x="6673850" y="3176588"/>
          <p14:tracePt t="55580" x="6742113" y="3176588"/>
          <p14:tracePt t="55590" x="6804025" y="3149600"/>
          <p14:tracePt t="55600" x="6872288" y="3122613"/>
          <p14:tracePt t="55608" x="6899275" y="3089275"/>
          <p14:tracePt t="55618" x="6911975" y="3074988"/>
          <p14:tracePt t="55625" x="6973888" y="3033713"/>
          <p14:tracePt t="55636" x="6973888" y="2994025"/>
          <p14:tracePt t="55640" x="6986588" y="2946400"/>
          <p14:tracePt t="55652" x="6986588" y="2919413"/>
          <p14:tracePt t="55656" x="6986588" y="2863850"/>
          <p14:tracePt t="55668" x="6973888" y="2803525"/>
          <p14:tracePt t="55673" x="6932613" y="2762250"/>
          <p14:tracePt t="55685" x="6884988" y="2714625"/>
          <p14:tracePt t="55690" x="6831013" y="2673350"/>
          <p14:tracePt t="55702" x="6769100" y="2633663"/>
          <p14:tracePt t="55704" x="6715125" y="2619375"/>
          <p14:tracePt t="55713" x="6653213" y="2619375"/>
          <p14:tracePt t="55722" x="6586538" y="2619375"/>
          <p14:tracePt t="55730" x="6510338" y="2619375"/>
          <p14:tracePt t="55739" x="6456363" y="2633663"/>
          <p14:tracePt t="55747" x="6396038" y="2673350"/>
          <p14:tracePt t="55756" x="6354763" y="2714625"/>
          <p14:tracePt t="55764" x="6313488" y="2747963"/>
          <p14:tracePt t="55771" x="6300788" y="2776538"/>
          <p14:tracePt t="55781" x="6280150" y="2816225"/>
          <p14:tracePt t="55788" x="6253163" y="2863850"/>
          <p14:tracePt t="55798" x="6253163" y="2905125"/>
          <p14:tracePt t="55807" x="6253163" y="2932113"/>
          <p14:tracePt t="55812" x="6265863" y="2946400"/>
          <p14:tracePt t="55822" x="6313488" y="2973388"/>
          <p14:tracePt t="55834" x="6367463" y="3006725"/>
          <p14:tracePt t="55835" x="6429375" y="3021013"/>
          <p14:tracePt t="55845" x="6483350" y="3033713"/>
          <p14:tracePt t="55853" x="6557963" y="3033713"/>
          <p14:tracePt t="55862" x="6626225" y="3033713"/>
          <p14:tracePt t="55870" x="6640513" y="3033713"/>
          <p14:tracePt t="55878" x="6688138" y="3033713"/>
          <p14:tracePt t="55887" x="6715125" y="3033713"/>
          <p14:tracePt t="55894" x="6742113" y="3021013"/>
          <p14:tracePt t="55903" x="6756400" y="3006725"/>
          <p14:tracePt t="55911" x="6756400" y="2994025"/>
          <p14:tracePt t="55919" x="6769100" y="2973388"/>
          <p14:tracePt t="55928" x="6769100" y="2959100"/>
          <p14:tracePt t="55935" x="6769100" y="2946400"/>
          <p14:tracePt t="55944" x="6756400" y="2946400"/>
          <p14:tracePt t="55952" x="6756400" y="2932113"/>
          <p14:tracePt t="55960" x="6742113" y="2932113"/>
          <p14:tracePt t="55970" x="6729413" y="2932113"/>
          <p14:tracePt t="56317" x="6715125" y="2932113"/>
          <p14:tracePt t="56326" x="6700838" y="2932113"/>
          <p14:tracePt t="56336" x="6688138" y="2932113"/>
          <p14:tracePt t="56344" x="6673850" y="2932113"/>
          <p14:tracePt t="56354" x="6653213" y="2932113"/>
          <p14:tracePt t="56360" x="6640513" y="2946400"/>
          <p14:tracePt t="56370" x="6613525" y="2973388"/>
          <p14:tracePt t="56377" x="6586538" y="3006725"/>
          <p14:tracePt t="56389" x="6557963" y="3048000"/>
          <p14:tracePt t="56393" x="6524625" y="3089275"/>
          <p14:tracePt t="56405" x="6510338" y="3136900"/>
          <p14:tracePt t="56407" x="6497638" y="3163888"/>
          <p14:tracePt t="56417" x="6497638" y="3190875"/>
          <p14:tracePt t="56426" x="6483350" y="3232150"/>
          <p14:tracePt t="56434" x="6483350" y="3265488"/>
          <p14:tracePt t="56442" x="6483350" y="3306763"/>
          <p14:tracePt t="56450" x="6483350" y="3319463"/>
          <p14:tracePt t="56458" x="6497638" y="3348038"/>
          <p14:tracePt t="56467" x="6524625" y="3360738"/>
          <p14:tracePt t="56476" x="6545263" y="3381375"/>
          <p14:tracePt t="56484" x="6572250" y="3395663"/>
          <p14:tracePt t="56492" x="6599238" y="3408363"/>
          <p14:tracePt t="56504" x="6626225" y="3408363"/>
          <p14:tracePt t="56508" x="6640513" y="3408363"/>
          <p14:tracePt t="56517" x="6653213" y="3408363"/>
          <p14:tracePt t="56525" x="6673850" y="3408363"/>
          <p14:tracePt t="56534" x="6688138" y="3408363"/>
          <p14:tracePt t="56540" x="6700838" y="3408363"/>
          <p14:tracePt t="56556" x="6715125" y="3408363"/>
          <p14:tracePt t="56566" x="6715125" y="3395663"/>
          <p14:tracePt t="56574" x="6715125" y="3381375"/>
          <p14:tracePt t="56582" x="6729413" y="3360738"/>
          <p14:tracePt t="56591" x="6729413" y="3348038"/>
          <p14:tracePt t="56599" x="6729413" y="3319463"/>
          <p14:tracePt t="56607" x="6729413" y="3292475"/>
          <p14:tracePt t="56615" x="6729413" y="3279775"/>
          <p14:tracePt t="56622" x="6729413" y="3252788"/>
          <p14:tracePt t="56631" x="6729413" y="3217863"/>
          <p14:tracePt t="56639" x="6715125" y="3205163"/>
          <p14:tracePt t="56648" x="6700838" y="3176588"/>
          <p14:tracePt t="56655" x="6688138" y="3163888"/>
          <p14:tracePt t="56664" x="6688138" y="3136900"/>
          <p14:tracePt t="56671" x="6673850" y="3136900"/>
          <p14:tracePt t="56681" x="6653213" y="3122613"/>
          <p14:tracePt t="57168" x="6640513" y="3122613"/>
          <p14:tracePt t="57177" x="6613525" y="3101975"/>
          <p14:tracePt t="57187" x="6572250" y="3089275"/>
          <p14:tracePt t="57196" x="6497638" y="3033713"/>
          <p14:tracePt t="57206" x="6396038" y="2994025"/>
          <p14:tracePt t="57212" x="6184900" y="2878138"/>
          <p14:tracePt t="57224" x="5980113" y="2776538"/>
          <p14:tracePt t="57225" x="5721350" y="2660650"/>
          <p14:tracePt t="57234" x="5449888" y="2544763"/>
          <p14:tracePt t="57244" x="5129213" y="2455863"/>
          <p14:tracePt t="57254" x="4973638" y="2443163"/>
          <p14:tracePt t="57261" x="4714875" y="2387600"/>
          <p14:tracePt t="57269" x="4483100" y="2374900"/>
          <p14:tracePt t="57278" x="4402138" y="2374900"/>
          <p14:tracePt t="57287" x="4224338" y="2374900"/>
          <p14:tracePt t="57294" x="4184650" y="2374900"/>
          <p14:tracePt t="57302" x="4095750" y="2374900"/>
          <p14:tracePt t="57553" x="4068763" y="2374900"/>
          <p14:tracePt t="57561" x="4027488" y="2374900"/>
          <p14:tracePt t="57572" x="3967163" y="2374900"/>
          <p14:tracePt t="57580" x="3911600" y="2374900"/>
          <p14:tracePt t="57590" x="3836988" y="2387600"/>
          <p14:tracePt t="57599" x="3694113" y="2387600"/>
          <p14:tracePt t="57607" x="3524250" y="2401888"/>
          <p14:tracePt t="57617" x="3348038" y="2414588"/>
          <p14:tracePt t="57621" x="3176588" y="2414588"/>
          <p14:tracePt t="57633" x="2994025" y="2428875"/>
          <p14:tracePt t="57638" x="2905125" y="2428875"/>
          <p14:tracePt t="57649" x="2762250" y="2443163"/>
          <p14:tracePt t="57651" x="2633663" y="2443163"/>
          <p14:tracePt t="57660" x="2586038" y="2443163"/>
          <p14:tracePt t="57670" x="2517775" y="2443163"/>
          <p14:tracePt t="57678" x="2455863" y="2443163"/>
          <p14:tracePt t="57686" x="2414588" y="2443163"/>
          <p14:tracePt t="57695" x="2387600" y="2443163"/>
          <p14:tracePt t="57703" x="2360613" y="2443163"/>
          <p14:tracePt t="57720" x="2339975" y="2443163"/>
          <p14:tracePt t="57765" x="2327275" y="2443163"/>
          <p14:tracePt t="57782" x="2312988" y="2455863"/>
          <p14:tracePt t="57806" x="2300288" y="2470150"/>
          <p14:tracePt t="57817" x="2286000" y="2490788"/>
          <p14:tracePt t="57826" x="2271713" y="2490788"/>
          <p14:tracePt t="57835" x="2259013" y="2503488"/>
          <p14:tracePt t="57843" x="2244725" y="2530475"/>
          <p14:tracePt t="57849" x="2232025" y="2544763"/>
          <p14:tracePt t="57858" x="2211388" y="2557463"/>
          <p14:tracePt t="57865" x="2197100" y="2571750"/>
          <p14:tracePt t="57874" x="2184400" y="2586038"/>
          <p14:tracePt t="57883" x="2170113" y="2598738"/>
          <p14:tracePt t="57891" x="2170113" y="2619375"/>
          <p14:tracePt t="57901" x="2157413" y="2633663"/>
          <p14:tracePt t="57908" x="2157413" y="2646363"/>
          <p14:tracePt t="57921" x="2157413" y="2660650"/>
          <p14:tracePt t="57931" x="2157413" y="2673350"/>
          <p14:tracePt t="57939" x="2157413" y="2687638"/>
          <p14:tracePt t="57949" x="2157413" y="2700338"/>
          <p14:tracePt t="57956" x="2157413" y="2714625"/>
          <p14:tracePt t="57967" x="2157413" y="2735263"/>
          <p14:tracePt t="57973" x="2170113" y="2747963"/>
          <p14:tracePt t="57984" x="2184400" y="2762250"/>
          <p14:tracePt t="58000" x="2197100" y="2776538"/>
          <p14:tracePt t="58007" x="2232025" y="2789238"/>
          <p14:tracePt t="58019" x="2232025" y="2803525"/>
          <p14:tracePt t="58020" x="2244725" y="2803525"/>
          <p14:tracePt t="58031" x="2259013" y="2816225"/>
          <p14:tracePt t="58039" x="2271713" y="2816225"/>
          <p14:tracePt t="58049" x="2286000" y="2816225"/>
          <p14:tracePt t="58056" x="2300288" y="2830513"/>
          <p14:tracePt t="58072" x="2312988" y="2830513"/>
          <p14:tracePt t="58083" x="2327275" y="2830513"/>
          <p14:tracePt t="58087" x="2339975" y="2830513"/>
          <p14:tracePt t="58099" x="2360613" y="2830513"/>
          <p14:tracePt t="58115" x="2374900" y="2830513"/>
          <p14:tracePt t="58119" x="2387600" y="2843213"/>
          <p14:tracePt t="58132" x="2401888" y="2843213"/>
          <p14:tracePt t="58145" x="2414588" y="2843213"/>
          <p14:tracePt t="58155" x="2428875" y="2843213"/>
          <p14:tracePt t="58164" x="2428875" y="2863850"/>
          <p14:tracePt t="58169" x="2443163" y="2863850"/>
          <p14:tracePt t="58185" x="2455863" y="2863850"/>
          <p14:tracePt t="58194" x="2470150" y="2863850"/>
          <p14:tracePt t="58203" x="2490788" y="2878138"/>
          <p14:tracePt t="58212" x="2503488" y="2878138"/>
          <p14:tracePt t="58219" x="2530475" y="2878138"/>
          <p14:tracePt t="58228" x="2557463" y="2890838"/>
          <p14:tracePt t="58237" x="2586038" y="2890838"/>
          <p14:tracePt t="58245" x="2598738" y="2905125"/>
          <p14:tracePt t="58253" x="2633663" y="2905125"/>
          <p14:tracePt t="58260" x="2660650" y="2905125"/>
          <p14:tracePt t="58269" x="2687638" y="2905125"/>
          <p14:tracePt t="58276" x="2714625" y="2905125"/>
          <p14:tracePt t="58285" x="2735263" y="2905125"/>
          <p14:tracePt t="58292" x="2762250" y="2905125"/>
          <p14:tracePt t="58309" x="2776538" y="2905125"/>
          <p14:tracePt t="58332" x="2789238" y="2905125"/>
          <p14:tracePt t="58371" x="2776538" y="2905125"/>
          <p14:tracePt t="58381" x="2747963" y="2905125"/>
          <p14:tracePt t="58389" x="2714625" y="2905125"/>
          <p14:tracePt t="58400" x="2687638" y="2905125"/>
          <p14:tracePt t="58407" x="2646363" y="2905125"/>
          <p14:tracePt t="58418" x="2598738" y="2905125"/>
          <p14:tracePt t="58422" x="2571750" y="2905125"/>
          <p14:tracePt t="58434" x="2544763" y="2905125"/>
          <p14:tracePt t="58438" x="2517775" y="2905125"/>
          <p14:tracePt t="58450" x="2470150" y="2905125"/>
          <p14:tracePt t="58457" x="2455863" y="2905125"/>
          <p14:tracePt t="58467" x="2443163" y="2905125"/>
          <p14:tracePt t="58473" x="2428875" y="2905125"/>
          <p14:tracePt t="58487" x="2414588" y="2905125"/>
          <p14:tracePt t="58534" x="2414588" y="2890838"/>
          <p14:tracePt t="58543" x="2428875" y="2890838"/>
          <p14:tracePt t="58553" x="2455863" y="2890838"/>
          <p14:tracePt t="58563" x="2490788" y="2890838"/>
          <p14:tracePt t="58572" x="2517775" y="2878138"/>
          <p14:tracePt t="58578" x="2557463" y="2878138"/>
          <p14:tracePt t="58588" x="2598738" y="2863850"/>
          <p14:tracePt t="58598" x="2646363" y="2863850"/>
          <p14:tracePt t="58606" x="2700338" y="2843213"/>
          <p14:tracePt t="58611" x="2762250" y="2843213"/>
          <p14:tracePt t="58619" x="2816225" y="2843213"/>
          <p14:tracePt t="58629" x="2905125" y="2830513"/>
          <p14:tracePt t="58637" x="2973388" y="2830513"/>
          <p14:tracePt t="58649" x="3006725" y="2830513"/>
          <p14:tracePt t="58650" x="3062288" y="2816225"/>
          <p14:tracePt t="58659" x="3101975" y="2816225"/>
          <p14:tracePt t="58669" x="3149600" y="2816225"/>
          <p14:tracePt t="59403" x="3163888" y="2816225"/>
          <p14:tracePt t="59412" x="3205163" y="2816225"/>
          <p14:tracePt t="59422" x="3279775" y="2816225"/>
          <p14:tracePt t="59430" x="3348038" y="2816225"/>
          <p14:tracePt t="59436" x="3565525" y="2816225"/>
          <p14:tracePt t="59446" x="3824288" y="2816225"/>
          <p14:tracePt t="59453" x="4110038" y="2843213"/>
          <p14:tracePt t="59463" x="4443413" y="2919413"/>
          <p14:tracePt t="59473" x="4843463" y="3006725"/>
          <p14:tracePt t="59480" x="5232400" y="3101975"/>
          <p14:tracePt t="59491" x="5422900" y="3149600"/>
          <p14:tracePt t="59495" x="5748338" y="3252788"/>
          <p14:tracePt t="59509" x="6069013" y="3306763"/>
          <p14:tracePt t="59510" x="6170613" y="3306763"/>
          <p14:tracePt t="59518" x="6367463" y="3333750"/>
          <p14:tracePt t="59528" x="6429375" y="3333750"/>
          <p14:tracePt t="59746" x="6443663" y="3333750"/>
          <p14:tracePt t="59756" x="6483350" y="3333750"/>
          <p14:tracePt t="59765" x="6545263" y="3319463"/>
          <p14:tracePt t="59775" x="6599238" y="3292475"/>
          <p14:tracePt t="59784" x="6673850" y="3265488"/>
          <p14:tracePt t="59791" x="6742113" y="3232150"/>
          <p14:tracePt t="59802" x="6804025" y="3205163"/>
          <p14:tracePt t="59807" x="6911975" y="3163888"/>
          <p14:tracePt t="59819" x="7015163" y="3101975"/>
          <p14:tracePt t="59823" x="7089775" y="3062288"/>
          <p14:tracePt t="59835" x="7129463" y="3048000"/>
          <p14:tracePt t="59840" x="7170738" y="3021013"/>
          <p14:tracePt t="59852" x="7218363" y="2973388"/>
          <p14:tracePt t="59854" x="7232650" y="2946400"/>
          <p14:tracePt t="59864" x="7245350" y="2919413"/>
          <p14:tracePt t="59873" x="7259638" y="2890838"/>
          <p14:tracePt t="59880" x="7259638" y="2878138"/>
          <p14:tracePt t="59889" x="7259638" y="2843213"/>
          <p14:tracePt t="59897" x="7232650" y="2816225"/>
          <p14:tracePt t="59907" x="7205663" y="2803525"/>
          <p14:tracePt t="59917" x="7158038" y="2789238"/>
          <p14:tracePt t="59922" x="7116763" y="2776538"/>
          <p14:tracePt t="59934" x="7089775" y="2776538"/>
          <p14:tracePt t="59939" x="7027863" y="2776538"/>
          <p14:tracePt t="59947" x="6973888" y="2776538"/>
          <p14:tracePt t="59954" x="6911975" y="2776538"/>
          <p14:tracePt t="59961" x="6858000" y="2776538"/>
          <p14:tracePt t="59970" x="6816725" y="2789238"/>
          <p14:tracePt t="59980" x="6783388" y="2803525"/>
          <p14:tracePt t="59987" x="6756400" y="2816225"/>
          <p14:tracePt t="59996" x="6729413" y="2843213"/>
          <p14:tracePt t="60004" x="6700838" y="2863850"/>
          <p14:tracePt t="60012" x="6688138" y="2890838"/>
          <p14:tracePt t="60021" x="6688138" y="2905125"/>
          <p14:tracePt t="60030" x="6688138" y="2932113"/>
          <p14:tracePt t="60037" x="6688138" y="2946400"/>
          <p14:tracePt t="60046" x="6700838" y="2959100"/>
          <p14:tracePt t="60053" x="6729413" y="2973388"/>
          <p14:tracePt t="60060" x="6769100" y="3006725"/>
          <p14:tracePt t="60073" x="6831013" y="3021013"/>
          <p14:tracePt t="60074" x="6858000" y="3033713"/>
          <p14:tracePt t="60085" x="6899275" y="3048000"/>
          <p14:tracePt t="60094" x="6946900" y="3062288"/>
          <p14:tracePt t="60104" x="6986588" y="3062288"/>
          <p14:tracePt t="60110" x="7027863" y="3062288"/>
          <p14:tracePt t="60120" x="7042150" y="3062288"/>
          <p14:tracePt t="60127" x="7062788" y="3062288"/>
          <p14:tracePt t="60137" x="7075488" y="3062288"/>
          <p14:tracePt t="60144" x="7089775" y="3048000"/>
          <p14:tracePt t="60151" x="7102475" y="3033713"/>
          <p14:tracePt t="60160" x="7102475" y="3006725"/>
          <p14:tracePt t="60166" x="7102475" y="2973388"/>
          <p14:tracePt t="60175" x="7089775" y="2946400"/>
          <p14:tracePt t="60184" x="7062788" y="2919413"/>
          <p14:tracePt t="60193" x="7027863" y="2890838"/>
          <p14:tracePt t="60200" x="6986588" y="2863850"/>
          <p14:tracePt t="60210" x="6946900" y="2843213"/>
          <p14:tracePt t="60218" x="6884988" y="2830513"/>
          <p14:tracePt t="60227" x="6831013" y="2830513"/>
          <p14:tracePt t="60233" x="6816725" y="2830513"/>
          <p14:tracePt t="60243" x="6769100" y="2830513"/>
          <p14:tracePt t="60250" x="6742113" y="2830513"/>
          <p14:tracePt t="60259" x="6729413" y="2843213"/>
          <p14:tracePt t="60269" x="6715125" y="2863850"/>
          <p14:tracePt t="60271" x="6700838" y="2905125"/>
          <p14:tracePt t="60282" x="6700838" y="2932113"/>
          <p14:tracePt t="60290" x="6700838" y="2973388"/>
          <p14:tracePt t="60300" x="6700838" y="3021013"/>
          <p14:tracePt t="60307" x="6715125" y="3062288"/>
          <p14:tracePt t="60317" x="6742113" y="3089275"/>
          <p14:tracePt t="60322" x="6756400" y="3101975"/>
          <p14:tracePt t="60335" x="6804025" y="3136900"/>
          <p14:tracePt t="60336" x="6843713" y="3176588"/>
          <p14:tracePt t="60345" x="6872288" y="3176588"/>
          <p14:tracePt t="60354" x="6911975" y="3190875"/>
          <p14:tracePt t="60366" x="6959600" y="3190875"/>
          <p14:tracePt t="60373" x="6986588" y="3190875"/>
          <p14:tracePt t="60381" x="7015163" y="3176588"/>
          <p14:tracePt t="60390" x="7042150" y="3136900"/>
          <p14:tracePt t="60397" x="7062788" y="3101975"/>
          <p14:tracePt t="60407" x="7089775" y="3062288"/>
          <p14:tracePt t="60413" x="7089775" y="3033713"/>
          <p14:tracePt t="60424" x="7102475" y="2959100"/>
          <p14:tracePt t="60430" x="7102475" y="2932113"/>
          <p14:tracePt t="60439" x="7102475" y="2890838"/>
          <p14:tracePt t="60450" x="7102475" y="2863850"/>
          <p14:tracePt t="60452" x="7089775" y="2843213"/>
          <p14:tracePt t="60461" x="7075488" y="2830513"/>
          <p14:tracePt t="60471" x="7027863" y="2816225"/>
          <p14:tracePt t="60479" x="7000875" y="2816225"/>
          <p14:tracePt t="60484" x="6973888" y="2816225"/>
          <p14:tracePt t="60495" x="6946900" y="2816225"/>
          <p14:tracePt t="60502" x="6899275" y="2843213"/>
          <p14:tracePt t="60511" x="6858000" y="2890838"/>
          <p14:tracePt t="60519" x="6843713" y="2919413"/>
          <p14:tracePt t="60528" x="6816725" y="2946400"/>
          <p14:tracePt t="60536" x="6804025" y="2973388"/>
          <p14:tracePt t="60545" x="6804025" y="3006725"/>
          <p14:tracePt t="60551" x="6783388" y="3048000"/>
          <p14:tracePt t="60562" x="6783388" y="3074988"/>
          <p14:tracePt t="60568" x="6783388" y="3089275"/>
          <p14:tracePt t="60578" x="6816725" y="3089275"/>
          <p14:tracePt t="60585" x="6858000" y="3101975"/>
          <p14:tracePt t="60594" x="6884988" y="3101975"/>
          <p14:tracePt t="60601" x="6932613" y="3101975"/>
          <p14:tracePt t="60610" x="6973888" y="3101975"/>
          <p14:tracePt t="60618" x="7000875" y="3089275"/>
          <p14:tracePt t="60627" x="7015163" y="3074988"/>
          <p14:tracePt t="60634" x="7042150" y="3048000"/>
          <p14:tracePt t="60644" x="7062788" y="3021013"/>
          <p14:tracePt t="60650" x="7089775" y="2973388"/>
          <p14:tracePt t="60660" x="7089775" y="2932113"/>
          <p14:tracePt t="60666" x="7089775" y="2905125"/>
          <p14:tracePt t="60677" x="7089775" y="2878138"/>
          <p14:tracePt t="60686" x="7075488" y="2843213"/>
          <p14:tracePt t="60691" x="7062788" y="2830513"/>
          <p14:tracePt t="60699" x="7027863" y="2816225"/>
          <p14:tracePt t="60710" x="6986588" y="2803525"/>
          <p14:tracePt t="60716" x="6946900" y="2803525"/>
          <p14:tracePt t="60727" x="6899275" y="2803525"/>
          <p14:tracePt t="60733" x="6843713" y="2803525"/>
          <p14:tracePt t="60742" x="6804025" y="2803525"/>
          <p14:tracePt t="60751" x="6769100" y="2803525"/>
          <p14:tracePt t="60756" x="6742113" y="2830513"/>
          <p14:tracePt t="60770" x="6715125" y="2843213"/>
          <p14:tracePt t="60771" x="6688138" y="2878138"/>
          <p14:tracePt t="60781" x="6673850" y="2890838"/>
          <p14:tracePt t="60790" x="6653213" y="2905125"/>
          <p14:tracePt t="60800" x="6653213" y="2919413"/>
          <p14:tracePt t="60808" x="6653213" y="2932113"/>
          <p14:tracePt t="60817" x="6653213" y="2946400"/>
          <p14:tracePt t="60821" x="6653213" y="2959100"/>
          <p14:tracePt t="60830" x="6653213" y="2973388"/>
          <p14:tracePt t="60840" x="6653213" y="2994025"/>
          <p14:tracePt t="60851" x="6673850" y="3006725"/>
          <p14:tracePt t="60852" x="6700838" y="3021013"/>
          <p14:tracePt t="60862" x="6715125" y="3021013"/>
          <p14:tracePt t="60870" x="6756400" y="3033713"/>
          <p14:tracePt t="60879" x="6783388" y="3033713"/>
          <p14:tracePt t="60886" x="6804025" y="3033713"/>
          <p14:tracePt t="60896" x="6843713" y="3033713"/>
          <p14:tracePt t="60903" x="6872288" y="3021013"/>
          <p14:tracePt t="60911" x="6884988" y="3021013"/>
          <p14:tracePt t="60921" x="6899275" y="3006725"/>
          <p14:tracePt t="60931" x="6911975" y="2994025"/>
          <p14:tracePt t="60938" x="6932613" y="2973388"/>
          <p14:tracePt t="60945" x="6946900" y="2946400"/>
          <p14:tracePt t="60955" x="6946900" y="2932113"/>
          <p14:tracePt t="60971" x="6946900" y="2919413"/>
          <p14:tracePt t="60987" x="6932613" y="2905125"/>
          <p14:tracePt t="60995" x="6899275" y="2905125"/>
          <p14:tracePt t="61004" x="6872288" y="2905125"/>
          <p14:tracePt t="61012" x="6843713" y="2905125"/>
          <p14:tracePt t="61022" x="6816725" y="2919413"/>
          <p14:tracePt t="61036" x="6769100" y="2932113"/>
          <p14:tracePt t="61037" x="6742113" y="2973388"/>
          <p14:tracePt t="61047" x="6729413" y="2994025"/>
          <p14:tracePt t="61054" x="6715125" y="3021013"/>
          <p14:tracePt t="61067" x="6700838" y="3062288"/>
          <p14:tracePt t="61068" x="6700838" y="3074988"/>
          <p14:tracePt t="61077" x="6700838" y="3122613"/>
          <p14:tracePt t="61087" x="6700838" y="3149600"/>
          <p14:tracePt t="61092" x="6700838" y="3176588"/>
          <p14:tracePt t="61103" x="6729413" y="3190875"/>
          <p14:tracePt t="61109" x="6756400" y="3190875"/>
          <p14:tracePt t="61116" x="6804025" y="3205163"/>
          <p14:tracePt t="61127" x="6831013" y="3205163"/>
          <p14:tracePt t="61133" x="6872288" y="3205163"/>
          <p14:tracePt t="61143" x="6884988" y="3205163"/>
          <p14:tracePt t="61152" x="6911975" y="3176588"/>
          <p14:tracePt t="61157" x="6946900" y="3149600"/>
          <p14:tracePt t="61168" x="6959600" y="3101975"/>
          <p14:tracePt t="61175" x="6959600" y="3074988"/>
          <p14:tracePt t="61185" x="6973888" y="3021013"/>
          <p14:tracePt t="61191" x="6973888" y="3006725"/>
          <p14:tracePt t="61202" x="6973888" y="2959100"/>
          <p14:tracePt t="61207" x="6973888" y="2932113"/>
          <p14:tracePt t="61218" x="6973888" y="2905125"/>
          <p14:tracePt t="61220" x="6973888" y="2890838"/>
          <p14:tracePt t="61230" x="6946900" y="2878138"/>
          <p14:tracePt t="61240" x="6932613" y="2863850"/>
          <p14:tracePt t="61250" x="6899275" y="2863850"/>
          <p14:tracePt t="61257" x="6872288" y="2863850"/>
          <p14:tracePt t="61264" x="6843713" y="2863850"/>
          <p14:tracePt t="61273" x="6831013" y="2863850"/>
          <p14:tracePt t="61283" x="6804025" y="2863850"/>
          <p14:tracePt t="61288" x="6783388" y="2878138"/>
          <p14:tracePt t="61300" x="6769100" y="2890838"/>
          <p14:tracePt t="61307" x="6756400" y="2932113"/>
          <p14:tracePt t="61313" x="6756400" y="2959100"/>
          <p14:tracePt t="61319" x="6756400" y="3006725"/>
          <p14:tracePt t="61328" x="6756400" y="3033713"/>
          <p14:tracePt t="61337" x="6756400" y="3074988"/>
          <p14:tracePt t="61346" x="6804025" y="3101975"/>
          <p14:tracePt t="61352" x="6831013" y="3136900"/>
          <p14:tracePt t="61363" x="6843713" y="3149600"/>
          <p14:tracePt t="61372" x="6899275" y="3163888"/>
          <p14:tracePt t="61380" x="6932613" y="3176588"/>
          <p14:tracePt t="61387" x="6959600" y="3176588"/>
          <p14:tracePt t="61396" x="6986588" y="3176588"/>
          <p14:tracePt t="61403" x="7015163" y="3136900"/>
          <p14:tracePt t="61413" x="7042150" y="3101975"/>
          <p14:tracePt t="61424" x="7042150" y="3062288"/>
          <p14:tracePt t="61425" x="7062788" y="3006725"/>
          <p14:tracePt t="61436" x="7062788" y="2959100"/>
          <p14:tracePt t="61444" x="7062788" y="2919413"/>
          <p14:tracePt t="61453" x="7062788" y="2890838"/>
          <p14:tracePt t="61460" x="7062788" y="2863850"/>
          <p14:tracePt t="61471" x="7027863" y="2816225"/>
          <p14:tracePt t="61478" x="7015163" y="2789238"/>
          <p14:tracePt t="61486" x="6973888" y="2789238"/>
          <p14:tracePt t="61499" x="6946900" y="2789238"/>
          <p14:tracePt t="61500" x="6899275" y="2789238"/>
          <p14:tracePt t="61509" x="6858000" y="2789238"/>
          <p14:tracePt t="61518" x="6816725" y="2816225"/>
          <p14:tracePt t="61526" x="6783388" y="2830513"/>
          <p14:tracePt t="61537" x="6756400" y="2863850"/>
          <p14:tracePt t="61543" x="6742113" y="2890838"/>
          <p14:tracePt t="61551" x="6715125" y="2919413"/>
          <p14:tracePt t="61560" x="6715125" y="2946400"/>
          <p14:tracePt t="61566" x="6715125" y="2959100"/>
          <p14:tracePt t="61577" x="6715125" y="2994025"/>
          <p14:tracePt t="61586" x="6715125" y="3006725"/>
          <p14:tracePt t="61590" x="6729413" y="3006725"/>
          <p14:tracePt t="61603" x="6756400" y="3006725"/>
          <p14:tracePt t="61607" x="6769100" y="3006725"/>
          <p14:tracePt t="61619" x="6804025" y="3006725"/>
          <p14:tracePt t="61624" x="6831013" y="3006725"/>
          <p14:tracePt t="61636" x="6843713" y="3006725"/>
          <p14:tracePt t="61640" x="6858000" y="2994025"/>
          <p14:tracePt t="61653" x="6872288" y="2973388"/>
          <p14:tracePt t="61657" x="6884988" y="2959100"/>
          <p14:tracePt t="61668" x="6884988" y="2946400"/>
          <p14:tracePt t="61676" x="6884988" y="2932113"/>
          <p14:tracePt t="61685" x="6884988" y="2919413"/>
          <p14:tracePt t="61702" x="6872288" y="2890838"/>
          <p14:tracePt t="61703" x="6843713" y="2878138"/>
          <p14:tracePt t="61713" x="6816725" y="2863850"/>
          <p14:tracePt t="61723" x="6742113" y="2843213"/>
          <p14:tracePt t="61733" x="6640513" y="2803525"/>
          <p14:tracePt t="61740" x="6545263" y="2776538"/>
          <p14:tracePt t="61751" x="6429375" y="2735263"/>
          <p14:tracePt t="61756" x="6300788" y="2687638"/>
          <p14:tracePt t="61768" x="6211888" y="2673350"/>
          <p14:tracePt t="61772" x="6096000" y="2646363"/>
          <p14:tracePt t="61785" x="5953125" y="2633663"/>
          <p14:tracePt t="61786" x="5837238" y="2619375"/>
          <p14:tracePt t="62030" x="5795963" y="2619375"/>
          <p14:tracePt t="62039" x="5748338" y="2619375"/>
          <p14:tracePt t="62051" x="5681663" y="2619375"/>
          <p14:tracePt t="62059" x="5592763" y="2619375"/>
          <p14:tracePt t="62068" x="5491163" y="2619375"/>
          <p14:tracePt t="62078" x="5387975" y="2619375"/>
          <p14:tracePt t="62082" x="5191125" y="2619375"/>
          <p14:tracePt t="62095" x="4986338" y="2619375"/>
          <p14:tracePt t="62096" x="4756150" y="2619375"/>
          <p14:tracePt t="62105" x="4545013" y="2619375"/>
          <p14:tracePt t="62115" x="4443413" y="2619375"/>
          <p14:tracePt t="62125" x="4300538" y="2619375"/>
          <p14:tracePt t="62134" x="4157663" y="2619375"/>
          <p14:tracePt t="62144" x="4110038" y="2633663"/>
          <p14:tracePt t="62149" x="4027488" y="2633663"/>
          <p14:tracePt t="62161" x="3967163" y="2646363"/>
          <p14:tracePt t="62163" x="3925888" y="2646363"/>
          <p14:tracePt t="62172" x="3898900" y="2646363"/>
          <p14:tracePt t="62182" x="3884613" y="2660650"/>
          <p14:tracePt t="62210" x="3863975" y="2660650"/>
          <p14:tracePt t="62259" x="3851275" y="2660650"/>
          <p14:tracePt t="62276" x="3836988" y="2660650"/>
          <p14:tracePt t="62285" x="3824288" y="2660650"/>
          <p14:tracePt t="62294" x="3810000" y="2673350"/>
          <p14:tracePt t="62303" x="3783013" y="2673350"/>
          <p14:tracePt t="62312" x="3756025" y="2673350"/>
          <p14:tracePt t="62320" x="3735388" y="2673350"/>
          <p14:tracePt t="62329" x="3708400" y="2673350"/>
          <p14:tracePt t="62336" x="3652838" y="2673350"/>
          <p14:tracePt t="62346" x="3640138" y="2673350"/>
          <p14:tracePt t="62352" x="3578225" y="2673350"/>
          <p14:tracePt t="62363" x="3551238" y="2673350"/>
          <p14:tracePt t="62370" x="3509963" y="2673350"/>
          <p14:tracePt t="62377" x="3449638" y="2673350"/>
          <p14:tracePt t="62387" x="3408363" y="2673350"/>
          <p14:tracePt t="62395" x="3348038" y="2673350"/>
          <p14:tracePt t="62402" x="3292475" y="2673350"/>
          <p14:tracePt t="62412" x="3252788" y="2673350"/>
          <p14:tracePt t="62421" x="3190875" y="2673350"/>
          <p14:tracePt t="62427" x="3163888" y="2673350"/>
          <p14:tracePt t="62437" x="3122613" y="2660650"/>
          <p14:tracePt t="62443" x="3074988" y="2646363"/>
          <p14:tracePt t="62453" x="3033713" y="2646363"/>
          <p14:tracePt t="62458" x="2994025" y="2646363"/>
          <p14:tracePt t="62475" x="2932113" y="2633663"/>
          <p14:tracePt t="62483" x="2890838" y="2633663"/>
          <p14:tracePt t="62494" x="2863850" y="2633663"/>
          <p14:tracePt t="62501" x="2830513" y="2633663"/>
          <p14:tracePt t="62510" x="2803525" y="2633663"/>
          <p14:tracePt t="62517" x="2776538" y="2633663"/>
          <p14:tracePt t="62528" x="2762250" y="2633663"/>
          <p14:tracePt t="62533" x="2735263" y="2633663"/>
          <p14:tracePt t="62545" x="2714625" y="2633663"/>
          <p14:tracePt t="62546" x="2700338" y="2646363"/>
          <p14:tracePt t="62557" x="2687638" y="2646363"/>
          <p14:tracePt t="62565" x="2673350" y="2660650"/>
          <p14:tracePt t="62576" x="2660650" y="2660650"/>
          <p14:tracePt t="62583" x="2646363" y="2673350"/>
          <p14:tracePt t="62593" x="2633663" y="2673350"/>
          <p14:tracePt t="62597" x="2619375" y="2673350"/>
          <p14:tracePt t="62610" x="2598738" y="2687638"/>
          <p14:tracePt t="62615" x="2586038" y="2687638"/>
          <p14:tracePt t="62630" x="2571750" y="2700338"/>
          <p14:tracePt t="62643" x="2557463" y="2700338"/>
          <p14:tracePt t="62648" x="2544763" y="2700338"/>
          <p14:tracePt t="62655" x="2530475" y="2700338"/>
          <p14:tracePt t="62663" x="2517775" y="2714625"/>
          <p14:tracePt t="62676" x="2503488" y="2714625"/>
          <p14:tracePt t="62680" x="2490788" y="2714625"/>
          <p14:tracePt t="62692" x="2470150" y="2714625"/>
          <p14:tracePt t="62697" x="2455863" y="2714625"/>
          <p14:tracePt t="62710" x="2443163" y="2714625"/>
          <p14:tracePt t="62711" x="2428875" y="2714625"/>
          <p14:tracePt t="62720" x="2414588" y="2714625"/>
          <p14:tracePt t="62750" x="2401888" y="2714625"/>
          <p14:tracePt t="63005" x="2414588" y="2714625"/>
          <p14:tracePt t="63014" x="2428875" y="2714625"/>
          <p14:tracePt t="63022" x="2443163" y="2735263"/>
          <p14:tracePt t="63032" x="2455863" y="2735263"/>
          <p14:tracePt t="63041" x="2490788" y="2735263"/>
          <p14:tracePt t="63051" x="2517775" y="2747963"/>
          <p14:tracePt t="63058" x="2544763" y="2747963"/>
          <p14:tracePt t="63068" x="2571750" y="2747963"/>
          <p14:tracePt t="63072" x="2598738" y="2747963"/>
          <p14:tracePt t="63081" x="2633663" y="2747963"/>
          <p14:tracePt t="63090" x="2660650" y="2747963"/>
          <p14:tracePt t="63097" x="2687638" y="2747963"/>
          <p14:tracePt t="63104" x="2735263" y="2762250"/>
          <p14:tracePt t="63116" x="2762250" y="2762250"/>
          <p14:tracePt t="63123" x="2803525" y="2762250"/>
          <p14:tracePt t="63134" x="2843213" y="2762250"/>
          <p14:tracePt t="63138" x="2890838" y="2762250"/>
          <p14:tracePt t="63150" x="2919413" y="2762250"/>
          <p14:tracePt t="63154" x="2959100" y="2762250"/>
          <p14:tracePt t="63166" x="2994025" y="2776538"/>
          <p14:tracePt t="63171" x="3021013" y="2776538"/>
          <p14:tracePt t="63183" x="3062288" y="2776538"/>
          <p14:tracePt t="63187" x="3101975" y="2776538"/>
          <p14:tracePt t="63197" x="3149600" y="2789238"/>
          <p14:tracePt t="63204" x="3190875" y="2789238"/>
          <p14:tracePt t="63218" x="3232150" y="2803525"/>
          <p14:tracePt t="63219" x="3292475" y="2803525"/>
          <p14:tracePt t="63228" x="3333750" y="2816225"/>
          <p14:tracePt t="63235" x="3395663" y="2816225"/>
          <p14:tracePt t="63245" x="3449638" y="2816225"/>
          <p14:tracePt t="63253" x="3497263" y="2830513"/>
          <p14:tracePt t="63262" x="3524250" y="2830513"/>
          <p14:tracePt t="63268" x="3592513" y="2830513"/>
          <p14:tracePt t="63277" x="3640138" y="2830513"/>
          <p14:tracePt t="63286" x="3652838" y="2830513"/>
          <p14:tracePt t="63294" x="3721100" y="2830513"/>
          <p14:tracePt t="63302" x="3756025" y="2830513"/>
          <p14:tracePt t="63310" x="3783013" y="2830513"/>
          <p14:tracePt t="63318" x="3824288" y="2830513"/>
          <p14:tracePt t="63327" x="3863975" y="2830513"/>
          <p14:tracePt t="63335" x="3898900" y="2830513"/>
          <p14:tracePt t="63344" x="3925888" y="2830513"/>
          <p14:tracePt t="63352" x="3952875" y="2830513"/>
          <p14:tracePt t="63361" x="3979863" y="2830513"/>
          <p14:tracePt t="63368" x="4014788" y="2816225"/>
          <p14:tracePt t="63377" x="4054475" y="2816225"/>
          <p14:tracePt t="63385" x="4081463" y="2803525"/>
          <p14:tracePt t="63394" x="4095750" y="2803525"/>
          <p14:tracePt t="63400" x="4122738" y="2803525"/>
          <p14:tracePt t="63410" x="4157663" y="2789238"/>
          <p14:tracePt t="63420" x="4170363" y="2789238"/>
          <p14:tracePt t="63423" x="4197350" y="2789238"/>
          <p14:tracePt t="63433" x="4211638" y="2789238"/>
          <p14:tracePt t="63441" x="4238625" y="2776538"/>
          <p14:tracePt t="63459" x="4259263" y="2776538"/>
          <p14:tracePt t="63469" x="4271963" y="2776538"/>
          <p14:tracePt t="63491" x="4286250" y="2776538"/>
          <p14:tracePt t="63517" x="4286250" y="2762250"/>
          <p14:tracePt t="63848" x="4259263" y="2762250"/>
          <p14:tracePt t="63857" x="4184650" y="2762250"/>
          <p14:tracePt t="63867" x="4110038" y="2762250"/>
          <p14:tracePt t="63875" x="4027488" y="2747963"/>
          <p14:tracePt t="63885" x="3952875" y="2747963"/>
          <p14:tracePt t="63891" x="3851275" y="2735263"/>
          <p14:tracePt t="63902" x="3768725" y="2735263"/>
          <p14:tracePt t="63909" x="3681413" y="2735263"/>
          <p14:tracePt t="63918" x="3605213" y="2735263"/>
          <p14:tracePt t="63925" x="3476625" y="2735263"/>
          <p14:tracePt t="63935" x="3360738" y="2735263"/>
          <p14:tracePt t="63942" x="3265488" y="2735263"/>
          <p14:tracePt t="63951" x="3232150" y="2735263"/>
          <p14:tracePt t="63956" x="3163888" y="2735263"/>
          <p14:tracePt t="63965" x="3101975" y="2735263"/>
          <p14:tracePt t="63974" x="3074988" y="2735263"/>
          <p14:tracePt t="63984" x="3048000" y="2735263"/>
          <p14:tracePt t="63989" x="3021013" y="2735263"/>
          <p14:tracePt t="63999" x="3006725" y="2735263"/>
          <p14:tracePt t="64008" x="2994025" y="2735263"/>
          <p14:tracePt t="64015" x="2973388" y="2735263"/>
          <p14:tracePt t="64022" x="2959100" y="2735263"/>
          <p14:tracePt t="64032" x="2946400" y="2735263"/>
          <p14:tracePt t="64040" x="2932113" y="2735263"/>
          <p14:tracePt t="64048" x="2905125" y="2735263"/>
          <p14:tracePt t="64055" x="2890838" y="2735263"/>
          <p14:tracePt t="64065" x="2878138" y="2735263"/>
          <p14:tracePt t="64073" x="2843213" y="2735263"/>
          <p14:tracePt t="64079" x="2816225" y="2735263"/>
          <p14:tracePt t="64087" x="2789238" y="2735263"/>
          <p14:tracePt t="64097" x="2762250" y="2735263"/>
          <p14:tracePt t="64107" x="2735263" y="2735263"/>
          <p14:tracePt t="64114" x="2700338" y="2735263"/>
          <p14:tracePt t="64120" x="2673350" y="2735263"/>
          <p14:tracePt t="64130" x="2646363" y="2735263"/>
          <p14:tracePt t="64136" x="2619375" y="2735263"/>
          <p14:tracePt t="64145" x="2586038" y="2735263"/>
          <p14:tracePt t="64152" x="2571750" y="2735263"/>
          <p14:tracePt t="64162" x="2544763" y="2735263"/>
          <p14:tracePt t="64179" x="2530475" y="2735263"/>
          <p14:tracePt t="64195" x="2517775" y="2735263"/>
          <p14:tracePt t="64453" x="2530475" y="2735263"/>
          <p14:tracePt t="64463" x="2544763" y="2735263"/>
          <p14:tracePt t="64472" x="2571750" y="2735263"/>
          <p14:tracePt t="64481" x="2598738" y="2735263"/>
          <p14:tracePt t="64490" x="2633663" y="2735263"/>
          <p14:tracePt t="64497" x="2673350" y="2735263"/>
          <p14:tracePt t="64506" x="2735263" y="2735263"/>
          <p14:tracePt t="64514" x="2789238" y="2735263"/>
          <p14:tracePt t="64523" x="2843213" y="2747963"/>
          <p14:tracePt t="64530" x="2905125" y="2747963"/>
          <p14:tracePt t="64541" x="2973388" y="2747963"/>
          <p14:tracePt t="64547" x="3048000" y="2747963"/>
          <p14:tracePt t="64557" x="3122613" y="2762250"/>
          <p14:tracePt t="64564" x="3190875" y="2762250"/>
          <p14:tracePt t="64575" x="3279775" y="2776538"/>
          <p14:tracePt t="64580" x="3348038" y="2776538"/>
          <p14:tracePt t="64588" x="3422650" y="2776538"/>
          <p14:tracePt t="64597" x="3497263" y="2789238"/>
          <p14:tracePt t="64605" x="3578225" y="2789238"/>
          <p14:tracePt t="64612" x="3667125" y="2789238"/>
          <p14:tracePt t="64623" x="3756025" y="2789238"/>
          <p14:tracePt t="64628" x="3824288" y="2803525"/>
          <p14:tracePt t="64640" x="3911600" y="2803525"/>
          <p14:tracePt t="64644" x="3994150" y="2803525"/>
          <p14:tracePt t="64657" x="4068763" y="2803525"/>
          <p14:tracePt t="64658" x="4157663" y="2803525"/>
          <p14:tracePt t="64667" x="4224338" y="2803525"/>
          <p14:tracePt t="64677" x="4300538" y="2803525"/>
          <p14:tracePt t="64687" x="4327525" y="2803525"/>
          <p14:tracePt t="64694" x="4402138" y="2803525"/>
          <p14:tracePt t="64704" x="4443413" y="2803525"/>
          <p14:tracePt t="64712" x="4483100" y="2803525"/>
          <p14:tracePt t="64722" x="4530725" y="2803525"/>
          <p14:tracePt t="64727" x="4557713" y="2803525"/>
          <p14:tracePt t="64738" x="4586288" y="2803525"/>
          <p14:tracePt t="64742" x="4598988" y="2803525"/>
          <p14:tracePt t="64754" x="4625975" y="2803525"/>
          <p14:tracePt t="64759" x="4646613" y="2803525"/>
          <p14:tracePt t="64771" x="4660900" y="2803525"/>
          <p14:tracePt t="64775" x="4673600" y="2803525"/>
          <p14:tracePt t="65722" x="4660900" y="2803525"/>
          <p14:tracePt t="65732" x="4625975" y="2803525"/>
          <p14:tracePt t="65741" x="4598988" y="2803525"/>
          <p14:tracePt t="65750" x="4572000" y="2803525"/>
          <p14:tracePt t="65759" x="4545013" y="2803525"/>
          <p14:tracePt t="65765" x="4518025" y="2803525"/>
          <p14:tracePt t="65776" x="4456113" y="2803525"/>
          <p14:tracePt t="65782" x="4402138" y="2803525"/>
          <p14:tracePt t="65793" x="4340225" y="2803525"/>
          <p14:tracePt t="65798" x="4313238" y="2803525"/>
          <p14:tracePt t="65809" x="4271963" y="2803525"/>
          <p14:tracePt t="65816" x="4224338" y="2803525"/>
          <p14:tracePt t="65823" x="4211638" y="2803525"/>
          <p14:tracePt t="65830" x="4184650" y="2803525"/>
          <p14:tracePt t="65840" x="4170363" y="2803525"/>
          <p14:tracePt t="65856" x="4157663" y="2803525"/>
          <p14:tracePt t="66500" x="4170363" y="2803525"/>
          <p14:tracePt t="66516" x="4184650" y="2803525"/>
          <p14:tracePt t="66525" x="4197350" y="2803525"/>
          <p14:tracePt t="66534" x="4211638" y="2803525"/>
          <p14:tracePt t="66543" x="4224338" y="2803525"/>
          <p14:tracePt t="66552" x="4238625" y="2803525"/>
          <p14:tracePt t="66560" x="4259263" y="2803525"/>
          <p14:tracePt t="66566" x="4271963" y="2803525"/>
          <p14:tracePt t="66576" x="4286250" y="2803525"/>
          <p14:tracePt t="66583" x="4300538" y="2803525"/>
          <p14:tracePt t="66593" x="4313238" y="2803525"/>
          <p14:tracePt t="66599" x="4327525" y="2803525"/>
          <p14:tracePt t="66615" x="4340225" y="2803525"/>
          <p14:tracePt t="66624" x="4354513" y="2803525"/>
          <p14:tracePt t="66634" x="4367213" y="2803525"/>
          <p14:tracePt t="66648" x="4387850" y="2803525"/>
          <p14:tracePt t="66657" x="4402138" y="2803525"/>
          <p14:tracePt t="66666" x="4414838" y="2803525"/>
          <p14:tracePt t="66674" x="4429125" y="2803525"/>
          <p14:tracePt t="66684" x="4443413" y="2803525"/>
          <p14:tracePt t="66692" x="4470400" y="2803525"/>
          <p14:tracePt t="66701" x="4518025" y="2803525"/>
          <p14:tracePt t="66707" x="4545013" y="2803525"/>
          <p14:tracePt t="66718" x="4572000" y="2816225"/>
          <p14:tracePt t="66724" x="4613275" y="2830513"/>
          <p14:tracePt t="66733" x="4646613" y="2843213"/>
          <p14:tracePt t="66741" x="4673600" y="2863850"/>
          <p14:tracePt t="66748" x="4714875" y="2878138"/>
          <p14:tracePt t="66758" x="4741863" y="2890838"/>
          <p14:tracePt t="67278" x="4776788" y="2890838"/>
          <p14:tracePt t="67288" x="4803775" y="2890838"/>
          <p14:tracePt t="67296" x="4857750" y="2890838"/>
          <p14:tracePt t="67305" x="4919663" y="2890838"/>
          <p14:tracePt t="67312" x="4986338" y="2890838"/>
          <p14:tracePt t="67320" x="5062538" y="2890838"/>
          <p14:tracePt t="67330" x="5116513" y="2890838"/>
          <p14:tracePt t="67336" x="5149850" y="2890838"/>
          <p14:tracePt t="67346" x="5191125" y="2905125"/>
          <p14:tracePt t="67352" x="5232400" y="2905125"/>
          <p14:tracePt t="67363" x="5280025" y="2919413"/>
          <p14:tracePt t="67369" x="5307013" y="2932113"/>
          <p14:tracePt t="67379" x="5334000" y="2932113"/>
          <p14:tracePt t="67385" x="5348288" y="2932113"/>
          <p14:tracePt t="67605" x="5360988" y="2932113"/>
          <p14:tracePt t="67614" x="5387975" y="2946400"/>
          <p14:tracePt t="67624" x="5435600" y="2959100"/>
          <p14:tracePt t="67634" x="5476875" y="2973388"/>
          <p14:tracePt t="67643" x="5538788" y="3006725"/>
          <p14:tracePt t="67649" x="5605463" y="3021013"/>
          <p14:tracePt t="67660" x="5694363" y="3033713"/>
          <p14:tracePt t="67665" x="5783263" y="3048000"/>
          <p14:tracePt t="67677" x="5851525" y="3048000"/>
          <p14:tracePt t="67681" x="5926138" y="3062288"/>
          <p14:tracePt t="67693" x="5953125" y="3062288"/>
          <p14:tracePt t="67697" x="6007100" y="3062288"/>
          <p14:tracePt t="67709" x="6042025" y="3062288"/>
          <p14:tracePt t="67714" x="6081713" y="3062288"/>
          <p14:tracePt t="67722" x="6096000" y="3062288"/>
          <p14:tracePt t="67732" x="6110288" y="3062288"/>
          <p14:tracePt t="67739" x="6110288" y="3048000"/>
          <p14:tracePt t="67746" x="6122988" y="3048000"/>
          <p14:tracePt t="67764" x="6122988" y="3033713"/>
          <p14:tracePt t="67788" x="6122988" y="3021013"/>
          <p14:tracePt t="67797" x="6122988" y="3006725"/>
          <p14:tracePt t="67807" x="6110288" y="3006725"/>
          <p14:tracePt t="67811" x="6096000" y="2994025"/>
          <p14:tracePt t="67822" x="6081713" y="2994025"/>
          <p14:tracePt t="67829" x="6069013" y="2994025"/>
          <p14:tracePt t="67838" x="6054725" y="2994025"/>
          <p14:tracePt t="67846" x="6021388" y="2994025"/>
          <p14:tracePt t="67854" x="6007100" y="2994025"/>
          <p14:tracePt t="67865" x="5994400" y="2994025"/>
          <p14:tracePt t="67872" x="5967413" y="2994025"/>
          <p14:tracePt t="67887" x="5953125" y="2994025"/>
          <p14:tracePt t="67893" x="5938838" y="3006725"/>
          <p14:tracePt t="67904" x="5938838" y="3021013"/>
          <p14:tracePt t="67910" x="5938838" y="3033713"/>
          <p14:tracePt t="67921" x="5938838" y="3062288"/>
          <p14:tracePt t="67926" x="5938838" y="3089275"/>
          <p14:tracePt t="67936" x="5938838" y="3101975"/>
          <p14:tracePt t="67945" x="5938838" y="3122613"/>
          <p14:tracePt t="67953" x="5938838" y="3136900"/>
          <p14:tracePt t="67961" x="5938838" y="3149600"/>
          <p14:tracePt t="67970" x="5953125" y="3163888"/>
          <p14:tracePt t="67976" x="5967413" y="3163888"/>
          <p14:tracePt t="67995" x="5980113" y="3176588"/>
          <p14:tracePt t="68002" x="5994400" y="3176588"/>
          <p14:tracePt t="68010" x="6021388" y="3176588"/>
          <p14:tracePt t="68018" x="6042025" y="3176588"/>
          <p14:tracePt t="68029" x="6054725" y="3176588"/>
          <p14:tracePt t="68034" x="6069013" y="3176588"/>
          <p14:tracePt t="68044" x="6081713" y="3163888"/>
          <p14:tracePt t="68050" x="6096000" y="3149600"/>
          <p14:tracePt t="68060" x="6110288" y="3136900"/>
          <p14:tracePt t="68067" x="6110288" y="3122613"/>
          <p14:tracePt t="68077" x="6122988" y="3089275"/>
          <p14:tracePt t="68083" x="6122988" y="3062288"/>
          <p14:tracePt t="68095" x="6122988" y="3033713"/>
          <p14:tracePt t="68099" x="6122988" y="2994025"/>
          <p14:tracePt t="68111" x="6122988" y="2946400"/>
          <p14:tracePt t="68115" x="6096000" y="2905125"/>
          <p14:tracePt t="68128" x="6069013" y="2863850"/>
          <p14:tracePt t="68130" x="6021388" y="2816225"/>
          <p14:tracePt t="68140" x="5980113" y="2762250"/>
          <p14:tracePt t="68148" x="5953125" y="2747963"/>
          <p14:tracePt t="68158" x="5926138" y="2714625"/>
          <p14:tracePt t="68166" x="5878513" y="2687638"/>
          <p14:tracePt t="68177" x="5837238" y="2673350"/>
          <p14:tracePt t="68181" x="5810250" y="2673350"/>
          <p14:tracePt t="68193" x="5783263" y="2673350"/>
          <p14:tracePt t="68197" x="5748338" y="2673350"/>
          <p14:tracePt t="68210" x="5735638" y="2673350"/>
          <p14:tracePt t="68220" x="5721350" y="2673350"/>
          <p14:tracePt t="68221" x="5694363" y="2687638"/>
          <p14:tracePt t="68230" x="5681663" y="2714625"/>
          <p14:tracePt t="68240" x="5667375" y="2762250"/>
          <p14:tracePt t="68247" x="5667375" y="2776538"/>
          <p14:tracePt t="68255" x="5667375" y="2830513"/>
          <p14:tracePt t="68264" x="5667375" y="2863850"/>
          <p14:tracePt t="68272" x="5667375" y="2890838"/>
          <p14:tracePt t="68279" x="5681663" y="2919413"/>
          <p14:tracePt t="68289" x="5708650" y="2946400"/>
          <p14:tracePt t="68295" x="5735638" y="2973388"/>
          <p14:tracePt t="68309" x="5783263" y="2994025"/>
          <p14:tracePt t="68310" x="5824538" y="3006725"/>
          <p14:tracePt t="68319" x="5878513" y="3006725"/>
          <p14:tracePt t="68329" x="5926138" y="3006725"/>
          <p14:tracePt t="68337" x="5967413" y="3006725"/>
          <p14:tracePt t="68346" x="5994400" y="2994025"/>
          <p14:tracePt t="68353" x="6021388" y="2959100"/>
          <p14:tracePt t="68360" x="6054725" y="2946400"/>
          <p14:tracePt t="68369" x="6081713" y="2905125"/>
          <p14:tracePt t="68377" x="6096000" y="2878138"/>
          <p14:tracePt t="68387" x="6096000" y="2843213"/>
          <p14:tracePt t="68393" x="6110288" y="2803525"/>
          <p14:tracePt t="68403" x="6110288" y="2789238"/>
          <p14:tracePt t="68410" x="6096000" y="2762250"/>
          <p14:tracePt t="68421" x="6054725" y="2735263"/>
          <p14:tracePt t="68428" x="6007100" y="2714625"/>
          <p14:tracePt t="68437" x="5967413" y="2714625"/>
          <p14:tracePt t="68444" x="5911850" y="2714625"/>
          <p14:tracePt t="68453" x="5864225" y="2714625"/>
          <p14:tracePt t="68460" x="5810250" y="2714625"/>
          <p14:tracePt t="68469" x="5762625" y="2714625"/>
          <p14:tracePt t="68479" x="5735638" y="2735263"/>
          <p14:tracePt t="68484" x="5694363" y="2762250"/>
          <p14:tracePt t="68493" x="5667375" y="2789238"/>
          <p14:tracePt t="68503" x="5634038" y="2816225"/>
          <p14:tracePt t="68508" x="5619750" y="2863850"/>
          <p14:tracePt t="68519" x="5605463" y="2905125"/>
          <p14:tracePt t="68525" x="5605463" y="2932113"/>
          <p14:tracePt t="68536" x="5605463" y="2994025"/>
          <p14:tracePt t="68542" x="5605463" y="3033713"/>
          <p14:tracePt t="68549" x="5619750" y="3074988"/>
          <p14:tracePt t="68561" x="5634038" y="3101975"/>
          <p14:tracePt t="68566" x="5667375" y="3122613"/>
          <p14:tracePt t="68578" x="5708650" y="3176588"/>
          <p14:tracePt t="68583" x="5735638" y="3190875"/>
          <p14:tracePt t="68593" x="5748338" y="3190875"/>
          <p14:tracePt t="68600" x="5795963" y="3190875"/>
          <p14:tracePt t="68612" x="5837238" y="3205163"/>
          <p14:tracePt t="68613" x="5851525" y="3205163"/>
          <p14:tracePt t="68624" x="5878513" y="3205163"/>
          <p14:tracePt t="68631" x="5911850" y="3205163"/>
          <p14:tracePt t="68642" x="5926138" y="3190875"/>
          <p14:tracePt t="68650" x="5938838" y="3176588"/>
          <p14:tracePt t="68660" x="5953125" y="3163888"/>
          <p14:tracePt t="68665" x="5953125" y="3149600"/>
          <p14:tracePt t="68988" x="5938838" y="3149600"/>
          <p14:tracePt t="68997" x="5911850" y="3149600"/>
          <p14:tracePt t="69007" x="5878513" y="3149600"/>
          <p14:tracePt t="69015" x="5851525" y="3149600"/>
          <p14:tracePt t="69026" x="5810250" y="3136900"/>
          <p14:tracePt t="69035" x="5762625" y="3122613"/>
          <p14:tracePt t="69040" x="5708650" y="3101975"/>
          <p14:tracePt t="69052" x="5634038" y="3074988"/>
          <p14:tracePt t="69057" x="5518150" y="3048000"/>
          <p14:tracePt t="69069" x="5408613" y="3021013"/>
          <p14:tracePt t="69074" x="5292725" y="2973388"/>
          <p14:tracePt t="69086" x="5164138" y="2932113"/>
          <p14:tracePt t="69087" x="5021263" y="2890838"/>
          <p14:tracePt t="69097" x="4946650" y="2863850"/>
          <p14:tracePt t="69107" x="4816475" y="2830513"/>
          <p14:tracePt t="69115" x="4700588" y="2789238"/>
          <p14:tracePt t="69124" x="4586288" y="2747963"/>
          <p14:tracePt t="69131" x="4470400" y="2714625"/>
          <p14:tracePt t="69138" x="4387850" y="2687638"/>
          <p14:tracePt t="69151" x="4340225" y="2673350"/>
          <p14:tracePt t="69156" x="4286250" y="2660650"/>
          <p14:tracePt t="69168" x="4224338" y="2646363"/>
          <p14:tracePt t="69173" x="4197350" y="2633663"/>
          <p14:tracePt t="69186" x="4170363" y="2619375"/>
          <p14:tracePt t="69187" x="4143375" y="2619375"/>
          <p14:tracePt t="69196" x="4122738" y="2619375"/>
          <p14:tracePt t="69203" x="4110038" y="2619375"/>
          <p14:tracePt t="69213" x="4095750" y="2619375"/>
          <p14:tracePt t="69223" x="4081463" y="2619375"/>
          <p14:tracePt t="69236" x="4068763" y="2619375"/>
          <p14:tracePt t="69251" x="4054475" y="2619375"/>
          <p14:tracePt t="69260" x="4041775" y="2619375"/>
          <p14:tracePt t="69270" x="4027488" y="2619375"/>
          <p14:tracePt t="69278" x="4014788" y="2619375"/>
          <p14:tracePt t="69287" x="3979863" y="2619375"/>
          <p14:tracePt t="69295" x="3952875" y="2619375"/>
          <p14:tracePt t="69305" x="3911600" y="2619375"/>
          <p14:tracePt t="69312" x="3863975" y="2619375"/>
          <p14:tracePt t="69319" x="3810000" y="2619375"/>
          <p14:tracePt t="69328" x="3756025" y="2633663"/>
          <p14:tracePt t="69335" x="3708400" y="2660650"/>
          <p14:tracePt t="69345" x="3652838" y="2687638"/>
          <p14:tracePt t="69352" x="3605213" y="2714625"/>
          <p14:tracePt t="69362" x="3565525" y="2762250"/>
          <p14:tracePt t="69369" x="3538538" y="2803525"/>
          <p14:tracePt t="69379" x="3497263" y="2843213"/>
          <p14:tracePt t="69386" x="3476625" y="2905125"/>
          <p14:tracePt t="69395" x="3462338" y="2959100"/>
          <p14:tracePt t="69401" x="3462338" y="3006725"/>
          <p14:tracePt t="69412" x="3462338" y="3074988"/>
          <p14:tracePt t="69417" x="3462338" y="3136900"/>
          <p14:tracePt t="69428" x="3476625" y="3176588"/>
          <p14:tracePt t="69434" x="3538538" y="3252788"/>
          <p14:tracePt t="69443" x="3578225" y="3279775"/>
          <p14:tracePt t="69450" x="3667125" y="3319463"/>
          <p14:tracePt t="69463" x="3721100" y="3333750"/>
          <p14:tracePt t="69464" x="3795713" y="3348038"/>
          <p14:tracePt t="69474" x="3863975" y="3348038"/>
          <p14:tracePt t="69484" x="3925888" y="3348038"/>
          <p14:tracePt t="69491" x="3979863" y="3348038"/>
          <p14:tracePt t="69501" x="4027488" y="3306763"/>
          <p14:tracePt t="69509" x="4068763" y="3265488"/>
          <p14:tracePt t="69520" x="4095750" y="3205163"/>
          <p14:tracePt t="69521" x="4122738" y="3163888"/>
          <p14:tracePt t="69532" x="4122738" y="3089275"/>
          <p14:tracePt t="69540" x="4122738" y="3048000"/>
          <p14:tracePt t="69550" x="4122738" y="2994025"/>
          <p14:tracePt t="69557" x="4122738" y="2919413"/>
          <p14:tracePt t="69564" x="4122738" y="2878138"/>
          <p14:tracePt t="69574" x="4081463" y="2803525"/>
          <p14:tracePt t="69584" x="4027488" y="2700338"/>
          <p14:tracePt t="69589" x="3967163" y="2673350"/>
          <p14:tracePt t="69602" x="3898900" y="2619375"/>
          <p14:tracePt t="69607" x="3810000" y="2571750"/>
          <p14:tracePt t="69620" x="3721100" y="2544763"/>
          <p14:tracePt t="69620" x="3640138" y="2530475"/>
          <p14:tracePt t="69630" x="3538538" y="2530475"/>
          <p14:tracePt t="69639" x="3408363" y="2530475"/>
          <p14:tracePt t="69646" x="3348038" y="2530475"/>
          <p14:tracePt t="69656" x="3265488" y="2557463"/>
          <p14:tracePt t="69663" x="3190875" y="2598738"/>
          <p14:tracePt t="69672" x="3136900" y="2646363"/>
          <p14:tracePt t="69681" x="3101975" y="2673350"/>
          <p14:tracePt t="69688" x="3062288" y="2700338"/>
          <p14:tracePt t="69697" x="3033713" y="2747963"/>
          <p14:tracePt t="69707" x="3006725" y="2789238"/>
          <p14:tracePt t="69713" x="3006725" y="2816225"/>
          <p14:tracePt t="69723" x="3006725" y="2863850"/>
          <p14:tracePt t="69726" x="3006725" y="2890838"/>
          <p14:tracePt t="69736" x="3006725" y="2919413"/>
          <p14:tracePt t="69744" x="3033713" y="2932113"/>
          <p14:tracePt t="69754" x="3101975" y="2932113"/>
          <p14:tracePt t="69762" x="3205163" y="2946400"/>
          <p14:tracePt t="69768" x="3306763" y="2946400"/>
          <p14:tracePt t="69777" x="3408363" y="2946400"/>
          <p14:tracePt t="69787" x="3509963" y="2905125"/>
          <p14:tracePt t="69795" x="3578225" y="2863850"/>
          <p14:tracePt t="69801" x="3681413" y="2803525"/>
          <p14:tracePt t="69811" x="3756025" y="2747963"/>
          <p14:tracePt t="69818" x="3810000" y="2687638"/>
          <p14:tracePt t="69828" x="3851275" y="2633663"/>
          <p14:tracePt t="69836" x="3863975" y="2571750"/>
          <p14:tracePt t="69843" x="3884613" y="2544763"/>
          <p14:tracePt t="69852" x="3884613" y="2503488"/>
          <p14:tracePt t="69861" x="3863975" y="2490788"/>
          <p14:tracePt t="69868" x="3824288" y="2455863"/>
          <p14:tracePt t="69878" x="3783013" y="2428875"/>
          <p14:tracePt t="69884" x="3756025" y="2428875"/>
          <p14:tracePt t="69894" x="3708400" y="2414588"/>
          <p14:tracePt t="69901" x="3667125" y="2414588"/>
          <p14:tracePt t="69911" x="3640138" y="2401888"/>
          <p14:tracePt t="75449" x="3640138" y="2443163"/>
          <p14:tracePt t="75456" x="3625850" y="2443163"/>
          <p14:tracePt t="75468" x="3625850" y="2470150"/>
          <p14:tracePt t="75472" x="3625850" y="2490788"/>
          <p14:tracePt t="75484" x="3625850" y="2517775"/>
          <p14:tracePt t="75488" x="3625850" y="2530475"/>
          <p14:tracePt t="75502" x="3605213" y="2571750"/>
          <p14:tracePt t="75503" x="3605213" y="2598738"/>
          <p14:tracePt t="75512" x="3605213" y="2646363"/>
          <p14:tracePt t="75522" x="3592513" y="2673350"/>
          <p14:tracePt t="75531" x="3592513" y="2714625"/>
          <p14:tracePt t="75538" x="3578225" y="2762250"/>
          <p14:tracePt t="75545" x="3578225" y="2816225"/>
          <p14:tracePt t="75554" x="3565525" y="2843213"/>
          <p14:tracePt t="75562" x="3565525" y="2919413"/>
          <p14:tracePt t="75571" x="3565525" y="2946400"/>
          <p14:tracePt t="75579" x="3565525" y="2994025"/>
          <p14:tracePt t="75587" x="3565525" y="3021013"/>
          <p14:tracePt t="75595" x="3565525" y="3062288"/>
          <p14:tracePt t="75607" x="3565525" y="3074988"/>
          <p14:tracePt t="75611" x="3565525" y="3101975"/>
          <p14:tracePt t="75619" x="3565525" y="3122613"/>
          <p14:tracePt t="75637" x="3565525" y="3136900"/>
          <p14:tracePt t="75658" x="3565525" y="3149600"/>
          <p14:tracePt t="75707" x="3565525" y="3163888"/>
          <p14:tracePt t="75723" x="3565525" y="3176588"/>
          <p14:tracePt t="75733" x="3565525" y="3190875"/>
          <p14:tracePt t="75741" x="3565525" y="3205163"/>
          <p14:tracePt t="75751" x="3578225" y="3232150"/>
          <p14:tracePt t="75758" x="3592513" y="3252788"/>
          <p14:tracePt t="75769" x="3592513" y="3279775"/>
          <p14:tracePt t="75775" x="3625850" y="3292475"/>
          <p14:tracePt t="75786" x="3625850" y="3319463"/>
          <p14:tracePt t="75792" x="3652838" y="3333750"/>
          <p14:tracePt t="75800" x="3667125" y="3381375"/>
          <p14:tracePt t="75809" x="3694113" y="3408363"/>
          <p14:tracePt t="75817" x="3735388" y="3435350"/>
          <p14:tracePt t="75827" x="3768725" y="3449638"/>
          <p14:tracePt t="75834" x="3810000" y="3497263"/>
          <p14:tracePt t="75843" x="3851275" y="3509963"/>
          <p14:tracePt t="75850" x="3911600" y="3551238"/>
          <p14:tracePt t="75860" x="3967163" y="3578225"/>
          <p14:tracePt t="75866" x="3994150" y="3578225"/>
          <p14:tracePt t="75876" x="4027488" y="3605213"/>
          <p14:tracePt t="75882" x="4068763" y="3625850"/>
          <p14:tracePt t="76182" x="4095750" y="3625850"/>
          <p14:tracePt t="76191" x="4122738" y="3625850"/>
          <p14:tracePt t="76200" x="4184650" y="3640138"/>
          <p14:tracePt t="76209" x="4300538" y="3667125"/>
          <p14:tracePt t="76219" x="4402138" y="3694113"/>
          <p14:tracePt t="76229" x="4497388" y="3708400"/>
          <p14:tracePt t="76234" x="4572000" y="3721100"/>
          <p14:tracePt t="76246" x="4776788" y="3768725"/>
          <p14:tracePt t="76250" x="4919663" y="3783013"/>
          <p14:tracePt t="76262" x="5075238" y="3795713"/>
          <p14:tracePt t="76267" x="5149850" y="3810000"/>
          <p14:tracePt t="76280" x="5280025" y="3810000"/>
          <p14:tracePt t="76281" x="5387975" y="3824288"/>
          <p14:tracePt t="76290" x="5503863" y="3836988"/>
          <p14:tracePt t="76299" x="5592763" y="3836988"/>
          <p14:tracePt t="76632" x="5551488" y="3836988"/>
          <p14:tracePt t="76643" x="5503863" y="3836988"/>
          <p14:tracePt t="76651" x="5462588" y="3836988"/>
          <p14:tracePt t="76662" x="5408613" y="3836988"/>
          <p14:tracePt t="76669" x="5245100" y="3810000"/>
          <p14:tracePt t="76680" x="5149850" y="3783013"/>
          <p14:tracePt t="76685" x="5075238" y="3768725"/>
          <p14:tracePt t="76698" x="4973638" y="3735388"/>
          <p14:tracePt t="76699" x="4932363" y="3721100"/>
          <p14:tracePt t="76711" x="4857750" y="3708400"/>
          <p14:tracePt t="76719" x="4789488" y="3694113"/>
          <p14:tracePt t="76732" x="4741863" y="3681413"/>
          <p14:tracePt t="76733" x="4729163" y="3667125"/>
          <p14:tracePt t="76742" x="4700588" y="3667125"/>
          <p14:tracePt t="76751" x="4687888" y="3667125"/>
          <p14:tracePt t="76761" x="4687888" y="3652838"/>
          <p14:tracePt t="76766" x="4673600" y="3652838"/>
          <p14:tracePt t="76829" x="4687888" y="3652838"/>
          <p14:tracePt t="76837" x="4700588" y="3652838"/>
          <p14:tracePt t="76846" x="4729163" y="3652838"/>
          <p14:tracePt t="76855" x="4756150" y="3652838"/>
          <p14:tracePt t="76864" x="4803775" y="3652838"/>
          <p14:tracePt t="76872" x="4872038" y="3667125"/>
          <p14:tracePt t="76882" x="4946650" y="3667125"/>
          <p14:tracePt t="76888" x="5021263" y="3681413"/>
          <p14:tracePt t="76899" x="5102225" y="3681413"/>
          <p14:tracePt t="76907" x="5191125" y="3694113"/>
          <p14:tracePt t="76913" x="5348288" y="3708400"/>
          <p14:tracePt t="76924" x="5422900" y="3708400"/>
          <p14:tracePt t="76930" x="5518150" y="3708400"/>
          <p14:tracePt t="76939" x="5634038" y="3708400"/>
          <p14:tracePt t="76946" x="5748338" y="3708400"/>
          <p14:tracePt t="76956" x="5851525" y="3708400"/>
          <p14:tracePt t="76964" x="6042025" y="3708400"/>
          <p14:tracePt t="76972" x="6096000" y="3708400"/>
          <p14:tracePt t="76981" x="6211888" y="3708400"/>
          <p14:tracePt t="76988" x="6313488" y="3708400"/>
          <p14:tracePt t="76998" x="6381750" y="3694113"/>
          <p14:tracePt t="77007" x="6470650" y="3667125"/>
          <p14:tracePt t="77012" x="6510338" y="3652838"/>
          <p14:tracePt t="77023" x="6557963" y="3640138"/>
          <p14:tracePt t="77028" x="6599238" y="3625850"/>
          <p14:tracePt t="77039" x="6640513" y="3625850"/>
          <p14:tracePt t="77046" x="6653213" y="3605213"/>
          <p14:tracePt t="77055" x="6673850" y="3592513"/>
          <p14:tracePt t="77062" x="6688138" y="3592513"/>
          <p14:tracePt t="77073" x="6700838" y="3578225"/>
          <p14:tracePt t="77078" x="6700838" y="3565525"/>
          <p14:tracePt t="77098" x="6673850" y="3538538"/>
          <p14:tracePt t="77099" x="6613525" y="3509963"/>
          <p14:tracePt t="77111" x="6510338" y="3476625"/>
          <p14:tracePt t="77119" x="6367463" y="3422650"/>
          <p14:tracePt t="77129" x="6224588" y="3360738"/>
          <p14:tracePt t="77136" x="6054725" y="3319463"/>
          <p14:tracePt t="77147" x="5851525" y="3279775"/>
          <p14:tracePt t="77149" x="5646738" y="3252788"/>
          <p14:tracePt t="77158" x="5462588" y="3232150"/>
          <p14:tracePt t="77167" x="5375275" y="3232150"/>
          <p14:tracePt t="77175" x="5218113" y="3232150"/>
          <p14:tracePt t="77184" x="5089525" y="3232150"/>
          <p14:tracePt t="77192" x="4973638" y="3232150"/>
          <p14:tracePt t="77201" x="4884738" y="3252788"/>
          <p14:tracePt t="77209" x="4857750" y="3265488"/>
          <p14:tracePt t="77219" x="4789488" y="3292475"/>
          <p14:tracePt t="77226" x="4756150" y="3306763"/>
          <p14:tracePt t="77234" x="4729163" y="3319463"/>
          <p14:tracePt t="77247" x="4714875" y="3319463"/>
          <p14:tracePt t="77248" x="4714875" y="3333750"/>
          <p14:tracePt t="77256" x="4700588" y="3348038"/>
          <p14:tracePt t="77274" x="4700588" y="3360738"/>
          <p14:tracePt t="77280" x="4700588" y="3381375"/>
          <p14:tracePt t="77291" x="4700588" y="3408363"/>
          <p14:tracePt t="77298" x="4729163" y="3422650"/>
          <p14:tracePt t="77308" x="4756150" y="3449638"/>
          <p14:tracePt t="77315" x="4789488" y="3462338"/>
          <p14:tracePt t="77325" x="4830763" y="3497263"/>
          <p14:tracePt t="77332" x="4872038" y="3509963"/>
          <p14:tracePt t="77342" x="4919663" y="3524250"/>
          <p14:tracePt t="77349" x="4986338" y="3538538"/>
          <p14:tracePt t="77356" x="5062538" y="3551238"/>
          <p14:tracePt t="77366" x="5191125" y="3551238"/>
          <p14:tracePt t="77372" x="5245100" y="3551238"/>
          <p14:tracePt t="77380" x="5348288" y="3551238"/>
          <p14:tracePt t="77390" x="5449888" y="3551238"/>
          <p14:tracePt t="77398" x="5551488" y="3538538"/>
          <p14:tracePt t="77408" x="5634038" y="3524250"/>
          <p14:tracePt t="77415" x="5708650" y="3497263"/>
          <p14:tracePt t="77422" x="5735638" y="3476625"/>
          <p14:tracePt t="77431" x="5795963" y="3449638"/>
          <p14:tracePt t="77438" x="5837238" y="3435350"/>
          <p14:tracePt t="77448" x="5864225" y="3422650"/>
          <p14:tracePt t="77462" x="5891213" y="3395663"/>
          <p14:tracePt t="77475" x="5891213" y="3381375"/>
          <p14:tracePt t="77492" x="5891213" y="3360738"/>
          <p14:tracePt t="77503" x="5878513" y="3348038"/>
          <p14:tracePt t="77513" x="5851525" y="3333750"/>
          <p14:tracePt t="77520" x="5824538" y="3319463"/>
          <p14:tracePt t="77530" x="5783263" y="3319463"/>
          <p14:tracePt t="77537" x="5721350" y="3319463"/>
          <p14:tracePt t="77546" x="5667375" y="3319463"/>
          <p14:tracePt t="77553" x="5605463" y="3319463"/>
          <p14:tracePt t="77564" x="5551488" y="3333750"/>
          <p14:tracePt t="77568" x="5491163" y="3348038"/>
          <p14:tracePt t="77802" x="5476875" y="3348038"/>
          <p14:tracePt t="77811" x="5449888" y="3348038"/>
          <p14:tracePt t="77821" x="5408613" y="3348038"/>
          <p14:tracePt t="77831" x="5334000" y="3319463"/>
          <p14:tracePt t="77838" x="5245100" y="3319463"/>
          <p14:tracePt t="77848" x="5089525" y="3306763"/>
          <p14:tracePt t="77855" x="4973638" y="3306763"/>
          <p14:tracePt t="77866" x="4932363" y="3306763"/>
          <p14:tracePt t="77872" x="4830763" y="3306763"/>
          <p14:tracePt t="77883" x="4789488" y="3319463"/>
          <p14:tracePt t="77889" x="4729163" y="3333750"/>
          <p14:tracePt t="77901" x="4687888" y="3333750"/>
          <p14:tracePt t="77907" x="4660900" y="3360738"/>
          <p14:tracePt t="77916" x="4625975" y="3360738"/>
          <p14:tracePt t="77924" x="4613275" y="3381375"/>
          <p14:tracePt t="77939" x="4613275" y="3408363"/>
          <p14:tracePt t="77953" x="4613275" y="3435350"/>
          <p14:tracePt t="77966" x="4625975" y="3462338"/>
          <p14:tracePt t="77972" x="4660900" y="3476625"/>
          <p14:tracePt t="77980" x="4687888" y="3509963"/>
          <p14:tracePt t="77990" x="4729163" y="3538538"/>
          <p14:tracePt t="78001" x="4803775" y="3551238"/>
          <p14:tracePt t="78004" x="4857750" y="3578225"/>
          <p14:tracePt t="78017" x="4919663" y="3592513"/>
          <p14:tracePt t="78018" x="4986338" y="3605213"/>
          <p14:tracePt t="78028" x="5062538" y="3605213"/>
          <p14:tracePt t="78037" x="5129213" y="3625850"/>
          <p14:tracePt t="78045" x="5218113" y="3625850"/>
          <p14:tracePt t="78052" x="5292725" y="3625850"/>
          <p14:tracePt t="78061" x="5348288" y="3605213"/>
          <p14:tracePt t="78071" x="5408613" y="3592513"/>
          <p14:tracePt t="78076" x="5462588" y="3565525"/>
          <p14:tracePt t="78085" x="5491163" y="3551238"/>
          <p14:tracePt t="78094" x="5518150" y="3524250"/>
          <p14:tracePt t="78102" x="5551488" y="3497263"/>
          <p14:tracePt t="78109" x="5578475" y="3476625"/>
          <p14:tracePt t="78118" x="5592763" y="3449638"/>
          <p14:tracePt t="78126" x="5592763" y="3422650"/>
          <p14:tracePt t="78134" x="5605463" y="3381375"/>
          <p14:tracePt t="78144" x="5605463" y="3360738"/>
          <p14:tracePt t="78149" x="5605463" y="3333750"/>
          <p14:tracePt t="78165" x="5518150" y="3279775"/>
          <p14:tracePt t="78174" x="5462588" y="3265488"/>
          <p14:tracePt t="78185" x="5387975" y="3252788"/>
          <p14:tracePt t="78192" x="5319713" y="3252788"/>
          <p14:tracePt t="78202" x="5259388" y="3252788"/>
          <p14:tracePt t="78208" x="5191125" y="3252788"/>
          <p14:tracePt t="78219" x="5116513" y="3252788"/>
          <p14:tracePt t="78220" x="5102225" y="3252788"/>
          <p14:tracePt t="78230" x="5062538" y="3265488"/>
          <p14:tracePt t="78240" x="5033963" y="3292475"/>
          <p14:tracePt t="78250" x="5000625" y="3292475"/>
          <p14:tracePt t="78257" x="4986338" y="3306763"/>
          <p14:tracePt t="78267" x="4986338" y="3319463"/>
          <p14:tracePt t="78278" x="4986338" y="3348038"/>
          <p14:tracePt t="78288" x="4986338" y="3360738"/>
          <p14:tracePt t="78298" x="4986338" y="3395663"/>
          <p14:tracePt t="78305" x="5000625" y="3422650"/>
          <p14:tracePt t="78316" x="5048250" y="3449638"/>
          <p14:tracePt t="78323" x="5089525" y="3476625"/>
          <p14:tracePt t="78334" x="5149850" y="3524250"/>
          <p14:tracePt t="78338" x="5205413" y="3551238"/>
          <p14:tracePt t="78351" x="5280025" y="3565525"/>
          <p14:tracePt t="78352" x="5348288" y="3578225"/>
          <p14:tracePt t="78362" x="5422900" y="3592513"/>
          <p14:tracePt t="78371" x="5476875" y="3592513"/>
          <p14:tracePt t="78379" x="5551488" y="3592513"/>
          <p14:tracePt t="78388" x="5565775" y="3592513"/>
          <p14:tracePt t="78395" x="5619750" y="3578225"/>
          <p14:tracePt t="78406" x="5646738" y="3551238"/>
          <p14:tracePt t="78413" x="5681663" y="3538538"/>
          <p14:tracePt t="78423" x="5708650" y="3524250"/>
          <p14:tracePt t="78429" x="5721350" y="3497263"/>
          <p14:tracePt t="78438" x="5735638" y="3476625"/>
          <p14:tracePt t="78445" x="5735638" y="3449638"/>
          <p14:tracePt t="78454" x="5748338" y="3435350"/>
          <p14:tracePt t="78461" x="5748338" y="3422650"/>
          <p14:tracePt t="78483" x="5748338" y="3408363"/>
          <p14:tracePt t="78492" x="5748338" y="3395663"/>
          <p14:tracePt t="78572" x="5762625" y="3395663"/>
          <p14:tracePt t="78582" x="5795963" y="3422650"/>
          <p14:tracePt t="78591" x="5824538" y="3435350"/>
          <p14:tracePt t="78602" x="5878513" y="3462338"/>
          <p14:tracePt t="78611" x="5938838" y="3497263"/>
          <p14:tracePt t="78617" x="6007100" y="3524250"/>
          <p14:tracePt t="78629" x="6170613" y="3578225"/>
          <p14:tracePt t="78633" x="6224588" y="3578225"/>
          <p14:tracePt t="78645" x="6327775" y="3592513"/>
          <p14:tracePt t="78649" x="6443663" y="3605213"/>
          <p14:tracePt t="78662" x="6524625" y="3605213"/>
          <p14:tracePt t="78663" x="6557963" y="3605213"/>
          <p14:tracePt t="78672" x="6613525" y="3605213"/>
          <p14:tracePt t="78681" x="6653213" y="3592513"/>
          <p14:tracePt t="78692" x="6700838" y="3578225"/>
          <p14:tracePt t="78699" x="6715125" y="3565525"/>
          <p14:tracePt t="78710" x="6729413" y="3538538"/>
          <p14:tracePt t="78714" x="6742113" y="3524250"/>
          <p14:tracePt t="78728" x="6742113" y="3476625"/>
          <p14:tracePt t="78729" x="6742113" y="3449638"/>
          <p14:tracePt t="78737" x="6742113" y="3422650"/>
          <p14:tracePt t="78747" x="6742113" y="3381375"/>
          <p14:tracePt t="78755" x="6729413" y="3348038"/>
          <p14:tracePt t="78762" x="6688138" y="3306763"/>
          <p14:tracePt t="78773" x="6653213" y="3279775"/>
          <p14:tracePt t="78782" x="6613525" y="3232150"/>
          <p14:tracePt t="78788" x="6557963" y="3217863"/>
          <p14:tracePt t="78797" x="6510338" y="3190875"/>
          <p14:tracePt t="78811" x="6456363" y="3176588"/>
          <p14:tracePt t="78811" x="6408738" y="3176588"/>
          <p14:tracePt t="78821" x="6340475" y="3176588"/>
          <p14:tracePt t="78830" x="6265863" y="3176588"/>
          <p14:tracePt t="78838" x="6197600" y="3176588"/>
          <p14:tracePt t="78846" x="6122988" y="3205163"/>
          <p14:tracePt t="78855" x="6069013" y="3232150"/>
          <p14:tracePt t="78864" x="5994400" y="3279775"/>
          <p14:tracePt t="78872" x="5967413" y="3306763"/>
          <p14:tracePt t="78880" x="5926138" y="3348038"/>
          <p14:tracePt t="78890" x="5891213" y="3381375"/>
          <p14:tracePt t="78894" x="5864225" y="3408363"/>
          <p14:tracePt t="78904" x="5851525" y="3435350"/>
          <p14:tracePt t="78911" x="5837238" y="3462338"/>
          <p14:tracePt t="78922" x="5824538" y="3497263"/>
          <p14:tracePt t="78927" x="5824538" y="3509963"/>
          <p14:tracePt t="78937" x="5824538" y="3538538"/>
          <p14:tracePt t="78946" x="5824538" y="3551238"/>
          <p14:tracePt t="78953" x="5824538" y="3565525"/>
          <p14:tracePt t="78961" x="5824538" y="3578225"/>
          <p14:tracePt t="78970" x="5851525" y="3605213"/>
          <p14:tracePt t="78977" x="5878513" y="3625850"/>
          <p14:tracePt t="78987" x="5926138" y="3640138"/>
          <p14:tracePt t="78994" x="5967413" y="3640138"/>
          <p14:tracePt t="79002" x="6007100" y="3640138"/>
          <p14:tracePt t="79010" x="6054725" y="3640138"/>
          <p14:tracePt t="79020" x="6081713" y="3640138"/>
          <p14:tracePt t="79026" x="6110288" y="3640138"/>
          <p14:tracePt t="79036" x="6149975" y="3625850"/>
          <p14:tracePt t="79044" x="6170613" y="3605213"/>
          <p14:tracePt t="79051" x="6197600" y="3592513"/>
          <p14:tracePt t="79061" x="6211888" y="3578225"/>
          <p14:tracePt t="79079" x="6211888" y="3565525"/>
          <p14:tracePt t="79083" x="6224588" y="3551238"/>
          <p14:tracePt t="79097" x="6224588" y="3538538"/>
          <p14:tracePt t="79106" x="6224588" y="3524250"/>
          <p14:tracePt t="79121" x="6224588" y="3509963"/>
          <p14:tracePt t="79131" x="6197600" y="3497263"/>
          <p14:tracePt t="79141" x="6184900" y="3476625"/>
          <p14:tracePt t="79149" x="6170613" y="3476625"/>
          <p14:tracePt t="79159" x="6137275" y="3462338"/>
          <p14:tracePt t="79166" x="6122988" y="3462338"/>
          <p14:tracePt t="79177" x="6096000" y="3462338"/>
          <p14:tracePt t="79181" x="6081713" y="3449638"/>
          <p14:tracePt t="79193" x="6069013" y="3449638"/>
          <p14:tracePt t="79197" x="6042025" y="3449638"/>
          <p14:tracePt t="79207" x="6021388" y="3449638"/>
          <p14:tracePt t="79224" x="6007100" y="3449638"/>
          <p14:tracePt t="79230" x="5994400" y="3449638"/>
          <p14:tracePt t="79246" x="5980113" y="3449638"/>
          <p14:tracePt t="79255" x="5980113" y="3462338"/>
          <p14:tracePt t="79268" x="5967413" y="3462338"/>
          <p14:tracePt t="79309" x="5967413" y="3476625"/>
          <p14:tracePt t="79334" x="5953125" y="3476625"/>
          <p14:tracePt t="79358" x="5938838" y="3476625"/>
          <p14:tracePt t="79367" x="5926138" y="3476625"/>
          <p14:tracePt t="79383" x="5911850" y="3476625"/>
          <p14:tracePt t="79393" x="5891213" y="3476625"/>
          <p14:tracePt t="79402" x="5878513" y="3497263"/>
          <p14:tracePt t="79412" x="5864225" y="3497263"/>
          <p14:tracePt t="79420" x="5851525" y="3497263"/>
          <p14:tracePt t="79429" x="5824538" y="3497263"/>
          <p14:tracePt t="79436" x="5810250" y="3509963"/>
          <p14:tracePt t="79443" x="5795963" y="3509963"/>
          <p14:tracePt t="79452" x="5795963" y="3524250"/>
          <p14:tracePt t="79462" x="5783263" y="3538538"/>
          <p14:tracePt t="79469" x="5783263" y="3551238"/>
          <p14:tracePt t="79478" x="5783263" y="3565525"/>
          <p14:tracePt t="79483" x="5762625" y="3592513"/>
          <p14:tracePt t="79495" x="5762625" y="3605213"/>
          <p14:tracePt t="79500" x="5762625" y="3640138"/>
          <p14:tracePt t="79512" x="5762625" y="3652838"/>
          <p14:tracePt t="79516" x="5762625" y="3667125"/>
          <p14:tracePt t="80979" x="5762625" y="3640138"/>
          <p14:tracePt t="80990" x="5762625" y="3605213"/>
          <p14:tracePt t="80998" x="5762625" y="3578225"/>
          <p14:tracePt t="81008" x="5748338" y="3538538"/>
          <p14:tracePt t="81014" x="5735638" y="3509963"/>
          <p14:tracePt t="81026" x="5721350" y="3476625"/>
          <p14:tracePt t="81032" x="5708650" y="3462338"/>
          <p14:tracePt t="81043" x="5667375" y="3422650"/>
          <p14:tracePt t="81048" x="5634038" y="3408363"/>
          <p14:tracePt t="81060" x="5592763" y="3381375"/>
          <p14:tracePt t="81065" x="5551488" y="3381375"/>
          <p14:tracePt t="81077" x="5518150" y="3360738"/>
          <p14:tracePt t="81078" x="5476875" y="3360738"/>
          <p14:tracePt t="81087" x="5435600" y="3360738"/>
          <p14:tracePt t="81097" x="5387975" y="3360738"/>
          <p14:tracePt t="81108" x="5348288" y="3360738"/>
          <p14:tracePt t="81113" x="5319713" y="3360738"/>
          <p14:tracePt t="81121" x="5292725" y="3360738"/>
          <p14:tracePt t="81130" x="5259388" y="3395663"/>
          <p14:tracePt t="81138" x="5232400" y="3408363"/>
          <p14:tracePt t="81146" x="5218113" y="3435350"/>
          <p14:tracePt t="81156" x="5205413" y="3449638"/>
          <p14:tracePt t="81163" x="5205413" y="3476625"/>
          <p14:tracePt t="81172" x="5205413" y="3509963"/>
          <p14:tracePt t="81179" x="5205413" y="3538538"/>
          <p14:tracePt t="81187" x="5205413" y="3551238"/>
          <p14:tracePt t="81195" x="5232400" y="3565525"/>
          <p14:tracePt t="81209" x="5280025" y="3578225"/>
          <p14:tracePt t="81210" x="5319713" y="3592513"/>
          <p14:tracePt t="81220" x="5360988" y="3592513"/>
          <p14:tracePt t="81227" x="5435600" y="3605213"/>
          <p14:tracePt t="81237" x="5503863" y="3605213"/>
          <p14:tracePt t="81244" x="5592763" y="3605213"/>
          <p14:tracePt t="81258" x="5667375" y="3605213"/>
          <p14:tracePt t="81259" x="5748338" y="3605213"/>
          <p14:tracePt t="81267" x="5783263" y="3605213"/>
          <p14:tracePt t="81277" x="5824538" y="3578225"/>
          <p14:tracePt t="81286" x="5864225" y="3565525"/>
          <p14:tracePt t="81295" x="5891213" y="3551238"/>
          <p14:tracePt t="81302" x="5926138" y="3524250"/>
          <p14:tracePt t="81309" x="5953125" y="3476625"/>
          <p14:tracePt t="81318" x="5953125" y="3435350"/>
          <p14:tracePt t="81328" x="5953125" y="3408363"/>
          <p14:tracePt t="81336" x="5938838" y="3348038"/>
          <p14:tracePt t="81343" x="5878513" y="3292475"/>
          <p14:tracePt t="81352" x="5837238" y="3279775"/>
          <p14:tracePt t="81359" x="5762625" y="3232150"/>
          <p14:tracePt t="81369" x="5681663" y="3190875"/>
          <p14:tracePt t="81378" x="5592763" y="3176588"/>
          <p14:tracePt t="81391" x="5422900" y="3163888"/>
          <p14:tracePt t="81400" x="5334000" y="3163888"/>
          <p14:tracePt t="81410" x="5259388" y="3163888"/>
          <p14:tracePt t="81416" x="5232400" y="3163888"/>
          <p14:tracePt t="81427" x="5191125" y="3176588"/>
          <p14:tracePt t="81434" x="5149850" y="3205163"/>
          <p14:tracePt t="81443" x="5129213" y="3232150"/>
          <p14:tracePt t="81449" x="5116513" y="3252788"/>
          <p14:tracePt t="81460" x="5102225" y="3292475"/>
          <p14:tracePt t="81466" x="5102225" y="3319463"/>
          <p14:tracePt t="81478" x="5102225" y="3348038"/>
          <p14:tracePt t="81482" x="5116513" y="3381375"/>
          <p14:tracePt t="81494" x="5164138" y="3408363"/>
          <p14:tracePt t="81496" x="5191125" y="3435350"/>
          <p14:tracePt t="81508" x="5245100" y="3462338"/>
          <p14:tracePt t="81515" x="5307013" y="3497263"/>
          <p14:tracePt t="81525" x="5348288" y="3509963"/>
          <p14:tracePt t="81533" x="5408613" y="3538538"/>
          <p14:tracePt t="81544" x="5435600" y="3538538"/>
          <p14:tracePt t="81547" x="5476875" y="3538538"/>
          <p14:tracePt t="81559" x="5503863" y="3538538"/>
          <p14:tracePt t="81563" x="5565775" y="3538538"/>
          <p14:tracePt t="81576" x="5578475" y="3524250"/>
          <p14:tracePt t="81580" x="5592763" y="3497263"/>
          <p14:tracePt t="81593" x="5605463" y="3462338"/>
          <p14:tracePt t="81598" x="5605463" y="3422650"/>
          <p14:tracePt t="81612" x="5605463" y="3381375"/>
          <p14:tracePt t="81612" x="5605463" y="3333750"/>
          <p14:tracePt t="81621" x="5605463" y="3319463"/>
          <p14:tracePt t="81629" x="5592763" y="3292475"/>
          <p14:tracePt t="81637" x="5578475" y="3265488"/>
          <p14:tracePt t="81647" x="5565775" y="3232150"/>
          <p14:tracePt t="81656" x="5538788" y="3232150"/>
          <p14:tracePt t="81662" x="5518150" y="3217863"/>
          <p14:tracePt t="81671" x="5503863" y="3217863"/>
          <p14:tracePt t="82126" x="5491163" y="3217863"/>
          <p14:tracePt t="82135" x="5476875" y="3217863"/>
          <p14:tracePt t="82145" x="5462588" y="3217863"/>
          <p14:tracePt t="82153" x="5422900" y="3205163"/>
          <p14:tracePt t="82163" x="5408613" y="3205163"/>
          <p14:tracePt t="82168" x="5360988" y="3176588"/>
          <p14:tracePt t="82179" x="5334000" y="3163888"/>
          <p14:tracePt t="82186" x="5292725" y="3149600"/>
          <p14:tracePt t="82197" x="5245100" y="3122613"/>
          <p14:tracePt t="82202" x="5205413" y="3089275"/>
          <p14:tracePt t="82214" x="5149850" y="3074988"/>
          <p14:tracePt t="82216" x="5048250" y="3006725"/>
          <p14:tracePt t="82225" x="4973638" y="2959100"/>
          <p14:tracePt t="82234" x="4919663" y="2932113"/>
          <p14:tracePt t="82246" x="4816475" y="2878138"/>
          <p14:tracePt t="82253" x="4714875" y="2816225"/>
          <p14:tracePt t="82264" x="4646613" y="2789238"/>
          <p14:tracePt t="82268" x="4557713" y="2735263"/>
          <p14:tracePt t="82281" x="4530725" y="2714625"/>
          <p14:tracePt t="82285" x="4470400" y="2700338"/>
          <p14:tracePt t="82298" x="4414838" y="2673350"/>
          <p14:tracePt t="82299" x="4387850" y="2660650"/>
          <p14:tracePt t="82308" x="4340225" y="2660650"/>
          <p14:tracePt t="82316" x="4327525" y="2646363"/>
          <p14:tracePt t="82325" x="4313238" y="2646363"/>
          <p14:tracePt t="82333" x="4300538" y="2633663"/>
          <p14:tracePt t="82349" x="4286250" y="2633663"/>
          <p14:tracePt t="82436" x="4286250" y="2619375"/>
          <p14:tracePt t="82494" x="4286250" y="2598738"/>
          <p14:tracePt t="82567" x="4286250" y="2586038"/>
          <p14:tracePt t="82584" x="4286250" y="2571750"/>
          <p14:tracePt t="82595" x="4271963" y="2557463"/>
          <p14:tracePt t="82604" x="4271963" y="2544763"/>
          <p14:tracePt t="82614" x="4271963" y="2530475"/>
          <p14:tracePt t="82620" x="4259263" y="2517775"/>
          <p14:tracePt t="82627" x="4259263" y="2503488"/>
          <p14:tracePt t="82636" x="4238625" y="2470150"/>
          <p14:tracePt t="82647" x="4238625" y="2455863"/>
          <p14:tracePt t="82653" x="4238625" y="2443163"/>
          <p14:tracePt t="82663" x="4224338" y="2414588"/>
          <p14:tracePt t="82668" x="4224338" y="2401888"/>
          <p14:tracePt t="82680" x="4224338" y="2374900"/>
          <p14:tracePt t="82685" x="4224338" y="2360613"/>
          <p14:tracePt t="82694" x="4224338" y="2339975"/>
          <p14:tracePt t="82703" x="4224338" y="2327275"/>
          <p14:tracePt t="82711" x="4224338" y="2300288"/>
          <p14:tracePt t="82717" x="4224338" y="2286000"/>
          <p14:tracePt t="82735" x="4224338" y="2271713"/>
          <p14:tracePt t="82743" x="4224338" y="2259013"/>
          <p14:tracePt t="82767" x="4224338" y="2244725"/>
          <p14:tracePt t="82878" x="4238625" y="2244725"/>
          <p14:tracePt t="82895" x="4259263" y="2244725"/>
          <p14:tracePt t="82936" x="4271963" y="2244725"/>
          <p14:tracePt t="83018" x="4286250" y="2244725"/>
          <p14:tracePt t="83034" x="4300538" y="2244725"/>
          <p14:tracePt t="83043" x="4313238" y="2244725"/>
          <p14:tracePt t="83052" x="4327525" y="2244725"/>
          <p14:tracePt t="83061" x="4340225" y="2232025"/>
          <p14:tracePt t="83071" x="4367213" y="2232025"/>
          <p14:tracePt t="83079" x="4387850" y="2232025"/>
          <p14:tracePt t="83086" x="4402138" y="2232025"/>
          <p14:tracePt t="83094" x="4429125" y="2232025"/>
          <p14:tracePt t="83102" x="4456113" y="2232025"/>
          <p14:tracePt t="83111" x="4470400" y="2211388"/>
          <p14:tracePt t="83119" x="4497388" y="2211388"/>
          <p14:tracePt t="83127" x="4545013" y="2211388"/>
          <p14:tracePt t="83134" x="4572000" y="2211388"/>
          <p14:tracePt t="83144" x="4598988" y="2211388"/>
          <p14:tracePt t="83150" x="4625975" y="2211388"/>
          <p14:tracePt t="83160" x="4673600" y="2211388"/>
          <p14:tracePt t="83168" x="4687888" y="2211388"/>
          <p14:tracePt t="83177" x="4714875" y="2211388"/>
          <p14:tracePt t="83184" x="4756150" y="2211388"/>
          <p14:tracePt t="83193" x="4789488" y="2211388"/>
          <p14:tracePt t="83201" x="4803775" y="2211388"/>
          <p14:tracePt t="83209" x="4830763" y="2211388"/>
          <p14:tracePt t="83220" x="4884738" y="2232025"/>
          <p14:tracePt t="83227" x="4919663" y="2232025"/>
          <p14:tracePt t="83234" x="4959350" y="2244725"/>
          <p14:tracePt t="83243" x="5000625" y="2244725"/>
          <p14:tracePt t="83250" x="5062538" y="2244725"/>
          <p14:tracePt t="83259" x="5116513" y="2244725"/>
          <p14:tracePt t="83268" x="5164138" y="2244725"/>
          <p14:tracePt t="83276" x="5218113" y="2244725"/>
          <p14:tracePt t="83286" x="5245100" y="2244725"/>
          <p14:tracePt t="83290" x="5292725" y="2244725"/>
          <p14:tracePt t="83302" x="5334000" y="2244725"/>
          <p14:tracePt t="83309" x="5375275" y="2244725"/>
          <p14:tracePt t="83319" x="5387975" y="2244725"/>
          <p14:tracePt t="83323" x="5422900" y="2244725"/>
          <p14:tracePt t="83335" x="5435600" y="2244725"/>
          <p14:tracePt t="83342" x="5449888" y="2244725"/>
          <p14:tracePt t="83352" x="5462588" y="2244725"/>
          <p14:tracePt t="83356" x="5476875" y="2259013"/>
          <p14:tracePt t="83369" x="5491163" y="2259013"/>
          <p14:tracePt t="83388" x="5503863" y="2259013"/>
          <p14:tracePt t="83403" x="5518150" y="2259013"/>
          <p14:tracePt t="83435" x="5538788" y="2259013"/>
          <p14:tracePt t="83484" x="5551488" y="2259013"/>
          <p14:tracePt t="83525" x="5565775" y="2259013"/>
          <p14:tracePt t="85262" x="5551488" y="2259013"/>
          <p14:tracePt t="85271" x="5538788" y="2259013"/>
          <p14:tracePt t="85282" x="5476875" y="2286000"/>
          <p14:tracePt t="85287" x="5387975" y="2339975"/>
          <p14:tracePt t="85298" x="5307013" y="2387600"/>
          <p14:tracePt t="85306" x="5191125" y="2443163"/>
          <p14:tracePt t="85316" x="5062538" y="2503488"/>
          <p14:tracePt t="85322" x="4919663" y="2571750"/>
          <p14:tracePt t="85332" x="4729163" y="2660650"/>
          <p14:tracePt t="85337" x="4557713" y="2747963"/>
          <p14:tracePt t="85349" x="4367213" y="2816225"/>
          <p14:tracePt t="85354" x="4286250" y="2878138"/>
          <p14:tracePt t="85366" x="4143375" y="2946400"/>
          <p14:tracePt t="85368" x="4027488" y="3006725"/>
          <p14:tracePt t="85379" x="3925888" y="3048000"/>
          <p14:tracePt t="85388" x="3898900" y="3074988"/>
          <p14:tracePt t="85397" x="3824288" y="3101975"/>
          <p14:tracePt t="85406" x="3783013" y="3136900"/>
          <p14:tracePt t="85415" x="3756025" y="3163888"/>
          <p14:tracePt t="85420" x="3721100" y="3176588"/>
          <p14:tracePt t="94903" x="3721100" y="3190875"/>
          <p14:tracePt t="94916" x="3721100" y="3217863"/>
          <p14:tracePt t="94916" x="3721100" y="3265488"/>
          <p14:tracePt t="94925" x="3721100" y="3306763"/>
          <p14:tracePt t="94934" x="3721100" y="3348038"/>
          <p14:tracePt t="94943" x="3721100" y="3408363"/>
          <p14:tracePt t="94949" x="3721100" y="3509963"/>
          <p14:tracePt t="94959" x="3721100" y="3592513"/>
          <p14:tracePt t="94966" x="3721100" y="3694113"/>
          <p14:tracePt t="94975" x="3721100" y="3783013"/>
          <p14:tracePt t="94984" x="3721100" y="3863975"/>
          <p14:tracePt t="94992" x="3721100" y="3938588"/>
          <p14:tracePt t="95000" x="3721100" y="3994150"/>
          <p14:tracePt t="95009" x="3721100" y="4041775"/>
          <p14:tracePt t="95017" x="3735388" y="4110038"/>
          <p14:tracePt t="95026" x="3756025" y="4143375"/>
          <p14:tracePt t="95034" x="3768725" y="4184650"/>
          <p14:tracePt t="95043" x="3783013" y="4211638"/>
          <p14:tracePt t="95052" x="3795713" y="4224338"/>
          <p14:tracePt t="95058" x="3810000" y="4259263"/>
          <p14:tracePt t="95068" x="3824288" y="4271963"/>
          <p14:tracePt t="95075" x="3836988" y="4286250"/>
          <p14:tracePt t="95084" x="3851275" y="4286250"/>
          <p14:tracePt t="95091" x="3863975" y="4300538"/>
          <p14:tracePt t="95100" x="3884613" y="4300538"/>
          <p14:tracePt t="95115" x="3898900" y="4300538"/>
          <p14:tracePt t="95132" x="3911600" y="4300538"/>
          <p14:tracePt t="95151" x="3925888" y="4300538"/>
          <p14:tracePt t="95155" x="3925888" y="4286250"/>
          <p14:tracePt t="95167" x="3925888" y="4271963"/>
          <p14:tracePt t="95172" x="3938588" y="4271963"/>
          <p14:tracePt t="95184" x="3938588" y="4259263"/>
          <p14:tracePt t="95188" x="3952875" y="4238625"/>
          <p14:tracePt t="95201" x="3952875" y="4224338"/>
          <p14:tracePt t="95207" x="3952875" y="4211638"/>
          <p14:tracePt t="95216" x="3967163" y="4211638"/>
          <p14:tracePt t="95222" x="3967163" y="4197350"/>
          <p14:tracePt t="95250" x="3967163" y="4184650"/>
          <p14:tracePt t="95316" x="3952875" y="4184650"/>
          <p14:tracePt t="95325" x="3938588" y="4184650"/>
          <p14:tracePt t="95335" x="3911600" y="4184650"/>
          <p14:tracePt t="95343" x="3898900" y="4184650"/>
          <p14:tracePt t="95352" x="3863975" y="4197350"/>
          <p14:tracePt t="95360" x="3836988" y="4211638"/>
          <p14:tracePt t="95367" x="3824288" y="4224338"/>
          <p14:tracePt t="95377" x="3795713" y="4238625"/>
          <p14:tracePt t="95383" x="3783013" y="4259263"/>
          <p14:tracePt t="95394" x="3768725" y="4286250"/>
          <p14:tracePt t="95399" x="3756025" y="4313238"/>
          <p14:tracePt t="95410" x="3735388" y="4340225"/>
          <p14:tracePt t="95420" x="3735388" y="4367213"/>
          <p14:tracePt t="95425" x="3735388" y="4414838"/>
          <p14:tracePt t="95433" x="3735388" y="4443413"/>
          <p14:tracePt t="95443" x="3735388" y="4470400"/>
          <p14:tracePt t="95449" x="3735388" y="4497388"/>
          <p14:tracePt t="95460" x="3756025" y="4530725"/>
          <p14:tracePt t="95466" x="3768725" y="4557713"/>
          <p14:tracePt t="95476" x="3795713" y="4572000"/>
          <p14:tracePt t="95484" x="3810000" y="4586288"/>
          <p14:tracePt t="95498" x="3824288" y="4586288"/>
          <p14:tracePt t="95499" x="3851275" y="4598988"/>
          <p14:tracePt t="95507" x="3863975" y="4598988"/>
          <p14:tracePt t="95517" x="3884613" y="4598988"/>
          <p14:tracePt t="95525" x="3911600" y="4598988"/>
          <p14:tracePt t="95534" x="3938588" y="4598988"/>
          <p14:tracePt t="95540" x="3967163" y="4572000"/>
          <p14:tracePt t="95551" x="3979863" y="4557713"/>
          <p14:tracePt t="95559" x="3994150" y="4530725"/>
          <p14:tracePt t="95567" x="4027488" y="4497388"/>
          <p14:tracePt t="95580" x="4054475" y="4443413"/>
          <p14:tracePt t="95589" x="4081463" y="4414838"/>
          <p14:tracePt t="95599" x="4095750" y="4367213"/>
          <p14:tracePt t="95608" x="4095750" y="4327525"/>
          <p14:tracePt t="95617" x="4110038" y="4286250"/>
          <p14:tracePt t="95622" x="4110038" y="4238625"/>
          <p14:tracePt t="95634" x="4110038" y="4197350"/>
          <p14:tracePt t="95639" x="4095750" y="4143375"/>
          <p14:tracePt t="95649" x="4068763" y="4110038"/>
          <p14:tracePt t="95656" x="4041775" y="4054475"/>
          <p14:tracePt t="95665" x="4014788" y="4041775"/>
          <p14:tracePt t="95673" x="3967163" y="4014788"/>
          <p14:tracePt t="95682" x="3938588" y="3994150"/>
          <p14:tracePt t="95691" x="3898900" y="3979863"/>
          <p14:tracePt t="95698" x="3863975" y="3979863"/>
          <p14:tracePt t="95710" x="3810000" y="3979863"/>
          <p14:tracePt t="95711" x="3795713" y="3979863"/>
          <p14:tracePt t="95721" x="3768725" y="3979863"/>
          <p14:tracePt t="95731" x="3735388" y="3994150"/>
          <p14:tracePt t="95738" x="3708400" y="4014788"/>
          <p14:tracePt t="95750" x="3694113" y="4027488"/>
          <p14:tracePt t="95755" x="3681413" y="4041775"/>
          <p14:tracePt t="95767" x="3667125" y="4054475"/>
          <p14:tracePt t="95768" x="3667125" y="4081463"/>
          <p14:tracePt t="95778" x="3652838" y="4095750"/>
          <p14:tracePt t="95788" x="3652838" y="4110038"/>
          <p14:tracePt t="95795" x="3652838" y="4122738"/>
          <p14:tracePt t="95805" x="3652838" y="4143375"/>
          <p14:tracePt t="95812" x="3652838" y="4170363"/>
          <p14:tracePt t="95819" x="3652838" y="4197350"/>
          <p14:tracePt t="95828" x="3667125" y="4211638"/>
          <p14:tracePt t="95835" x="3681413" y="4238625"/>
          <p14:tracePt t="95845" x="3708400" y="4259263"/>
          <p14:tracePt t="95849" x="3721100" y="4286250"/>
          <p14:tracePt t="95859" x="3735388" y="4300538"/>
          <p14:tracePt t="95869" x="3768725" y="4313238"/>
          <p14:tracePt t="95877" x="3795713" y="4313238"/>
          <p14:tracePt t="95885" x="3810000" y="4327525"/>
          <p14:tracePt t="95898" x="3851275" y="4327525"/>
          <p14:tracePt t="95899" x="3884613" y="4327525"/>
          <p14:tracePt t="95907" x="3925888" y="4327525"/>
          <p14:tracePt t="95917" x="3967163" y="4327525"/>
          <p14:tracePt t="95925" x="4027488" y="4286250"/>
          <p14:tracePt t="95935" x="4068763" y="4271963"/>
          <p14:tracePt t="95942" x="4122738" y="4224338"/>
          <p14:tracePt t="95950" x="4170363" y="4184650"/>
          <p14:tracePt t="95960" x="4211638" y="4157663"/>
          <p14:tracePt t="95968" x="4224338" y="4122738"/>
          <p14:tracePt t="95975" x="4259263" y="4095750"/>
          <p14:tracePt t="95984" x="4286250" y="4054475"/>
          <p14:tracePt t="95993" x="4300538" y="4027488"/>
          <p14:tracePt t="96001" x="4313238" y="3994150"/>
          <p14:tracePt t="96008" x="4313238" y="3967163"/>
          <p14:tracePt t="96016" x="4313238" y="3938588"/>
          <p14:tracePt t="96025" x="4313238" y="3911600"/>
          <p14:tracePt t="96034" x="4313238" y="3884613"/>
          <p14:tracePt t="96047" x="4259263" y="3863975"/>
          <p14:tracePt t="96056" x="4211638" y="3851275"/>
          <p14:tracePt t="96066" x="4170363" y="3851275"/>
          <p14:tracePt t="96074" x="4122738" y="3851275"/>
          <p14:tracePt t="96084" x="4068763" y="3851275"/>
          <p14:tracePt t="96090" x="4041775" y="3863975"/>
          <p14:tracePt t="96101" x="3994150" y="3898900"/>
          <p14:tracePt t="96108" x="3952875" y="3925888"/>
          <p14:tracePt t="96114" x="3925888" y="3967163"/>
          <p14:tracePt t="96125" x="3898900" y="3994150"/>
          <p14:tracePt t="96131" x="3863975" y="4054475"/>
          <p14:tracePt t="96141" x="3851275" y="4095750"/>
          <p14:tracePt t="96147" x="3836988" y="4157663"/>
          <p14:tracePt t="96158" x="3824288" y="4211638"/>
          <p14:tracePt t="96161" x="3824288" y="4271963"/>
          <p14:tracePt t="96171" x="3824288" y="4327525"/>
          <p14:tracePt t="96181" x="3824288" y="4387850"/>
          <p14:tracePt t="96188" x="3824288" y="4429125"/>
          <p14:tracePt t="96198" x="3824288" y="4456113"/>
          <p14:tracePt t="96203" x="3836988" y="4483100"/>
          <p14:tracePt t="96216" x="3863975" y="4518025"/>
          <p14:tracePt t="96218" x="3884613" y="4530725"/>
          <p14:tracePt t="96228" x="3911600" y="4545013"/>
          <p14:tracePt t="96237" x="3938588" y="4557713"/>
          <p14:tracePt t="96247" x="3967163" y="4572000"/>
          <p14:tracePt t="96254" x="3994150" y="4572000"/>
          <p14:tracePt t="96265" x="4041775" y="4572000"/>
          <p14:tracePt t="96267" x="4081463" y="4557713"/>
          <p14:tracePt t="96276" x="4122738" y="4530725"/>
          <p14:tracePt t="96285" x="4170363" y="4483100"/>
          <p14:tracePt t="96294" x="4224338" y="4443413"/>
          <p14:tracePt t="96300" x="4271963" y="4387850"/>
          <p14:tracePt t="96310" x="4313238" y="4340225"/>
          <p14:tracePt t="96320" x="4327525" y="4313238"/>
          <p14:tracePt t="96328" x="4354513" y="4259263"/>
          <p14:tracePt t="96335" x="4402138" y="4184650"/>
          <p14:tracePt t="96345" x="4414838" y="4143375"/>
          <p14:tracePt t="96352" x="4414838" y="4110038"/>
          <p14:tracePt t="96361" x="4414838" y="4081463"/>
          <p14:tracePt t="96368" x="4414838" y="4054475"/>
          <p14:tracePt t="96376" x="4414838" y="4027488"/>
          <p14:tracePt t="96384" x="4414838" y="3994150"/>
          <p14:tracePt t="96394" x="4414838" y="3979863"/>
          <p14:tracePt t="96400" x="4387850" y="3952875"/>
          <p14:tracePt t="96410" x="4354513" y="3952875"/>
          <p14:tracePt t="96420" x="4313238" y="3938588"/>
          <p14:tracePt t="96425" x="4271963" y="3938588"/>
          <p14:tracePt t="96433" x="4211638" y="3938588"/>
          <p14:tracePt t="96442" x="4157663" y="3938588"/>
          <p14:tracePt t="96449" x="4110038" y="3938588"/>
          <p14:tracePt t="96459" x="4054475" y="3952875"/>
          <p14:tracePt t="96466" x="4014788" y="3979863"/>
          <p14:tracePt t="96476" x="3967163" y="4027488"/>
          <p14:tracePt t="96483" x="3925888" y="4068763"/>
          <p14:tracePt t="96491" x="3884613" y="4110038"/>
          <p14:tracePt t="96500" x="3851275" y="4170363"/>
          <p14:tracePt t="96509" x="3824288" y="4211638"/>
          <p14:tracePt t="96517" x="3810000" y="4271963"/>
          <p14:tracePt t="96525" x="3810000" y="4313238"/>
          <p14:tracePt t="96533" x="3810000" y="4367213"/>
          <p14:tracePt t="96540" x="3810000" y="4414838"/>
          <p14:tracePt t="96549" x="3810000" y="4443413"/>
          <p14:tracePt t="96556" x="3810000" y="4483100"/>
          <p14:tracePt t="96567" x="3810000" y="4518025"/>
          <p14:tracePt t="96572" x="3824288" y="4545013"/>
          <p14:tracePt t="96582" x="3863975" y="4572000"/>
          <p14:tracePt t="96592" x="3898900" y="4586288"/>
          <p14:tracePt t="96598" x="3938588" y="4598988"/>
          <p14:tracePt t="96611" x="3979863" y="4598988"/>
          <p14:tracePt t="96613" x="4027488" y="4613275"/>
          <p14:tracePt t="96621" x="4095750" y="4613275"/>
          <p14:tracePt t="96632" x="4157663" y="4613275"/>
          <p14:tracePt t="96639" x="4211638" y="4613275"/>
          <p14:tracePt t="96649" x="4271963" y="4572000"/>
          <p14:tracePt t="96654" x="4327525" y="4545013"/>
          <p14:tracePt t="96667" x="4367213" y="4497388"/>
          <p14:tracePt t="96671" x="4414838" y="4456113"/>
          <p14:tracePt t="96678" x="4429125" y="4429125"/>
          <p14:tracePt t="96688" x="4456113" y="4387850"/>
          <p14:tracePt t="96701" x="4470400" y="4354513"/>
          <p14:tracePt t="96702" x="4470400" y="4313238"/>
          <p14:tracePt t="96711" x="4483100" y="4286250"/>
          <p14:tracePt t="96719" x="4483100" y="4259263"/>
          <p14:tracePt t="96728" x="4483100" y="4211638"/>
          <p14:tracePt t="96737" x="4483100" y="4197350"/>
          <p14:tracePt t="96744" x="4456113" y="4170363"/>
          <p14:tracePt t="96752" x="4414838" y="4157663"/>
          <p14:tracePt t="96762" x="4367213" y="4122738"/>
          <p14:tracePt t="96769" x="4327525" y="4110038"/>
          <p14:tracePt t="96779" x="4286250" y="4095750"/>
          <p14:tracePt t="96783" x="4224338" y="4095750"/>
          <p14:tracePt t="96792" x="4197350" y="4095750"/>
          <p14:tracePt t="96802" x="4157663" y="4095750"/>
          <p14:tracePt t="96810" x="4122738" y="4095750"/>
          <p14:tracePt t="96816" x="4095750" y="4095750"/>
          <p14:tracePt t="96826" x="4054475" y="4122738"/>
          <p14:tracePt t="96833" x="4041775" y="4143375"/>
          <p14:tracePt t="96843" x="3994150" y="4184650"/>
          <p14:tracePt t="96850" x="3979863" y="4211638"/>
          <p14:tracePt t="96860" x="3967163" y="4224338"/>
          <p14:tracePt t="96868" x="3967163" y="4286250"/>
          <p14:tracePt t="96877" x="3952875" y="4327525"/>
          <p14:tracePt t="96884" x="3952875" y="4340225"/>
          <p14:tracePt t="96891" x="3952875" y="4367213"/>
          <p14:tracePt t="96900" x="3952875" y="4414838"/>
          <p14:tracePt t="96910" x="3952875" y="4443413"/>
          <p14:tracePt t="96916" x="3952875" y="4470400"/>
          <p14:tracePt t="96926" x="3967163" y="4483100"/>
          <p14:tracePt t="96934" x="3979863" y="4497388"/>
          <p14:tracePt t="96947" x="4041775" y="4530725"/>
          <p14:tracePt t="96956" x="4068763" y="4530725"/>
          <p14:tracePt t="96967" x="4122738" y="4530725"/>
          <p14:tracePt t="96974" x="4184650" y="4530725"/>
          <p14:tracePt t="96984" x="4224338" y="4497388"/>
          <p14:tracePt t="96991" x="4286250" y="4470400"/>
          <p14:tracePt t="96998" x="4340225" y="4414838"/>
          <p14:tracePt t="97008" x="4387850" y="4367213"/>
          <p14:tracePt t="97014" x="4429125" y="4327525"/>
          <p14:tracePt t="97025" x="4443413" y="4300538"/>
          <p14:tracePt t="97031" x="4470400" y="4259263"/>
          <p14:tracePt t="97044" x="4483100" y="4211638"/>
          <p14:tracePt t="97046" x="4483100" y="4184650"/>
          <p14:tracePt t="97055" x="4483100" y="4157663"/>
          <p14:tracePt t="97065" x="4483100" y="4122738"/>
          <p14:tracePt t="97073" x="4483100" y="4095750"/>
          <p14:tracePt t="97083" x="4456113" y="4081463"/>
          <p14:tracePt t="97087" x="4402138" y="4068763"/>
          <p14:tracePt t="97100" x="4327525" y="4068763"/>
          <p14:tracePt t="97106" x="4238625" y="4068763"/>
          <p14:tracePt t="97116" x="4170363" y="4068763"/>
          <p14:tracePt t="97121" x="4081463" y="4068763"/>
          <p14:tracePt t="97133" x="3994150" y="4068763"/>
          <p14:tracePt t="97137" x="3925888" y="4095750"/>
          <p14:tracePt t="97151" x="3863975" y="4143375"/>
          <p14:tracePt t="97152" x="3795713" y="4170363"/>
          <p14:tracePt t="97161" x="3783013" y="4197350"/>
          <p14:tracePt t="97169" x="3708400" y="4259263"/>
          <p14:tracePt t="97181" x="3694113" y="4300538"/>
          <p14:tracePt t="97185" x="3667125" y="4340225"/>
          <p14:tracePt t="97198" x="3667125" y="4387850"/>
          <p14:tracePt t="97203" x="3667125" y="4429125"/>
          <p14:tracePt t="97210" x="3667125" y="4470400"/>
          <p14:tracePt t="97219" x="3667125" y="4483100"/>
          <p14:tracePt t="97232" x="3667125" y="4530725"/>
          <p14:tracePt t="97233" x="3667125" y="4557713"/>
          <p14:tracePt t="97242" x="3694113" y="4586288"/>
          <p14:tracePt t="97252" x="3708400" y="4598988"/>
          <p14:tracePt t="97261" x="3721100" y="4613275"/>
          <p14:tracePt t="97267" x="3756025" y="4613275"/>
          <p14:tracePt t="97277" x="3783013" y="4625975"/>
          <p14:tracePt t="97283" x="3824288" y="4625975"/>
          <p14:tracePt t="97293" x="3863975" y="4625975"/>
          <p14:tracePt t="97301" x="3898900" y="4613275"/>
          <p14:tracePt t="97311" x="3952875" y="4586288"/>
          <p14:tracePt t="97317" x="3994150" y="4557713"/>
          <p14:tracePt t="97327" x="4041775" y="4518025"/>
          <p14:tracePt t="97334" x="4081463" y="4456113"/>
          <p14:tracePt t="97343" x="4095750" y="4443413"/>
          <p14:tracePt t="97351" x="4122738" y="4402138"/>
          <p14:tracePt t="97360" x="4157663" y="4354513"/>
          <p14:tracePt t="97367" x="4170363" y="4327525"/>
          <p14:tracePt t="97381" x="4170363" y="4300538"/>
          <p14:tracePt t="97382" x="4170363" y="4271963"/>
          <p14:tracePt t="97390" x="4170363" y="4224338"/>
          <p14:tracePt t="97400" x="4170363" y="4197350"/>
          <p14:tracePt t="97408" x="4157663" y="4184650"/>
          <p14:tracePt t="97419" x="4143375" y="4170363"/>
          <p14:tracePt t="97421" x="4110038" y="4157663"/>
          <p14:tracePt t="97432" x="4081463" y="4143375"/>
          <p14:tracePt t="97439" x="4054475" y="4110038"/>
          <p14:tracePt t="97451" x="4041775" y="4110038"/>
          <p14:tracePt t="97457" x="4014788" y="4095750"/>
          <p14:tracePt t="97467" x="3994150" y="4095750"/>
          <p14:tracePt t="97472" x="3979863" y="4095750"/>
          <p14:tracePt t="97484" x="3967163" y="4095750"/>
          <p14:tracePt t="97488" x="3952875" y="4095750"/>
          <p14:tracePt t="97500" x="3938588" y="4095750"/>
          <p14:tracePt t="97517" x="3925888" y="4095750"/>
          <p14:tracePt t="97527" x="3925888" y="4110038"/>
          <p14:tracePt t="97543" x="3925888" y="4122738"/>
          <p14:tracePt t="97554" x="3911600" y="4143375"/>
          <p14:tracePt t="97564" x="3911600" y="4157663"/>
          <p14:tracePt t="97572" x="3911600" y="4170363"/>
          <p14:tracePt t="97579" x="3911600" y="4184650"/>
          <p14:tracePt t="97588" x="3911600" y="4211638"/>
          <p14:tracePt t="97598" x="3911600" y="4238625"/>
          <p14:tracePt t="97606" x="3911600" y="4259263"/>
          <p14:tracePt t="97616" x="3911600" y="4286250"/>
          <p14:tracePt t="97620" x="3911600" y="4313238"/>
          <p14:tracePt t="97632" x="3911600" y="4327525"/>
          <p14:tracePt t="97634" x="3911600" y="4354513"/>
          <p14:tracePt t="97643" x="3911600" y="4367213"/>
          <p14:tracePt t="97652" x="3925888" y="4402138"/>
          <p14:tracePt t="97661" x="3952875" y="4414838"/>
          <p14:tracePt t="97670" x="3979863" y="4429125"/>
          <p14:tracePt t="97682" x="4014788" y="4443413"/>
          <p14:tracePt t="97686" x="4027488" y="4443413"/>
          <p14:tracePt t="98059" x="4054475" y="4443413"/>
          <p14:tracePt t="98069" x="4081463" y="4443413"/>
          <p14:tracePt t="98078" x="4122738" y="4429125"/>
          <p14:tracePt t="98086" x="4211638" y="4414838"/>
          <p14:tracePt t="98097" x="4259263" y="4414838"/>
          <p14:tracePt t="98103" x="4354513" y="4414838"/>
          <p14:tracePt t="98114" x="4470400" y="4414838"/>
          <p14:tracePt t="98120" x="4572000" y="4414838"/>
          <p14:tracePt t="98130" x="4687888" y="4414838"/>
          <p14:tracePt t="98137" x="4803775" y="4414838"/>
          <p14:tracePt t="98147" x="4884738" y="4414838"/>
          <p14:tracePt t="98151" x="4986338" y="4414838"/>
          <p14:tracePt t="98163" x="5075238" y="4414838"/>
          <p14:tracePt t="98168" x="5102225" y="4414838"/>
          <p14:tracePt t="98180" x="5176838" y="4414838"/>
          <p14:tracePt t="98184" x="5218113" y="4414838"/>
          <p14:tracePt t="98194" x="5280025" y="4414838"/>
          <p14:tracePt t="98203" x="5334000" y="4414838"/>
          <p14:tracePt t="98213" x="5360988" y="4414838"/>
          <p14:tracePt t="98501" x="5375275" y="4414838"/>
          <p14:tracePt t="98512" x="5387975" y="4414838"/>
          <p14:tracePt t="98520" x="5422900" y="4414838"/>
          <p14:tracePt t="98530" x="5449888" y="4402138"/>
          <p14:tracePt t="98539" x="5476875" y="4402138"/>
          <p14:tracePt t="98545" x="5503863" y="4402138"/>
          <p14:tracePt t="98556" x="5518150" y="4387850"/>
          <p14:tracePt t="98562" x="5538788" y="4387850"/>
          <p14:tracePt t="98574" x="5578475" y="4367213"/>
          <p14:tracePt t="98578" x="5605463" y="4367213"/>
          <p14:tracePt t="98590" x="5619750" y="4354513"/>
          <p14:tracePt t="98594" x="5634038" y="4354513"/>
          <p14:tracePt t="98606" x="5646738" y="4340225"/>
          <p14:tracePt t="98624" x="5646738" y="4327525"/>
          <p14:tracePt t="98649" x="5646738" y="4313238"/>
          <p14:tracePt t="98658" x="5634038" y="4313238"/>
          <p14:tracePt t="98667" x="5605463" y="4300538"/>
          <p14:tracePt t="98676" x="5578475" y="4300538"/>
          <p14:tracePt t="98684" x="5551488" y="4300538"/>
          <p14:tracePt t="98691" x="5503863" y="4300538"/>
          <p14:tracePt t="98701" x="5462588" y="4300538"/>
          <p14:tracePt t="98708" x="5435600" y="4300538"/>
          <p14:tracePt t="98718" x="5387975" y="4300538"/>
          <p14:tracePt t="98726" x="5348288" y="4300538"/>
          <p14:tracePt t="98734" x="5319713" y="4327525"/>
          <p14:tracePt t="98743" x="5307013" y="4340225"/>
          <p14:tracePt t="98752" x="5280025" y="4367213"/>
          <p14:tracePt t="98758" x="5245100" y="4387850"/>
          <p14:tracePt t="98768" x="5232400" y="4414838"/>
          <p14:tracePt t="98776" x="5218113" y="4429125"/>
          <p14:tracePt t="98785" x="5218113" y="4443413"/>
          <p14:tracePt t="98799" x="5218113" y="4456113"/>
          <p14:tracePt t="98810" x="5218113" y="4470400"/>
          <p14:tracePt t="98828" x="5245100" y="4470400"/>
          <p14:tracePt t="98838" x="5259388" y="4470400"/>
          <p14:tracePt t="98847" x="5280025" y="4470400"/>
          <p14:tracePt t="98857" x="5292725" y="4470400"/>
          <p14:tracePt t="98865" x="5319713" y="4470400"/>
          <p14:tracePt t="98875" x="5334000" y="4470400"/>
          <p14:tracePt t="98881" x="5348288" y="4456113"/>
          <p14:tracePt t="98892" x="5360988" y="4443413"/>
          <p14:tracePt t="98898" x="5375275" y="4443413"/>
          <p14:tracePt t="98909" x="5387975" y="4429125"/>
          <p14:tracePt t="98913" x="5408613" y="4414838"/>
          <p14:tracePt t="98928" x="5408613" y="4402138"/>
          <p14:tracePt t="98938" x="5422900" y="4402138"/>
          <p14:tracePt t="98968" x="5435600" y="4402138"/>
          <p14:tracePt t="99098" x="5449888" y="4402138"/>
          <p14:tracePt t="99131" x="5462588" y="4402138"/>
          <p14:tracePt t="99141" x="5476875" y="4414838"/>
          <p14:tracePt t="99156" x="5491163" y="4429125"/>
          <p14:tracePt t="99172" x="5503863" y="4429125"/>
          <p14:tracePt t="99182" x="5503863" y="4443413"/>
          <p14:tracePt t="99197" x="5518150" y="4443413"/>
          <p14:tracePt t="99303" x="5518150" y="4456113"/>
          <p14:tracePt t="99313" x="5538788" y="4456113"/>
          <p14:tracePt t="99329" x="5565775" y="4470400"/>
          <p14:tracePt t="99338" x="5592763" y="4483100"/>
          <p14:tracePt t="99348" x="5605463" y="4497388"/>
          <p14:tracePt t="99356" x="5646738" y="4518025"/>
          <p14:tracePt t="99366" x="5681663" y="4530725"/>
          <p14:tracePt t="99372" x="5721350" y="4545013"/>
          <p14:tracePt t="99380" x="5735638" y="4545013"/>
          <p14:tracePt t="99388" x="5783263" y="4557713"/>
          <p14:tracePt t="99397" x="5824538" y="4572000"/>
          <p14:tracePt t="99408" x="5864225" y="4572000"/>
          <p14:tracePt t="99413" x="5911850" y="4586288"/>
          <p14:tracePt t="99426" x="5938838" y="4598988"/>
          <p14:tracePt t="99431" x="5994400" y="4613275"/>
          <p14:tracePt t="99439" x="6007100" y="4613275"/>
          <p14:tracePt t="99448" x="6042025" y="4613275"/>
          <p14:tracePt t="99462" x="6096000" y="4646613"/>
          <p14:tracePt t="99470" x="6110288" y="4646613"/>
          <p14:tracePt t="99480" x="6122988" y="4646613"/>
          <p14:tracePt t="99486" x="6137275" y="4646613"/>
          <p14:tracePt t="99497" x="6149975" y="4646613"/>
          <p14:tracePt t="99770" x="6170613" y="4646613"/>
          <p14:tracePt t="99780" x="6211888" y="4646613"/>
          <p14:tracePt t="99789" x="6238875" y="4646613"/>
          <p14:tracePt t="99799" x="6265863" y="4646613"/>
          <p14:tracePt t="99808" x="6327775" y="4646613"/>
          <p14:tracePt t="99814" x="6367463" y="4646613"/>
          <p14:tracePt t="99825" x="6443663" y="4646613"/>
          <p14:tracePt t="99831" x="6510338" y="4646613"/>
          <p14:tracePt t="99841" x="6557963" y="4646613"/>
          <p14:tracePt t="99847" x="6613525" y="4625975"/>
          <p14:tracePt t="99859" x="6673850" y="4625975"/>
          <p14:tracePt t="99864" x="6715125" y="4613275"/>
          <p14:tracePt t="99875" x="6742113" y="4613275"/>
          <p14:tracePt t="99880" x="6769100" y="4613275"/>
          <p14:tracePt t="99893" x="6783388" y="4613275"/>
          <p14:tracePt t="99894" x="6804025" y="4613275"/>
          <p14:tracePt t="99902" x="6816725" y="4613275"/>
          <p14:tracePt t="99917" x="6816725" y="4598988"/>
          <p14:tracePt t="100146" x="6816725" y="4586288"/>
          <p14:tracePt t="100156" x="6804025" y="4586288"/>
          <p14:tracePt t="100172" x="6783388" y="4586288"/>
          <p14:tracePt t="100181" x="6769100" y="4572000"/>
          <p14:tracePt t="100190" x="6756400" y="4572000"/>
          <p14:tracePt t="100199" x="6742113" y="4572000"/>
          <p14:tracePt t="100208" x="6742113" y="4557713"/>
          <p14:tracePt t="100217" x="6729413" y="4557713"/>
          <p14:tracePt t="100223" x="6715125" y="4557713"/>
          <p14:tracePt t="100230" x="6700838" y="4557713"/>
          <p14:tracePt t="100240" x="6688138" y="4557713"/>
          <p14:tracePt t="100249" x="6688138" y="4545013"/>
          <p14:tracePt t="100263" x="6673850" y="4545013"/>
          <p14:tracePt t="100294" x="6653213" y="4545013"/>
          <p14:tracePt t="100384" x="6640513" y="4545013"/>
          <p14:tracePt t="100394" x="6626225" y="4545013"/>
          <p14:tracePt t="100402" x="6613525" y="4545013"/>
          <p14:tracePt t="100412" x="6599238" y="4545013"/>
          <p14:tracePt t="100421" x="6572250" y="4545013"/>
          <p14:tracePt t="100431" x="6557963" y="4545013"/>
          <p14:tracePt t="100436" x="6524625" y="4545013"/>
          <p14:tracePt t="100447" x="6497638" y="4557713"/>
          <p14:tracePt t="100453" x="6470650" y="4557713"/>
          <p14:tracePt t="100462" x="6443663" y="4557713"/>
          <p14:tracePt t="100470" x="6429375" y="4557713"/>
          <p14:tracePt t="100480" x="6396038" y="4557713"/>
          <p14:tracePt t="100484" x="6381750" y="4557713"/>
          <p14:tracePt t="100500" x="6367463" y="4557713"/>
          <p14:tracePt t="100513" x="6354763" y="4557713"/>
          <p14:tracePt t="100916" x="6354763" y="4572000"/>
          <p14:tracePt t="100981" x="6367463" y="4572000"/>
          <p14:tracePt t="101030" x="6381750" y="4572000"/>
          <p14:tracePt t="101080" x="6396038" y="4572000"/>
          <p14:tracePt t="101169" x="6408738" y="4572000"/>
          <p14:tracePt t="101195" x="6429375" y="4586288"/>
          <p14:tracePt t="101204" x="6443663" y="4586288"/>
          <p14:tracePt t="101215" x="6456363" y="4586288"/>
          <p14:tracePt t="101232" x="6470650" y="4586288"/>
          <p14:tracePt t="101238" x="6483350" y="4586288"/>
          <p14:tracePt t="101248" x="6497638" y="4586288"/>
          <p14:tracePt t="101254" x="6510338" y="4586288"/>
          <p14:tracePt t="101265" x="6524625" y="4586288"/>
          <p14:tracePt t="101282" x="6545263" y="4586288"/>
          <p14:tracePt t="101287" x="6557963" y="4586288"/>
          <p14:tracePt t="101309" x="6572250" y="4586288"/>
          <p14:tracePt t="101473" x="6586538" y="4586288"/>
          <p14:tracePt t="101497" x="6599238" y="4586288"/>
          <p14:tracePt t="101506" x="6613525" y="4586288"/>
          <p14:tracePt t="101531" x="6626225" y="4586288"/>
          <p14:tracePt t="101563" x="6640513" y="4586288"/>
          <p14:tracePt t="101784" x="6653213" y="4586288"/>
          <p14:tracePt t="101794" x="6653213" y="4572000"/>
          <p14:tracePt t="101803" x="6673850" y="4572000"/>
          <p14:tracePt t="101813" x="6688138" y="4572000"/>
          <p14:tracePt t="101819" x="6688138" y="4557713"/>
          <p14:tracePt t="101829" x="6700838" y="4557713"/>
          <p14:tracePt t="101835" x="6715125" y="4557713"/>
          <p14:tracePt t="101846" x="6729413" y="4557713"/>
          <p14:tracePt t="101862" x="6742113" y="4557713"/>
          <p14:tracePt t="101879" x="6756400" y="4545013"/>
          <p14:tracePt t="101895" x="6769100" y="4545013"/>
          <p14:tracePt t="101912" x="6783388" y="4545013"/>
          <p14:tracePt t="101923" x="6804025" y="4545013"/>
          <p14:tracePt t="101933" x="6816725" y="4545013"/>
          <p14:tracePt t="101942" x="6831013" y="4545013"/>
          <p14:tracePt t="101950" x="6843713" y="4530725"/>
          <p14:tracePt t="101964" x="6858000" y="4530725"/>
          <p14:tracePt t="101973" x="6872288" y="4530725"/>
          <p14:tracePt t="101983" x="6884988" y="4530725"/>
          <p14:tracePt t="101997" x="6899275" y="4530725"/>
          <p14:tracePt t="102006" x="6911975" y="4530725"/>
          <p14:tracePt t="102029" x="6932613" y="4530725"/>
          <p14:tracePt t="102047" x="6932613" y="4518025"/>
          <p14:tracePt t="102063" x="6946900" y="4518025"/>
          <p14:tracePt t="102275" x="6959600" y="4518025"/>
          <p14:tracePt t="102291" x="6973888" y="4518025"/>
          <p14:tracePt t="102308" x="6986588" y="4530725"/>
          <p14:tracePt t="102318" x="7000875" y="4530725"/>
          <p14:tracePt t="102333" x="7015163" y="4530725"/>
          <p14:tracePt t="102349" x="7027863" y="4530725"/>
          <p14:tracePt t="102373" x="7042150" y="4545013"/>
          <p14:tracePt t="102406" x="7062788" y="4545013"/>
          <p14:tracePt t="102439" x="7075488" y="4545013"/>
          <p14:tracePt t="102463" x="7089775" y="4545013"/>
          <p14:tracePt t="102496" x="7102475" y="4545013"/>
          <p14:tracePt t="102505" x="7102475" y="4557713"/>
          <p14:tracePt t="102516" x="7116763" y="4557713"/>
          <p14:tracePt t="102529" x="7129463" y="4557713"/>
          <p14:tracePt t="102538" x="7143750" y="4557713"/>
          <p14:tracePt t="102554" x="7158038" y="4557713"/>
          <p14:tracePt t="102570" x="7170738" y="4557713"/>
          <p14:tracePt t="102579" x="7191375" y="4572000"/>
          <p14:tracePt t="102587" x="7205663" y="4572000"/>
          <p14:tracePt t="102595" x="7218363" y="4572000"/>
          <p14:tracePt t="102611" x="7232650" y="4572000"/>
          <p14:tracePt t="102620" x="7245350" y="4572000"/>
          <p14:tracePt t="102631" x="7259638" y="4572000"/>
          <p14:tracePt t="102636" x="7272338" y="4572000"/>
          <p14:tracePt t="102645" x="7286625" y="4572000"/>
          <p14:tracePt t="102653" x="7307263" y="4572000"/>
          <p14:tracePt t="102661" x="7319963" y="4572000"/>
          <p14:tracePt t="102669" x="7334250" y="4572000"/>
          <p14:tracePt t="102678" x="7348538" y="4572000"/>
          <p14:tracePt t="102685" x="7348538" y="4586288"/>
          <p14:tracePt t="102694" x="7361238" y="4586288"/>
          <p14:tracePt t="102702" x="7375525" y="4586288"/>
          <p14:tracePt t="102711" x="7388225" y="4586288"/>
          <p14:tracePt t="102726" x="7402513" y="4586288"/>
          <p14:tracePt t="102735" x="7415213" y="4586288"/>
          <p14:tracePt t="102744" x="7435850" y="4586288"/>
          <p14:tracePt t="102754" x="7450138" y="4586288"/>
          <p14:tracePt t="102759" x="7462838" y="4598988"/>
          <p14:tracePt t="102767" x="7477125" y="4598988"/>
          <p14:tracePt t="103339" x="7491413" y="4598988"/>
          <p14:tracePt t="103349" x="7504113" y="4598988"/>
          <p14:tracePt t="103358" x="7531100" y="4572000"/>
          <p14:tracePt t="103366" x="7545388" y="4557713"/>
          <p14:tracePt t="103373" x="7578725" y="4557713"/>
          <p14:tracePt t="103382" x="7605713" y="4545013"/>
          <p14:tracePt t="103389" x="7634288" y="4518025"/>
          <p14:tracePt t="103398" x="7661275" y="4518025"/>
          <p14:tracePt t="103406" x="7673975" y="4497388"/>
          <p14:tracePt t="103416" x="7694613" y="4483100"/>
          <p14:tracePt t="103422" x="7708900" y="4470400"/>
          <p14:tracePt t="103439" x="7721600" y="4456113"/>
          <p14:tracePt t="103448" x="7721600" y="4443413"/>
          <p14:tracePt t="103456" x="7721600" y="4429125"/>
          <p14:tracePt t="103466" x="7721600" y="4402138"/>
          <p14:tracePt t="103473" x="7721600" y="4387850"/>
          <p14:tracePt t="103481" x="7721600" y="4354513"/>
          <p14:tracePt t="103490" x="7708900" y="4340225"/>
          <p14:tracePt t="103497" x="7694613" y="4327525"/>
          <p14:tracePt t="103508" x="7661275" y="4313238"/>
          <p14:tracePt t="103515" x="7646988" y="4300538"/>
          <p14:tracePt t="103522" x="7634288" y="4300538"/>
          <p14:tracePt t="103530" x="7620000" y="4286250"/>
          <p14:tracePt t="103539" x="7593013" y="4286250"/>
          <p14:tracePt t="103548" x="7578725" y="4286250"/>
          <p14:tracePt t="103556" x="7566025" y="4286250"/>
          <p14:tracePt t="103564" x="7545388" y="4286250"/>
          <p14:tracePt t="103576" x="7531100" y="4286250"/>
          <p14:tracePt t="103580" x="7518400" y="4286250"/>
          <p14:tracePt t="103589" x="7504113" y="4286250"/>
          <p14:tracePt t="103602" x="7491413" y="4300538"/>
          <p14:tracePt t="103612" x="7477125" y="4313238"/>
          <p14:tracePt t="103622" x="7477125" y="4327525"/>
          <p14:tracePt t="103629" x="7477125" y="4354513"/>
          <p14:tracePt t="103639" x="7462838" y="4367213"/>
          <p14:tracePt t="103645" x="7462838" y="4402138"/>
          <p14:tracePt t="103657" x="7462838" y="4456113"/>
          <p14:tracePt t="103661" x="7462838" y="4470400"/>
          <p14:tracePt t="103673" x="7462838" y="4497388"/>
          <p14:tracePt t="103677" x="7462838" y="4530725"/>
          <p14:tracePt t="103689" x="7477125" y="4557713"/>
          <p14:tracePt t="103696" x="7491413" y="4598988"/>
          <p14:tracePt t="103708" x="7504113" y="4613275"/>
          <p14:tracePt t="103709" x="7518400" y="4646613"/>
          <p14:tracePt t="103720" x="7545388" y="4660900"/>
          <p14:tracePt t="103728" x="7566025" y="4660900"/>
          <p14:tracePt t="103737" x="7578725" y="4673600"/>
          <p14:tracePt t="103753" x="7593013" y="4687888"/>
          <p14:tracePt t="103768" x="7605713" y="4687888"/>
          <p14:tracePt t="103793" x="7620000" y="4687888"/>
          <p14:tracePt t="119722" x="7605713" y="4687888"/>
          <p14:tracePt t="119732" x="7578725" y="4687888"/>
          <p14:tracePt t="119733" x="7545388" y="4687888"/>
          <p14:tracePt t="119742" x="7491413" y="4700588"/>
          <p14:tracePt t="119752" x="7435850" y="4729163"/>
          <p14:tracePt t="119761" x="7319963" y="4756150"/>
          <p14:tracePt t="119769" x="7218363" y="4776788"/>
          <p14:tracePt t="119778" x="7075488" y="4803775"/>
          <p14:tracePt t="119784" x="6899275" y="4803775"/>
          <p14:tracePt t="119793" x="6586538" y="4803775"/>
          <p14:tracePt t="119803" x="6327775" y="4803775"/>
          <p14:tracePt t="119811" x="6042025" y="4756150"/>
          <p14:tracePt t="119817" x="5721350" y="4646613"/>
          <p14:tracePt t="119826" x="5375275" y="4518025"/>
          <p14:tracePt t="119834" x="5021263" y="4327525"/>
          <p14:tracePt t="119843" x="4673600" y="4122738"/>
          <p14:tracePt t="119850" x="4367213" y="3911600"/>
          <p14:tracePt t="119860" x="4259263" y="3795713"/>
          <p14:tracePt t="119869" x="3994150" y="3605213"/>
          <p14:tracePt t="119875" x="3925888" y="3524250"/>
          <p14:tracePt t="119886" x="3768725" y="3381375"/>
          <p14:tracePt t="119892" x="3652838" y="3265488"/>
          <p14:tracePt t="119902" x="3625850" y="3232150"/>
          <p14:tracePt t="119910" x="3551238" y="3149600"/>
          <p14:tracePt t="119920" x="3476625" y="3048000"/>
          <p14:tracePt t="120175" x="3422650" y="3048000"/>
          <p14:tracePt t="120185" x="3360738" y="3048000"/>
          <p14:tracePt t="120193" x="3292475" y="3033713"/>
          <p14:tracePt t="120202" x="3232150" y="3021013"/>
          <p14:tracePt t="120210" x="3163888" y="3006725"/>
          <p14:tracePt t="120219" x="3021013" y="2959100"/>
          <p14:tracePt t="120227" x="2890838" y="2932113"/>
          <p14:tracePt t="120237" x="2816225" y="2905125"/>
          <p14:tracePt t="120245" x="2687638" y="2863850"/>
          <p14:tracePt t="120252" x="2557463" y="2816225"/>
          <p14:tracePt t="120262" x="2374900" y="2747963"/>
          <p14:tracePt t="120269" x="2300288" y="2714625"/>
          <p14:tracePt t="120277" x="2211388" y="2687638"/>
          <p14:tracePt t="120287" x="2128838" y="2646363"/>
          <p14:tracePt t="120294" x="2081213" y="2633663"/>
          <p14:tracePt t="120303" x="2027238" y="2619375"/>
          <p14:tracePt t="120311" x="1985963" y="2586038"/>
          <p14:tracePt t="120320" x="1952625" y="2586038"/>
          <p14:tracePt t="120327" x="1925638" y="2571750"/>
          <p14:tracePt t="120336" x="1898650" y="2571750"/>
          <p14:tracePt t="120343" x="1884363" y="2557463"/>
          <p14:tracePt t="120359" x="1871663" y="2557463"/>
          <p14:tracePt t="120375" x="1857375" y="2557463"/>
          <p14:tracePt t="120408" x="1836738" y="2557463"/>
          <p14:tracePt t="120437" x="1836738" y="2571750"/>
          <p14:tracePt t="120462" x="1836738" y="2586038"/>
          <p14:tracePt t="120478" x="1836738" y="2598738"/>
          <p14:tracePt t="120488" x="1836738" y="2619375"/>
          <p14:tracePt t="120498" x="1836738" y="2633663"/>
          <p14:tracePt t="120506" x="1836738" y="2646363"/>
          <p14:tracePt t="120516" x="1836738" y="2660650"/>
          <p14:tracePt t="120523" x="1836738" y="2687638"/>
          <p14:tracePt t="120533" x="1836738" y="2700338"/>
          <p14:tracePt t="120539" x="1836738" y="2735263"/>
          <p14:tracePt t="120549" x="1836738" y="2747963"/>
          <p14:tracePt t="120553" x="1857375" y="2776538"/>
          <p14:tracePt t="120566" x="1857375" y="2789238"/>
          <p14:tracePt t="120570" x="1871663" y="2803525"/>
          <p14:tracePt t="120583" x="1871663" y="2830513"/>
          <p14:tracePt t="120585" x="1884363" y="2843213"/>
          <p14:tracePt t="120594" x="1898650" y="2878138"/>
          <p14:tracePt t="120603" x="1925638" y="2890838"/>
          <p14:tracePt t="120614" x="1938338" y="2905125"/>
          <p14:tracePt t="120628" x="1952625" y="2919413"/>
          <p14:tracePt t="120638" x="1985963" y="2919413"/>
          <p14:tracePt t="120644" x="2000250" y="2932113"/>
          <p14:tracePt t="120654" x="2014538" y="2932113"/>
          <p14:tracePt t="120666" x="2027238" y="2932113"/>
          <p14:tracePt t="120667" x="2041525" y="2932113"/>
          <p14:tracePt t="120676" x="2054225" y="2932113"/>
          <p14:tracePt t="120686" x="2068513" y="2932113"/>
          <p14:tracePt t="120694" x="2081213" y="2919413"/>
          <p14:tracePt t="120703" x="2101850" y="2905125"/>
          <p14:tracePt t="120711" x="2101850" y="2890838"/>
          <p14:tracePt t="120721" x="2116138" y="2890838"/>
          <p14:tracePt t="120735" x="2116138" y="2878138"/>
          <p14:tracePt t="120743" x="2128838" y="2863850"/>
          <p14:tracePt t="120760" x="2128838" y="2843213"/>
          <p14:tracePt t="120767" x="2128838" y="2830513"/>
          <p14:tracePt t="120777" x="2128838" y="2816225"/>
          <p14:tracePt t="120791" x="2128838" y="2803525"/>
          <p14:tracePt t="120799" x="2128838" y="2789238"/>
          <p14:tracePt t="120809" x="2128838" y="2776538"/>
          <p14:tracePt t="120815" x="2128838" y="2762250"/>
          <p14:tracePt t="120825" x="2116138" y="2762250"/>
          <p14:tracePt t="120834" x="2101850" y="2735263"/>
          <p14:tracePt t="120844" x="2101850" y="2714625"/>
          <p14:tracePt t="120850" x="2081213" y="2700338"/>
          <p14:tracePt t="120860" x="2068513" y="2687638"/>
          <p14:tracePt t="120869" x="2054225" y="2673350"/>
          <p14:tracePt t="120876" x="2041525" y="2660650"/>
          <p14:tracePt t="120892" x="2027238" y="2646363"/>
          <p14:tracePt t="120901" x="2014538" y="2646363"/>
          <p14:tracePt t="120911" x="2000250" y="2633663"/>
          <p14:tracePt t="120922" x="1985963" y="2633663"/>
          <p14:tracePt t="120933" x="1973263" y="2633663"/>
          <p14:tracePt t="120940" x="1952625" y="2633663"/>
          <p14:tracePt t="120953" x="1938338" y="2633663"/>
          <p14:tracePt t="120969" x="1925638" y="2633663"/>
          <p14:tracePt t="120978" x="1911350" y="2633663"/>
          <p14:tracePt t="120994" x="1911350" y="2646363"/>
          <p14:tracePt t="121018" x="1911350" y="2660650"/>
          <p14:tracePt t="121027" x="1898650" y="2660650"/>
          <p14:tracePt t="121036" x="1898650" y="2673350"/>
          <p14:tracePt t="121051" x="1898650" y="2687638"/>
          <p14:tracePt t="121067" x="1898650" y="2700338"/>
          <p14:tracePt t="121076" x="1898650" y="2714625"/>
          <p14:tracePt t="121086" x="1898650" y="2735263"/>
          <p14:tracePt t="121094" x="1911350" y="2747963"/>
          <p14:tracePt t="121112" x="1911350" y="2762250"/>
          <p14:tracePt t="121118" x="1925638" y="2776538"/>
          <p14:tracePt t="121127" x="1938338" y="2776538"/>
          <p14:tracePt t="121137" x="1938338" y="2789238"/>
          <p14:tracePt t="121144" x="1973263" y="2789238"/>
          <p14:tracePt t="121153" x="2000250" y="2803525"/>
          <p14:tracePt t="121161" x="2014538" y="2803525"/>
          <p14:tracePt t="121168" x="2041525" y="2803525"/>
          <p14:tracePt t="121177" x="2081213" y="2803525"/>
          <p14:tracePt t="121185" x="2116138" y="2803525"/>
          <p14:tracePt t="121194" x="2143125" y="2776538"/>
          <p14:tracePt t="121201" x="2157413" y="2762250"/>
          <p14:tracePt t="121211" x="2184400" y="2747963"/>
          <p14:tracePt t="121219" x="2197100" y="2714625"/>
          <p14:tracePt t="121232" x="2211388" y="2700338"/>
          <p14:tracePt t="121233" x="2232025" y="2687638"/>
          <p14:tracePt t="121242" x="2244725" y="2660650"/>
          <p14:tracePt t="121249" x="2244725" y="2646363"/>
          <p14:tracePt t="121259" x="2244725" y="2633663"/>
          <p14:tracePt t="121267" x="2244725" y="2619375"/>
          <p14:tracePt t="121276" x="2244725" y="2598738"/>
          <p14:tracePt t="121291" x="2244725" y="2586038"/>
          <p14:tracePt t="121301" x="2232025" y="2571750"/>
          <p14:tracePt t="121309" x="2197100" y="2571750"/>
          <p14:tracePt t="121316" x="2184400" y="2557463"/>
          <p14:tracePt t="121326" x="2170113" y="2557463"/>
          <p14:tracePt t="121332" x="2143125" y="2557463"/>
          <p14:tracePt t="121342" x="2128838" y="2557463"/>
          <p14:tracePt t="121349" x="2116138" y="2557463"/>
          <p14:tracePt t="121358" x="2081213" y="2557463"/>
          <p14:tracePt t="121368" x="2068513" y="2557463"/>
          <p14:tracePt t="121373" x="2054225" y="2557463"/>
          <p14:tracePt t="121390" x="2041525" y="2557463"/>
          <p14:tracePt t="121401" x="2041525" y="2571750"/>
          <p14:tracePt t="121413" x="2041525" y="2586038"/>
          <p14:tracePt t="121436" x="2041525" y="2598738"/>
          <p14:tracePt t="121452" x="2041525" y="2619375"/>
          <p14:tracePt t="121468" x="2041525" y="2633663"/>
          <p14:tracePt t="121484" x="2041525" y="2646363"/>
          <p14:tracePt t="121493" x="2054225" y="2646363"/>
          <p14:tracePt t="121509" x="2068513" y="2646363"/>
          <p14:tracePt t="121519" x="2068513" y="2660650"/>
          <p14:tracePt t="121528" x="2081213" y="2660650"/>
          <p14:tracePt t="121537" x="2116138" y="2660650"/>
          <p14:tracePt t="121546" x="2128838" y="2660650"/>
          <p14:tracePt t="121553" x="2157413" y="2646363"/>
          <p14:tracePt t="121561" x="2170113" y="2633663"/>
          <p14:tracePt t="121572" x="2184400" y="2619375"/>
          <p14:tracePt t="121582" x="2197100" y="2586038"/>
          <p14:tracePt t="121586" x="2211388" y="2571750"/>
          <p14:tracePt t="121599" x="2232025" y="2557463"/>
          <p14:tracePt t="121600" x="2232025" y="2530475"/>
          <p14:tracePt t="121609" x="2232025" y="2517775"/>
          <p14:tracePt t="121619" x="2232025" y="2490788"/>
          <p14:tracePt t="121632" x="2232025" y="2455863"/>
          <p14:tracePt t="121647" x="2197100" y="2443163"/>
          <p14:tracePt t="121651" x="2184400" y="2443163"/>
          <p14:tracePt t="121660" x="2143125" y="2443163"/>
          <p14:tracePt t="121668" x="2128838" y="2443163"/>
          <p14:tracePt t="121677" x="2068513" y="2443163"/>
          <p14:tracePt t="121685" x="2041525" y="2443163"/>
          <p14:tracePt t="121693" x="2014538" y="2455863"/>
          <p14:tracePt t="121701" x="1973263" y="2490788"/>
          <p14:tracePt t="121710" x="1952625" y="2517775"/>
          <p14:tracePt t="121721" x="1925638" y="2544763"/>
          <p14:tracePt t="121726" x="1925638" y="2557463"/>
          <p14:tracePt t="121735" x="1911350" y="2586038"/>
          <p14:tracePt t="121744" x="1898650" y="2633663"/>
          <p14:tracePt t="121752" x="1884363" y="2660650"/>
          <p14:tracePt t="121760" x="1884363" y="2687638"/>
          <p14:tracePt t="121768" x="1884363" y="2714625"/>
          <p14:tracePt t="121776" x="1884363" y="2747963"/>
          <p14:tracePt t="121784" x="1884363" y="2776538"/>
          <p14:tracePt t="121793" x="1884363" y="2789238"/>
          <p14:tracePt t="121800" x="1884363" y="2803525"/>
          <p14:tracePt t="121809" x="1884363" y="2816225"/>
          <p14:tracePt t="121817" x="1898650" y="2816225"/>
          <p14:tracePt t="121824" x="1898650" y="2830513"/>
          <p14:tracePt t="121833" x="1925638" y="2830513"/>
          <p14:tracePt t="121842" x="1952625" y="2830513"/>
          <p14:tracePt t="121848" x="1973263" y="2830513"/>
          <p14:tracePt t="121858" x="1985963" y="2816225"/>
          <p14:tracePt t="121865" x="2000250" y="2803525"/>
          <p14:tracePt t="121875" x="2027238" y="2789238"/>
          <p14:tracePt t="121881" x="2041525" y="2762250"/>
          <p14:tracePt t="121893" x="2054225" y="2747963"/>
          <p14:tracePt t="121898" x="2068513" y="2714625"/>
          <p14:tracePt t="121911" x="2081213" y="2700338"/>
          <p14:tracePt t="121913" x="2081213" y="2673350"/>
          <p14:tracePt t="121923" x="2081213" y="2660650"/>
          <p14:tracePt t="121932" x="2081213" y="2646363"/>
          <p14:tracePt t="121949" x="2081213" y="2633663"/>
          <p14:tracePt t="121965" x="2068513" y="2633663"/>
          <p14:tracePt t="121982" x="2054225" y="2633663"/>
          <p14:tracePt t="121988" x="2041525" y="2633663"/>
          <p14:tracePt t="122003" x="2027238" y="2633663"/>
          <p14:tracePt t="122031" x="2014538" y="2633663"/>
          <p14:tracePt t="122303" x="2014538" y="2646363"/>
          <p14:tracePt t="122328" x="2027238" y="2646363"/>
          <p14:tracePt t="122337" x="2027238" y="2660650"/>
          <p14:tracePt t="122352" x="2027238" y="2673350"/>
          <p14:tracePt t="122363" x="2041525" y="2687638"/>
          <p14:tracePt t="122377" x="2054225" y="2700338"/>
          <p14:tracePt t="122402" x="2068513" y="2714625"/>
          <p14:tracePt t="122411" x="2081213" y="2714625"/>
          <p14:tracePt t="122434" x="2101850" y="2714625"/>
          <p14:tracePt t="122451" x="2116138" y="2714625"/>
          <p14:tracePt t="122460" x="2116138" y="2700338"/>
          <p14:tracePt t="122475" x="2128838" y="2687638"/>
          <p14:tracePt t="122492" x="2128838" y="2673350"/>
          <p14:tracePt t="122516" x="2128838" y="2660650"/>
          <p14:tracePt t="122541" x="2128838" y="2646363"/>
          <p14:tracePt t="122557" x="2116138" y="2646363"/>
          <p14:tracePt t="122574" x="2101850" y="2646363"/>
          <p14:tracePt t="122583" x="2068513" y="2646363"/>
          <p14:tracePt t="122592" x="2054225" y="2646363"/>
          <p14:tracePt t="122601" x="2041525" y="2646363"/>
          <p14:tracePt t="122608" x="2014538" y="2646363"/>
          <p14:tracePt t="122618" x="2000250" y="2646363"/>
          <p14:tracePt t="122625" x="1985963" y="2646363"/>
          <p14:tracePt t="122631" x="1973263" y="2646363"/>
          <p14:tracePt t="122641" x="1952625" y="2646363"/>
          <p14:tracePt t="122649" x="1938338" y="2660650"/>
          <p14:tracePt t="122659" x="1925638" y="2673350"/>
          <p14:tracePt t="122665" x="1911350" y="2687638"/>
          <p14:tracePt t="122682" x="1911350" y="2700338"/>
          <p14:tracePt t="122690" x="1898650" y="2714625"/>
          <p14:tracePt t="122699" x="1898650" y="2735263"/>
          <p14:tracePt t="122707" x="1898650" y="2747963"/>
          <p14:tracePt t="122718" x="1898650" y="2762250"/>
          <p14:tracePt t="122724" x="1898650" y="2776538"/>
          <p14:tracePt t="122740" x="1898650" y="2789238"/>
          <p14:tracePt t="122751" x="1898650" y="2803525"/>
          <p14:tracePt t="122756" x="1898650" y="2816225"/>
          <p14:tracePt t="122768" x="1898650" y="2830513"/>
          <p14:tracePt t="122772" x="1911350" y="2830513"/>
          <p14:tracePt t="122784" x="1911350" y="2843213"/>
          <p14:tracePt t="122790" x="1925638" y="2843213"/>
          <p14:tracePt t="122799" x="1938338" y="2843213"/>
          <p14:tracePt t="122809" x="1952625" y="2843213"/>
          <p14:tracePt t="122814" x="1973263" y="2843213"/>
          <p14:tracePt t="122824" x="1985963" y="2830513"/>
          <p14:tracePt t="122832" x="2000250" y="2816225"/>
          <p14:tracePt t="122839" x="2014538" y="2789238"/>
          <p14:tracePt t="122849" x="2041525" y="2776538"/>
          <p14:tracePt t="122856" x="2054225" y="2747963"/>
          <p14:tracePt t="122866" x="2054225" y="2714625"/>
          <p14:tracePt t="122873" x="2068513" y="2700338"/>
          <p14:tracePt t="122881" x="2068513" y="2687638"/>
          <p14:tracePt t="122891" x="2081213" y="2660650"/>
          <p14:tracePt t="122897" x="2081213" y="2646363"/>
          <p14:tracePt t="122909" x="2081213" y="2633663"/>
          <p14:tracePt t="122910" x="2081213" y="2619375"/>
          <p14:tracePt t="122921" x="2068513" y="2598738"/>
          <p14:tracePt t="122931" x="2054225" y="2598738"/>
          <p14:tracePt t="122938" x="2041525" y="2586038"/>
          <p14:tracePt t="122949" x="2027238" y="2586038"/>
          <p14:tracePt t="122953" x="2014538" y="2586038"/>
          <p14:tracePt t="122965" x="2000250" y="2586038"/>
          <p14:tracePt t="122970" x="1985963" y="2586038"/>
          <p14:tracePt t="122982" x="1973263" y="2586038"/>
          <p14:tracePt t="122987" x="1952625" y="2586038"/>
          <p14:tracePt t="122999" x="1938338" y="2586038"/>
          <p14:tracePt t="123009" x="1925638" y="2586038"/>
          <p14:tracePt t="123019" x="1925638" y="2598738"/>
          <p14:tracePt t="123027" x="1911350" y="2598738"/>
          <p14:tracePt t="123036" x="1911350" y="2619375"/>
          <p14:tracePt t="123059" x="1911350" y="2633663"/>
          <p14:tracePt t="123089" x="1911350" y="2646363"/>
          <p14:tracePt t="123106" x="1911350" y="2660650"/>
          <p14:tracePt t="123116" x="1925638" y="2660650"/>
          <p14:tracePt t="123131" x="1938338" y="2673350"/>
          <p14:tracePt t="123140" x="1952625" y="2673350"/>
          <p14:tracePt t="123150" x="1952625" y="2687638"/>
          <p14:tracePt t="123158" x="1973263" y="2687638"/>
          <p14:tracePt t="123167" x="1985963" y="2687638"/>
          <p14:tracePt t="123174" x="2000250" y="2687638"/>
          <p14:tracePt t="123184" x="2014538" y="2687638"/>
          <p14:tracePt t="123192" x="2027238" y="2687638"/>
          <p14:tracePt t="123207" x="2041525" y="2687638"/>
          <p14:tracePt t="123219" x="2041525" y="2673350"/>
          <p14:tracePt t="123223" x="2054225" y="2660650"/>
          <p14:tracePt t="123232" x="2054225" y="2646363"/>
          <p14:tracePt t="123241" x="2068513" y="2633663"/>
          <p14:tracePt t="123258" x="2068513" y="2619375"/>
          <p14:tracePt t="123284" x="2068513" y="2598738"/>
          <p14:tracePt t="123288" x="2068513" y="2586038"/>
          <p14:tracePt t="123306" x="2054225" y="2571750"/>
          <p14:tracePt t="123316" x="2041525" y="2571750"/>
          <p14:tracePt t="123322" x="2014538" y="2557463"/>
          <p14:tracePt t="123333" x="2000250" y="2557463"/>
          <p14:tracePt t="123338" x="1973263" y="2557463"/>
          <p14:tracePt t="123350" x="1938338" y="2557463"/>
          <p14:tracePt t="123352" x="1925638" y="2557463"/>
          <p14:tracePt t="123362" x="1911350" y="2557463"/>
          <p14:tracePt t="123371" x="1898650" y="2557463"/>
          <p14:tracePt t="123381" x="1884363" y="2557463"/>
          <p14:tracePt t="123387" x="1871663" y="2557463"/>
          <p14:tracePt t="123395" x="1857375" y="2557463"/>
          <p14:tracePt t="123406" x="1857375" y="2571750"/>
          <p14:tracePt t="123419" x="1857375" y="2586038"/>
          <p14:tracePt t="123445" x="1857375" y="2598738"/>
          <p14:tracePt t="123460" x="1857375" y="2619375"/>
          <p14:tracePt t="123477" x="1857375" y="2633663"/>
          <p14:tracePt t="123493" x="1857375" y="2646363"/>
          <p14:tracePt t="123503" x="1871663" y="2646363"/>
          <p14:tracePt t="123512" x="1871663" y="2660650"/>
          <p14:tracePt t="123518" x="1884363" y="2660650"/>
          <p14:tracePt t="123533" x="1911350" y="2660650"/>
          <p14:tracePt t="123801" x="1938338" y="2660650"/>
          <p14:tracePt t="123811" x="1985963" y="2673350"/>
          <p14:tracePt t="123820" x="2014538" y="2673350"/>
          <p14:tracePt t="123830" x="2054225" y="2687638"/>
          <p14:tracePt t="123838" x="2081213" y="2700338"/>
          <p14:tracePt t="123845" x="2157413" y="2714625"/>
          <p14:tracePt t="123854" x="2232025" y="2735263"/>
          <p14:tracePt t="123866" x="2300288" y="2747963"/>
          <p14:tracePt t="123867" x="2374900" y="2762250"/>
          <p14:tracePt t="123877" x="2401888" y="2776538"/>
          <p14:tracePt t="123886" x="2455863" y="2776538"/>
          <p14:tracePt t="123894" x="2503488" y="2789238"/>
          <p14:tracePt t="123903" x="2544763" y="2789238"/>
          <p14:tracePt t="123911" x="2586038" y="2789238"/>
          <p14:tracePt t="123922" x="2619375" y="2789238"/>
          <p14:tracePt t="123928" x="2646363" y="2789238"/>
          <p14:tracePt t="123935" x="2673350" y="2789238"/>
          <p14:tracePt t="123943" x="2700338" y="2789238"/>
          <p14:tracePt t="123953" x="2735263" y="2789238"/>
          <p14:tracePt t="123961" x="2762250" y="2789238"/>
          <p14:tracePt t="123968" x="2776538" y="2776538"/>
          <p14:tracePt t="123978" x="2816225" y="2762250"/>
          <p14:tracePt t="123985" x="2830513" y="2747963"/>
          <p14:tracePt t="123995" x="2863850" y="2735263"/>
          <p14:tracePt t="124003" x="2878138" y="2700338"/>
          <p14:tracePt t="124015" x="2905125" y="2687638"/>
          <p14:tracePt t="124017" x="2919413" y="2673350"/>
          <p14:tracePt t="124026" x="2932113" y="2646363"/>
          <p14:tracePt t="124033" x="2946400" y="2619375"/>
          <p14:tracePt t="124042" x="2946400" y="2586038"/>
          <p14:tracePt t="124050" x="2959100" y="2557463"/>
          <p14:tracePt t="124064" x="2959100" y="2530475"/>
          <p14:tracePt t="124065" x="2959100" y="2503488"/>
          <p14:tracePt t="124073" x="2959100" y="2455863"/>
          <p14:tracePt t="124083" x="2946400" y="2443163"/>
          <p14:tracePt t="124091" x="2932113" y="2428875"/>
          <p14:tracePt t="124101" x="2905125" y="2414588"/>
          <p14:tracePt t="124108" x="2878138" y="2401888"/>
          <p14:tracePt t="124117" x="2863850" y="2401888"/>
          <p14:tracePt t="124131" x="2830513" y="2401888"/>
          <p14:tracePt t="124131" x="2803525" y="2401888"/>
          <p14:tracePt t="124140" x="2776538" y="2401888"/>
          <p14:tracePt t="124149" x="2762250" y="2401888"/>
          <p14:tracePt t="124157" x="2747963" y="2401888"/>
          <p14:tracePt t="124167" x="2735263" y="2401888"/>
          <p14:tracePt t="124173" x="2714625" y="2414588"/>
          <p14:tracePt t="124184" x="2714625" y="2428875"/>
          <p14:tracePt t="124191" x="2700338" y="2443163"/>
          <p14:tracePt t="124198" x="2700338" y="2455863"/>
          <p14:tracePt t="124211" x="2700338" y="2470150"/>
          <p14:tracePt t="124221" x="2700338" y="2503488"/>
          <p14:tracePt t="124231" x="2700338" y="2517775"/>
          <p14:tracePt t="124239" x="2700338" y="2530475"/>
          <p14:tracePt t="124249" x="2700338" y="2557463"/>
          <p14:tracePt t="124257" x="2714625" y="2571750"/>
          <p14:tracePt t="124267" x="2735263" y="2586038"/>
          <p14:tracePt t="124272" x="2747963" y="2598738"/>
          <p14:tracePt t="124284" x="2762250" y="2598738"/>
          <p14:tracePt t="124286" x="2776538" y="2619375"/>
          <p14:tracePt t="124296" x="2789238" y="2619375"/>
          <p14:tracePt t="124304" x="2816225" y="2619375"/>
          <p14:tracePt t="124314" x="2830513" y="2619375"/>
          <p14:tracePt t="124321" x="2843213" y="2619375"/>
          <p14:tracePt t="124331" x="2863850" y="2586038"/>
          <p14:tracePt t="124338" x="2878138" y="2571750"/>
          <p14:tracePt t="124349" x="2890838" y="2544763"/>
          <p14:tracePt t="124354" x="2905125" y="2517775"/>
          <p14:tracePt t="124367" x="2905125" y="2503488"/>
          <p14:tracePt t="124368" x="2905125" y="2470150"/>
          <p14:tracePt t="124376" x="2905125" y="2443163"/>
          <p14:tracePt t="124386" x="2905125" y="2428875"/>
          <p14:tracePt t="124394" x="2905125" y="2401888"/>
          <p14:tracePt t="124403" x="2890838" y="2387600"/>
          <p14:tracePt t="124411" x="2878138" y="2374900"/>
          <p14:tracePt t="124422" x="2863850" y="2360613"/>
          <p14:tracePt t="124427" x="2843213" y="2360613"/>
          <p14:tracePt t="124436" x="2830513" y="2360613"/>
          <p14:tracePt t="124445" x="2816225" y="2360613"/>
          <p14:tracePt t="124452" x="2789238" y="2360613"/>
          <p14:tracePt t="124461" x="2776538" y="2360613"/>
          <p14:tracePt t="124468" x="2762250" y="2360613"/>
          <p14:tracePt t="124477" x="2735263" y="2387600"/>
          <p14:tracePt t="124485" x="2714625" y="2414588"/>
          <p14:tracePt t="124494" x="2714625" y="2428875"/>
          <p14:tracePt t="124501" x="2700338" y="2455863"/>
          <p14:tracePt t="124511" x="2687638" y="2503488"/>
          <p14:tracePt t="124518" x="2687638" y="2517775"/>
          <p14:tracePt t="124526" x="2673350" y="2557463"/>
          <p14:tracePt t="124535" x="2673350" y="2598738"/>
          <p14:tracePt t="124542" x="2673350" y="2633663"/>
          <p14:tracePt t="124551" x="2673350" y="2660650"/>
          <p14:tracePt t="124558" x="2673350" y="2673350"/>
          <p14:tracePt t="124567" x="2673350" y="2687638"/>
          <p14:tracePt t="124576" x="2687638" y="2714625"/>
          <p14:tracePt t="124585" x="2700338" y="2714625"/>
          <p14:tracePt t="124590" x="2714625" y="2735263"/>
          <p14:tracePt t="124600" x="2747963" y="2735263"/>
          <p14:tracePt t="124609" x="2762250" y="2735263"/>
          <p14:tracePt t="124617" x="2776538" y="2735263"/>
          <p14:tracePt t="124631" x="2803525" y="2687638"/>
          <p14:tracePt t="124640" x="2830513" y="2673350"/>
          <p14:tracePt t="124650" x="2830513" y="2646363"/>
          <p14:tracePt t="124656" x="2843213" y="2633663"/>
          <p14:tracePt t="124668" x="2843213" y="2619375"/>
          <p14:tracePt t="124672" x="2843213" y="2598738"/>
          <p14:tracePt t="124684" x="2863850" y="2586038"/>
          <p14:tracePt t="125398" x="2863850" y="2571750"/>
          <p14:tracePt t="125407" x="2863850" y="2557463"/>
          <p14:tracePt t="125422" x="2843213" y="2544763"/>
          <p14:tracePt t="125439" x="2843213" y="2530475"/>
          <p14:tracePt t="125448" x="2830513" y="2530475"/>
          <p14:tracePt t="125457" x="2830513" y="2517775"/>
          <p14:tracePt t="125472" x="2830513" y="2503488"/>
          <p14:tracePt t="125481" x="2816225" y="2503488"/>
          <p14:tracePt t="125497" x="2816225" y="2490788"/>
          <p14:tracePt t="125506" x="2803525" y="2490788"/>
          <p14:tracePt t="125529" x="2789238" y="2490788"/>
          <p14:tracePt t="125553" x="2776538" y="2490788"/>
          <p14:tracePt t="125578" x="2762250" y="2490788"/>
          <p14:tracePt t="125595" x="2747963" y="2503488"/>
          <p14:tracePt t="125605" x="2747963" y="2530475"/>
          <p14:tracePt t="125615" x="2735263" y="2557463"/>
          <p14:tracePt t="125621" x="2735263" y="2571750"/>
          <p14:tracePt t="125633" x="2714625" y="2598738"/>
          <p14:tracePt t="125638" x="2700338" y="2633663"/>
          <p14:tracePt t="125650" x="2700338" y="2660650"/>
          <p14:tracePt t="125655" x="2700338" y="2673350"/>
          <p14:tracePt t="125666" x="2687638" y="2687638"/>
          <p14:tracePt t="125670" x="2687638" y="2700338"/>
          <p14:tracePt t="125683" x="2687638" y="2714625"/>
          <p14:tracePt t="125698" x="2687638" y="2735263"/>
          <p14:tracePt t="125718" x="2687638" y="2747963"/>
          <p14:tracePt t="125734" x="2687638" y="2762250"/>
          <p14:tracePt t="125767" x="2687638" y="2776538"/>
          <p14:tracePt t="125799" x="2687638" y="2789238"/>
          <p14:tracePt t="125807" x="2700338" y="2789238"/>
          <p14:tracePt t="125832" x="2700338" y="2803525"/>
          <p14:tracePt t="125848" x="2714625" y="2803525"/>
          <p14:tracePt t="125872" x="2714625" y="2816225"/>
          <p14:tracePt t="125889" x="2735263" y="2816225"/>
          <p14:tracePt t="125938" x="2747963" y="2816225"/>
          <p14:tracePt t="125971" x="2762250" y="2816225"/>
          <p14:tracePt t="126012" x="2776538" y="2816225"/>
          <p14:tracePt t="126052" x="2789238" y="2816225"/>
          <p14:tracePt t="126093" x="2789238" y="2803525"/>
          <p14:tracePt t="126103" x="2803525" y="2803525"/>
          <p14:tracePt t="126118" x="2803525" y="2789238"/>
          <p14:tracePt t="126135" x="2803525" y="2776538"/>
          <p14:tracePt t="126151" x="2803525" y="2762250"/>
          <p14:tracePt t="126161" x="2816225" y="2735263"/>
          <p14:tracePt t="126168" x="2816225" y="2714625"/>
          <p14:tracePt t="126176" x="2830513" y="2700338"/>
          <p14:tracePt t="126184" x="2830513" y="2687638"/>
          <p14:tracePt t="126193" x="2843213" y="2660650"/>
          <p14:tracePt t="126201" x="2843213" y="2646363"/>
          <p14:tracePt t="126210" x="2863850" y="2633663"/>
          <p14:tracePt t="126219" x="2863850" y="2619375"/>
          <p14:tracePt t="126226" x="2878138" y="2598738"/>
          <p14:tracePt t="126236" x="2878138" y="2586038"/>
          <p14:tracePt t="126242" x="2890838" y="2586038"/>
          <p14:tracePt t="126252" x="2890838" y="2571750"/>
          <p14:tracePt t="126260" x="2890838" y="2557463"/>
          <p14:tracePt t="126282" x="2890838" y="2544763"/>
          <p14:tracePt t="126292" x="2890838" y="2530475"/>
          <p14:tracePt t="126315" x="2890838" y="2517775"/>
          <p14:tracePt t="126331" x="2890838" y="2503488"/>
          <p14:tracePt t="126348" x="2890838" y="2490788"/>
          <p14:tracePt t="126372" x="2890838" y="2470150"/>
          <p14:tracePt t="126389" x="2890838" y="2455863"/>
          <p14:tracePt t="126413" x="2878138" y="2455863"/>
          <p14:tracePt t="126422" x="2878138" y="2443163"/>
          <p14:tracePt t="126446" x="2863850" y="2443163"/>
          <p14:tracePt t="126455" x="2843213" y="2443163"/>
          <p14:tracePt t="126470" x="2830513" y="2443163"/>
          <p14:tracePt t="126481" x="2830513" y="2428875"/>
          <p14:tracePt t="126487" x="2816225" y="2428875"/>
          <p14:tracePt t="126498" x="2803525" y="2428875"/>
          <p14:tracePt t="126504" x="2789238" y="2428875"/>
          <p14:tracePt t="126519" x="2776538" y="2428875"/>
          <p14:tracePt t="126536" x="2762250" y="2428875"/>
          <p14:tracePt t="126552" x="2762250" y="2443163"/>
          <p14:tracePt t="126577" x="2747963" y="2443163"/>
          <p14:tracePt t="126586" x="2747963" y="2455863"/>
          <p14:tracePt t="126618" x="2747963" y="2470150"/>
          <p14:tracePt t="126627" x="2747963" y="2490788"/>
          <p14:tracePt t="126642" x="2747963" y="2503488"/>
          <p14:tracePt t="126659" x="2747963" y="2517775"/>
          <p14:tracePt t="126668" x="2747963" y="2530475"/>
          <p14:tracePt t="126675" x="2735263" y="2544763"/>
          <p14:tracePt t="126684" x="2735263" y="2557463"/>
          <p14:tracePt t="126701" x="2735263" y="2586038"/>
          <p14:tracePt t="126710" x="2735263" y="2598738"/>
          <p14:tracePt t="126716" x="2735263" y="2619375"/>
          <p14:tracePt t="126732" x="2735263" y="2633663"/>
          <p14:tracePt t="126742" x="2735263" y="2660650"/>
          <p14:tracePt t="126749" x="2735263" y="2673350"/>
          <p14:tracePt t="126757" x="2735263" y="2687638"/>
          <p14:tracePt t="126766" x="2735263" y="2700338"/>
          <p14:tracePt t="126782" x="2735263" y="2714625"/>
          <p14:tracePt t="126791" x="2735263" y="2735263"/>
          <p14:tracePt t="126801" x="2735263" y="2747963"/>
          <p14:tracePt t="126815" x="2735263" y="2762250"/>
          <p14:tracePt t="126831" x="2735263" y="2776538"/>
          <p14:tracePt t="126855" x="2735263" y="2789238"/>
          <p14:tracePt t="126879" x="2735263" y="2803525"/>
          <p14:tracePt t="126904" x="2747963" y="2803525"/>
          <p14:tracePt t="126915" x="2747963" y="2816225"/>
          <p14:tracePt t="126937" x="2762250" y="2816225"/>
          <p14:tracePt t="126969" x="2776538" y="2816225"/>
          <p14:tracePt t="126986" x="2789238" y="2816225"/>
          <p14:tracePt t="126996" x="2789238" y="2803525"/>
          <p14:tracePt t="127004" x="2789238" y="2789238"/>
          <p14:tracePt t="127011" x="2803525" y="2776538"/>
          <p14:tracePt t="127020" x="2803525" y="2762250"/>
          <p14:tracePt t="127028" x="2816225" y="2747963"/>
          <p14:tracePt t="127036" x="2816225" y="2714625"/>
          <p14:tracePt t="127044" x="2816225" y="2673350"/>
          <p14:tracePt t="127052" x="2830513" y="2646363"/>
          <p14:tracePt t="127063" x="2830513" y="2633663"/>
          <p14:tracePt t="127070" x="2830513" y="2598738"/>
          <p14:tracePt t="127078" x="2830513" y="2557463"/>
          <p14:tracePt t="127085" x="2830513" y="2544763"/>
          <p14:tracePt t="127094" x="2830513" y="2517775"/>
          <p14:tracePt t="127102" x="2830513" y="2490788"/>
          <p14:tracePt t="127111" x="2830513" y="2470150"/>
          <p14:tracePt t="127120" x="2830513" y="2455863"/>
          <p14:tracePt t="127131" x="2830513" y="2443163"/>
          <p14:tracePt t="127174" x="2816225" y="2443163"/>
          <p14:tracePt t="127223" x="2816225" y="2455863"/>
          <p14:tracePt t="127240" x="2816225" y="2470150"/>
          <p14:tracePt t="127250" x="2816225" y="2490788"/>
          <p14:tracePt t="127265" x="2816225" y="2503488"/>
          <p14:tracePt t="127274" x="2816225" y="2517775"/>
          <p14:tracePt t="127283" x="2803525" y="2530475"/>
          <p14:tracePt t="127292" x="2803525" y="2544763"/>
          <p14:tracePt t="127299" x="2803525" y="2557463"/>
          <p14:tracePt t="127307" x="2803525" y="2571750"/>
          <p14:tracePt t="127316" x="2789238" y="2598738"/>
          <p14:tracePt t="127322" x="2789238" y="2633663"/>
          <p14:tracePt t="127333" x="2789238" y="2646363"/>
          <p14:tracePt t="127340" x="2789238" y="2673350"/>
          <p14:tracePt t="127351" x="2776538" y="2687638"/>
          <p14:tracePt t="127356" x="2776538" y="2714625"/>
          <p14:tracePt t="127368" x="2776538" y="2735263"/>
          <p14:tracePt t="127373" x="2776538" y="2762250"/>
          <p14:tracePt t="127384" x="2776538" y="2776538"/>
          <p14:tracePt t="127389" x="2762250" y="2789238"/>
          <p14:tracePt t="127400" x="2762250" y="2803525"/>
          <p14:tracePt t="127406" x="2762250" y="2816225"/>
          <p14:tracePt t="127418" x="2747963" y="2830513"/>
          <p14:tracePt t="127423" x="2747963" y="2843213"/>
          <p14:tracePt t="127432" x="2747963" y="2863850"/>
          <p14:tracePt t="127441" x="2735263" y="2878138"/>
          <p14:tracePt t="127447" x="2735263" y="2890838"/>
          <p14:tracePt t="127456" x="2714625" y="2890838"/>
          <p14:tracePt t="127465" x="2714625" y="2905125"/>
          <p14:tracePt t="127473" x="2700338" y="2905125"/>
          <p14:tracePt t="127483" x="2687638" y="2919413"/>
          <p14:tracePt t="127500" x="2673350" y="2932113"/>
          <p14:tracePt t="127506" x="2660650" y="2932113"/>
          <p14:tracePt t="127514" x="2646363" y="2946400"/>
          <p14:tracePt t="127524" x="2633663" y="2946400"/>
          <p14:tracePt t="127531" x="2619375" y="2959100"/>
          <p14:tracePt t="127541" x="2586038" y="2959100"/>
          <p14:tracePt t="127547" x="2571750" y="2973388"/>
          <p14:tracePt t="127558" x="2557463" y="2973388"/>
          <p14:tracePt t="127564" x="2530475" y="2994025"/>
          <p14:tracePt t="127577" x="2503488" y="2994025"/>
          <p14:tracePt t="127578" x="2490788" y="2994025"/>
          <p14:tracePt t="127588" x="2455863" y="2994025"/>
          <p14:tracePt t="127595" x="2443163" y="2994025"/>
          <p14:tracePt t="127603" x="2414588" y="2994025"/>
          <p14:tracePt t="127614" x="2401888" y="2994025"/>
          <p14:tracePt t="127620" x="2374900" y="2994025"/>
          <p14:tracePt t="127628" x="2339975" y="2994025"/>
          <p14:tracePt t="127637" x="2327275" y="2994025"/>
          <p14:tracePt t="127645" x="2300288" y="2994025"/>
          <p14:tracePt t="127651" x="2286000" y="2994025"/>
          <p14:tracePt t="127661" x="2271713" y="2973388"/>
          <p14:tracePt t="127671" x="2259013" y="2959100"/>
          <p14:tracePt t="127676" x="2244725" y="2959100"/>
          <p14:tracePt t="127685" x="2232025" y="2946400"/>
          <p14:tracePt t="127695" x="2211388" y="2932113"/>
          <p14:tracePt t="127702" x="2197100" y="2919413"/>
          <p14:tracePt t="127716" x="2170113" y="2905125"/>
          <p14:tracePt t="127725" x="2170113" y="2890838"/>
          <p14:tracePt t="127735" x="2170113" y="2878138"/>
          <p14:tracePt t="127743" x="2157413" y="2863850"/>
          <p14:tracePt t="127749" x="2157413" y="2843213"/>
          <p14:tracePt t="127759" x="2143125" y="2830513"/>
          <p14:tracePt t="127767" x="2143125" y="2816225"/>
          <p14:tracePt t="127776" x="2128838" y="2803525"/>
          <p14:tracePt t="127783" x="2128838" y="2789238"/>
          <p14:tracePt t="127801" x="2128838" y="2776538"/>
          <p14:tracePt t="127809" x="2128838" y="2762250"/>
          <p14:tracePt t="127816" x="2116138" y="2762250"/>
          <p14:tracePt t="127825" x="2116138" y="2747963"/>
          <p14:tracePt t="127832" x="2116138" y="2735263"/>
          <p14:tracePt t="127851" x="2116138" y="2714625"/>
          <p14:tracePt t="127858" x="2101850" y="2700338"/>
          <p14:tracePt t="127866" x="2101850" y="2687638"/>
          <p14:tracePt t="127875" x="2101850" y="2673350"/>
          <p14:tracePt t="127890" x="2101850" y="2660650"/>
          <p14:tracePt t="127901" x="2101850" y="2646363"/>
          <p14:tracePt t="127907" x="2081213" y="2646363"/>
          <p14:tracePt t="127916" x="2081213" y="2633663"/>
          <p14:tracePt t="127934" x="2081213" y="2619375"/>
          <p14:tracePt t="127967" x="2081213" y="2598738"/>
          <p14:tracePt t="127977" x="2068513" y="2598738"/>
          <p14:tracePt t="128018" x="2054225" y="2598738"/>
          <p14:tracePt t="128050" x="2041525" y="2598738"/>
          <p14:tracePt t="128066" x="2027238" y="2598738"/>
          <p14:tracePt t="128083" x="2014538" y="2598738"/>
          <p14:tracePt t="128100" x="2000250" y="2598738"/>
          <p14:tracePt t="128116" x="1985963" y="2619375"/>
          <p14:tracePt t="128132" x="1973263" y="2619375"/>
          <p14:tracePt t="128141" x="1973263" y="2633663"/>
          <p14:tracePt t="128150" x="1952625" y="2633663"/>
          <p14:tracePt t="128158" x="1952625" y="2646363"/>
          <p14:tracePt t="128182" x="1952625" y="2660650"/>
          <p14:tracePt t="128190" x="1952625" y="2673350"/>
          <p14:tracePt t="128206" x="1952625" y="2687638"/>
          <p14:tracePt t="128219" x="1952625" y="2700338"/>
          <p14:tracePt t="128225" x="1952625" y="2714625"/>
          <p14:tracePt t="128242" x="1952625" y="2747963"/>
          <p14:tracePt t="128249" x="1952625" y="2762250"/>
          <p14:tracePt t="128259" x="1952625" y="2776538"/>
          <p14:tracePt t="128266" x="1952625" y="2803525"/>
          <p14:tracePt t="128284" x="1952625" y="2816225"/>
          <p14:tracePt t="128291" x="1952625" y="2830513"/>
          <p14:tracePt t="128301" x="1952625" y="2843213"/>
          <p14:tracePt t="128316" x="1952625" y="2863850"/>
          <p14:tracePt t="128324" x="1973263" y="2863850"/>
          <p14:tracePt t="128334" x="1973263" y="2878138"/>
          <p14:tracePt t="128341" x="1985963" y="2878138"/>
          <p14:tracePt t="128351" x="2000250" y="2878138"/>
          <p14:tracePt t="128355" x="2027238" y="2878138"/>
          <p14:tracePt t="128368" x="2041525" y="2878138"/>
          <p14:tracePt t="128372" x="2054225" y="2878138"/>
          <p14:tracePt t="128382" x="2081213" y="2863850"/>
          <p14:tracePt t="128389" x="2116138" y="2843213"/>
          <p14:tracePt t="128398" x="2128838" y="2830513"/>
          <p14:tracePt t="128408" x="2143125" y="2816225"/>
          <p14:tracePt t="128414" x="2170113" y="2789238"/>
          <p14:tracePt t="128428" x="2184400" y="2776538"/>
          <p14:tracePt t="128430" x="2197100" y="2747963"/>
          <p14:tracePt t="128439" x="2211388" y="2735263"/>
          <p14:tracePt t="128449" x="2211388" y="2714625"/>
          <p14:tracePt t="128455" x="2211388" y="2700338"/>
          <p14:tracePt t="128466" x="2232025" y="2687638"/>
          <p14:tracePt t="128471" x="2232025" y="2673350"/>
          <p14:tracePt t="128483" x="2232025" y="2660650"/>
          <p14:tracePt t="128487" x="2232025" y="2646363"/>
          <p14:tracePt t="128503" x="2211388" y="2633663"/>
          <p14:tracePt t="128516" x="2211388" y="2619375"/>
          <p14:tracePt t="128517" x="2197100" y="2619375"/>
          <p14:tracePt t="128526" x="2184400" y="2598738"/>
          <p14:tracePt t="128536" x="2170113" y="2598738"/>
          <p14:tracePt t="128546" x="2157413" y="2598738"/>
          <p14:tracePt t="128554" x="2143125" y="2586038"/>
          <p14:tracePt t="128561" x="2128838" y="2586038"/>
          <p14:tracePt t="128572" x="2116138" y="2586038"/>
          <p14:tracePt t="128576" x="2101850" y="2586038"/>
          <p14:tracePt t="128587" x="2081213" y="2586038"/>
          <p14:tracePt t="128601" x="2068513" y="2586038"/>
          <p14:tracePt t="128611" x="2054225" y="2586038"/>
          <p14:tracePt t="128618" x="2041525" y="2586038"/>
          <p14:tracePt t="128628" x="2027238" y="2586038"/>
          <p14:tracePt t="128644" x="2014538" y="2586038"/>
          <p14:tracePt t="128650" x="2014538" y="2598738"/>
          <p14:tracePt t="128659" x="2000250" y="2619375"/>
          <p14:tracePt t="128668" x="2000250" y="2633663"/>
          <p14:tracePt t="128682" x="1985963" y="2646363"/>
          <p14:tracePt t="128691" x="1985963" y="2660650"/>
          <p14:tracePt t="128700" x="1985963" y="2673350"/>
          <p14:tracePt t="128709" x="1973263" y="2700338"/>
          <p14:tracePt t="128717" x="1973263" y="2714625"/>
          <p14:tracePt t="128725" x="1973263" y="2735263"/>
          <p14:tracePt t="128733" x="1973263" y="2762250"/>
          <p14:tracePt t="128741" x="1973263" y="2789238"/>
          <p14:tracePt t="128749" x="1973263" y="2803525"/>
          <p14:tracePt t="128758" x="1973263" y="2816225"/>
          <p14:tracePt t="128767" x="1973263" y="2843213"/>
          <p14:tracePt t="128774" x="1973263" y="2863850"/>
          <p14:tracePt t="128783" x="1973263" y="2878138"/>
          <p14:tracePt t="128792" x="1973263" y="2890838"/>
          <p14:tracePt t="128799" x="1973263" y="2905125"/>
          <p14:tracePt t="128818" x="1973263" y="2919413"/>
          <p14:tracePt t="128822" x="1985963" y="2919413"/>
          <p14:tracePt t="128834" x="2000250" y="2932113"/>
          <p14:tracePt t="128842" x="2014538" y="2932113"/>
          <p14:tracePt t="128847" x="2027238" y="2932113"/>
          <p14:tracePt t="128857" x="2041525" y="2932113"/>
          <p14:tracePt t="128868" x="2054225" y="2932113"/>
          <p14:tracePt t="128869" x="2068513" y="2932113"/>
          <p14:tracePt t="128880" x="2081213" y="2919413"/>
          <p14:tracePt t="128888" x="2101850" y="2905125"/>
          <p14:tracePt t="128899" x="2116138" y="2890838"/>
          <p14:tracePt t="128908" x="2128838" y="2878138"/>
          <p14:tracePt t="128914" x="2143125" y="2843213"/>
          <p14:tracePt t="128926" x="2157413" y="2830513"/>
          <p14:tracePt t="128927" x="2170113" y="2816225"/>
          <p14:tracePt t="128938" x="2170113" y="2789238"/>
          <p14:tracePt t="128947" x="2170113" y="2776538"/>
          <p14:tracePt t="128955" x="2184400" y="2747963"/>
          <p14:tracePt t="128966" x="2184400" y="2735263"/>
          <p14:tracePt t="128970" x="2184400" y="2714625"/>
          <p14:tracePt t="128982" x="2184400" y="2700338"/>
          <p14:tracePt t="128986" x="2184400" y="2687638"/>
          <p14:tracePt t="128998" x="2184400" y="2673350"/>
          <p14:tracePt t="129003" x="2184400" y="2660650"/>
          <p14:tracePt t="129015" x="2170113" y="2646363"/>
          <p14:tracePt t="129020" x="2157413" y="2633663"/>
          <p14:tracePt t="129033" x="2143125" y="2633663"/>
          <p14:tracePt t="129034" x="2116138" y="2619375"/>
          <p14:tracePt t="129043" x="2101850" y="2619375"/>
          <p14:tracePt t="129053" x="2081213" y="2619375"/>
          <p14:tracePt t="129062" x="2054225" y="2619375"/>
          <p14:tracePt t="129070" x="2041525" y="2619375"/>
          <p14:tracePt t="129078" x="2027238" y="2619375"/>
          <p14:tracePt t="129086" x="2000250" y="2619375"/>
          <p14:tracePt t="129094" x="1985963" y="2619375"/>
          <p14:tracePt t="129101" x="1973263" y="2619375"/>
          <p14:tracePt t="129111" x="1973263" y="2633663"/>
          <p14:tracePt t="129118" x="1952625" y="2646363"/>
          <p14:tracePt t="129134" x="1938338" y="2660650"/>
          <p14:tracePt t="129144" x="1938338" y="2673350"/>
          <p14:tracePt t="129151" x="1938338" y="2687638"/>
          <p14:tracePt t="129160" x="1938338" y="2700338"/>
          <p14:tracePt t="129176" x="1938338" y="2714625"/>
          <p14:tracePt t="129183" x="1938338" y="2735263"/>
          <p14:tracePt t="129197" x="1938338" y="2762250"/>
          <p14:tracePt t="129198" x="1938338" y="2776538"/>
          <p14:tracePt t="129207" x="1938338" y="2789238"/>
          <p14:tracePt t="129217" x="1938338" y="2803525"/>
          <p14:tracePt t="129224" x="1938338" y="2816225"/>
          <p14:tracePt t="129234" x="1952625" y="2830513"/>
          <p14:tracePt t="129241" x="1952625" y="2843213"/>
          <p14:tracePt t="129251" x="1952625" y="2863850"/>
          <p14:tracePt t="129258" x="1973263" y="2863850"/>
          <p14:tracePt t="129266" x="1973263" y="2878138"/>
          <p14:tracePt t="129275" x="1985963" y="2878138"/>
          <p14:tracePt t="129282" x="2000250" y="2878138"/>
          <p14:tracePt t="129291" x="2014538" y="2878138"/>
          <p14:tracePt t="129299" x="2027238" y="2878138"/>
          <p14:tracePt t="129305" x="2041525" y="2878138"/>
          <p14:tracePt t="129317" x="2054225" y="2878138"/>
          <p14:tracePt t="129322" x="2054225" y="2863850"/>
          <p14:tracePt t="129334" x="2068513" y="2830513"/>
          <p14:tracePt t="129339" x="2068513" y="2816225"/>
          <p14:tracePt t="129350" x="2081213" y="2803525"/>
          <p14:tracePt t="129355" x="2081213" y="2789238"/>
          <p14:tracePt t="129368" x="2101850" y="2762250"/>
          <p14:tracePt t="129369" x="2101850" y="2747963"/>
          <p14:tracePt t="129380" x="2101850" y="2735263"/>
          <p14:tracePt t="129388" x="2101850" y="2714625"/>
          <p14:tracePt t="129398" x="2101850" y="2687638"/>
          <p14:tracePt t="129406" x="2101850" y="2673350"/>
          <p14:tracePt t="129416" x="2081213" y="2660650"/>
          <p14:tracePt t="129418" x="2068513" y="2660650"/>
          <p14:tracePt t="129427" x="2041525" y="2646363"/>
          <p14:tracePt t="129437" x="2027238" y="2633663"/>
          <p14:tracePt t="129445" x="2000250" y="2633663"/>
          <p14:tracePt t="129454" x="1985963" y="2633663"/>
          <p14:tracePt t="129465" x="1952625" y="2633663"/>
          <p14:tracePt t="129469" x="1925638" y="2633663"/>
          <p14:tracePt t="129478" x="1898650" y="2633663"/>
          <p14:tracePt t="129487" x="1884363" y="2633663"/>
          <p14:tracePt t="129497" x="1871663" y="2633663"/>
          <p14:tracePt t="129511" x="1857375" y="2633663"/>
          <p14:tracePt t="129534" x="1857375" y="2646363"/>
          <p14:tracePt t="129559" x="1857375" y="2660650"/>
          <p14:tracePt t="129577" x="1857375" y="2673350"/>
          <p14:tracePt t="129593" x="1857375" y="2687638"/>
          <p14:tracePt t="129609" x="1857375" y="2700338"/>
          <p14:tracePt t="129617" x="1871663" y="2700338"/>
          <p14:tracePt t="129626" x="1871663" y="2714625"/>
          <p14:tracePt t="129633" x="1884363" y="2714625"/>
          <p14:tracePt t="129642" x="1884363" y="2735263"/>
          <p14:tracePt t="129650" x="1898650" y="2735263"/>
          <p14:tracePt t="129664" x="1911350" y="2735263"/>
          <p14:tracePt t="129665" x="1925638" y="2735263"/>
          <p14:tracePt t="129673" x="1938338" y="2735263"/>
          <p14:tracePt t="129684" x="1952625" y="2735263"/>
          <p14:tracePt t="129691" x="1973263" y="2735263"/>
          <p14:tracePt t="129702" x="1985963" y="2735263"/>
          <p14:tracePt t="129706" x="2014538" y="2700338"/>
          <p14:tracePt t="129715" x="2014538" y="2687638"/>
          <p14:tracePt t="129726" x="2027238" y="2660650"/>
          <p14:tracePt t="129733" x="2041525" y="2633663"/>
          <p14:tracePt t="129740" x="2054225" y="2619375"/>
          <p14:tracePt t="129751" x="2054225" y="2586038"/>
          <p14:tracePt t="129763" x="2068513" y="2544763"/>
          <p14:tracePt t="129772" x="2068513" y="2530475"/>
          <p14:tracePt t="129794" x="2068513" y="2517775"/>
          <p14:tracePt t="129819" x="2054225" y="2517775"/>
          <p14:tracePt t="129868" x="2041525" y="2517775"/>
          <p14:tracePt t="129884" x="2041525" y="2530475"/>
          <p14:tracePt t="129917" x="2041525" y="2544763"/>
          <p14:tracePt t="129990" x="2041525" y="2557463"/>
          <p14:tracePt t="130064" x="2054225" y="2557463"/>
          <p14:tracePt t="130081" x="2054225" y="2571750"/>
          <p14:tracePt t="130203" x="2054225" y="2586038"/>
          <p14:tracePt t="130228" x="2068513" y="2586038"/>
          <p14:tracePt t="131480" x="2068513" y="2598738"/>
          <p14:tracePt t="131497" x="2068513" y="2619375"/>
          <p14:tracePt t="131513" x="2068513" y="2633663"/>
          <p14:tracePt t="131538" x="2068513" y="2646363"/>
          <p14:tracePt t="131570" x="2068513" y="2660650"/>
          <p14:tracePt t="133438" x="2068513" y="2673350"/>
          <p14:tracePt t="133446" x="2068513" y="2687638"/>
          <p14:tracePt t="133464" x="2068513" y="2700338"/>
          <p14:tracePt t="133469" x="2081213" y="2714625"/>
          <p14:tracePt t="133479" x="2081213" y="2735263"/>
          <p14:tracePt t="133486" x="2081213" y="2747963"/>
          <p14:tracePt t="133495" x="2101850" y="2762250"/>
          <p14:tracePt t="133504" x="2101850" y="2776538"/>
          <p14:tracePt t="133511" x="2116138" y="2789238"/>
          <p14:tracePt t="133519" x="2116138" y="2803525"/>
          <p14:tracePt t="133528" x="2128838" y="2816225"/>
          <p14:tracePt t="133540" x="2128838" y="2830513"/>
          <p14:tracePt t="133546" x="2143125" y="2843213"/>
          <p14:tracePt t="133564" x="2157413" y="2878138"/>
          <p14:tracePt t="133580" x="2170113" y="2890838"/>
          <p14:tracePt t="133591" x="2184400" y="2905125"/>
          <p14:tracePt t="133603" x="2197100" y="2919413"/>
          <p14:tracePt t="133604" x="2211388" y="2932113"/>
          <p14:tracePt t="133615" x="2232025" y="2932113"/>
          <p14:tracePt t="133623" x="2244725" y="2946400"/>
          <p14:tracePt t="133628" x="2259013" y="2946400"/>
          <p14:tracePt t="133634" x="2271713" y="2959100"/>
          <p14:tracePt t="133646" x="2286000" y="2959100"/>
          <p14:tracePt t="133653" x="2312988" y="2973388"/>
          <p14:tracePt t="133662" x="2327275" y="2973388"/>
          <p14:tracePt t="133670" x="2339975" y="2973388"/>
          <p14:tracePt t="133677" x="2360613" y="2994025"/>
          <p14:tracePt t="133685" x="2374900" y="2994025"/>
          <p14:tracePt t="133694" x="2387600" y="2994025"/>
          <p14:tracePt t="133702" x="2401888" y="2994025"/>
          <p14:tracePt t="133710" x="2414588" y="2994025"/>
          <p14:tracePt t="133718" x="2428875" y="2994025"/>
          <p14:tracePt t="133727" x="2443163" y="2994025"/>
          <p14:tracePt t="133735" x="2455863" y="2994025"/>
          <p14:tracePt t="133743" x="2470150" y="2994025"/>
          <p14:tracePt t="133751" x="2490788" y="2994025"/>
          <p14:tracePt t="133759" x="2503488" y="2994025"/>
          <p14:tracePt t="133767" x="2517775" y="2973388"/>
          <p14:tracePt t="133775" x="2530475" y="2973388"/>
          <p14:tracePt t="133785" x="2544763" y="2959100"/>
          <p14:tracePt t="133793" x="2571750" y="2959100"/>
          <p14:tracePt t="133802" x="2586038" y="2946400"/>
          <p14:tracePt t="133811" x="2619375" y="2946400"/>
          <p14:tracePt t="133819" x="2633663" y="2932113"/>
          <p14:tracePt t="133828" x="2660650" y="2905125"/>
          <p14:tracePt t="133842" x="2687638" y="2890838"/>
          <p14:tracePt t="133844" x="2714625" y="2863850"/>
          <p14:tracePt t="133851" x="2762250" y="2830513"/>
          <p14:tracePt t="133859" x="2776538" y="2816225"/>
          <p14:tracePt t="133868" x="2803525" y="2789238"/>
          <p14:tracePt t="133875" x="2830513" y="2762250"/>
          <p14:tracePt t="133885" x="2863850" y="2735263"/>
          <p14:tracePt t="133893" x="2878138" y="2714625"/>
          <p14:tracePt t="133901" x="2890838" y="2687638"/>
          <p14:tracePt t="133911" x="2905125" y="2673350"/>
          <p14:tracePt t="133918" x="2919413" y="2646363"/>
          <p14:tracePt t="133928" x="2946400" y="2633663"/>
          <p14:tracePt t="133931" x="2959100" y="2619375"/>
          <p14:tracePt t="133942" x="2959100" y="2598738"/>
          <p14:tracePt t="133946" x="2973388" y="2571750"/>
          <p14:tracePt t="133959" x="2973388" y="2557463"/>
          <p14:tracePt t="133963" x="2994025" y="2530475"/>
          <p14:tracePt t="133976" x="2994025" y="2517775"/>
          <p14:tracePt t="133980" x="2994025" y="2490788"/>
          <p14:tracePt t="133992" x="3006725" y="2455863"/>
          <p14:tracePt t="133997" x="3006725" y="2443163"/>
          <p14:tracePt t="134010" x="3006725" y="2414588"/>
          <p14:tracePt t="134011" x="3006725" y="2401888"/>
          <p14:tracePt t="134019" x="3006725" y="2387600"/>
          <p14:tracePt t="134029" x="3006725" y="2374900"/>
          <p14:tracePt t="134039" x="3006725" y="2360613"/>
          <p14:tracePt t="134059" x="3006725" y="2339975"/>
          <p14:tracePt t="134076" x="2994025" y="2327275"/>
          <p14:tracePt t="134085" x="2973388" y="2327275"/>
          <p14:tracePt t="134100" x="2959100" y="2312988"/>
          <p14:tracePt t="134110" x="2946400" y="2312988"/>
          <p14:tracePt t="134118" x="2932113" y="2312988"/>
          <p14:tracePt t="134127" x="2919413" y="2312988"/>
          <p14:tracePt t="134136" x="2905125" y="2312988"/>
          <p14:tracePt t="134143" x="2878138" y="2312988"/>
          <p14:tracePt t="134152" x="2863850" y="2312988"/>
          <p14:tracePt t="134159" x="2843213" y="2312988"/>
          <p14:tracePt t="134168" x="2830513" y="2312988"/>
          <p14:tracePt t="134177" x="2816225" y="2312988"/>
          <p14:tracePt t="134185" x="2789238" y="2327275"/>
          <p14:tracePt t="134201" x="2776538" y="2327275"/>
          <p14:tracePt t="134210" x="2762250" y="2327275"/>
          <p14:tracePt t="134218" x="2762250" y="2339975"/>
          <p14:tracePt t="134234" x="2747963" y="2360613"/>
          <p14:tracePt t="134251" x="2735263" y="2374900"/>
          <p14:tracePt t="134259" x="2735263" y="2401888"/>
          <p14:tracePt t="134269" x="2714625" y="2414588"/>
          <p14:tracePt t="134276" x="2714625" y="2428875"/>
          <p14:tracePt t="134285" x="2700338" y="2443163"/>
          <p14:tracePt t="134293" x="2700338" y="2470150"/>
          <p14:tracePt t="134301" x="2687638" y="2490788"/>
          <p14:tracePt t="134308" x="2687638" y="2503488"/>
          <p14:tracePt t="134320" x="2687638" y="2517775"/>
          <p14:tracePt t="134326" x="2687638" y="2530475"/>
          <p14:tracePt t="134333" x="2673350" y="2530475"/>
          <p14:tracePt t="134341" x="2673350" y="2544763"/>
          <p14:tracePt t="134351" x="2673350" y="2557463"/>
          <p14:tracePt t="134367" x="2673350" y="2571750"/>
          <p14:tracePt t="134381" x="2673350" y="2586038"/>
          <p14:tracePt t="134410" x="2673350" y="2598738"/>
          <p14:tracePt t="134517" x="2673350" y="2619375"/>
          <p14:tracePt t="134566" x="2673350" y="2633663"/>
          <p14:tracePt t="134583" x="2673350" y="2646363"/>
          <p14:tracePt t="134599" x="2673350" y="2660650"/>
          <p14:tracePt t="134609" x="2673350" y="2673350"/>
          <p14:tracePt t="134624" x="2673350" y="2687638"/>
          <p14:tracePt t="134640" x="2673350" y="2700338"/>
          <p14:tracePt t="134657" x="2673350" y="2714625"/>
          <p14:tracePt t="134689" x="2673350" y="2735263"/>
          <p14:tracePt t="134844" x="2687638" y="2735263"/>
          <p14:tracePt t="137637" x="2735263" y="2789238"/>
          <p14:tracePt t="137645" x="2776538" y="2843213"/>
          <p14:tracePt t="137655" x="2830513" y="2905125"/>
          <p14:tracePt t="137660" x="2878138" y="2959100"/>
          <p14:tracePt t="137670" x="2994025" y="3074988"/>
          <p14:tracePt t="137678" x="3101975" y="3205163"/>
          <p14:tracePt t="137687" x="3232150" y="3348038"/>
          <p14:tracePt t="137695" x="3381375" y="3524250"/>
          <p14:tracePt t="137704" x="3509963" y="3667125"/>
          <p14:tracePt t="137712" x="3652838" y="3824288"/>
          <p14:tracePt t="137720" x="3721100" y="3884613"/>
          <p14:tracePt t="137729" x="3836988" y="3994150"/>
          <p14:tracePt t="137737" x="3967163" y="4110038"/>
          <p14:tracePt t="137745" x="4068763" y="4211638"/>
          <p14:tracePt t="137754" x="4170363" y="4300538"/>
          <p14:tracePt t="137762" x="4259263" y="4387850"/>
          <p14:tracePt t="137769" x="4354513" y="4456113"/>
          <p14:tracePt t="137778" x="4429125" y="4530725"/>
          <p14:tracePt t="137787" x="4530725" y="4586288"/>
          <p14:tracePt t="137796" x="4598988" y="4646613"/>
          <p14:tracePt t="137803" x="4687888" y="4687888"/>
          <p14:tracePt t="137812" x="4741863" y="4729163"/>
          <p14:tracePt t="137819" x="4830763" y="4776788"/>
          <p14:tracePt t="137828" x="4905375" y="4816475"/>
          <p14:tracePt t="137836" x="4986338" y="4857750"/>
          <p14:tracePt t="137845" x="5062538" y="4905375"/>
          <p14:tracePt t="137853" x="5129213" y="4932363"/>
          <p14:tracePt t="137861" x="5205413" y="4959350"/>
          <p14:tracePt t="137871" x="5280025" y="4986338"/>
          <p14:tracePt t="137878" x="5348288" y="5033963"/>
          <p14:tracePt t="138158" x="5375275" y="5062538"/>
          <p14:tracePt t="138167" x="5387975" y="5075238"/>
          <p14:tracePt t="138176" x="5422900" y="5089525"/>
          <p14:tracePt t="138185" x="5462588" y="5116513"/>
          <p14:tracePt t="138191" x="5503863" y="5149850"/>
          <p14:tracePt t="138203" x="5565775" y="5164138"/>
          <p14:tracePt t="138210" x="5605463" y="5191125"/>
          <p14:tracePt t="138222" x="5667375" y="5205413"/>
          <p14:tracePt t="138226" x="5721350" y="5218113"/>
          <p14:tracePt t="138239" x="5762625" y="5232400"/>
          <p14:tracePt t="138243" x="5837238" y="5245100"/>
          <p14:tracePt t="138256" x="5891213" y="5259388"/>
          <p14:tracePt t="138257" x="5953125" y="5259388"/>
          <p14:tracePt t="138266" x="6021388" y="5280025"/>
          <p14:tracePt t="138275" x="6096000" y="5280025"/>
          <p14:tracePt t="138286" x="6149975" y="5292725"/>
          <p14:tracePt t="138293" x="6184900" y="5292725"/>
          <p14:tracePt t="138300" x="6224588" y="5292725"/>
          <p14:tracePt t="138309" x="6265863" y="5292725"/>
          <p14:tracePt t="138316" x="6313488" y="5292725"/>
          <p14:tracePt t="138325" x="6340475" y="5292725"/>
          <p14:tracePt t="138333" x="6354763" y="5292725"/>
          <p14:tracePt t="138340" x="6367463" y="5280025"/>
          <p14:tracePt t="138349" x="6367463" y="5259388"/>
          <p14:tracePt t="138359" x="6367463" y="5245100"/>
          <p14:tracePt t="138366" x="6367463" y="5218113"/>
          <p14:tracePt t="138373" x="6367463" y="5205413"/>
          <p14:tracePt t="138383" x="6340475" y="5164138"/>
          <p14:tracePt t="138389" x="6300788" y="5129213"/>
          <p14:tracePt t="138399" x="6238875" y="5089525"/>
          <p14:tracePt t="138407" x="6170613" y="5075238"/>
          <p14:tracePt t="138416" x="6110288" y="5062538"/>
          <p14:tracePt t="138422" x="6054725" y="5048250"/>
          <p14:tracePt t="138437" x="5994400" y="5048250"/>
          <p14:tracePt t="138438" x="5938838" y="5048250"/>
          <p14:tracePt t="138446" x="5878513" y="5048250"/>
          <p14:tracePt t="138456" x="5837238" y="5048250"/>
          <p14:tracePt t="138464" x="5824538" y="5062538"/>
          <p14:tracePt t="138474" x="5783263" y="5075238"/>
          <p14:tracePt t="138481" x="5748338" y="5116513"/>
          <p14:tracePt t="138488" x="5735638" y="5149850"/>
          <p14:tracePt t="138498" x="5708650" y="5191125"/>
          <p14:tracePt t="138506" x="5694363" y="5218113"/>
          <p14:tracePt t="138513" x="5694363" y="5245100"/>
          <p14:tracePt t="138522" x="5694363" y="5292725"/>
          <p14:tracePt t="138530" x="5694363" y="5334000"/>
          <p14:tracePt t="138540" x="5694363" y="5387975"/>
          <p14:tracePt t="138547" x="5694363" y="5435600"/>
          <p14:tracePt t="138556" x="5694363" y="5476875"/>
          <p14:tracePt t="138561" x="5721350" y="5518150"/>
          <p14:tracePt t="138575" x="5748338" y="5565775"/>
          <p14:tracePt t="138576" x="5783263" y="5605463"/>
          <p14:tracePt t="138587" x="5810250" y="5634038"/>
          <p14:tracePt t="138595" x="5837238" y="5667375"/>
          <p14:tracePt t="138606" x="5891213" y="5708650"/>
          <p14:tracePt t="138611" x="5938838" y="5735638"/>
          <p14:tracePt t="138625" x="5980113" y="5748338"/>
          <p14:tracePt t="138626" x="6042025" y="5762625"/>
          <p14:tracePt t="138637" x="6069013" y="5783263"/>
          <p14:tracePt t="138644" x="6137275" y="5795963"/>
          <p14:tracePt t="138654" x="6170613" y="5795963"/>
          <p14:tracePt t="138661" x="6211888" y="5795963"/>
          <p14:tracePt t="138672" x="6253163" y="5795963"/>
          <p14:tracePt t="138676" x="6300788" y="5795963"/>
          <p14:tracePt t="138688" x="6327775" y="5795963"/>
          <p14:tracePt t="138694" x="6381750" y="5795963"/>
          <p14:tracePt t="138705" x="6408738" y="5762625"/>
          <p14:tracePt t="138710" x="6429375" y="5748338"/>
          <p14:tracePt t="138724" x="6483350" y="5721350"/>
          <p14:tracePt t="138725" x="6510338" y="5694363"/>
          <p14:tracePt t="138734" x="6524625" y="5681663"/>
          <p14:tracePt t="138742" x="6572250" y="5646738"/>
          <p14:tracePt t="138751" x="6599238" y="5605463"/>
          <p14:tracePt t="138760" x="6613525" y="5578475"/>
          <p14:tracePt t="138768" x="6626225" y="5538788"/>
          <p14:tracePt t="138776" x="6640513" y="5503863"/>
          <p14:tracePt t="138784" x="6653213" y="5462588"/>
          <p14:tracePt t="138793" x="6653213" y="5449888"/>
          <p14:tracePt t="138805" x="6673850" y="5408613"/>
          <p14:tracePt t="138806" x="6673850" y="5375275"/>
          <p14:tracePt t="138815" x="6673850" y="5360988"/>
          <p14:tracePt t="138824" x="6673850" y="5348288"/>
          <p14:tracePt t="138832" x="6673850" y="5334000"/>
          <p14:tracePt t="138840" x="6673850" y="5319713"/>
          <p14:tracePt t="138849" x="6673850" y="5307013"/>
          <p14:tracePt t="138856" x="6673850" y="5292725"/>
          <p14:tracePt t="138874" x="6673850" y="5280025"/>
          <p14:tracePt t="138882" x="6653213" y="5280025"/>
          <p14:tracePt t="138890" x="6640513" y="5259388"/>
          <p14:tracePt t="138898" x="6613525" y="5245100"/>
          <p14:tracePt t="138909" x="6599238" y="5245100"/>
          <p14:tracePt t="138920" x="6572250" y="5245100"/>
          <p14:tracePt t="138921" x="6545263" y="5245100"/>
          <p14:tracePt t="138930" x="6510338" y="5232400"/>
          <p14:tracePt t="138940" x="6497638" y="5232400"/>
          <p14:tracePt t="138947" x="6470650" y="5232400"/>
          <p14:tracePt t="138957" x="6443663" y="5232400"/>
          <p14:tracePt t="138963" x="6408738" y="5232400"/>
          <p14:tracePt t="138974" x="6396038" y="5232400"/>
          <p14:tracePt t="138980" x="6381750" y="5232400"/>
          <p14:tracePt t="138991" x="6367463" y="5232400"/>
          <p14:tracePt t="138997" x="6340475" y="5232400"/>
          <p14:tracePt t="139010" x="6327775" y="5232400"/>
          <p14:tracePt t="139020" x="6313488" y="5245100"/>
          <p14:tracePt t="139034" x="6300788" y="5259388"/>
          <p14:tracePt t="139045" x="6280150" y="5280025"/>
          <p14:tracePt t="139055" x="6265863" y="5307013"/>
          <p14:tracePt t="139062" x="6265863" y="5348288"/>
          <p14:tracePt t="139072" x="6253163" y="5387975"/>
          <p14:tracePt t="139079" x="6253163" y="5435600"/>
          <p14:tracePt t="139090" x="6253163" y="5476875"/>
          <p14:tracePt t="139094" x="6253163" y="5551488"/>
          <p14:tracePt t="139106" x="6253163" y="5592763"/>
          <p14:tracePt t="139110" x="6253163" y="5646738"/>
          <p14:tracePt t="139122" x="6253163" y="5694363"/>
          <p14:tracePt t="139126" x="6265863" y="5735638"/>
          <p14:tracePt t="139139" x="6300788" y="5783263"/>
          <p14:tracePt t="139144" x="6327775" y="5824538"/>
          <p14:tracePt t="139156" x="6354763" y="5837238"/>
          <p14:tracePt t="139161" x="6396038" y="5864225"/>
          <p14:tracePt t="139174" x="6443663" y="5878513"/>
          <p14:tracePt t="139175" x="6497638" y="5891213"/>
          <p14:tracePt t="139184" x="6557963" y="5891213"/>
          <p14:tracePt t="139193" x="6626225" y="5891213"/>
          <p14:tracePt t="139203" x="6688138" y="5891213"/>
          <p14:tracePt t="139210" x="6756400" y="5851525"/>
          <p14:tracePt t="139218" x="6816725" y="5824538"/>
          <p14:tracePt t="139225" x="6872288" y="5783263"/>
          <p14:tracePt t="139239" x="6932613" y="5721350"/>
          <p14:tracePt t="139240" x="6946900" y="5708650"/>
          <p14:tracePt t="139249" x="6973888" y="5667375"/>
          <p14:tracePt t="139257" x="7000875" y="5592763"/>
          <p14:tracePt t="139266" x="7015163" y="5578475"/>
          <p14:tracePt t="139275" x="7015163" y="5503863"/>
          <p14:tracePt t="139284" x="7015163" y="5462588"/>
          <p14:tracePt t="139290" x="7015163" y="5422900"/>
          <p14:tracePt t="139300" x="7015163" y="5387975"/>
          <p14:tracePt t="139309" x="6986588" y="5348288"/>
          <p14:tracePt t="139317" x="6946900" y="5319713"/>
          <p14:tracePt t="139324" x="6884988" y="5292725"/>
          <p14:tracePt t="139334" x="6831013" y="5259388"/>
          <p14:tracePt t="139342" x="6769100" y="5245100"/>
          <p14:tracePt t="139349" x="6700838" y="5245100"/>
          <p14:tracePt t="139358" x="6626225" y="5245100"/>
          <p14:tracePt t="139367" x="6557963" y="5245100"/>
          <p14:tracePt t="139374" x="6497638" y="5245100"/>
          <p14:tracePt t="139381" x="6443663" y="5259388"/>
          <p14:tracePt t="139391" x="6408738" y="5280025"/>
          <p14:tracePt t="139398" x="6381750" y="5307013"/>
          <p14:tracePt t="139409" x="6354763" y="5334000"/>
          <p14:tracePt t="139415" x="6327775" y="5360988"/>
          <p14:tracePt t="139425" x="6313488" y="5387975"/>
          <p14:tracePt t="139432" x="6300788" y="5435600"/>
          <p14:tracePt t="139442" x="6300788" y="5449888"/>
          <p14:tracePt t="139449" x="6300788" y="5476875"/>
          <p14:tracePt t="139457" x="6300788" y="5503863"/>
          <p14:tracePt t="139464" x="6313488" y="5538788"/>
          <p14:tracePt t="139473" x="6354763" y="5565775"/>
          <p14:tracePt t="139481" x="6381750" y="5578475"/>
          <p14:tracePt t="139490" x="6429375" y="5605463"/>
          <p14:tracePt t="139497" x="6470650" y="5619750"/>
          <p14:tracePt t="139505" x="6510338" y="5634038"/>
          <p14:tracePt t="139515" x="6557963" y="5646738"/>
          <p14:tracePt t="139520" x="6586538" y="5646738"/>
          <p14:tracePt t="139528" x="6640513" y="5646738"/>
          <p14:tracePt t="139538" x="6673850" y="5646738"/>
          <p14:tracePt t="139545" x="6700838" y="5646738"/>
          <p14:tracePt t="139556" x="6729413" y="5646738"/>
          <p14:tracePt t="139560" x="6756400" y="5646738"/>
          <p14:tracePt t="139572" x="6769100" y="5634038"/>
          <p14:tracePt t="139578" x="6783388" y="5634038"/>
          <p14:tracePt t="139590" x="6783388" y="5619750"/>
          <p14:tracePt t="139600" x="6783388" y="5592763"/>
          <p14:tracePt t="139610" x="6783388" y="5578475"/>
          <p14:tracePt t="139620" x="6769100" y="5551488"/>
          <p14:tracePt t="139628" x="6742113" y="5538788"/>
          <p14:tracePt t="139639" x="6700838" y="5503863"/>
          <p14:tracePt t="139643" x="6653213" y="5476875"/>
          <p14:tracePt t="139655" x="6640513" y="5462588"/>
          <p14:tracePt t="139660" x="6599238" y="5449888"/>
          <p14:tracePt t="139673" x="6572250" y="5435600"/>
          <p14:tracePt t="139674" x="6557963" y="5422900"/>
          <p14:tracePt t="139683" x="6524625" y="5422900"/>
          <p14:tracePt t="139692" x="6510338" y="5422900"/>
          <p14:tracePt t="139701" x="6497638" y="5422900"/>
          <p14:tracePt t="139746" x="6497638" y="5435600"/>
          <p14:tracePt t="139756" x="6510338" y="5449888"/>
          <p14:tracePt t="139765" x="6545263" y="5476875"/>
          <p14:tracePt t="139774" x="6572250" y="5491163"/>
          <p14:tracePt t="139782" x="6613525" y="5518150"/>
          <p14:tracePt t="139788" x="6626225" y="5538788"/>
          <p14:tracePt t="139798" x="6673850" y="5551488"/>
          <p14:tracePt t="139807" x="6715125" y="5551488"/>
          <p14:tracePt t="139815" x="6742113" y="5565775"/>
          <p14:tracePt t="140368" x="6742113" y="5551488"/>
          <p14:tracePt t="140378" x="6729413" y="5518150"/>
          <p14:tracePt t="140387" x="6715125" y="5503863"/>
          <p14:tracePt t="140396" x="6700838" y="5491163"/>
          <p14:tracePt t="140403" x="6688138" y="5476875"/>
          <p14:tracePt t="140414" x="6673850" y="5449888"/>
          <p14:tracePt t="140419" x="6653213" y="5449888"/>
          <p14:tracePt t="140431" x="6640513" y="5435600"/>
          <p14:tracePt t="140437" x="6640513" y="5422900"/>
          <p14:tracePt t="140448" x="6626225" y="5422900"/>
          <p14:tracePt t="140753" x="6613525" y="5422900"/>
          <p14:tracePt t="140794" x="6599238" y="5408613"/>
          <p14:tracePt t="140810" x="6586538" y="5408613"/>
          <p14:tracePt t="140822" x="6572250" y="5408613"/>
          <p14:tracePt t="140835" x="6557963" y="5408613"/>
          <p14:tracePt t="140845" x="6545263" y="5408613"/>
          <p14:tracePt t="140859" x="6524625" y="5408613"/>
          <p14:tracePt t="141547" x="6524625" y="5387975"/>
          <p14:tracePt t="141580" x="6545263" y="5387975"/>
          <p14:tracePt t="141612" x="6545263" y="5375275"/>
          <p14:tracePt t="141622" x="6557963" y="5375275"/>
          <p14:tracePt t="141645" x="6557963" y="5360988"/>
          <p14:tracePt t="141655" x="6572250" y="5360988"/>
          <p14:tracePt t="141694" x="6586538" y="5360988"/>
          <p14:tracePt t="141704" x="6586538" y="5348288"/>
          <p14:tracePt t="141997" x="6599238" y="5360988"/>
          <p14:tracePt t="142014" x="6613525" y="5360988"/>
          <p14:tracePt t="142024" x="6626225" y="5375275"/>
          <p14:tracePt t="142038" x="6640513" y="5375275"/>
          <p14:tracePt t="142055" x="6653213" y="5387975"/>
          <p14:tracePt t="142064" x="6673850" y="5387975"/>
          <p14:tracePt t="142087" x="6688138" y="5408613"/>
          <p14:tracePt t="142104" x="6688138" y="5422900"/>
          <p14:tracePt t="142112" x="6700838" y="5422900"/>
          <p14:tracePt t="142128" x="6715125" y="5422900"/>
          <p14:tracePt t="142138" x="6715125" y="5435600"/>
          <p14:tracePt t="142147" x="6729413" y="5435600"/>
          <p14:tracePt t="142169" x="6742113" y="5449888"/>
          <p14:tracePt t="142194" x="6756400" y="5449888"/>
          <p14:tracePt t="142204" x="6756400" y="5462588"/>
          <p14:tracePt t="142235" x="6769100" y="5462588"/>
          <p14:tracePt t="142276" x="6783388" y="5462588"/>
          <p14:tracePt t="142308" x="6804025" y="5462588"/>
          <p14:tracePt t="142791" x="6816725" y="5462588"/>
          <p14:tracePt t="142816" x="6831013" y="5462588"/>
          <p14:tracePt t="142832" x="6843713" y="5462588"/>
          <p14:tracePt t="142865" x="6858000" y="5462588"/>
          <p14:tracePt t="143217" x="6858000" y="5449888"/>
          <p14:tracePt t="143241" x="6858000" y="5435600"/>
          <p14:tracePt t="143258" x="6858000" y="5422900"/>
          <p14:tracePt t="143266" x="6872288" y="5408613"/>
          <p14:tracePt t="143274" x="6872288" y="5387975"/>
          <p14:tracePt t="143284" x="6884988" y="5375275"/>
          <p14:tracePt t="143292" x="6884988" y="5360988"/>
          <p14:tracePt t="143309" x="6884988" y="5348288"/>
          <p14:tracePt t="143316" x="6884988" y="5334000"/>
          <p14:tracePt t="143332" x="6884988" y="5319713"/>
          <p14:tracePt t="143349" x="6884988" y="5307013"/>
          <p14:tracePt t="143357" x="6884988" y="5292725"/>
          <p14:tracePt t="143381" x="6884988" y="5280025"/>
          <p14:tracePt t="143479" x="6884988" y="5259388"/>
          <p14:tracePt t="143495" x="6884988" y="5245100"/>
          <p14:tracePt t="143505" x="6899275" y="5245100"/>
          <p14:tracePt t="143512" x="6899275" y="5232400"/>
          <p14:tracePt t="143520" x="6899275" y="5218113"/>
          <p14:tracePt t="143529" x="6911975" y="5205413"/>
          <p14:tracePt t="143537" x="6911975" y="5191125"/>
          <p14:tracePt t="143546" x="6932613" y="5176838"/>
          <p14:tracePt t="143555" x="6932613" y="5164138"/>
          <p14:tracePt t="143562" x="6946900" y="5149850"/>
          <p14:tracePt t="143573" x="6946900" y="5129213"/>
          <p14:tracePt t="143579" x="6959600" y="5116513"/>
          <p14:tracePt t="143588" x="6959600" y="5102225"/>
          <p14:tracePt t="143594" x="6959600" y="5089525"/>
          <p14:tracePt t="143610" x="6973888" y="5089525"/>
          <p14:tracePt t="143619" x="6973888" y="5075238"/>
          <p14:tracePt t="143782" x="6986588" y="5075238"/>
          <p14:tracePt t="143806" x="7000875" y="5075238"/>
          <p14:tracePt t="143830" x="7015163" y="5075238"/>
          <p14:tracePt t="143904" x="7000875" y="5075238"/>
          <p14:tracePt t="143914" x="7000875" y="5089525"/>
          <p14:tracePt t="143924" x="6986588" y="5089525"/>
          <p14:tracePt t="143930" x="6973888" y="5102225"/>
          <p14:tracePt t="143938" x="6959600" y="5116513"/>
          <p14:tracePt t="143947" x="6946900" y="5116513"/>
          <p14:tracePt t="143954" x="6932613" y="5129213"/>
          <p14:tracePt t="143972" x="6911975" y="5149850"/>
          <p14:tracePt t="143996" x="6899275" y="5149850"/>
          <p14:tracePt t="144019" x="6899275" y="5164138"/>
          <p14:tracePt t="144068" x="6884988" y="5164138"/>
          <p14:tracePt t="144078" x="6884988" y="5176838"/>
          <p14:tracePt t="144087" x="6872288" y="5191125"/>
          <p14:tracePt t="144097" x="6843713" y="5218113"/>
          <p14:tracePt t="144102" x="6831013" y="5245100"/>
          <p14:tracePt t="144114" x="6816725" y="5280025"/>
          <p14:tracePt t="144120" x="6804025" y="5292725"/>
          <p14:tracePt t="144130" x="6769100" y="5334000"/>
          <p14:tracePt t="144137" x="6769100" y="5348288"/>
          <p14:tracePt t="144147" x="6756400" y="5375275"/>
          <p14:tracePt t="144154" x="6742113" y="5408613"/>
          <p14:tracePt t="144164" x="6742113" y="5422900"/>
          <p14:tracePt t="144169" x="6742113" y="5435600"/>
          <p14:tracePt t="144176" x="6742113" y="5449888"/>
          <p14:tracePt t="144197" x="6742113" y="5462588"/>
          <p14:tracePt t="144216" x="6756400" y="5462588"/>
          <p14:tracePt t="144233" x="6769100" y="5462588"/>
          <p14:tracePt t="144242" x="6783388" y="5462588"/>
          <p14:tracePt t="144256" x="6804025" y="5462588"/>
          <p14:tracePt t="144267" x="6804025" y="5449888"/>
          <p14:tracePt t="144276" x="6816725" y="5435600"/>
          <p14:tracePt t="144282" x="6816725" y="5422900"/>
          <p14:tracePt t="144292" x="6816725" y="5408613"/>
          <p14:tracePt t="144298" x="6816725" y="5387975"/>
          <p14:tracePt t="144308" x="6816725" y="5375275"/>
          <p14:tracePt t="144316" x="6816725" y="5348288"/>
          <p14:tracePt t="144325" x="6804025" y="5348288"/>
          <p14:tracePt t="144331" x="6783388" y="5334000"/>
          <p14:tracePt t="144342" x="6756400" y="5319713"/>
          <p14:tracePt t="144347" x="6742113" y="5319713"/>
          <p14:tracePt t="144357" x="6715125" y="5319713"/>
          <p14:tracePt t="144365" x="6688138" y="5319713"/>
          <p14:tracePt t="144375" x="6673850" y="5319713"/>
          <p14:tracePt t="144381" x="6653213" y="5319713"/>
          <p14:tracePt t="144390" x="6626225" y="5334000"/>
          <p14:tracePt t="144397" x="6613525" y="5348288"/>
          <p14:tracePt t="144408" x="6599238" y="5360988"/>
          <p14:tracePt t="144414" x="6586538" y="5387975"/>
          <p14:tracePt t="144428" x="6586538" y="5408613"/>
          <p14:tracePt t="144429" x="6572250" y="5435600"/>
          <p14:tracePt t="144438" x="6572250" y="5449888"/>
          <p14:tracePt t="144449" x="6572250" y="5462588"/>
          <p14:tracePt t="144456" x="6572250" y="5491163"/>
          <p14:tracePt t="144466" x="6586538" y="5503863"/>
          <p14:tracePt t="144473" x="6599238" y="5503863"/>
          <p14:tracePt t="144483" x="6640513" y="5503863"/>
          <p14:tracePt t="144489" x="6688138" y="5503863"/>
          <p14:tracePt t="144500" x="6729413" y="5503863"/>
          <p14:tracePt t="144508" x="6769100" y="5503863"/>
          <p14:tracePt t="144514" x="6816725" y="5476875"/>
          <p14:tracePt t="144523" x="6831013" y="5449888"/>
          <p14:tracePt t="144530" x="6858000" y="5422900"/>
          <p14:tracePt t="144540" x="6872288" y="5387975"/>
          <p14:tracePt t="144546" x="6884988" y="5375275"/>
          <p14:tracePt t="144554" x="6899275" y="5360988"/>
          <p14:tracePt t="144564" x="6899275" y="5334000"/>
          <p14:tracePt t="144570" x="6899275" y="5319713"/>
          <p14:tracePt t="144582" x="6899275" y="5307013"/>
          <p14:tracePt t="144599" x="6884988" y="5292725"/>
          <p14:tracePt t="144608" x="6858000" y="5292725"/>
          <p14:tracePt t="144613" x="6843713" y="5292725"/>
          <p14:tracePt t="144623" x="6831013" y="5292725"/>
          <p14:tracePt t="144631" x="6804025" y="5292725"/>
          <p14:tracePt t="144636" x="6769100" y="5292725"/>
          <p14:tracePt t="144649" x="6756400" y="5307013"/>
          <p14:tracePt t="144653" x="6742113" y="5319713"/>
          <p14:tracePt t="144666" x="6729413" y="5348288"/>
          <p14:tracePt t="144667" x="6715125" y="5360988"/>
          <p14:tracePt t="144678" x="6715125" y="5387975"/>
          <p14:tracePt t="144686" x="6700838" y="5408613"/>
          <p14:tracePt t="144696" x="6700838" y="5422900"/>
          <p14:tracePt t="144703" x="6700838" y="5449888"/>
          <p14:tracePt t="144713" x="6700838" y="5462588"/>
          <p14:tracePt t="144720" x="6715125" y="5462588"/>
          <p14:tracePt t="144731" x="6742113" y="5476875"/>
          <p14:tracePt t="144736" x="6756400" y="5476875"/>
          <p14:tracePt t="144743" x="6783388" y="5476875"/>
          <p14:tracePt t="144752" x="6816725" y="5476875"/>
          <p14:tracePt t="144764" x="6831013" y="5476875"/>
          <p14:tracePt t="144768" x="6843713" y="5476875"/>
          <p14:tracePt t="144781" x="6858000" y="5462588"/>
          <p14:tracePt t="144782" x="6872288" y="5462588"/>
          <p14:tracePt t="144791" x="6884988" y="5449888"/>
          <p14:tracePt t="144806" x="6884988" y="5435600"/>
          <p14:tracePt t="144830" x="6884988" y="5422900"/>
          <p14:tracePt t="144870" x="6872288" y="5422900"/>
          <p14:tracePt t="144903" x="6858000" y="5422900"/>
          <p14:tracePt t="144936" x="6843713" y="5422900"/>
          <p14:tracePt t="144946" x="6831013" y="5422900"/>
          <p14:tracePt t="144962" x="6816725" y="5422900"/>
          <p14:tracePt t="144971" x="6804025" y="5422900"/>
          <p14:tracePt t="144980" x="6783388" y="5422900"/>
          <p14:tracePt t="144988" x="6756400" y="5422900"/>
          <p14:tracePt t="144998" x="6742113" y="5422900"/>
          <p14:tracePt t="145006" x="6729413" y="5422900"/>
          <p14:tracePt t="145016" x="6700838" y="5422900"/>
          <p14:tracePt t="145021" x="6688138" y="5422900"/>
          <p14:tracePt t="145032" x="6673850" y="5408613"/>
          <p14:tracePt t="145048" x="6653213" y="5408613"/>
          <p14:tracePt t="145065" x="6640513" y="5408613"/>
          <p14:tracePt t="145222" x="6640513" y="5387975"/>
          <p14:tracePt t="145255" x="6640513" y="5375275"/>
          <p14:tracePt t="145272" x="6640513" y="5360988"/>
          <p14:tracePt t="145288" x="6626225" y="5348288"/>
          <p14:tracePt t="145304" x="6613525" y="5348288"/>
          <p14:tracePt t="145321" x="6599238" y="5348288"/>
          <p14:tracePt t="145345" x="6586538" y="5348288"/>
          <p14:tracePt t="145394" x="6586538" y="5360988"/>
          <p14:tracePt t="145420" x="6586538" y="5375275"/>
          <p14:tracePt t="145435" x="6586538" y="5387975"/>
          <p14:tracePt t="145452" x="6599238" y="5387975"/>
          <p14:tracePt t="145484" x="6613525" y="5387975"/>
          <p14:tracePt t="145517" x="6626225" y="5387975"/>
          <p14:tracePt t="145550" x="6640513" y="5387975"/>
          <p14:tracePt t="145656" x="6653213" y="5387975"/>
          <p14:tracePt t="145673" x="6673850" y="5387975"/>
          <p14:tracePt t="145689" x="6688138" y="5387975"/>
          <p14:tracePt t="145700" x="6700838" y="5387975"/>
          <p14:tracePt t="145708" x="6715125" y="5387975"/>
          <p14:tracePt t="145718" x="6729413" y="5387975"/>
          <p14:tracePt t="145723" x="6742113" y="5387975"/>
          <p14:tracePt t="145734" x="6742113" y="5408613"/>
          <p14:tracePt t="145739" x="6756400" y="5422900"/>
          <p14:tracePt t="145750" x="6769100" y="5422900"/>
          <p14:tracePt t="145756" x="6769100" y="5435600"/>
          <p14:tracePt t="145771" x="6783388" y="5435600"/>
          <p14:tracePt t="145788" x="6804025" y="5449888"/>
          <p14:tracePt t="145804" x="6816725" y="5449888"/>
          <p14:tracePt t="145828" x="6831013" y="5449888"/>
          <p14:tracePt t="145853" x="6843713" y="5449888"/>
          <p14:tracePt t="145877" x="6858000" y="5449888"/>
          <p14:tracePt t="145902" x="6872288" y="5449888"/>
          <p14:tracePt t="145927" x="6872288" y="5435600"/>
          <p14:tracePt t="146115" x="6872288" y="5422900"/>
          <p14:tracePt t="146124" x="6884988" y="5422900"/>
          <p14:tracePt t="146134" x="6884988" y="5408613"/>
          <p14:tracePt t="146140" x="6899275" y="5408613"/>
          <p14:tracePt t="146150" x="6899275" y="5387975"/>
          <p14:tracePt t="146157" x="6899275" y="5375275"/>
          <p14:tracePt t="146173" x="6911975" y="5375275"/>
          <p14:tracePt t="146181" x="6911975" y="5360988"/>
          <p14:tracePt t="146377" x="6932613" y="5360988"/>
          <p14:tracePt t="146393" x="6946900" y="5360988"/>
          <p14:tracePt t="146403" x="6946900" y="5375275"/>
          <p14:tracePt t="146412" x="6959600" y="5375275"/>
          <p14:tracePt t="146426" x="6973888" y="5375275"/>
          <p14:tracePt t="146435" x="6986588" y="5387975"/>
          <p14:tracePt t="146446" x="7000875" y="5387975"/>
          <p14:tracePt t="146451" x="7015163" y="5387975"/>
          <p14:tracePt t="146459" x="7027863" y="5387975"/>
          <p14:tracePt t="146467" x="7042150" y="5387975"/>
          <p14:tracePt t="146476" x="7062788" y="5387975"/>
          <p14:tracePt t="146484" x="7075488" y="5387975"/>
          <p14:tracePt t="146500" x="7089775" y="5387975"/>
          <p14:tracePt t="146509" x="7102475" y="5387975"/>
          <p14:tracePt t="146518" x="7116763" y="5387975"/>
          <p14:tracePt t="146527" x="7129463" y="5387975"/>
          <p14:tracePt t="146819" x="7143750" y="5387975"/>
          <p14:tracePt t="146831" x="7158038" y="5387975"/>
          <p14:tracePt t="146837" x="7205663" y="5387975"/>
          <p14:tracePt t="146848" x="7232650" y="5387975"/>
          <p14:tracePt t="146856" x="7259638" y="5387975"/>
          <p14:tracePt t="146861" x="7286625" y="5387975"/>
          <p14:tracePt t="146872" x="7319963" y="5387975"/>
          <p14:tracePt t="146877" x="7348538" y="5387975"/>
          <p14:tracePt t="146886" x="7388225" y="5387975"/>
          <p14:tracePt t="146894" x="7415213" y="5387975"/>
          <p14:tracePt t="146903" x="7462838" y="5387975"/>
          <p14:tracePt t="146910" x="7491413" y="5387975"/>
          <p14:tracePt t="146922" x="7504113" y="5387975"/>
          <p14:tracePt t="146927" x="7531100" y="5387975"/>
          <p14:tracePt t="146935" x="7545388" y="5408613"/>
          <p14:tracePt t="146951" x="7566025" y="5408613"/>
          <p14:tracePt t="146960" x="7578725" y="5408613"/>
          <p14:tracePt t="146975" x="7593013" y="5408613"/>
          <p14:tracePt t="146991" x="7605713" y="5408613"/>
          <p14:tracePt t="147245" x="7620000" y="5408613"/>
          <p14:tracePt t="147254" x="7634288" y="5408613"/>
          <p14:tracePt t="147263" x="7661275" y="5408613"/>
          <p14:tracePt t="147271" x="7694613" y="5408613"/>
          <p14:tracePt t="147278" x="7721600" y="5408613"/>
          <p14:tracePt t="147288" x="7748588" y="5408613"/>
          <p14:tracePt t="147295" x="7804150" y="5408613"/>
          <p14:tracePt t="147306" x="7837488" y="5408613"/>
          <p14:tracePt t="147311" x="7864475" y="5408613"/>
          <p14:tracePt t="147321" x="7891463" y="5408613"/>
          <p14:tracePt t="147328" x="7932738" y="5408613"/>
          <p14:tracePt t="147337" x="7953375" y="5408613"/>
          <p14:tracePt t="147344" x="7967663" y="5408613"/>
          <p14:tracePt t="147354" x="7994650" y="5408613"/>
          <p14:tracePt t="147368" x="8007350" y="5408613"/>
          <p14:tracePt t="147384" x="8021638" y="5422900"/>
          <p14:tracePt t="147548" x="8007350" y="5422900"/>
          <p14:tracePt t="147559" x="7994650" y="5422900"/>
          <p14:tracePt t="147567" x="7980363" y="5408613"/>
          <p14:tracePt t="147577" x="7953375" y="5408613"/>
          <p14:tracePt t="147586" x="7920038" y="5408613"/>
          <p14:tracePt t="147591" x="7905750" y="5387975"/>
          <p14:tracePt t="147603" x="7878763" y="5387975"/>
          <p14:tracePt t="147607" x="7851775" y="5387975"/>
          <p14:tracePt t="147620" x="7837488" y="5387975"/>
          <p14:tracePt t="147625" x="7824788" y="5387975"/>
          <p14:tracePt t="147637" x="7804150" y="5387975"/>
          <p14:tracePt t="147641" x="7789863" y="5387975"/>
          <p14:tracePt t="147656" x="7777163" y="5387975"/>
          <p14:tracePt t="147768" x="7789863" y="5387975"/>
          <p14:tracePt t="147777" x="7804150" y="5387975"/>
          <p14:tracePt t="147787" x="7824788" y="5387975"/>
          <p14:tracePt t="147796" x="7837488" y="5408613"/>
          <p14:tracePt t="147805" x="7864475" y="5408613"/>
          <p14:tracePt t="147815" x="7891463" y="5408613"/>
          <p14:tracePt t="147820" x="7905750" y="5408613"/>
          <p14:tracePt t="147831" x="7932738" y="5408613"/>
          <p14:tracePt t="147837" x="7967663" y="5408613"/>
          <p14:tracePt t="147844" x="7980363" y="5408613"/>
          <p14:tracePt t="147853" x="7994650" y="5408613"/>
          <p14:tracePt t="147865" x="8007350" y="5408613"/>
          <p14:tracePt t="147878" x="8021638" y="5408613"/>
          <p14:tracePt t="147903" x="8021638" y="5387975"/>
          <p14:tracePt t="147920" x="8021638" y="5375275"/>
          <p14:tracePt t="147936" x="8007350" y="5360988"/>
          <p14:tracePt t="147943" x="7980363" y="5360988"/>
          <p14:tracePt t="147952" x="7967663" y="5348288"/>
          <p14:tracePt t="147961" x="7932738" y="5348288"/>
          <p14:tracePt t="147968" x="7920038" y="5348288"/>
          <p14:tracePt t="147977" x="7891463" y="5348288"/>
          <p14:tracePt t="147984" x="7864475" y="5348288"/>
          <p14:tracePt t="147994" x="7851775" y="5348288"/>
          <p14:tracePt t="148002" x="7824788" y="5348288"/>
          <p14:tracePt t="148010" x="7804150" y="5360988"/>
          <p14:tracePt t="148017" x="7789863" y="5375275"/>
          <p14:tracePt t="148031" x="7777163" y="5387975"/>
          <p14:tracePt t="148032" x="7762875" y="5408613"/>
          <p14:tracePt t="148048" x="7762875" y="5422900"/>
          <p14:tracePt t="148056" x="7748588" y="5435600"/>
          <p14:tracePt t="148071" x="7748588" y="5449888"/>
          <p14:tracePt t="148096" x="7748588" y="5462588"/>
          <p14:tracePt t="148114" x="7762875" y="5462588"/>
          <p14:tracePt t="148123" x="7777163" y="5462588"/>
          <p14:tracePt t="148133" x="7789863" y="5462588"/>
          <p14:tracePt t="148140" x="7804150" y="5462588"/>
          <p14:tracePt t="148162" x="7824788" y="5462588"/>
          <p14:tracePt t="148178" x="7837488" y="5449888"/>
          <p14:tracePt t="148235" x="7824788" y="5435600"/>
          <p14:tracePt t="148244" x="7804150" y="5435600"/>
          <p14:tracePt t="148268" x="7789863" y="5435600"/>
          <p14:tracePt t="148277" x="7777163" y="5435600"/>
          <p14:tracePt t="148309" x="7762875" y="5435600"/>
          <p14:tracePt t="149717" x="7762875" y="5449888"/>
          <p14:tracePt t="149978" x="7777163" y="5449888"/>
          <p14:tracePt t="150011" x="7789863" y="5449888"/>
          <p14:tracePt t="150028" x="7804150" y="5449888"/>
          <p14:tracePt t="150045" x="7824788" y="5449888"/>
          <p14:tracePt t="150061" x="7824788" y="5435600"/>
          <p14:tracePt t="150077" x="7837488" y="5435600"/>
          <p14:tracePt t="150158" x="7851775" y="5435600"/>
          <p14:tracePt t="150183" x="7864475" y="5435600"/>
          <p14:tracePt t="150200" x="7878763" y="5435600"/>
          <p14:tracePt t="150210" x="7891463" y="5435600"/>
          <p14:tracePt t="150226" x="7905750" y="5435600"/>
          <p14:tracePt t="150242" x="7920038" y="5435600"/>
          <p14:tracePt t="150251" x="7932738" y="5435600"/>
          <p14:tracePt t="150274" x="7953375" y="5435600"/>
          <p14:tracePt t="150298" x="7967663" y="5435600"/>
          <p14:tracePt t="150396" x="7980363" y="5435600"/>
          <p14:tracePt t="150405" x="7980363" y="5449888"/>
          <p14:tracePt t="150413" x="7994650" y="5449888"/>
          <p14:tracePt t="150430" x="8007350" y="5449888"/>
          <p14:tracePt t="150438" x="8021638" y="5449888"/>
          <p14:tracePt t="150446" x="8034338" y="5449888"/>
          <p14:tracePt t="150454" x="8048625" y="5449888"/>
          <p14:tracePt t="150462" x="8069263" y="5462588"/>
          <p14:tracePt t="150472" x="8081963" y="5462588"/>
          <p14:tracePt t="150487" x="8096250" y="5462588"/>
          <p14:tracePt t="150495" x="8110538" y="5462588"/>
          <p14:tracePt t="150503" x="8123238" y="5476875"/>
          <p14:tracePt t="150520" x="8137525" y="5476875"/>
          <p14:tracePt t="150536" x="8150225" y="5476875"/>
          <p14:tracePt t="150552" x="8150225" y="5491163"/>
          <p14:tracePt t="150562" x="8164513" y="5491163"/>
          <p14:tracePt t="150814" x="8197850" y="5491163"/>
          <p14:tracePt t="150824" x="8224838" y="5491163"/>
          <p14:tracePt t="150830" x="8266113" y="5491163"/>
          <p14:tracePt t="150839" x="8307388" y="5491163"/>
          <p14:tracePt t="150846" x="8340725" y="5491163"/>
          <p14:tracePt t="150855" x="8408988" y="5491163"/>
          <p14:tracePt t="150864" x="8470900" y="5503863"/>
          <p14:tracePt t="150873" x="8510588" y="5503863"/>
          <p14:tracePt t="150881" x="8551863" y="5503863"/>
          <p14:tracePt t="150889" x="8613775" y="5503863"/>
          <p14:tracePt t="150897" x="8640763" y="5518150"/>
          <p14:tracePt t="150906" x="8682038" y="5518150"/>
          <p14:tracePt t="150915" x="8694738" y="5518150"/>
          <p14:tracePt t="150923" x="8715375" y="5518150"/>
          <p14:tracePt t="150931" x="8729663" y="5518150"/>
          <p14:tracePt t="150939" x="8742363" y="5518150"/>
          <p14:tracePt t="150956" x="8742363" y="5538788"/>
          <p14:tracePt t="150986" x="8756650" y="5538788"/>
          <p14:tracePt t="151174" x="8769350" y="5538788"/>
          <p14:tracePt t="151192" x="8783638" y="5538788"/>
          <p14:tracePt t="151201" x="8796338" y="5538788"/>
          <p14:tracePt t="151211" x="8831263" y="5538788"/>
          <p14:tracePt t="151216" x="8843963" y="5538788"/>
          <p14:tracePt t="151224" x="8858250" y="5538788"/>
          <p14:tracePt t="151233" x="8872538" y="5538788"/>
          <p14:tracePt t="151244" x="8885238" y="5538788"/>
          <p14:tracePt t="151249" x="8899525" y="5538788"/>
          <p14:tracePt t="151258" x="8926513" y="5538788"/>
          <p14:tracePt t="151265" x="8939213" y="5538788"/>
          <p14:tracePt t="151275" x="8959850" y="5538788"/>
          <p14:tracePt t="151282" x="8974138" y="5538788"/>
          <p14:tracePt t="151290" x="9001125" y="5538788"/>
          <p14:tracePt t="151298" x="9015413" y="5518150"/>
          <p14:tracePt t="151307" x="9028113" y="5518150"/>
          <p14:tracePt t="151315" x="9042400" y="5503863"/>
          <p14:tracePt t="151323" x="9069388" y="5503863"/>
          <p14:tracePt t="151330" x="9090025" y="5491163"/>
          <p14:tracePt t="151340" x="9102725" y="5476875"/>
          <p14:tracePt t="151349" x="9117013" y="5462588"/>
          <p14:tracePt t="151357" x="9129713" y="5462588"/>
          <p14:tracePt t="151366" x="9144000" y="5449888"/>
          <p14:tracePt t="151374" x="9158288" y="5435600"/>
          <p14:tracePt t="151382" x="9158288" y="5422900"/>
          <p14:tracePt t="151390" x="9170988" y="5422900"/>
          <p14:tracePt t="151398" x="9170988" y="5408613"/>
          <p14:tracePt t="151406" x="9185275" y="5387975"/>
          <p14:tracePt t="151423" x="9185275" y="5375275"/>
          <p14:tracePt t="151438" x="9185275" y="5360988"/>
          <p14:tracePt t="151445" x="9185275" y="5348288"/>
          <p14:tracePt t="151456" x="9185275" y="5334000"/>
          <p14:tracePt t="151462" x="9185275" y="5319713"/>
          <p14:tracePt t="151472" x="9170988" y="5307013"/>
          <p14:tracePt t="151479" x="9158288" y="5280025"/>
          <p14:tracePt t="151489" x="9144000" y="5280025"/>
          <p14:tracePt t="151496" x="9117013" y="5245100"/>
          <p14:tracePt t="151507" x="9102725" y="5232400"/>
          <p14:tracePt t="151513" x="9069388" y="5218113"/>
          <p14:tracePt t="151522" x="9055100" y="5205413"/>
          <p14:tracePt t="151529" x="9042400" y="5205413"/>
          <p14:tracePt t="151538" x="9028113" y="5191125"/>
          <p14:tracePt t="151546" x="9001125" y="5191125"/>
          <p14:tracePt t="151555" x="8986838" y="5191125"/>
          <p14:tracePt t="151563" x="8974138" y="5191125"/>
          <p14:tracePt t="151576" x="8959850" y="5191125"/>
          <p14:tracePt t="151593" x="8939213" y="5191125"/>
          <p14:tracePt t="151624" x="8926513" y="5191125"/>
          <p14:tracePt t="151641" x="8912225" y="5205413"/>
          <p14:tracePt t="151651" x="8912225" y="5218113"/>
          <p14:tracePt t="151661" x="8899525" y="5232400"/>
          <p14:tracePt t="151668" x="8899525" y="5245100"/>
          <p14:tracePt t="151678" x="8885238" y="5259388"/>
          <p14:tracePt t="151685" x="8885238" y="5292725"/>
          <p14:tracePt t="151696" x="8872538" y="5307013"/>
          <p14:tracePt t="151700" x="8872538" y="5319713"/>
          <p14:tracePt t="151712" x="8872538" y="5334000"/>
          <p14:tracePt t="151720" x="8872538" y="5348288"/>
          <p14:tracePt t="151729" x="8872538" y="5360988"/>
          <p14:tracePt t="151733" x="8872538" y="5387975"/>
          <p14:tracePt t="151745" x="8872538" y="5408613"/>
          <p14:tracePt t="151749" x="8872538" y="5422900"/>
          <p14:tracePt t="151768" x="8872538" y="5435600"/>
          <p14:tracePt t="151775" x="8885238" y="5435600"/>
          <p14:tracePt t="151784" x="8885238" y="5449888"/>
          <p14:tracePt t="151792" x="8899525" y="5449888"/>
          <p14:tracePt t="151799" x="8912225" y="5449888"/>
          <p14:tracePt t="151808" x="8926513" y="5449888"/>
          <p14:tracePt t="151817" x="8959850" y="5449888"/>
          <p14:tracePt t="151825" x="8986838" y="5449888"/>
          <p14:tracePt t="151834" x="9015413" y="5435600"/>
          <p14:tracePt t="151840" x="9042400" y="5408613"/>
          <p14:tracePt t="151849" x="9055100" y="5387975"/>
          <p14:tracePt t="151859" x="9090025" y="5360988"/>
          <p14:tracePt t="151868" x="9102725" y="5348288"/>
          <p14:tracePt t="151874" x="9117013" y="5319713"/>
          <p14:tracePt t="151883" x="9117013" y="5307013"/>
          <p14:tracePt t="151891" x="9129713" y="5280025"/>
          <p14:tracePt t="151900" x="9129713" y="5259388"/>
          <p14:tracePt t="151909" x="9129713" y="5245100"/>
          <p14:tracePt t="151916" x="9129713" y="5205413"/>
          <p14:tracePt t="151923" x="9129713" y="5191125"/>
          <p14:tracePt t="151932" x="9117013" y="5176838"/>
          <p14:tracePt t="151939" x="9090025" y="5149850"/>
          <p14:tracePt t="151949" x="9055100" y="5129213"/>
          <p14:tracePt t="151956" x="9028113" y="5116513"/>
          <p14:tracePt t="151965" x="8986838" y="5102225"/>
          <p14:tracePt t="151973" x="8939213" y="5102225"/>
          <p14:tracePt t="151981" x="8885238" y="5102225"/>
          <p14:tracePt t="151989" x="8843963" y="5102225"/>
          <p14:tracePt t="151996" x="8831263" y="5102225"/>
          <p14:tracePt t="152007" x="8783638" y="5116513"/>
          <p14:tracePt t="152014" x="8756650" y="5129213"/>
          <p14:tracePt t="152021" x="8729663" y="5149850"/>
          <p14:tracePt t="152030" x="8694738" y="5176838"/>
          <p14:tracePt t="152043" x="8682038" y="5191125"/>
          <p14:tracePt t="152045" x="8667750" y="5232400"/>
          <p14:tracePt t="152054" x="8667750" y="5259388"/>
          <p14:tracePt t="152064" x="8667750" y="5307013"/>
          <p14:tracePt t="152072" x="8667750" y="5348288"/>
          <p14:tracePt t="152081" x="8667750" y="5375275"/>
          <p14:tracePt t="152088" x="8667750" y="5422900"/>
          <p14:tracePt t="152098" x="8694738" y="5449888"/>
          <p14:tracePt t="152102" x="8742363" y="5491163"/>
          <p14:tracePt t="152113" x="8769350" y="5518150"/>
          <p14:tracePt t="152119" x="8831263" y="5551488"/>
          <p14:tracePt t="152129" x="8872538" y="5565775"/>
          <p14:tracePt t="152136" x="8912225" y="5565775"/>
          <p14:tracePt t="152146" x="8974138" y="5578475"/>
          <p14:tracePt t="152153" x="8986838" y="5578475"/>
          <p14:tracePt t="152163" x="9055100" y="5578475"/>
          <p14:tracePt t="152169" x="9090025" y="5578475"/>
          <p14:tracePt t="152181" x="9102725" y="5578475"/>
          <p14:tracePt t="152182" x="9129713" y="5565775"/>
          <p14:tracePt t="152194" x="9158288" y="5538788"/>
          <p14:tracePt t="152201" x="9170988" y="5518150"/>
          <p14:tracePt t="152211" x="9185275" y="5503863"/>
          <p14:tracePt t="152217" x="9197975" y="5491163"/>
          <p14:tracePt t="152230" x="9197975" y="5462588"/>
          <p14:tracePt t="152234" x="9218613" y="5449888"/>
          <p14:tracePt t="152247" x="9218613" y="5422900"/>
          <p14:tracePt t="152248" x="9218613" y="5387975"/>
          <p14:tracePt t="152257" x="9218613" y="5360988"/>
          <p14:tracePt t="152266" x="9197975" y="5348288"/>
          <p14:tracePt t="152274" x="9170988" y="5319713"/>
          <p14:tracePt t="152284" x="9144000" y="5292725"/>
          <p14:tracePt t="152292" x="9129713" y="5280025"/>
          <p14:tracePt t="152299" x="9102725" y="5259388"/>
          <p14:tracePt t="152311" x="9069388" y="5245100"/>
          <p14:tracePt t="152316" x="9042400" y="5232400"/>
          <p14:tracePt t="152325" x="9028113" y="5232400"/>
          <p14:tracePt t="152332" x="9001125" y="5218113"/>
          <p14:tracePt t="152342" x="8974138" y="5218113"/>
          <p14:tracePt t="152349" x="8959850" y="5218113"/>
          <p14:tracePt t="152367" x="8939213" y="5218113"/>
          <p14:tracePt t="152390" x="8926513" y="5218113"/>
          <p14:tracePt t="152435" x="8926513" y="5232400"/>
          <p14:tracePt t="154031" x="8912225" y="5232400"/>
          <p14:tracePt t="154042" x="8831263" y="5232400"/>
          <p14:tracePt t="154050" x="8742363" y="5245100"/>
          <p14:tracePt t="154059" x="8626475" y="5280025"/>
          <p14:tracePt t="154069" x="8510588" y="5307013"/>
          <p14:tracePt t="154076" x="8396288" y="5319713"/>
          <p14:tracePt t="154086" x="8266113" y="5348288"/>
          <p14:tracePt t="154091" x="8110538" y="5348288"/>
          <p14:tracePt t="154103" x="7953375" y="5375275"/>
          <p14:tracePt t="154107" x="7462838" y="5422900"/>
          <p14:tracePt t="154120" x="7307263" y="5435600"/>
          <p14:tracePt t="154125" x="7000875" y="5449888"/>
          <p14:tracePt t="154136" x="6729413" y="5462588"/>
          <p14:tracePt t="154138" x="6640513" y="5476875"/>
          <p14:tracePt t="154148" x="6443663" y="5491163"/>
          <p14:tracePt t="154156" x="6265863" y="5491163"/>
          <p14:tracePt t="154167" x="6211888" y="5503863"/>
          <p14:tracePt t="154173" x="6110288" y="5503863"/>
          <p14:tracePt t="154181" x="6021388" y="5518150"/>
          <p14:tracePt t="154190" x="5980113" y="5518150"/>
          <p14:tracePt t="154198" x="5953125" y="5518150"/>
          <p14:tracePt t="154213" x="5938838" y="5518150"/>
          <p14:tracePt t="154441" x="5926138" y="5518150"/>
          <p14:tracePt t="154449" x="5878513" y="5518150"/>
          <p14:tracePt t="154459" x="5824538" y="5518150"/>
          <p14:tracePt t="154467" x="5762625" y="5518150"/>
          <p14:tracePt t="154476" x="5694363" y="5518150"/>
          <p14:tracePt t="154486" x="5592763" y="5538788"/>
          <p14:tracePt t="154493" x="5435600" y="5551488"/>
          <p14:tracePt t="154501" x="5280025" y="5551488"/>
          <p14:tracePt t="154510" x="5089525" y="5565775"/>
          <p14:tracePt t="154518" x="4884738" y="5565775"/>
          <p14:tracePt t="154525" x="4816475" y="5565775"/>
          <p14:tracePt t="154534" x="4660900" y="5565775"/>
          <p14:tracePt t="154541" x="4598988" y="5565775"/>
          <p14:tracePt t="154551" x="4497388" y="5565775"/>
          <p14:tracePt t="154558" x="4429125" y="5565775"/>
          <p14:tracePt t="154568" x="4354513" y="5565775"/>
          <p14:tracePt t="154574" x="4313238" y="5565775"/>
          <p14:tracePt t="154583" x="4286250" y="5565775"/>
          <p14:tracePt t="154592" x="4259263" y="5565775"/>
          <p14:tracePt t="154599" x="4238625" y="5565775"/>
          <p14:tracePt t="154609" x="4224338" y="5565775"/>
          <p14:tracePt t="154623" x="4211638" y="5578475"/>
          <p14:tracePt t="154639" x="4197350" y="5578475"/>
          <p14:tracePt t="154665" x="4184650" y="5578475"/>
          <p14:tracePt t="154674" x="4170363" y="5578475"/>
          <p14:tracePt t="154682" x="4157663" y="5578475"/>
          <p14:tracePt t="154691" x="4143375" y="5592763"/>
          <p14:tracePt t="154700" x="4122738" y="5592763"/>
          <p14:tracePt t="154709" x="4095750" y="5592763"/>
          <p14:tracePt t="154714" x="4081463" y="5605463"/>
          <p14:tracePt t="154726" x="4054475" y="5605463"/>
          <p14:tracePt t="154737" x="4041775" y="5619750"/>
          <p14:tracePt t="154738" x="4014788" y="5634038"/>
          <p14:tracePt t="154746" x="3979863" y="5634038"/>
          <p14:tracePt t="154756" x="3938588" y="5667375"/>
          <p14:tracePt t="154764" x="3925888" y="5681663"/>
          <p14:tracePt t="154774" x="3863975" y="5708650"/>
          <p14:tracePt t="154778" x="3836988" y="5721350"/>
          <p14:tracePt t="154790" x="3810000" y="5735638"/>
          <p14:tracePt t="154795" x="3768725" y="5762625"/>
          <p14:tracePt t="154808" x="3756025" y="5783263"/>
          <p14:tracePt t="154809" x="3708400" y="5795963"/>
          <p14:tracePt t="154820" x="3681413" y="5810250"/>
          <p14:tracePt t="154829" x="3667125" y="5824538"/>
          <p14:tracePt t="154839" x="3640138" y="5837238"/>
          <p14:tracePt t="154846" x="3625850" y="5837238"/>
          <p14:tracePt t="154856" x="3605213" y="5837238"/>
          <p14:tracePt t="154860" x="3592513" y="5851525"/>
          <p14:tracePt t="154883" x="3578225" y="5864225"/>
          <p14:tracePt t="154899" x="3565525" y="5864225"/>
          <p14:tracePt t="154923" x="3551238" y="5878513"/>
          <p14:tracePt t="154948" x="3538538" y="5878513"/>
          <p14:tracePt t="154964" x="3524250" y="5891213"/>
          <p14:tracePt t="154981" x="3509963" y="5891213"/>
          <p14:tracePt t="154997" x="3497263" y="5891213"/>
          <p14:tracePt t="155021" x="3476625" y="5891213"/>
          <p14:tracePt t="155038" x="3462338" y="5891213"/>
          <p14:tracePt t="155055" x="3449638" y="5891213"/>
          <p14:tracePt t="155063" x="3435350" y="5891213"/>
          <p14:tracePt t="155079" x="3422650" y="5891213"/>
          <p14:tracePt t="155089" x="3408363" y="5891213"/>
          <p14:tracePt t="155097" x="3395663" y="5891213"/>
          <p14:tracePt t="155108" x="3381375" y="5891213"/>
          <p14:tracePt t="155115" x="3360738" y="5891213"/>
          <p14:tracePt t="155124" x="3348038" y="5891213"/>
          <p14:tracePt t="155141" x="3333750" y="5891213"/>
          <p14:tracePt t="155849" x="3348038" y="5891213"/>
          <p14:tracePt t="155860" x="3381375" y="5891213"/>
          <p14:tracePt t="155867" x="3422650" y="5891213"/>
          <p14:tracePt t="155878" x="3462338" y="5891213"/>
          <p14:tracePt t="155882" x="3509963" y="5891213"/>
          <p14:tracePt t="155891" x="3551238" y="5891213"/>
          <p14:tracePt t="155902" x="3578225" y="5891213"/>
          <p14:tracePt t="155908" x="3625850" y="5891213"/>
          <p14:tracePt t="155920" x="3652838" y="5891213"/>
          <p14:tracePt t="155925" x="3694113" y="5891213"/>
          <p14:tracePt t="155932" x="3721100" y="5891213"/>
          <p14:tracePt t="155941" x="3735388" y="5891213"/>
          <p14:tracePt t="155948" x="3768725" y="5891213"/>
          <p14:tracePt t="155958" x="3783013" y="5891213"/>
          <p14:tracePt t="155965" x="3795713" y="5891213"/>
          <p14:tracePt t="155985" x="3810000" y="5891213"/>
          <p14:tracePt t="156014" x="3824288" y="5891213"/>
          <p14:tracePt t="156061" x="3824288" y="5911850"/>
          <p14:tracePt t="156724" x="3836988" y="5911850"/>
          <p14:tracePt t="156733" x="3851275" y="5911850"/>
          <p14:tracePt t="156743" x="3884613" y="5911850"/>
          <p14:tracePt t="156751" x="3911600" y="5911850"/>
          <p14:tracePt t="156761" x="3967163" y="5911850"/>
          <p14:tracePt t="156769" x="4014788" y="5911850"/>
          <p14:tracePt t="156775" x="4054475" y="5911850"/>
          <p14:tracePt t="156786" x="4095750" y="5911850"/>
          <p14:tracePt t="156791" x="4157663" y="5926138"/>
          <p14:tracePt t="156800" x="4224338" y="5926138"/>
          <p14:tracePt t="156808" x="4286250" y="5926138"/>
          <p14:tracePt t="156816" x="4340225" y="5926138"/>
          <p14:tracePt t="156825" x="4414838" y="5926138"/>
          <p14:tracePt t="156832" x="4483100" y="5926138"/>
          <p14:tracePt t="156842" x="4530725" y="5926138"/>
          <p14:tracePt t="156849" x="4598988" y="5926138"/>
          <p14:tracePt t="156858" x="4660900" y="5926138"/>
          <p14:tracePt t="156866" x="4687888" y="5926138"/>
          <p14:tracePt t="156875" x="4729163" y="5926138"/>
          <p14:tracePt t="156884" x="4776788" y="5926138"/>
          <p14:tracePt t="156890" x="4803775" y="5926138"/>
          <p14:tracePt t="156899" x="4830763" y="5911850"/>
          <p14:tracePt t="156909" x="4857750" y="5911850"/>
          <p14:tracePt t="156916" x="4872038" y="5891213"/>
          <p14:tracePt t="156924" x="4905375" y="5891213"/>
          <p14:tracePt t="156933" x="4905375" y="5878513"/>
          <p14:tracePt t="156940" x="4919663" y="5864225"/>
          <p14:tracePt t="156950" x="4932363" y="5864225"/>
          <p14:tracePt t="156957" x="4932363" y="5851525"/>
          <p14:tracePt t="156972" x="4946650" y="5837238"/>
          <p14:tracePt t="156982" x="4946650" y="5824538"/>
          <p14:tracePt t="156998" x="4946650" y="5810250"/>
          <p14:tracePt t="157007" x="4959350" y="5795963"/>
          <p14:tracePt t="157019" x="4959350" y="5783263"/>
          <p14:tracePt t="157020" x="4959350" y="5748338"/>
          <p14:tracePt t="157030" x="4959350" y="5735638"/>
          <p14:tracePt t="157039" x="4959350" y="5721350"/>
          <p14:tracePt t="157047" x="4959350" y="5708650"/>
          <p14:tracePt t="157056" x="4959350" y="5694363"/>
          <p14:tracePt t="157063" x="4959350" y="5667375"/>
          <p14:tracePt t="157074" x="4959350" y="5646738"/>
          <p14:tracePt t="157080" x="4959350" y="5634038"/>
          <p14:tracePt t="157090" x="4959350" y="5605463"/>
          <p14:tracePt t="157097" x="4959350" y="5592763"/>
          <p14:tracePt t="157106" x="4946650" y="5578475"/>
          <p14:tracePt t="157112" x="4932363" y="5565775"/>
          <p14:tracePt t="157121" x="4919663" y="5538788"/>
          <p14:tracePt t="157129" x="4905375" y="5518150"/>
          <p14:tracePt t="157139" x="4884738" y="5503863"/>
          <p14:tracePt t="157152" x="4830763" y="5476875"/>
          <p14:tracePt t="157161" x="4816475" y="5476875"/>
          <p14:tracePt t="157171" x="4776788" y="5462588"/>
          <p14:tracePt t="157178" x="4741863" y="5449888"/>
          <p14:tracePt t="157189" x="4729163" y="5449888"/>
          <p14:tracePt t="157194" x="4700588" y="5449888"/>
          <p14:tracePt t="157207" x="4673600" y="5449888"/>
          <p14:tracePt t="157208" x="4646613" y="5449888"/>
          <p14:tracePt t="157218" x="4625975" y="5449888"/>
          <p14:tracePt t="157227" x="4598988" y="5449888"/>
          <p14:tracePt t="157237" x="4586288" y="5449888"/>
          <p14:tracePt t="157244" x="4572000" y="5449888"/>
          <p14:tracePt t="157253" x="4545013" y="5449888"/>
          <p14:tracePt t="157261" x="4530725" y="5449888"/>
          <p14:tracePt t="157271" x="4518025" y="5449888"/>
          <p14:tracePt t="157276" x="4497388" y="5449888"/>
          <p14:tracePt t="157288" x="4483100" y="5462588"/>
          <p14:tracePt t="157293" x="4470400" y="5476875"/>
          <p14:tracePt t="157306" x="4456113" y="5491163"/>
          <p14:tracePt t="157307" x="4443413" y="5503863"/>
          <p14:tracePt t="157317" x="4429125" y="5518150"/>
          <p14:tracePt t="157325" x="4402138" y="5538788"/>
          <p14:tracePt t="157336" x="4367213" y="5565775"/>
          <p14:tracePt t="157343" x="4367213" y="5578475"/>
          <p14:tracePt t="157351" x="4354513" y="5605463"/>
          <p14:tracePt t="157358" x="4340225" y="5634038"/>
          <p14:tracePt t="157370" x="4327525" y="5646738"/>
          <p14:tracePt t="157376" x="4313238" y="5681663"/>
          <p14:tracePt t="157383" x="4300538" y="5708650"/>
          <p14:tracePt t="157392" x="4300538" y="5721350"/>
          <p14:tracePt t="157399" x="4300538" y="5748338"/>
          <p14:tracePt t="157410" x="4300538" y="5762625"/>
          <p14:tracePt t="157416" x="4300538" y="5795963"/>
          <p14:tracePt t="157425" x="4300538" y="5810250"/>
          <p14:tracePt t="157432" x="4300538" y="5837238"/>
          <p14:tracePt t="157441" x="4300538" y="5851525"/>
          <p14:tracePt t="157448" x="4300538" y="5878513"/>
          <p14:tracePt t="157458" x="4300538" y="5911850"/>
          <p14:tracePt t="157464" x="4327525" y="5926138"/>
          <p14:tracePt t="157474" x="4340225" y="5953125"/>
          <p14:tracePt t="157481" x="4354513" y="5967413"/>
          <p14:tracePt t="157490" x="4387850" y="5967413"/>
          <p14:tracePt t="157497" x="4402138" y="5994400"/>
          <p14:tracePt t="157509" x="4429125" y="5994400"/>
          <p14:tracePt t="157515" x="4443413" y="5994400"/>
          <p14:tracePt t="157524" x="4470400" y="6007100"/>
          <p14:tracePt t="157531" x="4518025" y="6007100"/>
          <p14:tracePt t="157540" x="4530725" y="6007100"/>
          <p14:tracePt t="157547" x="4557713" y="6007100"/>
          <p14:tracePt t="157556" x="4586288" y="5980113"/>
          <p14:tracePt t="157563" x="4613275" y="5967413"/>
          <p14:tracePt t="157576" x="4646613" y="5953125"/>
          <p14:tracePt t="157577" x="4673600" y="5926138"/>
          <p14:tracePt t="157588" x="4687888" y="5911850"/>
          <p14:tracePt t="157597" x="4714875" y="5891213"/>
          <p14:tracePt t="157607" x="4729163" y="5864225"/>
          <p14:tracePt t="157611" x="4741863" y="5837238"/>
          <p14:tracePt t="157621" x="4756150" y="5810250"/>
          <p14:tracePt t="157630" x="4776788" y="5762625"/>
          <p14:tracePt t="157636" x="4776788" y="5735638"/>
          <p14:tracePt t="157647" x="4776788" y="5708650"/>
          <p14:tracePt t="157653" x="4776788" y="5667375"/>
          <p14:tracePt t="157663" x="4756150" y="5619750"/>
          <p14:tracePt t="157671" x="4729163" y="5592763"/>
          <p14:tracePt t="157678" x="4714875" y="5578475"/>
          <p14:tracePt t="157687" x="4673600" y="5551488"/>
          <p14:tracePt t="157697" x="4646613" y="5518150"/>
          <p14:tracePt t="157703" x="4625975" y="5503863"/>
          <p14:tracePt t="157714" x="4598988" y="5491163"/>
          <p14:tracePt t="157721" x="4586288" y="5476875"/>
          <p14:tracePt t="157729" x="4572000" y="5476875"/>
          <p14:tracePt t="157736" x="4557713" y="5476875"/>
          <p14:tracePt t="157753" x="4545013" y="5476875"/>
          <p14:tracePt t="158231" x="4557713" y="5476875"/>
          <p14:tracePt t="158241" x="4572000" y="5476875"/>
          <p14:tracePt t="158249" x="4598988" y="5476875"/>
          <p14:tracePt t="158263" x="4625975" y="5476875"/>
          <p14:tracePt t="158273" x="4646613" y="5462588"/>
          <p14:tracePt t="158282" x="4660900" y="5462588"/>
          <p14:tracePt t="158292" x="4673600" y="5462588"/>
          <p14:tracePt t="158313" x="4687888" y="5462588"/>
          <p14:tracePt t="158337" x="4687888" y="5449888"/>
          <p14:tracePt t="158771" x="4700588" y="5449888"/>
          <p14:tracePt t="158844" x="4714875" y="5449888"/>
          <p14:tracePt t="158854" x="4714875" y="5462588"/>
          <p14:tracePt t="158864" x="4729163" y="5476875"/>
          <p14:tracePt t="158873" x="4741863" y="5491163"/>
          <p14:tracePt t="158879" x="4756150" y="5503863"/>
          <p14:tracePt t="158888" x="4776788" y="5518150"/>
          <p14:tracePt t="158897" x="4789488" y="5551488"/>
          <p14:tracePt t="158909" x="4816475" y="5578475"/>
          <p14:tracePt t="158911" x="4830763" y="5592763"/>
          <p14:tracePt t="158920" x="4843463" y="5619750"/>
          <p14:tracePt t="158928" x="4857750" y="5634038"/>
          <p14:tracePt t="158938" x="4884738" y="5667375"/>
          <p14:tracePt t="158946" x="4905375" y="5681663"/>
          <p14:tracePt t="158954" x="4919663" y="5708650"/>
          <p14:tracePt t="158963" x="4932363" y="5721350"/>
          <p14:tracePt t="158971" x="4946650" y="5735638"/>
          <p14:tracePt t="158979" x="4946650" y="5748338"/>
          <p14:tracePt t="158987" x="4959350" y="5762625"/>
          <p14:tracePt t="158995" x="4973638" y="5783263"/>
          <p14:tracePt t="159245" x="4986338" y="5783263"/>
          <p14:tracePt t="159254" x="5021263" y="5810250"/>
          <p14:tracePt t="159265" x="5048250" y="5837238"/>
          <p14:tracePt t="159273" x="5062538" y="5851525"/>
          <p14:tracePt t="159279" x="5089525" y="5878513"/>
          <p14:tracePt t="159290" x="5116513" y="5891213"/>
          <p14:tracePt t="159298" x="5129213" y="5926138"/>
          <p14:tracePt t="159307" x="5164138" y="5938838"/>
          <p14:tracePt t="159314" x="5176838" y="5953125"/>
          <p14:tracePt t="159323" x="5176838" y="5967413"/>
          <p14:tracePt t="159339" x="5191125" y="5967413"/>
          <p14:tracePt t="159345" x="5191125" y="5980113"/>
          <p14:tracePt t="159356" x="5205413" y="5980113"/>
          <p14:tracePt t="159548" x="5218113" y="5980113"/>
          <p14:tracePt t="159558" x="5232400" y="5980113"/>
          <p14:tracePt t="159567" x="5245100" y="5980113"/>
          <p14:tracePt t="159575" x="5259388" y="5980113"/>
          <p14:tracePt t="159584" x="5292725" y="5980113"/>
          <p14:tracePt t="159592" x="5319713" y="5980113"/>
          <p14:tracePt t="159599" x="5348288" y="5980113"/>
          <p14:tracePt t="159609" x="5375275" y="5980113"/>
          <p14:tracePt t="159616" x="5387975" y="5980113"/>
          <p14:tracePt t="159625" x="5422900" y="5980113"/>
          <p14:tracePt t="159632" x="5449888" y="5980113"/>
          <p14:tracePt t="159642" x="5462588" y="5980113"/>
          <p14:tracePt t="159648" x="5491163" y="5980113"/>
          <p14:tracePt t="159659" x="5503863" y="5980113"/>
          <p14:tracePt t="159674" x="5518150" y="5980113"/>
          <p14:tracePt t="159691" x="5538788" y="5980113"/>
          <p14:tracePt t="159714" x="5551488" y="5980113"/>
          <p14:tracePt t="160032" x="5565775" y="5980113"/>
          <p14:tracePt t="160040" x="5592763" y="5980113"/>
          <p14:tracePt t="160049" x="5605463" y="5980113"/>
          <p14:tracePt t="160058" x="5646738" y="5980113"/>
          <p14:tracePt t="160067" x="5681663" y="5980113"/>
          <p14:tracePt t="160075" x="5708650" y="5980113"/>
          <p14:tracePt t="160086" x="5748338" y="5980113"/>
          <p14:tracePt t="160092" x="5783263" y="5980113"/>
          <p14:tracePt t="160103" x="5810250" y="5980113"/>
          <p14:tracePt t="160109" x="5837238" y="5980113"/>
          <p14:tracePt t="160116" x="5851525" y="5980113"/>
          <p14:tracePt t="160125" x="5864225" y="5980113"/>
          <p14:tracePt t="160132" x="5878513" y="5980113"/>
          <p14:tracePt t="160149" x="5891213" y="5980113"/>
          <p14:tracePt t="160168" x="5911850" y="5980113"/>
          <p14:tracePt t="160213" x="5926138" y="5980113"/>
          <p14:tracePt t="160236" x="5926138" y="5994400"/>
          <p14:tracePt t="160253" x="5938838" y="5994400"/>
          <p14:tracePt t="160269" x="5953125" y="5994400"/>
          <p14:tracePt t="160277" x="5967413" y="5994400"/>
          <p14:tracePt t="160293" x="5980113" y="5994400"/>
          <p14:tracePt t="160309" x="5994400" y="5994400"/>
          <p14:tracePt t="160342" x="6007100" y="5994400"/>
          <p14:tracePt t="160670" x="6042025" y="5994400"/>
          <p14:tracePt t="160679" x="6054725" y="5994400"/>
          <p14:tracePt t="160690" x="6096000" y="5994400"/>
          <p14:tracePt t="160697" x="6137275" y="5994400"/>
          <p14:tracePt t="160707" x="6184900" y="5980113"/>
          <p14:tracePt t="160716" x="6238875" y="5980113"/>
          <p14:tracePt t="160722" x="6280150" y="5967413"/>
          <p14:tracePt t="160733" x="6327775" y="5967413"/>
          <p14:tracePt t="160737" x="6354763" y="5953125"/>
          <p14:tracePt t="160745" x="6396038" y="5953125"/>
          <p14:tracePt t="160754" x="6443663" y="5953125"/>
          <p14:tracePt t="160762" x="6470650" y="5953125"/>
          <p14:tracePt t="160771" x="6510338" y="5953125"/>
          <p14:tracePt t="160779" x="6545263" y="5953125"/>
          <p14:tracePt t="160787" x="6572250" y="5953125"/>
          <p14:tracePt t="160796" x="6599238" y="5953125"/>
          <p14:tracePt t="160806" x="6626225" y="5953125"/>
          <p14:tracePt t="160812" x="6640513" y="5953125"/>
          <p14:tracePt t="160821" x="6653213" y="5953125"/>
          <p14:tracePt t="160835" x="6673850" y="5953125"/>
          <p14:tracePt t="160852" x="6688138" y="5953125"/>
          <p14:tracePt t="160899" x="6688138" y="5938838"/>
          <p14:tracePt t="161169" x="6700838" y="5938838"/>
          <p14:tracePt t="161179" x="6715125" y="5938838"/>
          <p14:tracePt t="161188" x="6742113" y="5938838"/>
          <p14:tracePt t="161198" x="6769100" y="5938838"/>
          <p14:tracePt t="161207" x="6783388" y="5938838"/>
          <p14:tracePt t="161216" x="6816725" y="5938838"/>
          <p14:tracePt t="161225" x="6858000" y="5926138"/>
          <p14:tracePt t="161230" x="6872288" y="5926138"/>
          <p14:tracePt t="161242" x="6899275" y="5911850"/>
          <p14:tracePt t="161246" x="6911975" y="5891213"/>
          <p14:tracePt t="161259" x="6946900" y="5878513"/>
          <p14:tracePt t="161263" x="6959600" y="5864225"/>
          <p14:tracePt t="161276" x="6973888" y="5851525"/>
          <p14:tracePt t="161277" x="6986588" y="5837238"/>
          <p14:tracePt t="161286" x="6986588" y="5824538"/>
          <p14:tracePt t="161296" x="6986588" y="5810250"/>
          <p14:tracePt t="161306" x="7000875" y="5795963"/>
          <p14:tracePt t="161312" x="7000875" y="5783263"/>
          <p14:tracePt t="161320" x="7000875" y="5748338"/>
          <p14:tracePt t="161327" x="7000875" y="5735638"/>
          <p14:tracePt t="161336" x="7000875" y="5721350"/>
          <p14:tracePt t="161346" x="6973888" y="5694363"/>
          <p14:tracePt t="161354" x="6959600" y="5681663"/>
          <p14:tracePt t="161361" x="6946900" y="5667375"/>
          <p14:tracePt t="161371" x="6932613" y="5646738"/>
          <p14:tracePt t="161378" x="6899275" y="5634038"/>
          <p14:tracePt t="161386" x="6884988" y="5634038"/>
          <p14:tracePt t="161395" x="6872288" y="5634038"/>
          <p14:tracePt t="161408" x="6858000" y="5619750"/>
          <p14:tracePt t="161409" x="6843713" y="5619750"/>
          <p14:tracePt t="161418" x="6831013" y="5619750"/>
          <p14:tracePt t="161426" x="6816725" y="5619750"/>
          <p14:tracePt t="161434" x="6804025" y="5619750"/>
          <p14:tracePt t="161441" x="6783388" y="5634038"/>
          <p14:tracePt t="161451" x="6783388" y="5646738"/>
          <p14:tracePt t="161457" x="6769100" y="5667375"/>
          <p14:tracePt t="161467" x="6756400" y="5681663"/>
          <p14:tracePt t="161474" x="6756400" y="5694363"/>
          <p14:tracePt t="161493" x="6756400" y="5708650"/>
          <p14:tracePt t="161506" x="6756400" y="5721350"/>
          <p14:tracePt t="161507" x="6756400" y="5735638"/>
          <p14:tracePt t="161523" x="6756400" y="5748338"/>
          <p14:tracePt t="161531" x="6756400" y="5762625"/>
          <p14:tracePt t="161546" x="6769100" y="5783263"/>
          <p14:tracePt t="161557" x="6783388" y="5783263"/>
          <p14:tracePt t="161565" x="6804025" y="5783263"/>
          <p14:tracePt t="161575" x="6843713" y="5783263"/>
          <p14:tracePt t="161582" x="6858000" y="5783263"/>
          <p14:tracePt t="161593" x="6884988" y="5783263"/>
          <p14:tracePt t="161598" x="6899275" y="5783263"/>
          <p14:tracePt t="161610" x="6932613" y="5783263"/>
          <p14:tracePt t="161614" x="6946900" y="5762625"/>
          <p14:tracePt t="161626" x="6959600" y="5762625"/>
          <p14:tracePt t="161632" x="6973888" y="5748338"/>
          <p14:tracePt t="161641" x="6973888" y="5735638"/>
          <p14:tracePt t="161647" x="6986588" y="5721350"/>
          <p14:tracePt t="161657" x="6986588" y="5708650"/>
          <p14:tracePt t="161664" x="6986588" y="5681663"/>
          <p14:tracePt t="161679" x="6973888" y="5667375"/>
          <p14:tracePt t="161692" x="6946900" y="5634038"/>
          <p14:tracePt t="161697" x="6932613" y="5619750"/>
          <p14:tracePt t="161707" x="6899275" y="5619750"/>
          <p14:tracePt t="161716" x="6884988" y="5605463"/>
          <p14:tracePt t="161725" x="6858000" y="5605463"/>
          <p14:tracePt t="161731" x="6831013" y="5605463"/>
          <p14:tracePt t="161741" x="6816725" y="5605463"/>
          <p14:tracePt t="161747" x="6804025" y="5605463"/>
          <p14:tracePt t="161760" x="6756400" y="5605463"/>
          <p14:tracePt t="161768" x="6742113" y="5605463"/>
          <p14:tracePt t="161777" x="6729413" y="5619750"/>
          <p14:tracePt t="161789" x="6715125" y="5634038"/>
          <p14:tracePt t="161803" x="6700838" y="5646738"/>
          <p14:tracePt t="161811" x="6700838" y="5681663"/>
          <p14:tracePt t="161820" x="6700838" y="5694363"/>
          <p14:tracePt t="161827" x="6700838" y="5708650"/>
          <p14:tracePt t="161836" x="6700838" y="5721350"/>
          <p14:tracePt t="161845" x="6700838" y="5735638"/>
          <p14:tracePt t="161857" x="6700838" y="5748338"/>
          <p14:tracePt t="161858" x="6700838" y="5762625"/>
          <p14:tracePt t="161866" x="6700838" y="5783263"/>
          <p14:tracePt t="161876" x="6715125" y="5795963"/>
          <p14:tracePt t="161890" x="6729413" y="5810250"/>
          <p14:tracePt t="161899" x="6742113" y="5810250"/>
          <p14:tracePt t="161909" x="6756400" y="5810250"/>
          <p14:tracePt t="161917" x="6756400" y="5824538"/>
          <p14:tracePt t="161926" x="6769100" y="5824538"/>
          <p14:tracePt t="161947" x="6783388" y="5824538"/>
          <p14:tracePt t="161972" x="6804025" y="5824538"/>
          <p14:tracePt t="162405" x="6816725" y="5837238"/>
          <p14:tracePt t="162416" x="6831013" y="5837238"/>
          <p14:tracePt t="162426" x="6843713" y="5851525"/>
          <p14:tracePt t="162433" x="6872288" y="5851525"/>
          <p14:tracePt t="162443" x="6884988" y="5864225"/>
          <p14:tracePt t="162449" x="6911975" y="5864225"/>
          <p14:tracePt t="162457" x="6946900" y="5878513"/>
          <p14:tracePt t="162466" x="6959600" y="5878513"/>
          <p14:tracePt t="162477" x="6986588" y="5891213"/>
          <p14:tracePt t="162482" x="7015163" y="5891213"/>
          <p14:tracePt t="162494" x="7042150" y="5911850"/>
          <p14:tracePt t="162499" x="7062788" y="5911850"/>
          <p14:tracePt t="162510" x="7089775" y="5911850"/>
          <p14:tracePt t="162515" x="7116763" y="5926138"/>
          <p14:tracePt t="162527" x="7129463" y="5926138"/>
          <p14:tracePt t="162532" x="7158038" y="5926138"/>
          <p14:tracePt t="162543" x="7191375" y="5926138"/>
          <p14:tracePt t="162548" x="7205663" y="5926138"/>
          <p14:tracePt t="162557" x="7218363" y="5926138"/>
          <p14:tracePt t="162564" x="7232650" y="5926138"/>
          <p14:tracePt t="162573" x="7245350" y="5926138"/>
          <p14:tracePt t="162580" x="7272338" y="5926138"/>
          <p14:tracePt t="162596" x="7286625" y="5926138"/>
          <p14:tracePt t="162609" x="7307263" y="5926138"/>
          <p14:tracePt t="162614" x="7307263" y="5911850"/>
          <p14:tracePt t="162623" x="7319963" y="5911850"/>
          <p14:tracePt t="162638" x="7334250" y="5911850"/>
          <p14:tracePt t="162661" x="7348538" y="5891213"/>
          <p14:tracePt t="162765" x="7348538" y="5878513"/>
          <p14:tracePt t="162782" x="7348538" y="5864225"/>
          <p14:tracePt t="162798" x="7348538" y="5837238"/>
          <p14:tracePt t="162808" x="7348538" y="5824538"/>
          <p14:tracePt t="162817" x="7348538" y="5810250"/>
          <p14:tracePt t="162827" x="7334250" y="5783263"/>
          <p14:tracePt t="162836" x="7319963" y="5762625"/>
          <p14:tracePt t="162845" x="7307263" y="5748338"/>
          <p14:tracePt t="162851" x="7272338" y="5735638"/>
          <p14:tracePt t="162863" x="7259638" y="5721350"/>
          <p14:tracePt t="162867" x="7245350" y="5721350"/>
          <p14:tracePt t="162879" x="7232650" y="5708650"/>
          <p14:tracePt t="162884" x="7218363" y="5708650"/>
          <p14:tracePt t="162896" x="7205663" y="5708650"/>
          <p14:tracePt t="162915" x="7191375" y="5708650"/>
          <p14:tracePt t="163043" x="7205663" y="5708650"/>
          <p14:tracePt t="163101" x="7205663" y="5694363"/>
          <p14:tracePt t="163117" x="7191375" y="5681663"/>
          <p14:tracePt t="163126" x="7170738" y="5681663"/>
          <p14:tracePt t="163136" x="7170738" y="5667375"/>
          <p14:tracePt t="163146" x="7158038" y="5667375"/>
          <p14:tracePt t="163154" x="7129463" y="5646738"/>
          <p14:tracePt t="163164" x="7116763" y="5646738"/>
          <p14:tracePt t="163170" x="7102475" y="5646738"/>
          <p14:tracePt t="163178" x="7089775" y="5646738"/>
          <p14:tracePt t="163197" x="7075488" y="5646738"/>
          <p14:tracePt t="163322" x="7075488" y="5667375"/>
          <p14:tracePt t="163347" x="7089775" y="5667375"/>
          <p14:tracePt t="163355" x="7089775" y="5681663"/>
          <p14:tracePt t="163364" x="7102475" y="5681663"/>
          <p14:tracePt t="163374" x="7116763" y="5694363"/>
          <p14:tracePt t="163388" x="7129463" y="5708650"/>
          <p14:tracePt t="163397" x="7143750" y="5721350"/>
          <p14:tracePt t="163407" x="7143750" y="5735638"/>
          <p14:tracePt t="163416" x="7158038" y="5735638"/>
          <p14:tracePt t="163424" x="7170738" y="5748338"/>
          <p14:tracePt t="163440" x="7191375" y="5762625"/>
          <p14:tracePt t="163456" x="7205663" y="5762625"/>
          <p14:tracePt t="163467" x="7205663" y="5783263"/>
          <p14:tracePt t="163473" x="7218363" y="5783263"/>
          <p14:tracePt t="163489" x="7232650" y="5783263"/>
          <p14:tracePt t="163507" x="7245350" y="5783263"/>
          <p14:tracePt t="163514" x="7259638" y="5783263"/>
          <p14:tracePt t="163523" x="7272338" y="5783263"/>
          <p14:tracePt t="163532" x="7286625" y="5783263"/>
          <p14:tracePt t="163538" x="7307263" y="5783263"/>
          <p14:tracePt t="163547" x="7319963" y="5783263"/>
          <p14:tracePt t="163555" x="7334250" y="5783263"/>
          <p14:tracePt t="163563" x="7348538" y="5783263"/>
          <p14:tracePt t="163570" x="7361238" y="5762625"/>
          <p14:tracePt t="163584" x="7375525" y="5762625"/>
          <p14:tracePt t="163588" x="7388225" y="5762625"/>
          <p14:tracePt t="163597" x="7402513" y="5748338"/>
          <p14:tracePt t="163605" x="7415213" y="5735638"/>
          <p14:tracePt t="163614" x="7435850" y="5735638"/>
          <p14:tracePt t="163621" x="7450138" y="5735638"/>
          <p14:tracePt t="163630" x="7462838" y="5721350"/>
          <p14:tracePt t="163643" x="7477125" y="5708650"/>
          <p14:tracePt t="163653" x="7491413" y="5708650"/>
          <p14:tracePt t="163662" x="7504113" y="5694363"/>
          <p14:tracePt t="163672" x="7504113" y="5681663"/>
          <p14:tracePt t="163679" x="7518400" y="5681663"/>
          <p14:tracePt t="163687" x="7518400" y="5667375"/>
          <p14:tracePt t="163695" x="7531100" y="5667375"/>
          <p14:tracePt t="163705" x="7531100" y="5646738"/>
          <p14:tracePt t="163723" x="7545388" y="5646738"/>
          <p14:tracePt t="163734" x="7545388" y="5634038"/>
          <p14:tracePt t="163773" x="7545388" y="5619750"/>
          <p14:tracePt t="163789" x="7531100" y="5619750"/>
          <p14:tracePt t="163805" x="7518400" y="5619750"/>
          <p14:tracePt t="163814" x="7504113" y="5619750"/>
          <p14:tracePt t="163824" x="7491413" y="5619750"/>
          <p14:tracePt t="163833" x="7477125" y="5619750"/>
          <p14:tracePt t="163842" x="7462838" y="5619750"/>
          <p14:tracePt t="163851" x="7450138" y="5619750"/>
          <p14:tracePt t="163857" x="7435850" y="5619750"/>
          <p14:tracePt t="163868" x="7415213" y="5619750"/>
          <p14:tracePt t="163874" x="7402513" y="5634038"/>
          <p14:tracePt t="163885" x="7402513" y="5646738"/>
          <p14:tracePt t="163889" x="7388225" y="5667375"/>
          <p14:tracePt t="163902" x="7388225" y="5694363"/>
          <p14:tracePt t="163906" x="7388225" y="5708650"/>
          <p14:tracePt t="163915" x="7375525" y="5735638"/>
          <p14:tracePt t="163925" x="7375525" y="5748338"/>
          <p14:tracePt t="163930" x="7375525" y="5783263"/>
          <p14:tracePt t="163939" x="7375525" y="5810250"/>
          <p14:tracePt t="163952" x="7375525" y="5824538"/>
          <p14:tracePt t="163956" x="7375525" y="5851525"/>
          <p14:tracePt t="163965" x="7388225" y="5864225"/>
          <p14:tracePt t="163973" x="7388225" y="5878513"/>
          <p14:tracePt t="163985" x="7402513" y="5891213"/>
          <p14:tracePt t="163990" x="7415213" y="5891213"/>
          <p14:tracePt t="163999" x="7435850" y="5891213"/>
          <p14:tracePt t="164008" x="7450138" y="5911850"/>
          <p14:tracePt t="164014" x="7462838" y="5911850"/>
          <p14:tracePt t="164023" x="7477125" y="5911850"/>
          <p14:tracePt t="164030" x="7491413" y="5911850"/>
          <p14:tracePt t="164039" x="7504113" y="5911850"/>
          <p14:tracePt t="164048" x="7518400" y="5911850"/>
          <p14:tracePt t="164055" x="7545388" y="5911850"/>
          <p14:tracePt t="164062" x="7566025" y="5911850"/>
          <p14:tracePt t="164073" x="7578725" y="5891213"/>
          <p14:tracePt t="164079" x="7605713" y="5878513"/>
          <p14:tracePt t="164090" x="7620000" y="5878513"/>
          <p14:tracePt t="164095" x="7646988" y="5864225"/>
          <p14:tracePt t="164107" x="7661275" y="5851525"/>
          <p14:tracePt t="164112" x="7673975" y="5837238"/>
          <p14:tracePt t="164120" x="7708900" y="5837238"/>
          <p14:tracePt t="164129" x="7708900" y="5824538"/>
          <p14:tracePt t="164136" x="7721600" y="5824538"/>
          <p14:tracePt t="164145" x="7721600" y="5810250"/>
          <p14:tracePt t="164152" x="7735888" y="5810250"/>
          <p14:tracePt t="164188" x="7748588" y="5810250"/>
          <p14:tracePt t="164263" x="7762875" y="5810250"/>
          <p14:tracePt t="164280" x="7777163" y="5810250"/>
          <p14:tracePt t="164290" x="7789863" y="5810250"/>
          <p14:tracePt t="164305" x="7804150" y="5810250"/>
          <p14:tracePt t="164314" x="7824788" y="5810250"/>
          <p14:tracePt t="164322" x="7837488" y="5824538"/>
          <p14:tracePt t="164334" x="7851775" y="5824538"/>
          <p14:tracePt t="164341" x="7864475" y="5824538"/>
          <p14:tracePt t="164351" x="7878763" y="5824538"/>
          <p14:tracePt t="164356" x="7878763" y="5837238"/>
          <p14:tracePt t="164365" x="7891463" y="5837238"/>
          <p14:tracePt t="164387" x="7905750" y="5837238"/>
          <p14:tracePt t="164640" x="7891463" y="5837238"/>
          <p14:tracePt t="164649" x="7864475" y="5837238"/>
          <p14:tracePt t="164658" x="7824788" y="5851525"/>
          <p14:tracePt t="164669" x="7777163" y="5864225"/>
          <p14:tracePt t="164677" x="7735888" y="5878513"/>
          <p14:tracePt t="164683" x="7673975" y="5891213"/>
          <p14:tracePt t="164693" x="7620000" y="5911850"/>
          <p14:tracePt t="164701" x="7593013" y="5911850"/>
          <p14:tracePt t="164708" x="7531100" y="5926138"/>
          <p14:tracePt t="164721" x="7491413" y="5938838"/>
          <p14:tracePt t="164726" x="7462838" y="5938838"/>
          <p14:tracePt t="164734" x="7435850" y="5953125"/>
          <p14:tracePt t="164742" x="7415213" y="5953125"/>
          <p14:tracePt t="164751" x="7402513" y="5953125"/>
          <p14:tracePt t="164758" x="7388225" y="5967413"/>
          <p14:tracePt t="164774" x="7375525" y="5967413"/>
          <p14:tracePt t="164804" x="7375525" y="5980113"/>
          <p14:tracePt t="164845" x="7388225" y="5980113"/>
          <p14:tracePt t="164855" x="7415213" y="5994400"/>
          <p14:tracePt t="164864" x="7450138" y="5994400"/>
          <p14:tracePt t="164873" x="7477125" y="5994400"/>
          <p14:tracePt t="164881" x="7518400" y="6007100"/>
          <p14:tracePt t="164890" x="7578725" y="6007100"/>
          <p14:tracePt t="164897" x="7620000" y="6021388"/>
          <p14:tracePt t="164908" x="7673975" y="6021388"/>
          <p14:tracePt t="164913" x="7735888" y="6042025"/>
          <p14:tracePt t="164923" x="7789863" y="6042025"/>
          <p14:tracePt t="164931" x="7864475" y="6042025"/>
          <p14:tracePt t="164939" x="7905750" y="6042025"/>
          <p14:tracePt t="164947" x="7980363" y="6042025"/>
          <p14:tracePt t="164954" x="8021638" y="6042025"/>
          <p14:tracePt t="164964" x="8081963" y="6042025"/>
          <p14:tracePt t="164973" x="8110538" y="6042025"/>
          <p14:tracePt t="164980" x="8150225" y="6042025"/>
          <p14:tracePt t="164990" x="8177213" y="6042025"/>
          <p14:tracePt t="164997" x="8212138" y="6042025"/>
          <p14:tracePt t="165007" x="8239125" y="6042025"/>
          <p14:tracePt t="165012" x="8266113" y="6042025"/>
          <p14:tracePt t="165023" x="8280400" y="6042025"/>
          <p14:tracePt t="165028" x="8293100" y="6042025"/>
          <p14:tracePt t="165040" x="8307388" y="6042025"/>
          <p14:tracePt t="165057" x="8328025" y="6042025"/>
          <p14:tracePt t="165091" x="8328025" y="6021388"/>
          <p14:tracePt t="165131" x="8307388" y="6007100"/>
          <p14:tracePt t="165141" x="8280400" y="5994400"/>
          <p14:tracePt t="165150" x="8239125" y="5994400"/>
          <p14:tracePt t="165158" x="8197850" y="5994400"/>
          <p14:tracePt t="165167" x="8137525" y="5980113"/>
          <p14:tracePt t="165175" x="8081963" y="5980113"/>
          <p14:tracePt t="165183" x="8007350" y="5980113"/>
          <p14:tracePt t="165192" x="7980363" y="5980113"/>
          <p14:tracePt t="165201" x="7932738" y="5980113"/>
          <p14:tracePt t="165208" x="7891463" y="5980113"/>
          <p14:tracePt t="165220" x="7851775" y="5980113"/>
          <p14:tracePt t="165224" x="7824788" y="5980113"/>
          <p14:tracePt t="165233" x="7804150" y="5980113"/>
          <p14:tracePt t="165241" x="7789863" y="5980113"/>
          <p14:tracePt t="165250" x="7777163" y="5980113"/>
          <p14:tracePt t="165320" x="7824788" y="5980113"/>
          <p14:tracePt t="165328" x="7851775" y="5980113"/>
          <p14:tracePt t="165338" x="7891463" y="5980113"/>
          <p14:tracePt t="165346" x="7932738" y="5980113"/>
          <p14:tracePt t="165356" x="7967663" y="5980113"/>
          <p14:tracePt t="165365" x="8021638" y="5980113"/>
          <p14:tracePt t="165374" x="8048625" y="5980113"/>
          <p14:tracePt t="165379" x="8096250" y="5980113"/>
          <p14:tracePt t="165390" x="8123238" y="5980113"/>
          <p14:tracePt t="165396" x="8150225" y="5980113"/>
          <p14:tracePt t="165407" x="8164513" y="5980113"/>
          <p14:tracePt t="165414" x="8177213" y="5980113"/>
          <p14:tracePt t="165425" x="8197850" y="5980113"/>
          <p14:tracePt t="165429" x="8212138" y="5980113"/>
          <p14:tracePt t="166024" x="8212138" y="5967413"/>
          <p14:tracePt t="166033" x="8212138" y="5953125"/>
          <p14:tracePt t="166044" x="8212138" y="5938838"/>
          <p14:tracePt t="166052" x="8224838" y="5911850"/>
          <p14:tracePt t="166057" x="8239125" y="5878513"/>
          <p14:tracePt t="166067" x="8239125" y="5864225"/>
          <p14:tracePt t="166079" x="8253413" y="5851525"/>
          <p14:tracePt t="166085" x="8253413" y="5824538"/>
          <p14:tracePt t="166096" x="8253413" y="5810250"/>
          <p14:tracePt t="166100" x="8253413" y="5795963"/>
          <p14:tracePt t="166108" x="8253413" y="5783263"/>
          <p14:tracePt t="166118" x="8253413" y="5762625"/>
          <p14:tracePt t="166125" x="8253413" y="5748338"/>
          <p14:tracePt t="166135" x="8253413" y="5721350"/>
          <p14:tracePt t="166148" x="8253413" y="5708650"/>
          <p14:tracePt t="166158" x="8253413" y="5694363"/>
          <p14:tracePt t="166167" x="8253413" y="5681663"/>
          <p14:tracePt t="166175" x="8253413" y="5667375"/>
          <p14:tracePt t="166191" x="8239125" y="5646738"/>
          <p14:tracePt t="166229" x="8239125" y="5634038"/>
          <p14:tracePt t="166270" x="8224838" y="5634038"/>
          <p14:tracePt t="166351" x="8212138" y="5619750"/>
          <p14:tracePt t="166362" x="8197850" y="5619750"/>
          <p14:tracePt t="166370" x="8197850" y="5605463"/>
          <p14:tracePt t="166380" x="8177213" y="5605463"/>
          <p14:tracePt t="166387" x="8164513" y="5592763"/>
          <p14:tracePt t="166397" x="8150225" y="5592763"/>
          <p14:tracePt t="166403" x="8137525" y="5578475"/>
          <p14:tracePt t="166414" x="8123238" y="5578475"/>
          <p14:tracePt t="166423" x="8096250" y="5565775"/>
          <p14:tracePt t="166427" x="8081963" y="5551488"/>
          <p14:tracePt t="166438" x="8069263" y="5551488"/>
          <p14:tracePt t="166444" x="8048625" y="5538788"/>
          <p14:tracePt t="166455" x="8034338" y="5538788"/>
          <p14:tracePt t="166461" x="8021638" y="5518150"/>
          <p14:tracePt t="166471" x="8007350" y="5503863"/>
          <p14:tracePt t="166478" x="7994650" y="5503863"/>
          <p14:tracePt t="166488" x="7980363" y="5491163"/>
          <p14:tracePt t="166494" x="7967663" y="5491163"/>
          <p14:tracePt t="166503" x="7967663" y="5476875"/>
          <p14:tracePt t="166511" x="7953375" y="5476875"/>
          <p14:tracePt t="166520" x="7932738" y="5462588"/>
          <p14:tracePt t="166528" x="7920038" y="5462588"/>
          <p14:tracePt t="166546" x="7905750" y="5449888"/>
          <p14:tracePt t="166552" x="7891463" y="5449888"/>
          <p14:tracePt t="166564" x="7878763" y="5449888"/>
          <p14:tracePt t="166565" x="7864475" y="5435600"/>
          <p14:tracePt t="166574" x="7851775" y="5435600"/>
          <p14:tracePt t="166584" x="7837488" y="5435600"/>
          <p14:tracePt t="166595" x="7824788" y="5422900"/>
          <p14:tracePt t="166601" x="7789863" y="5422900"/>
          <p14:tracePt t="166612" x="7777163" y="5422900"/>
          <p14:tracePt t="166616" x="7762875" y="5422900"/>
          <p14:tracePt t="166628" x="7748588" y="5408613"/>
          <p14:tracePt t="166633" x="7721600" y="5408613"/>
          <p14:tracePt t="166646" x="7708900" y="5408613"/>
          <p14:tracePt t="166647" x="7673975" y="5408613"/>
          <p14:tracePt t="166656" x="7661275" y="5408613"/>
          <p14:tracePt t="166665" x="7634288" y="5408613"/>
          <p14:tracePt t="166674" x="7620000" y="5408613"/>
          <p14:tracePt t="166682" x="7605713" y="5408613"/>
          <p14:tracePt t="166690" x="7578725" y="5408613"/>
          <p14:tracePt t="166699" x="7545388" y="5408613"/>
          <p14:tracePt t="166710" x="7531100" y="5408613"/>
          <p14:tracePt t="166714" x="7504113" y="5408613"/>
          <p14:tracePt t="166728" x="7477125" y="5408613"/>
          <p14:tracePt t="166729" x="7450138" y="5408613"/>
          <p14:tracePt t="166738" x="7435850" y="5408613"/>
          <p14:tracePt t="166747" x="7402513" y="5408613"/>
          <p14:tracePt t="166756" x="7375525" y="5408613"/>
          <p14:tracePt t="166764" x="7348538" y="5408613"/>
          <p14:tracePt t="166772" x="7319963" y="5408613"/>
          <p14:tracePt t="166780" x="7286625" y="5408613"/>
          <p14:tracePt t="166789" x="7272338" y="5408613"/>
          <p14:tracePt t="166796" x="7245350" y="5422900"/>
          <p14:tracePt t="166807" x="7218363" y="5422900"/>
          <p14:tracePt t="166812" x="7205663" y="5435600"/>
          <p14:tracePt t="166827" x="7191375" y="5435600"/>
          <p14:tracePt t="166836" x="7170738" y="5435600"/>
          <p14:tracePt t="166846" x="7158038" y="5449888"/>
          <p14:tracePt t="166864" x="7143750" y="5449888"/>
          <p14:tracePt t="166871" x="7143750" y="5462588"/>
          <p14:tracePt t="166887" x="7129463" y="5462588"/>
          <p14:tracePt t="166903" x="7116763" y="5476875"/>
          <p14:tracePt t="166918" x="7102475" y="5491163"/>
          <p14:tracePt t="166930" x="7089775" y="5503863"/>
          <p14:tracePt t="166938" x="7089775" y="5518150"/>
          <p14:tracePt t="166944" x="7075488" y="5538788"/>
          <p14:tracePt t="166954" x="7062788" y="5551488"/>
          <p14:tracePt t="166972" x="7042150" y="5565775"/>
          <p14:tracePt t="166977" x="7042150" y="5578475"/>
          <p14:tracePt t="166988" x="7027863" y="5592763"/>
          <p14:tracePt t="166994" x="7027863" y="5605463"/>
          <p14:tracePt t="167007" x="7027863" y="5619750"/>
          <p14:tracePt t="167007" x="7027863" y="5634038"/>
          <p14:tracePt t="167017" x="7015163" y="5646738"/>
          <p14:tracePt t="167028" x="7015163" y="5667375"/>
          <p14:tracePt t="167044" x="7015163" y="5694363"/>
          <p14:tracePt t="167061" x="7015163" y="5708650"/>
          <p14:tracePt t="167066" x="7015163" y="5735638"/>
          <p14:tracePt t="167078" x="7015163" y="5748338"/>
          <p14:tracePt t="167083" x="7015163" y="5762625"/>
          <p14:tracePt t="167095" x="7015163" y="5783263"/>
          <p14:tracePt t="167099" x="7015163" y="5810250"/>
          <p14:tracePt t="167111" x="7027863" y="5824538"/>
          <p14:tracePt t="167117" x="7027863" y="5851525"/>
          <p14:tracePt t="167129" x="7042150" y="5864225"/>
          <p14:tracePt t="167130" x="7075488" y="5878513"/>
          <p14:tracePt t="167140" x="7089775" y="5911850"/>
          <p14:tracePt t="167148" x="7102475" y="5926138"/>
          <p14:tracePt t="167159" x="7116763" y="5953125"/>
          <p14:tracePt t="167166" x="7143750" y="5967413"/>
          <p14:tracePt t="167173" x="7158038" y="5980113"/>
          <p14:tracePt t="167182" x="7191375" y="6007100"/>
          <p14:tracePt t="167191" x="7205663" y="6021388"/>
          <p14:tracePt t="167199" x="7232650" y="6042025"/>
          <p14:tracePt t="167208" x="7272338" y="6054725"/>
          <p14:tracePt t="167218" x="7319963" y="6069013"/>
          <p14:tracePt t="167224" x="7348538" y="6081713"/>
          <p14:tracePt t="167234" x="7361238" y="6081713"/>
          <p14:tracePt t="167241" x="7402513" y="6081713"/>
          <p14:tracePt t="167250" x="7435850" y="6096000"/>
          <p14:tracePt t="167257" x="7462838" y="6096000"/>
          <p14:tracePt t="167266" x="7504113" y="6110288"/>
          <p14:tracePt t="167273" x="7531100" y="6110288"/>
          <p14:tracePt t="167282" x="7578725" y="6110288"/>
          <p14:tracePt t="167290" x="7593013" y="6110288"/>
          <p14:tracePt t="167298" x="7634288" y="6110288"/>
          <p14:tracePt t="167305" x="7661275" y="6110288"/>
          <p14:tracePt t="167314" x="7694613" y="6110288"/>
          <p14:tracePt t="167321" x="7748588" y="6110288"/>
          <p14:tracePt t="167329" x="7762875" y="6110288"/>
          <p14:tracePt t="167339" x="7789863" y="6110288"/>
          <p14:tracePt t="167344" x="7837488" y="6096000"/>
          <p14:tracePt t="167360" x="7905750" y="6081713"/>
          <p14:tracePt t="167370" x="7932738" y="6081713"/>
          <p14:tracePt t="167380" x="7967663" y="6054725"/>
          <p14:tracePt t="167386" x="7994650" y="6054725"/>
          <p14:tracePt t="167397" x="8007350" y="6042025"/>
          <p14:tracePt t="167405" x="8034338" y="6021388"/>
          <p14:tracePt t="167411" x="8069263" y="6007100"/>
          <p14:tracePt t="167424" x="8081963" y="5994400"/>
          <p14:tracePt t="167426" x="8110538" y="5980113"/>
          <p14:tracePt t="167435" x="8137525" y="5967413"/>
          <p14:tracePt t="167446" x="8150225" y="5953125"/>
          <p14:tracePt t="167452" x="8177213" y="5938838"/>
          <p14:tracePt t="167463" x="8197850" y="5926138"/>
          <p14:tracePt t="167468" x="8212138" y="5911850"/>
          <p14:tracePt t="167479" x="8224838" y="5891213"/>
          <p14:tracePt t="167485" x="8239125" y="5878513"/>
          <p14:tracePt t="167498" x="8239125" y="5864225"/>
          <p14:tracePt t="167499" x="8253413" y="5851525"/>
          <p14:tracePt t="167514" x="8253413" y="5837238"/>
          <p14:tracePt t="167523" x="8266113" y="5824538"/>
          <p14:tracePt t="167533" x="8266113" y="5795963"/>
          <p14:tracePt t="167542" x="8266113" y="5762625"/>
          <p14:tracePt t="167549" x="8266113" y="5748338"/>
          <p14:tracePt t="167559" x="8266113" y="5721350"/>
          <p14:tracePt t="167566" x="8266113" y="5694363"/>
          <p14:tracePt t="167577" x="8253413" y="5681663"/>
          <p14:tracePt t="167582" x="8239125" y="5646738"/>
          <p14:tracePt t="167592" x="8224838" y="5619750"/>
          <p14:tracePt t="167599" x="8212138" y="5605463"/>
          <p14:tracePt t="167608" x="8197850" y="5578475"/>
          <p14:tracePt t="167616" x="8177213" y="5565775"/>
          <p14:tracePt t="167629" x="8164513" y="5551488"/>
          <p14:tracePt t="167630" x="8150225" y="5538788"/>
          <p14:tracePt t="167640" x="8137525" y="5518150"/>
          <p14:tracePt t="167646" x="8123238" y="5503863"/>
          <p14:tracePt t="167657" x="8110538" y="5476875"/>
          <p14:tracePt t="167666" x="8096250" y="5476875"/>
          <p14:tracePt t="167673" x="8081963" y="5462588"/>
          <p14:tracePt t="167681" x="8069263" y="5449888"/>
          <p14:tracePt t="167689" x="8034338" y="5435600"/>
          <p14:tracePt t="167699" x="8007350" y="5435600"/>
          <p14:tracePt t="167706" x="7994650" y="5422900"/>
          <p14:tracePt t="167714" x="7967663" y="5408613"/>
          <p14:tracePt t="167725" x="7920038" y="5387975"/>
          <p14:tracePt t="167734" x="7878763" y="5387975"/>
          <p14:tracePt t="167740" x="7864475" y="5387975"/>
          <p14:tracePt t="167749" x="7824788" y="5387975"/>
          <p14:tracePt t="167756" x="7789863" y="5375275"/>
          <p14:tracePt t="167765" x="7748588" y="5375275"/>
          <p14:tracePt t="167772" x="7721600" y="5375275"/>
          <p14:tracePt t="167781" x="7694613" y="5375275"/>
          <p14:tracePt t="167788" x="7646988" y="5375275"/>
          <p14:tracePt t="167796" x="7620000" y="5375275"/>
          <p14:tracePt t="167807" x="7578725" y="5375275"/>
          <p14:tracePt t="167812" x="7531100" y="5375275"/>
          <p14:tracePt t="167827" x="7462838" y="5375275"/>
          <p14:tracePt t="167836" x="7435850" y="5375275"/>
          <p14:tracePt t="167846" x="7402513" y="5375275"/>
          <p14:tracePt t="167853" x="7375525" y="5375275"/>
          <p14:tracePt t="167863" x="7348538" y="5387975"/>
          <p14:tracePt t="167872" x="7307263" y="5387975"/>
          <p14:tracePt t="167878" x="7286625" y="5387975"/>
          <p14:tracePt t="167886" x="7259638" y="5408613"/>
          <p14:tracePt t="167896" x="7232650" y="5408613"/>
          <p14:tracePt t="167903" x="7218363" y="5408613"/>
          <p14:tracePt t="167911" x="7191375" y="5422900"/>
          <p14:tracePt t="167927" x="7170738" y="5422900"/>
          <p14:tracePt t="167928" x="7158038" y="5435600"/>
          <p14:tracePt t="167937" x="7143750" y="5435600"/>
          <p14:tracePt t="167947" x="7129463" y="5449888"/>
          <p14:tracePt t="167953" x="7116763" y="5449888"/>
          <p14:tracePt t="167962" x="7102475" y="5462588"/>
          <p14:tracePt t="167971" x="7089775" y="5462588"/>
          <p14:tracePt t="167982" x="7075488" y="5476875"/>
          <p14:tracePt t="167997" x="7062788" y="5476875"/>
          <p14:tracePt t="167998" x="7042150" y="5491163"/>
          <p14:tracePt t="168010" x="7042150" y="5503863"/>
          <p14:tracePt t="168018" x="7027863" y="5503863"/>
          <p14:tracePt t="168030" x="7015163" y="5518150"/>
          <p14:tracePt t="168031" x="7015163" y="5538788"/>
          <p14:tracePt t="168041" x="7000875" y="5551488"/>
          <p14:tracePt t="168050" x="7000875" y="5565775"/>
          <p14:tracePt t="168058" x="6986588" y="5565775"/>
          <p14:tracePt t="168065" x="6986588" y="5578475"/>
          <p14:tracePt t="168075" x="6986588" y="5592763"/>
          <p14:tracePt t="168084" x="6973888" y="5605463"/>
          <p14:tracePt t="168090" x="6973888" y="5619750"/>
          <p14:tracePt t="168098" x="6973888" y="5634038"/>
          <p14:tracePt t="168108" x="6973888" y="5646738"/>
          <p14:tracePt t="168114" x="6973888" y="5667375"/>
          <p14:tracePt t="168124" x="6973888" y="5681663"/>
          <p14:tracePt t="168131" x="6973888" y="5694363"/>
          <p14:tracePt t="168144" x="6973888" y="5708650"/>
          <p14:tracePt t="168145" x="6973888" y="5721350"/>
          <p14:tracePt t="168154" x="6973888" y="5735638"/>
          <p14:tracePt t="168164" x="6973888" y="5748338"/>
          <p14:tracePt t="168172" x="6973888" y="5762625"/>
          <p14:tracePt t="168188" x="6973888" y="5783263"/>
          <p14:tracePt t="168196" x="6973888" y="5795963"/>
          <p14:tracePt t="168206" x="6973888" y="5810250"/>
          <p14:tracePt t="168212" x="6986588" y="5824538"/>
          <p14:tracePt t="168230" x="7000875" y="5837238"/>
          <p14:tracePt t="168239" x="7000875" y="5851525"/>
          <p14:tracePt t="168246" x="7015163" y="5864225"/>
          <p14:tracePt t="168256" x="7027863" y="5864225"/>
          <p14:tracePt t="168263" x="7042150" y="5878513"/>
          <p14:tracePt t="168270" x="7062788" y="5891213"/>
          <p14:tracePt t="168280" x="7062788" y="5911850"/>
          <p14:tracePt t="168286" x="7075488" y="5911850"/>
          <p14:tracePt t="168294" x="7089775" y="5926138"/>
          <p14:tracePt t="168306" x="7102475" y="5938838"/>
          <p14:tracePt t="168313" x="7116763" y="5953125"/>
          <p14:tracePt t="168321" x="7129463" y="5953125"/>
          <p14:tracePt t="168328" x="7129463" y="5967413"/>
          <p14:tracePt t="168338" x="7143750" y="5967413"/>
          <p14:tracePt t="168345" x="7158038" y="5980113"/>
          <p14:tracePt t="168352" x="7170738" y="5980113"/>
          <p14:tracePt t="168365" x="7191375" y="5980113"/>
          <p14:tracePt t="168366" x="7205663" y="5994400"/>
          <p14:tracePt t="168378" x="7218363" y="5994400"/>
          <p14:tracePt t="168385" x="7232650" y="6007100"/>
          <p14:tracePt t="168395" x="7245350" y="6007100"/>
          <p14:tracePt t="168400" x="7259638" y="6007100"/>
          <p14:tracePt t="168412" x="7272338" y="6021388"/>
          <p14:tracePt t="168421" x="7286625" y="6021388"/>
          <p14:tracePt t="168429" x="7319963" y="6021388"/>
          <p14:tracePt t="168434" x="7334250" y="6021388"/>
          <p14:tracePt t="168447" x="7348538" y="6021388"/>
          <p14:tracePt t="168448" x="7361238" y="6021388"/>
          <p14:tracePt t="168457" x="7388225" y="6021388"/>
          <p14:tracePt t="168467" x="7402513" y="6021388"/>
          <p14:tracePt t="168476" x="7415213" y="6021388"/>
          <p14:tracePt t="168483" x="7450138" y="6021388"/>
          <p14:tracePt t="168491" x="7462838" y="6021388"/>
          <p14:tracePt t="168500" x="7491413" y="6021388"/>
          <p14:tracePt t="168508" x="7504113" y="6021388"/>
          <p14:tracePt t="168514" x="7518400" y="6021388"/>
          <p14:tracePt t="168525" x="7545388" y="6021388"/>
          <p14:tracePt t="168534" x="7566025" y="6021388"/>
          <p14:tracePt t="168541" x="7578725" y="6021388"/>
          <p14:tracePt t="168548" x="7593013" y="6021388"/>
          <p14:tracePt t="168558" x="7620000" y="6007100"/>
          <p14:tracePt t="168565" x="7646988" y="6007100"/>
          <p14:tracePt t="168575" x="7673975" y="6007100"/>
          <p14:tracePt t="168581" x="7708900" y="5994400"/>
          <p14:tracePt t="168591" x="7735888" y="5980113"/>
          <p14:tracePt t="168598" x="7777163" y="5980113"/>
          <p14:tracePt t="168611" x="7789863" y="5980113"/>
          <p14:tracePt t="168612" x="7824788" y="5967413"/>
          <p14:tracePt t="168621" x="7864475" y="5953125"/>
          <p14:tracePt t="168631" x="7891463" y="5953125"/>
          <p14:tracePt t="168639" x="7905750" y="5938838"/>
          <p14:tracePt t="168645" x="7932738" y="5926138"/>
          <p14:tracePt t="168654" x="7953375" y="5926138"/>
          <p14:tracePt t="168664" x="7967663" y="5911850"/>
          <p14:tracePt t="168673" x="7994650" y="5891213"/>
          <p14:tracePt t="168681" x="8007350" y="5891213"/>
          <p14:tracePt t="168694" x="8021638" y="5878513"/>
          <p14:tracePt t="168695" x="8034338" y="5864225"/>
          <p14:tracePt t="168705" x="8048625" y="5864225"/>
          <p14:tracePt t="168715" x="8069263" y="5851525"/>
          <p14:tracePt t="168723" x="8081963" y="5837238"/>
          <p14:tracePt t="168728" x="8096250" y="5824538"/>
          <p14:tracePt t="168738" x="8110538" y="5810250"/>
          <p14:tracePt t="168745" x="8123238" y="5810250"/>
          <p14:tracePt t="168756" x="8137525" y="5795963"/>
          <p14:tracePt t="168770" x="8150225" y="5795963"/>
          <p14:tracePt t="168779" x="8150225" y="5783263"/>
          <p14:tracePt t="168797" x="8150225" y="5762625"/>
          <p14:tracePt t="168817" x="8150225" y="5748338"/>
          <p14:tracePt t="168830" x="8150225" y="5735638"/>
          <p14:tracePt t="168834" x="8150225" y="5721350"/>
          <p14:tracePt t="168847" x="8150225" y="5694363"/>
          <p14:tracePt t="168851" x="8150225" y="5681663"/>
          <p14:tracePt t="168865" x="8123238" y="5634038"/>
          <p14:tracePt t="168865" x="8123238" y="5619750"/>
          <p14:tracePt t="168876" x="8110538" y="5592763"/>
          <p14:tracePt t="168884" x="8081963" y="5565775"/>
          <p14:tracePt t="168895" x="8069263" y="5551488"/>
          <p14:tracePt t="168902" x="8048625" y="5518150"/>
          <p14:tracePt t="168913" x="8034338" y="5503863"/>
          <p14:tracePt t="168917" x="8021638" y="5491163"/>
          <p14:tracePt t="168931" x="8007350" y="5476875"/>
          <p14:tracePt t="168932" x="7994650" y="5462588"/>
          <p14:tracePt t="168942" x="7980363" y="5462588"/>
          <p14:tracePt t="168950" x="7953375" y="5449888"/>
          <p14:tracePt t="168958" x="7920038" y="5435600"/>
          <p14:tracePt t="168969" x="7891463" y="5435600"/>
          <p14:tracePt t="168973" x="7851775" y="5422900"/>
          <p14:tracePt t="168983" x="7824788" y="5422900"/>
          <p14:tracePt t="168995" x="7789863" y="5422900"/>
          <p14:tracePt t="168999" x="7748588" y="5408613"/>
          <p14:tracePt t="169012" x="7721600" y="5408613"/>
          <p14:tracePt t="169013" x="7673975" y="5408613"/>
          <p14:tracePt t="169022" x="7646988" y="5408613"/>
          <p14:tracePt t="169031" x="7620000" y="5408613"/>
          <p14:tracePt t="169039" x="7593013" y="5408613"/>
          <p14:tracePt t="169046" x="7545388" y="5408613"/>
          <p14:tracePt t="169056" x="7531100" y="5408613"/>
          <p14:tracePt t="169062" x="7504113" y="5408613"/>
          <p14:tracePt t="169072" x="7477125" y="5408613"/>
          <p14:tracePt t="169079" x="7462838" y="5408613"/>
          <p14:tracePt t="169089" x="7435850" y="5422900"/>
          <p14:tracePt t="169096" x="7415213" y="5422900"/>
          <p14:tracePt t="169106" x="7388225" y="5422900"/>
          <p14:tracePt t="169112" x="7388225" y="5435600"/>
          <p14:tracePt t="169122" x="7361238" y="5435600"/>
          <p14:tracePt t="169138" x="7348538" y="5449888"/>
          <p14:tracePt t="169145" x="7334250" y="5449888"/>
          <p14:tracePt t="169165" x="7319963" y="5462588"/>
          <p14:tracePt t="169179" x="7307263" y="5462588"/>
          <p14:tracePt t="169257" x="7286625" y="5476875"/>
          <p14:tracePt t="169273" x="7272338" y="5476875"/>
          <p14:tracePt t="169290" x="7259638" y="5476875"/>
          <p14:tracePt t="169300" x="7245350" y="5491163"/>
          <p14:tracePt t="169310" x="7232650" y="5491163"/>
          <p14:tracePt t="169323" x="7218363" y="5503863"/>
          <p14:tracePt t="169333" x="7205663" y="5503863"/>
          <p14:tracePt t="169347" x="7191375" y="5503863"/>
          <p14:tracePt t="169356" x="7191375" y="5518150"/>
          <p14:tracePt t="169366" x="7170738" y="5518150"/>
          <p14:tracePt t="169380" x="7158038" y="5518150"/>
          <p14:tracePt t="169389" x="7158038" y="5538788"/>
          <p14:tracePt t="169413" x="7143750" y="5538788"/>
          <p14:tracePt t="169422" x="7143750" y="5551488"/>
          <p14:tracePt t="169437" x="7143750" y="5565775"/>
          <p14:tracePt t="169447" x="7129463" y="5578475"/>
          <p14:tracePt t="169462" x="7129463" y="5592763"/>
          <p14:tracePt t="169471" x="7116763" y="5605463"/>
          <p14:tracePt t="169487" x="7116763" y="5619750"/>
          <p14:tracePt t="169496" x="7116763" y="5634038"/>
          <p14:tracePt t="169511" x="7116763" y="5646738"/>
          <p14:tracePt t="169520" x="7116763" y="5667375"/>
          <p14:tracePt t="169530" x="7116763" y="5681663"/>
          <p14:tracePt t="169538" x="7116763" y="5694363"/>
          <p14:tracePt t="169547" x="7116763" y="5708650"/>
          <p14:tracePt t="169556" x="7116763" y="5721350"/>
          <p14:tracePt t="169562" x="7129463" y="5735638"/>
          <p14:tracePt t="169573" x="7158038" y="5762625"/>
          <p14:tracePt t="169580" x="7158038" y="5783263"/>
          <p14:tracePt t="170620" x="7129463" y="5783263"/>
          <p14:tracePt t="170629" x="7075488" y="5783263"/>
          <p14:tracePt t="170638" x="7015163" y="5783263"/>
          <p14:tracePt t="170647" x="6899275" y="5783263"/>
          <p14:tracePt t="170656" x="6653213" y="5783263"/>
          <p14:tracePt t="170664" x="6429375" y="5783263"/>
          <p14:tracePt t="170673" x="6280150" y="5783263"/>
          <p14:tracePt t="170681" x="6042025" y="5783263"/>
          <p14:tracePt t="170689" x="5748338" y="5783263"/>
          <p14:tracePt t="170698" x="5491163" y="5783263"/>
          <p14:tracePt t="170705" x="5259388" y="5783263"/>
          <p14:tracePt t="170712" x="5164138" y="5783263"/>
          <p14:tracePt t="170723" x="4986338" y="5795963"/>
          <p14:tracePt t="170730" x="4857750" y="5795963"/>
          <p14:tracePt t="170737" x="4816475" y="5810250"/>
          <p14:tracePt t="170753" x="4729163" y="5810250"/>
          <p14:tracePt t="170754" x="4673600" y="5824538"/>
          <p14:tracePt t="170762" x="4625975" y="5824538"/>
          <p14:tracePt t="170772" x="4598988" y="5824538"/>
          <p14:tracePt t="170789" x="4586288" y="5824538"/>
          <p14:tracePt t="170898" x="4572000" y="5824538"/>
          <p14:tracePt t="170915" x="4557713" y="5824538"/>
          <p14:tracePt t="170925" x="4545013" y="5824538"/>
          <p14:tracePt t="170935" x="4530725" y="5824538"/>
          <p14:tracePt t="170943" x="4518025" y="5824538"/>
          <p14:tracePt t="170952" x="4497388" y="5824538"/>
          <p14:tracePt t="170958" x="4470400" y="5824538"/>
          <p14:tracePt t="170969" x="4443413" y="5810250"/>
          <p14:tracePt t="170975" x="4429125" y="5810250"/>
          <p14:tracePt t="170983" x="4402138" y="5810250"/>
          <p14:tracePt t="170992" x="4367213" y="5795963"/>
          <p14:tracePt t="171003" x="4340225" y="5795963"/>
          <p14:tracePt t="171008" x="4327525" y="5783263"/>
          <p14:tracePt t="171021" x="4313238" y="5783263"/>
          <p14:tracePt t="171024" x="4300538" y="5783263"/>
          <p14:tracePt t="171036" x="4286250" y="5783263"/>
          <p14:tracePt t="171041" x="4271963" y="5783263"/>
          <p14:tracePt t="171111" x="4300538" y="5795963"/>
          <p14:tracePt t="171121" x="4313238" y="5810250"/>
          <p14:tracePt t="171130" x="4354513" y="5824538"/>
          <p14:tracePt t="171137" x="4387850" y="5837238"/>
          <p14:tracePt t="171146" x="4414838" y="5837238"/>
          <p14:tracePt t="171154" x="4456113" y="5851525"/>
          <p14:tracePt t="171164" x="4483100" y="5851525"/>
          <p14:tracePt t="171170" x="4518025" y="5851525"/>
          <p14:tracePt t="171180" x="4545013" y="5851525"/>
          <p14:tracePt t="171189" x="4572000" y="5851525"/>
          <p14:tracePt t="171196" x="4586288" y="5851525"/>
          <p14:tracePt t="171207" x="4598988" y="5851525"/>
          <p14:tracePt t="171220" x="4613275" y="5851525"/>
          <p14:tracePt t="171259" x="4598988" y="5851525"/>
          <p14:tracePt t="171269" x="4572000" y="5851525"/>
          <p14:tracePt t="171277" x="4557713" y="5851525"/>
          <p14:tracePt t="171288" x="4530725" y="5851525"/>
          <p14:tracePt t="171295" x="4497388" y="5851525"/>
          <p14:tracePt t="171305" x="4470400" y="5851525"/>
          <p14:tracePt t="171310" x="4443413" y="5851525"/>
          <p14:tracePt t="171321" x="4429125" y="5851525"/>
          <p14:tracePt t="171328" x="4402138" y="5864225"/>
          <p14:tracePt t="171339" x="4387850" y="5864225"/>
          <p14:tracePt t="171342" x="4387850" y="5878513"/>
          <p14:tracePt t="171354" x="4367213" y="5878513"/>
          <p14:tracePt t="171373" x="4367213" y="5891213"/>
          <p14:tracePt t="171390" x="4387850" y="5891213"/>
          <p14:tracePt t="171398" x="4414838" y="5891213"/>
          <p14:tracePt t="171408" x="4456113" y="5891213"/>
          <p14:tracePt t="171418" x="4518025" y="5878513"/>
          <p14:tracePt t="171426" x="4557713" y="5878513"/>
          <p14:tracePt t="171436" x="4598988" y="5864225"/>
          <p14:tracePt t="171442" x="4646613" y="5864225"/>
          <p14:tracePt t="171453" x="4673600" y="5851525"/>
          <p14:tracePt t="171458" x="4700588" y="5851525"/>
          <p14:tracePt t="171469" x="4714875" y="5851525"/>
          <p14:tracePt t="171474" x="4729163" y="5851525"/>
          <p14:tracePt t="171512" x="4700588" y="5851525"/>
          <p14:tracePt t="171522" x="4687888" y="5851525"/>
          <p14:tracePt t="171531" x="4660900" y="5864225"/>
          <p14:tracePt t="171541" x="4625975" y="5864225"/>
          <p14:tracePt t="171548" x="4613275" y="5878513"/>
          <p14:tracePt t="171554" x="4598988" y="5878513"/>
          <p14:tracePt t="171565" x="4598988" y="5891213"/>
          <p14:tracePt t="171574" x="4586288" y="5891213"/>
          <p14:tracePt t="178003" x="4598988" y="5891213"/>
          <p14:tracePt t="178052" x="4613275" y="5891213"/>
          <p14:tracePt t="178061" x="4613275" y="5878513"/>
          <p14:tracePt t="178070" x="4625975" y="5878513"/>
          <p14:tracePt t="178085" x="4646613" y="5878513"/>
          <p14:tracePt t="178094" x="4660900" y="5864225"/>
          <p14:tracePt t="178104" x="4673600" y="5864225"/>
          <p14:tracePt t="178112" x="4687888" y="5864225"/>
          <p14:tracePt t="178119" x="4714875" y="5851525"/>
          <p14:tracePt t="178130" x="4729163" y="5851525"/>
          <p14:tracePt t="185358" x="4789488" y="5837238"/>
          <p14:tracePt t="185368" x="4830763" y="5824538"/>
          <p14:tracePt t="185378" x="4872038" y="5810250"/>
          <p14:tracePt t="185382" x="4919663" y="5783263"/>
          <p14:tracePt t="185392" x="4973638" y="5748338"/>
          <p14:tracePt t="185399" x="5075238" y="5694363"/>
          <p14:tracePt t="185409" x="5205413" y="5619750"/>
          <p14:tracePt t="185423" x="5360988" y="5551488"/>
          <p14:tracePt t="185424" x="5538788" y="5449888"/>
          <p14:tracePt t="185433" x="5735638" y="5348288"/>
          <p14:tracePt t="185444" x="5938838" y="5259388"/>
          <p14:tracePt t="185448" x="6170613" y="5164138"/>
          <p14:tracePt t="185460" x="6396038" y="5062538"/>
          <p14:tracePt t="185462" x="6626225" y="4973638"/>
          <p14:tracePt t="185471" x="6858000" y="4884738"/>
          <p14:tracePt t="185481" x="7102475" y="4803775"/>
          <p14:tracePt t="185491" x="7348538" y="4714875"/>
          <p14:tracePt t="185497" x="7566025" y="4625975"/>
          <p14:tracePt t="185508" x="7777163" y="4545013"/>
          <p14:tracePt t="185515" x="7994650" y="4456113"/>
          <p14:tracePt t="185525" x="8197850" y="4367213"/>
          <p14:tracePt t="185531" x="8280400" y="4327525"/>
          <p14:tracePt t="185543" x="8435975" y="4259263"/>
          <p14:tracePt t="185548" x="8566150" y="4184650"/>
          <p14:tracePt t="185560" x="8682038" y="4122738"/>
          <p14:tracePt t="185561" x="8769350" y="4081463"/>
          <p14:tracePt t="185573" x="8796338" y="4054475"/>
          <p14:tracePt t="185581" x="8858250" y="4027488"/>
          <p14:tracePt t="185588" x="8899525" y="3994150"/>
          <p14:tracePt t="185597" x="8939213" y="3952875"/>
          <p14:tracePt t="185609" x="8959850" y="3925888"/>
          <p14:tracePt t="185610" x="8974138" y="3911600"/>
          <p14:tracePt t="185620" x="8986838" y="3884613"/>
          <p14:tracePt t="185630" x="8986838" y="3863975"/>
          <p14:tracePt t="185642" x="9001125" y="3851275"/>
          <p14:tracePt t="185643" x="9001125" y="3824288"/>
          <p14:tracePt t="185658" x="9001125" y="3810000"/>
          <p14:tracePt t="185863" x="9015413" y="3810000"/>
          <p14:tracePt t="185874" x="9069388" y="3795713"/>
          <p14:tracePt t="185882" x="9117013" y="3768725"/>
          <p14:tracePt t="185893" x="9170988" y="3735388"/>
          <p14:tracePt t="185902" x="9301163" y="3681413"/>
          <p14:tracePt t="185907" x="9545638" y="3565525"/>
          <p14:tracePt t="185918" x="9661525" y="3509963"/>
          <p14:tracePt t="185923" x="9852025" y="3395663"/>
          <p14:tracePt t="185935" x="10063163" y="3279775"/>
          <p14:tracePt t="185939" x="10280650" y="3163888"/>
          <p14:tracePt t="185951" x="10463213" y="3048000"/>
          <p14:tracePt t="185956" x="10539413" y="3006725"/>
          <p14:tracePt t="185969" x="10682288" y="2932113"/>
          <p14:tracePt t="185970" x="10810875" y="2843213"/>
          <p14:tracePt t="185980" x="10837863" y="2830513"/>
          <p14:tracePt t="185989" x="10926763" y="2789238"/>
          <p14:tracePt t="186000" x="10968038" y="2762250"/>
          <p14:tracePt t="186008" x="11028363" y="2714625"/>
          <p14:tracePt t="186018" x="11055350" y="2700338"/>
          <p14:tracePt t="186023" x="11082338" y="2687638"/>
          <p14:tracePt t="186036" x="11129963" y="2660650"/>
          <p14:tracePt t="186037" x="11144250" y="2646363"/>
          <p14:tracePt t="186248" x="11144250" y="2633663"/>
          <p14:tracePt t="186258" x="11144250" y="2571750"/>
          <p14:tracePt t="186266" x="11158538" y="2503488"/>
          <p14:tracePt t="186275" x="11185525" y="2414588"/>
          <p14:tracePt t="186285" x="11212513" y="2300288"/>
          <p14:tracePt t="186292" x="11260138" y="2170113"/>
          <p14:tracePt t="186299" x="11272838" y="2101850"/>
          <p14:tracePt t="186309" x="11314113" y="1985963"/>
          <p14:tracePt t="186317" x="11341100" y="1871663"/>
          <p14:tracePt t="186325" x="11376025" y="1755775"/>
          <p14:tracePt t="186337" x="11388725" y="1652588"/>
          <p14:tracePt t="186342" x="11403013" y="1550988"/>
          <p14:tracePt t="186355" x="11403013" y="1470025"/>
          <p14:tracePt t="186356" x="11403013" y="1381125"/>
          <p14:tracePt t="186365" x="11403013" y="1319213"/>
          <p14:tracePt t="186374" x="11376025" y="1265238"/>
          <p14:tracePt t="186382" x="11341100" y="1223963"/>
          <p14:tracePt t="186389" x="11301413" y="1176338"/>
          <p14:tracePt t="186399" x="11260138" y="1149350"/>
          <p14:tracePt t="186406" x="11212513" y="1136650"/>
          <p14:tracePt t="186415" x="11144250" y="1122363"/>
          <p14:tracePt t="186424" x="11028363" y="1095375"/>
          <p14:tracePt t="186432" x="10926763" y="1095375"/>
          <p14:tracePt t="186440" x="10872788" y="1095375"/>
          <p14:tracePt t="186449" x="10769600" y="1095375"/>
          <p14:tracePt t="186458" x="10579100" y="1122363"/>
          <p14:tracePt t="186464" x="10450513" y="1176338"/>
          <p14:tracePt t="186473" x="10320338" y="1238250"/>
          <p14:tracePt t="186482" x="10191750" y="1306513"/>
          <p14:tracePt t="186489" x="10048875" y="1395413"/>
          <p14:tracePt t="186499" x="9994900" y="1435100"/>
          <p14:tracePt t="186508" x="9906000" y="1524000"/>
          <p14:tracePt t="186515" x="9804400" y="1598613"/>
          <p14:tracePt t="186526" x="9736138" y="1666875"/>
          <p14:tracePt t="186532" x="9661525" y="1741488"/>
          <p14:tracePt t="186541" x="9620250" y="1809750"/>
          <p14:tracePt t="186548" x="9593263" y="1871663"/>
          <p14:tracePt t="186558" x="9558338" y="1938338"/>
          <p14:tracePt t="186565" x="9545638" y="2014538"/>
          <p14:tracePt t="186576" x="9545638" y="2081213"/>
          <p14:tracePt t="186579" x="9545638" y="2157413"/>
          <p14:tracePt t="186589" x="9545638" y="2232025"/>
          <p14:tracePt t="186596" x="9558338" y="2300288"/>
          <p14:tracePt t="186607" x="9620250" y="2374900"/>
          <p14:tracePt t="186612" x="9661525" y="2443163"/>
          <p14:tracePt t="186621" x="9777413" y="2557463"/>
          <p14:tracePt t="186631" x="9879013" y="2646363"/>
          <p14:tracePt t="186637" x="9994900" y="2700338"/>
          <p14:tracePt t="186647" x="10123488" y="2747963"/>
          <p14:tracePt t="186653" x="10253663" y="2789238"/>
          <p14:tracePt t="186664" x="10409238" y="2830513"/>
          <p14:tracePt t="186668" x="10579100" y="2843213"/>
          <p14:tracePt t="186677" x="10769600" y="2878138"/>
          <p14:tracePt t="186687" x="10852150" y="2878138"/>
          <p14:tracePt t="186694" x="11015663" y="2878138"/>
          <p14:tracePt t="186704" x="11144250" y="2878138"/>
          <p14:tracePt t="186711" x="11272838" y="2878138"/>
          <p14:tracePt t="186723" x="11403013" y="2863850"/>
          <p14:tracePt t="186724" x="11483975" y="2816225"/>
          <p14:tracePt t="186733" x="11558588" y="2789238"/>
          <p14:tracePt t="186743" x="11599863" y="2747963"/>
          <p14:tracePt t="186752" x="11647488" y="2700338"/>
          <p14:tracePt t="186759" x="11674475" y="2660650"/>
          <p14:tracePt t="186770" x="11701463" y="2598738"/>
          <p14:tracePt t="186773" x="11701463" y="2503488"/>
          <p14:tracePt t="186782" x="11701463" y="2401888"/>
          <p14:tracePt t="186792" x="11688763" y="2300288"/>
          <p14:tracePt t="186800" x="11614150" y="2184400"/>
          <p14:tracePt t="186809" x="11531600" y="2068513"/>
          <p14:tracePt t="186817" x="11444288" y="1973263"/>
          <p14:tracePt t="186824" x="11328400" y="1871663"/>
          <p14:tracePt t="186834" x="11212513" y="1782763"/>
          <p14:tracePt t="186841" x="11096625" y="1728788"/>
          <p14:tracePt t="186854" x="10980738" y="1681163"/>
          <p14:tracePt t="186855" x="10912475" y="1681163"/>
          <p14:tracePt t="186864" x="10796588" y="1652588"/>
          <p14:tracePt t="186871" x="10614025" y="1652588"/>
          <p14:tracePt t="186881" x="10483850" y="1652588"/>
          <p14:tracePt t="186888" x="10355263" y="1681163"/>
          <p14:tracePt t="186898" x="10293350" y="1728788"/>
          <p14:tracePt t="186906" x="10123488" y="1836738"/>
          <p14:tracePt t="186915" x="10075863" y="1871663"/>
          <p14:tracePt t="186923" x="9994900" y="1952625"/>
          <p14:tracePt t="186933" x="9920288" y="2041525"/>
          <p14:tracePt t="186941" x="9879013" y="2128838"/>
          <p14:tracePt t="186948" x="9831388" y="2211388"/>
          <p14:tracePt t="186957" x="9804400" y="2286000"/>
          <p14:tracePt t="186965" x="9804400" y="2374900"/>
          <p14:tracePt t="186974" x="9790113" y="2428875"/>
          <p14:tracePt t="186982" x="9790113" y="2503488"/>
          <p14:tracePt t="186991" x="9790113" y="2557463"/>
          <p14:tracePt t="186998" x="9804400" y="2619375"/>
          <p14:tracePt t="187007" x="9864725" y="2673350"/>
          <p14:tracePt t="187014" x="9920288" y="2714625"/>
          <p14:tracePt t="187023" x="9980613" y="2762250"/>
          <p14:tracePt t="187031" x="10063163" y="2789238"/>
          <p14:tracePt t="187040" x="10164763" y="2803525"/>
          <p14:tracePt t="187047" x="10334625" y="2816225"/>
          <p14:tracePt t="187056" x="10483850" y="2816225"/>
          <p14:tracePt t="187063" x="10614025" y="2816225"/>
          <p14:tracePt t="187070" x="10756900" y="2803525"/>
          <p14:tracePt t="187086" x="10939463" y="2714625"/>
          <p14:tracePt t="187094" x="11042650" y="2660650"/>
          <p14:tracePt t="187104" x="11129963" y="2586038"/>
          <p14:tracePt t="187112" x="11198225" y="2530475"/>
          <p14:tracePt t="187123" x="11260138" y="2455863"/>
          <p14:tracePt t="187124" x="11287125" y="2401888"/>
          <p14:tracePt t="187135" x="11301413" y="2327275"/>
          <p14:tracePt t="187143" x="11314113" y="2259013"/>
          <p14:tracePt t="187154" x="11314113" y="2184400"/>
          <p14:tracePt t="187160" x="11301413" y="2116138"/>
          <p14:tracePt t="187171" x="11260138" y="2041525"/>
          <p14:tracePt t="187177" x="11171238" y="1925638"/>
          <p14:tracePt t="187189" x="11082338" y="1871663"/>
          <p14:tracePt t="187190" x="10980738" y="1824038"/>
          <p14:tracePt t="187200" x="10926763" y="1809750"/>
          <p14:tracePt t="187209" x="10825163" y="1782763"/>
          <p14:tracePt t="187221" x="10709275" y="1768475"/>
          <p14:tracePt t="187226" x="10539413" y="1768475"/>
          <p14:tracePt t="187239" x="10423525" y="1768475"/>
          <p14:tracePt t="187240" x="10320338" y="1809750"/>
          <p14:tracePt t="187249" x="10218738" y="1871663"/>
          <p14:tracePt t="187257" x="10164763" y="1911350"/>
          <p14:tracePt t="187266" x="10075863" y="1985963"/>
          <p14:tracePt t="187275" x="10021888" y="2068513"/>
          <p14:tracePt t="187286" x="9959975" y="2170113"/>
          <p14:tracePt t="187291" x="9906000" y="2259013"/>
          <p14:tracePt t="187299" x="9879013" y="2339975"/>
          <p14:tracePt t="187310" x="9864725" y="2428875"/>
          <p14:tracePt t="187316" x="9864725" y="2503488"/>
          <p14:tracePt t="187325" x="9864725" y="2571750"/>
          <p14:tracePt t="187334" x="9864725" y="2646363"/>
          <p14:tracePt t="187341" x="9864725" y="2687638"/>
          <p14:tracePt t="187350" x="9879013" y="2747963"/>
          <p14:tracePt t="187357" x="9920288" y="2789238"/>
          <p14:tracePt t="187367" x="9980613" y="2830513"/>
          <p14:tracePt t="187374" x="10034588" y="2843213"/>
          <p14:tracePt t="187382" x="10110788" y="2878138"/>
          <p14:tracePt t="187391" x="10191750" y="2905125"/>
          <p14:tracePt t="187399" x="10320338" y="2919413"/>
          <p14:tracePt t="187412" x="10436225" y="2919413"/>
          <p14:tracePt t="187413" x="10566400" y="2919413"/>
          <p14:tracePt t="187424" x="10682288" y="2919413"/>
          <p14:tracePt t="187431" x="10756900" y="2919413"/>
          <p14:tracePt t="187440" x="10872788" y="2919413"/>
          <p14:tracePt t="187448" x="10968038" y="2890838"/>
          <p14:tracePt t="187454" x="11055350" y="2863850"/>
          <p14:tracePt t="187464" x="11144250" y="2830513"/>
          <p14:tracePt t="187471" x="11198225" y="2816225"/>
          <p14:tracePt t="187481" x="11212513" y="2789238"/>
          <p14:tracePt t="187487" x="11287125" y="2747963"/>
          <p14:tracePt t="187497" x="11314113" y="2700338"/>
          <p14:tracePt t="187504" x="11328400" y="2660650"/>
          <p14:tracePt t="187514" x="11341100" y="2598738"/>
          <p14:tracePt t="187520" x="11355388" y="2490788"/>
          <p14:tracePt t="187536" x="11341100" y="2271713"/>
          <p14:tracePt t="187545" x="11287125" y="2143125"/>
          <p14:tracePt t="187555" x="11198225" y="2000250"/>
          <p14:tracePt t="187562" x="11158538" y="1938338"/>
          <p14:tracePt t="187575" x="11069638" y="1824038"/>
          <p14:tracePt t="187576" x="10968038" y="1741488"/>
          <p14:tracePt t="187587" x="10872788" y="1652588"/>
          <p14:tracePt t="187594" x="10783888" y="1625600"/>
          <p14:tracePt t="187604" x="10694988" y="1598613"/>
          <p14:tracePt t="187609" x="10593388" y="1577975"/>
          <p14:tracePt t="187622" x="10510838" y="1577975"/>
          <p14:tracePt t="187627" x="10367963" y="1577975"/>
          <p14:tracePt t="187639" x="10280650" y="1652588"/>
          <p14:tracePt t="187643" x="10177463" y="1741488"/>
          <p14:tracePt t="187656" x="10110788" y="1857375"/>
          <p14:tracePt t="187657" x="10034588" y="1952625"/>
          <p14:tracePt t="187667" x="9959975" y="2101850"/>
          <p14:tracePt t="187676" x="9947275" y="2170113"/>
          <p14:tracePt t="187684" x="9920288" y="2286000"/>
          <p14:tracePt t="187693" x="9906000" y="2401888"/>
          <p14:tracePt t="187704" x="9906000" y="2517775"/>
          <p14:tracePt t="187709" x="9906000" y="2586038"/>
          <p14:tracePt t="187716" x="9906000" y="2660650"/>
          <p14:tracePt t="187727" x="9920288" y="2700338"/>
          <p14:tracePt t="187733" x="9959975" y="2747963"/>
          <p14:tracePt t="187742" x="10021888" y="2762250"/>
          <p14:tracePt t="187755" x="10110788" y="2803525"/>
          <p14:tracePt t="187756" x="10191750" y="2803525"/>
          <p14:tracePt t="187765" x="10307638" y="2803525"/>
          <p14:tracePt t="187774" x="10423525" y="2803525"/>
          <p14:tracePt t="187782" x="10552113" y="2776538"/>
          <p14:tracePt t="187789" x="10626725" y="2735263"/>
          <p14:tracePt t="187799" x="10742613" y="2673350"/>
          <p14:tracePt t="187806" x="10837863" y="2619375"/>
          <p14:tracePt t="187816" x="10926763" y="2530475"/>
          <p14:tracePt t="187824" x="11001375" y="2455863"/>
          <p14:tracePt t="187833" x="11069638" y="2374900"/>
          <p14:tracePt t="187841" x="11129963" y="2286000"/>
          <p14:tracePt t="187848" x="11185525" y="2128838"/>
          <p14:tracePt t="187858" x="11198225" y="2014538"/>
          <p14:tracePt t="187865" x="11212513" y="1898650"/>
          <p14:tracePt t="187875" x="11212513" y="1824038"/>
          <p14:tracePt t="187882" x="11198225" y="1728788"/>
          <p14:tracePt t="187891" x="11158538" y="1639888"/>
          <p14:tracePt t="187899" x="11096625" y="1577975"/>
          <p14:tracePt t="187912" x="11028363" y="1538288"/>
          <p14:tracePt t="187913" x="10912475" y="1482725"/>
          <p14:tracePt t="187924" x="10810875" y="1470025"/>
          <p14:tracePt t="187930" x="10709275" y="1470025"/>
          <p14:tracePt t="187938" x="10614025" y="1482725"/>
          <p14:tracePt t="187948" x="10510838" y="1538288"/>
          <p14:tracePt t="187956" x="10396538" y="1625600"/>
          <p14:tracePt t="187969" x="10266363" y="1768475"/>
          <p14:tracePt t="187978" x="10191750" y="1884363"/>
          <p14:tracePt t="187988" x="10137775" y="1985963"/>
          <p14:tracePt t="187995" x="10090150" y="2068513"/>
          <p14:tracePt t="188007" x="10075863" y="2157413"/>
          <p14:tracePt t="188012" x="10063163" y="2244725"/>
          <p14:tracePt t="188020" x="10063163" y="2312988"/>
          <p14:tracePt t="188031" x="10063163" y="2387600"/>
          <p14:tracePt t="188037" x="10075863" y="2428875"/>
          <p14:tracePt t="188047" x="10123488" y="2470150"/>
          <p14:tracePt t="188053" x="10177463" y="2503488"/>
          <p14:tracePt t="188064" x="10280650" y="2544763"/>
          <p14:tracePt t="188070" x="10396538" y="2557463"/>
          <p14:tracePt t="188081" x="10450513" y="2557463"/>
          <p14:tracePt t="188086" x="10579100" y="2557463"/>
          <p14:tracePt t="188102" x="10783888" y="2557463"/>
          <p14:tracePt t="188110" x="10852150" y="2530475"/>
          <p14:tracePt t="188120" x="10885488" y="2517775"/>
          <p14:tracePt t="188125" x="10939463" y="2470150"/>
          <p14:tracePt t="188139" x="10980738" y="2443163"/>
          <p14:tracePt t="188140" x="11015663" y="2414588"/>
          <p14:tracePt t="188150" x="11028363" y="2387600"/>
          <p14:tracePt t="188159" x="11042650" y="2360613"/>
          <p14:tracePt t="188167" x="11055350" y="2312988"/>
          <p14:tracePt t="188176" x="11055350" y="2286000"/>
          <p14:tracePt t="188184" x="11055350" y="2244725"/>
          <p14:tracePt t="188191" x="11042650" y="2197100"/>
          <p14:tracePt t="188204" x="11015663" y="2157413"/>
          <p14:tracePt t="188211" x="10980738" y="2128838"/>
          <p14:tracePt t="188216" x="10939463" y="2081213"/>
          <p14:tracePt t="188226" x="10899775" y="2054225"/>
          <p14:tracePt t="188232" x="10837863" y="2027238"/>
          <p14:tracePt t="188241" x="10796588" y="2014538"/>
          <p14:tracePt t="188251" x="10742613" y="2000250"/>
          <p14:tracePt t="188258" x="10694988" y="2000250"/>
          <p14:tracePt t="188267" x="10653713" y="2000250"/>
          <p14:tracePt t="188274" x="10626725" y="2000250"/>
          <p14:tracePt t="188284" x="10579100" y="2000250"/>
          <p14:tracePt t="188291" x="10566400" y="2014538"/>
          <p14:tracePt t="188304" x="10539413" y="2027238"/>
          <p14:tracePt t="188305" x="10525125" y="2041525"/>
          <p14:tracePt t="188314" x="10510838" y="2068513"/>
          <p14:tracePt t="188322" x="10510838" y="2081213"/>
          <p14:tracePt t="188331" x="10510838" y="2116138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Group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56220" y="1762128"/>
                <a:ext cx="10094382" cy="4638675"/>
              </a:xfrm>
            </p:spPr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Exponentiation is defined within a group as a repeated application of the group operator, so that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3</a:t>
                </a:r>
                <a:r>
                  <a:rPr lang="en-US" i="1" dirty="0">
                    <a:ea typeface="+mn-ea"/>
                    <a:cs typeface="+mn-cs"/>
                  </a:rPr>
                  <a:t> = a</a:t>
                </a:r>
                <a:r>
                  <a:rPr lang="en-US" dirty="0">
                    <a:ea typeface="Cambria Math" panose="02040503050406030204" pitchFamily="18" charset="0"/>
                    <a:cs typeface="+mn-cs"/>
                  </a:rPr>
                  <a:t>*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dirty="0">
                    <a:ea typeface="Cambria Math" panose="02040503050406030204" pitchFamily="18" charset="0"/>
                    <a:cs typeface="+mn-cs"/>
                  </a:rPr>
                  <a:t>*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endParaRPr lang="en-AU" i="1" dirty="0">
                  <a:ea typeface="+mn-ea"/>
                  <a:cs typeface="+mn-cs"/>
                </a:endParaRP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We define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0</a:t>
                </a:r>
                <a:r>
                  <a:rPr lang="en-US" i="1" dirty="0">
                    <a:ea typeface="+mn-ea"/>
                    <a:cs typeface="+mn-cs"/>
                  </a:rPr>
                  <a:t> =  e </a:t>
                </a:r>
                <a:r>
                  <a:rPr lang="en-US" dirty="0">
                    <a:ea typeface="+mn-ea"/>
                    <a:cs typeface="+mn-cs"/>
                  </a:rPr>
                  <a:t>as the identity element, and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-n</a:t>
                </a:r>
                <a:r>
                  <a:rPr lang="en-US" i="1" dirty="0">
                    <a:ea typeface="+mn-ea"/>
                    <a:cs typeface="+mn-cs"/>
                  </a:rPr>
                  <a:t> =  (a</a:t>
                </a:r>
                <a:r>
                  <a:rPr lang="en-US" baseline="30000" dirty="0">
                    <a:ea typeface="+mn-ea"/>
                    <a:cs typeface="+mn-cs"/>
                  </a:rPr>
                  <a:t>’</a:t>
                </a:r>
                <a:r>
                  <a:rPr lang="en-US" dirty="0">
                    <a:ea typeface="+mn-ea"/>
                    <a:cs typeface="+mn-cs"/>
                  </a:rPr>
                  <a:t>)</a:t>
                </a:r>
                <a:r>
                  <a:rPr lang="en-US" i="1" baseline="30000" dirty="0">
                    <a:ea typeface="+mn-ea"/>
                    <a:cs typeface="+mn-cs"/>
                  </a:rPr>
                  <a:t>n</a:t>
                </a:r>
                <a:r>
                  <a:rPr lang="en-US" dirty="0">
                    <a:ea typeface="+mn-ea"/>
                    <a:cs typeface="+mn-cs"/>
                  </a:rPr>
                  <a:t> , where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i="1" baseline="30000" dirty="0">
                    <a:ea typeface="+mn-ea"/>
                    <a:cs typeface="+mn-cs"/>
                  </a:rPr>
                  <a:t>’</a:t>
                </a:r>
                <a:r>
                  <a:rPr lang="en-US" dirty="0">
                    <a:ea typeface="+mn-ea"/>
                    <a:cs typeface="+mn-cs"/>
                  </a:rPr>
                  <a:t> is the inverse element of </a:t>
                </a:r>
                <a:r>
                  <a:rPr lang="en-US" i="1" dirty="0"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 within the group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A group </a:t>
                </a:r>
                <a:r>
                  <a:rPr lang="en-US" i="1" dirty="0">
                    <a:ea typeface="+mn-ea"/>
                    <a:cs typeface="+mn-cs"/>
                  </a:rPr>
                  <a:t>G</a:t>
                </a:r>
                <a:r>
                  <a:rPr lang="en-US" dirty="0">
                    <a:ea typeface="+mn-ea"/>
                    <a:cs typeface="+mn-cs"/>
                  </a:rPr>
                  <a:t> is </a:t>
                </a:r>
                <a:r>
                  <a:rPr lang="en-US" b="1" dirty="0">
                    <a:ea typeface="+mn-ea"/>
                    <a:cs typeface="+mn-cs"/>
                  </a:rPr>
                  <a:t>cyclic</a:t>
                </a:r>
                <a:r>
                  <a:rPr lang="en-US" dirty="0">
                    <a:ea typeface="+mn-ea"/>
                    <a:cs typeface="+mn-cs"/>
                  </a:rPr>
                  <a:t> if every element of </a:t>
                </a:r>
                <a:r>
                  <a:rPr lang="en-US" i="1" dirty="0">
                    <a:ea typeface="+mn-ea"/>
                    <a:cs typeface="+mn-cs"/>
                  </a:rPr>
                  <a:t>G</a:t>
                </a:r>
                <a:r>
                  <a:rPr lang="en-US" dirty="0">
                    <a:ea typeface="+mn-ea"/>
                    <a:cs typeface="+mn-cs"/>
                  </a:rPr>
                  <a:t> is a power </a:t>
                </a:r>
                <a:r>
                  <a:rPr lang="en-US" i="1" dirty="0" err="1">
                    <a:ea typeface="+mn-ea"/>
                    <a:cs typeface="+mn-cs"/>
                  </a:rPr>
                  <a:t>a</a:t>
                </a:r>
                <a:r>
                  <a:rPr lang="en-US" i="1" baseline="30000" dirty="0" err="1">
                    <a:ea typeface="+mn-ea"/>
                    <a:cs typeface="+mn-cs"/>
                  </a:rPr>
                  <a:t>k</a:t>
                </a:r>
                <a:r>
                  <a:rPr lang="en-US" dirty="0">
                    <a:ea typeface="+mn-ea"/>
                    <a:cs typeface="+mn-cs"/>
                  </a:rPr>
                  <a:t>   (</a:t>
                </a:r>
                <a:r>
                  <a:rPr lang="en-US" i="1" dirty="0">
                    <a:ea typeface="+mn-ea"/>
                    <a:cs typeface="+mn-cs"/>
                  </a:rPr>
                  <a:t>k </a:t>
                </a:r>
                <a:r>
                  <a:rPr lang="en-US" dirty="0">
                    <a:ea typeface="+mn-ea"/>
                    <a:cs typeface="+mn-cs"/>
                  </a:rPr>
                  <a:t>is an integer) of a fixed element </a:t>
                </a:r>
                <a:r>
                  <a:rPr lang="en-US" dirty="0"/>
                  <a:t> </a:t>
                </a:r>
                <a:r>
                  <a:rPr lang="en-US" i="1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i="1" dirty="0"/>
                  <a:t> G</a:t>
                </a:r>
                <a:endParaRPr lang="en-US" i="1" dirty="0">
                  <a:ea typeface="+mn-ea"/>
                  <a:cs typeface="+mn-cs"/>
                </a:endParaRP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The element </a:t>
                </a:r>
                <a:r>
                  <a:rPr lang="en-US" b="1" i="1" dirty="0">
                    <a:solidFill>
                      <a:srgbClr val="FF0000"/>
                    </a:solidFill>
                    <a:ea typeface="+mn-ea"/>
                    <a:cs typeface="+mn-cs"/>
                  </a:rPr>
                  <a:t>a</a:t>
                </a:r>
                <a:r>
                  <a:rPr lang="en-US" dirty="0">
                    <a:ea typeface="+mn-ea"/>
                    <a:cs typeface="+mn-cs"/>
                  </a:rPr>
                  <a:t> is said to </a:t>
                </a:r>
                <a:r>
                  <a:rPr lang="en-US" b="1" dirty="0">
                    <a:ea typeface="+mn-ea"/>
                    <a:cs typeface="+mn-cs"/>
                  </a:rPr>
                  <a:t>generate</a:t>
                </a:r>
                <a:r>
                  <a:rPr lang="en-US" dirty="0">
                    <a:ea typeface="+mn-ea"/>
                    <a:cs typeface="+mn-cs"/>
                  </a:rPr>
                  <a:t> the group </a:t>
                </a:r>
                <a:r>
                  <a:rPr lang="en-US" i="1" dirty="0">
                    <a:ea typeface="+mn-ea"/>
                    <a:cs typeface="+mn-cs"/>
                  </a:rPr>
                  <a:t>G</a:t>
                </a:r>
                <a:r>
                  <a:rPr lang="en-US" dirty="0">
                    <a:ea typeface="+mn-ea"/>
                    <a:cs typeface="+mn-cs"/>
                  </a:rPr>
                  <a:t> or to be a </a:t>
                </a:r>
                <a:r>
                  <a:rPr lang="en-US" b="1" dirty="0">
                    <a:solidFill>
                      <a:srgbClr val="FF0000"/>
                    </a:solidFill>
                    <a:ea typeface="+mn-ea"/>
                    <a:cs typeface="+mn-cs"/>
                  </a:rPr>
                  <a:t>generator/primitive element</a:t>
                </a:r>
                <a:r>
                  <a:rPr lang="en-US" b="1" dirty="0">
                    <a:ea typeface="+mn-ea"/>
                    <a:cs typeface="+mn-cs"/>
                  </a:rPr>
                  <a:t> </a:t>
                </a:r>
                <a:r>
                  <a:rPr lang="en-US" dirty="0">
                    <a:ea typeface="+mn-ea"/>
                    <a:cs typeface="+mn-cs"/>
                  </a:rPr>
                  <a:t>of G</a:t>
                </a:r>
              </a:p>
              <a:p>
                <a:pPr fontAlgn="auto">
                  <a:spcAft>
                    <a:spcPts val="0"/>
                  </a:spcAft>
                  <a:buClr>
                    <a:schemeClr val="accent1">
                      <a:lumMod val="60000"/>
                      <a:lumOff val="40000"/>
                    </a:schemeClr>
                  </a:buClr>
                  <a:buFont typeface="Candara" pitchFamily="34" charset="0"/>
                  <a:buChar char="•"/>
                  <a:defRPr/>
                </a:pPr>
                <a:r>
                  <a:rPr lang="en-US" dirty="0">
                    <a:ea typeface="+mn-ea"/>
                    <a:cs typeface="+mn-cs"/>
                  </a:rPr>
                  <a:t>A cyclic group is always abelian and may be </a:t>
                </a:r>
                <a:r>
                  <a:rPr lang="en-US" u="sng" dirty="0">
                    <a:ea typeface="+mn-ea"/>
                    <a:cs typeface="+mn-cs"/>
                  </a:rPr>
                  <a:t>finite</a:t>
                </a:r>
                <a:r>
                  <a:rPr lang="en-US" dirty="0">
                    <a:ea typeface="+mn-ea"/>
                    <a:cs typeface="+mn-cs"/>
                  </a:rPr>
                  <a:t> or </a:t>
                </a:r>
                <a:r>
                  <a:rPr lang="en-US" u="sng" dirty="0">
                    <a:ea typeface="+mn-ea"/>
                    <a:cs typeface="+mn-cs"/>
                  </a:rPr>
                  <a:t>infinite</a:t>
                </a:r>
                <a:endParaRPr lang="en-AU" u="sng" dirty="0"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1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220" y="1762128"/>
                <a:ext cx="10094382" cy="4638675"/>
              </a:xfrm>
              <a:blipFill>
                <a:blip r:embed="rId6"/>
                <a:stretch>
                  <a:fillRect l="-1384" t="-2452" r="-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696"/>
    </mc:Choice>
    <mc:Fallback xmlns="">
      <p:transition spd="slow" advTm="1296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  <p:extLst>
    <p:ext uri="{3A86A75C-4F4B-4683-9AE1-C65F6400EC91}">
      <p14:laserTraceLst xmlns:p14="http://schemas.microsoft.com/office/powerpoint/2010/main">
        <p14:tracePtLst>
          <p14:tracePt t="6127" x="10525125" y="2101850"/>
          <p14:tracePt t="6137" x="10579100" y="2054225"/>
          <p14:tracePt t="6144" x="10653713" y="2027238"/>
          <p14:tracePt t="6154" x="10742613" y="1973263"/>
          <p14:tracePt t="6160" x="10912475" y="1857375"/>
          <p14:tracePt t="6171" x="11158538" y="1728788"/>
          <p14:tracePt t="6177" x="11430000" y="1565275"/>
          <p14:tracePt t="6188" x="11715750" y="1408113"/>
          <p14:tracePt t="6194" x="12049125" y="1265238"/>
          <p14:tracePt t="7570" x="7000875" y="4054475"/>
          <p14:tracePt t="7570" x="7102475" y="3967163"/>
          <p14:tracePt t="7570" x="7232650" y="3851275"/>
          <p14:tracePt t="7570" x="7388225" y="3756025"/>
          <p14:tracePt t="7570" x="7566025" y="3625850"/>
          <p14:tracePt t="7570" x="7777163" y="3497263"/>
          <p14:tracePt t="7570" x="8164513" y="3217863"/>
          <p14:tracePt t="7570" x="8586788" y="2973388"/>
          <p14:tracePt t="7570" x="9015413" y="2735263"/>
          <p14:tracePt t="7570" x="9790113" y="2312988"/>
          <p14:tracePt t="7570" x="9932988" y="2244725"/>
          <p14:tracePt t="7570" x="10063163" y="2184400"/>
          <p14:tracePt t="7570" x="10280650" y="2081213"/>
          <p14:tracePt t="7570" x="10450513" y="2000250"/>
          <p14:tracePt t="7570" x="10593388" y="1925638"/>
          <p14:tracePt t="7570" x="10694988" y="1884363"/>
          <p14:tracePt t="7570" x="10721975" y="1884363"/>
          <p14:tracePt t="7570" x="10756900" y="1836738"/>
          <p14:tracePt t="7570" x="10796588" y="1782763"/>
          <p14:tracePt t="7570" x="10837863" y="1708150"/>
          <p14:tracePt t="7570" x="10899775" y="1639888"/>
          <p14:tracePt t="7570" x="11015663" y="1509713"/>
          <p14:tracePt t="7570" x="11117263" y="1381125"/>
          <p14:tracePt t="7570" x="11245850" y="1252538"/>
          <p14:tracePt t="7570" x="11301413" y="1190625"/>
          <p14:tracePt t="7570" x="11415713" y="1074738"/>
          <p14:tracePt t="7570" x="11518900" y="993775"/>
          <p14:tracePt t="7570" x="11599863" y="919163"/>
          <p14:tracePt t="7570" x="11674475" y="863600"/>
          <p14:tracePt t="7570" x="11742738" y="803275"/>
          <p14:tracePt t="7570" x="11804650" y="776288"/>
          <p14:tracePt t="7570" x="11858625" y="747713"/>
          <p14:tracePt t="7570" x="11906250" y="720725"/>
          <p14:tracePt t="7570" x="11920538" y="708025"/>
          <p14:tracePt t="7570" x="11960225" y="687388"/>
          <p14:tracePt t="7570" x="11987213" y="673100"/>
          <p14:tracePt t="7570" x="12022138" y="660400"/>
          <p14:tracePt t="7570" x="12049125" y="646113"/>
          <p14:tracePt t="7570" x="12063413" y="646113"/>
          <p14:tracePt t="7570" x="12076113" y="633413"/>
          <p14:tracePt t="7570" x="12090400" y="619125"/>
          <p14:tracePt t="7570" x="12103100" y="619125"/>
          <p14:tracePt t="7570" x="12117388" y="604838"/>
          <p14:tracePt t="7570" x="12138025" y="592138"/>
          <p14:tracePt t="7570" x="12165013" y="577850"/>
          <p14:tracePt t="7570" x="12177713" y="557213"/>
          <p14:tracePt t="7801" x="11483975" y="347663"/>
          <p14:tracePt t="7808" x="11028363" y="708025"/>
          <p14:tracePt t="7816" x="10614025" y="1020763"/>
          <p14:tracePt t="7825" x="10436225" y="1163638"/>
          <p14:tracePt t="7833" x="10137775" y="1435100"/>
          <p14:tracePt t="7841" x="9864725" y="1681163"/>
          <p14:tracePt t="7849" x="9777413" y="1755775"/>
          <p14:tracePt t="7859" x="9620250" y="1898650"/>
          <p14:tracePt t="7866" x="9572625" y="1938338"/>
          <p14:tracePt t="7877" x="9402763" y="2101850"/>
          <p14:tracePt t="7887" x="9388475" y="2128838"/>
          <p14:tracePt t="7900" x="9313863" y="2232025"/>
          <p14:tracePt t="16207" x="9301163" y="2232025"/>
          <p14:tracePt t="16215" x="9286875" y="2232025"/>
          <p14:tracePt t="16223" x="9259888" y="2232025"/>
          <p14:tracePt t="16232" x="9218613" y="2232025"/>
          <p14:tracePt t="16241" x="9185275" y="2244725"/>
          <p14:tracePt t="16249" x="9129713" y="2244725"/>
          <p14:tracePt t="16256" x="9090025" y="2259013"/>
          <p14:tracePt t="16264" x="9042400" y="2259013"/>
          <p14:tracePt t="16272" x="8986838" y="2271713"/>
          <p14:tracePt t="16286" x="8926513" y="2286000"/>
          <p14:tracePt t="16297" x="8899525" y="2286000"/>
          <p14:tracePt t="16298" x="8858250" y="2286000"/>
          <p14:tracePt t="16309" x="8810625" y="2300288"/>
          <p14:tracePt t="16322" x="8769350" y="2300288"/>
          <p14:tracePt t="16323" x="8756650" y="2312988"/>
          <p14:tracePt t="16331" x="8742363" y="2312988"/>
          <p14:tracePt t="16343" x="8729663" y="2312988"/>
          <p14:tracePt t="16349" x="8715375" y="2312988"/>
          <p14:tracePt t="16371" x="8694738" y="2312988"/>
          <p14:tracePt t="17361" x="8667750" y="2312988"/>
          <p14:tracePt t="17371" x="8640763" y="2312988"/>
          <p14:tracePt t="17378" x="8599488" y="2312988"/>
          <p14:tracePt t="17386" x="8551863" y="2312988"/>
          <p14:tracePt t="17395" x="8510588" y="2312988"/>
          <p14:tracePt t="17403" x="8483600" y="2312988"/>
          <p14:tracePt t="17412" x="8456613" y="2312988"/>
          <p14:tracePt t="17419" x="8408988" y="2312988"/>
          <p14:tracePt t="17427" x="8382000" y="2312988"/>
          <p14:tracePt t="17435" x="8355013" y="2300288"/>
          <p14:tracePt t="17444" x="8328025" y="2300288"/>
          <p14:tracePt t="17452" x="8307388" y="2300288"/>
          <p14:tracePt t="17461" x="8293100" y="2300288"/>
          <p14:tracePt t="17477" x="8280400" y="2300288"/>
          <p14:tracePt t="17494" x="8280400" y="2286000"/>
          <p14:tracePt t="17517" x="8266113" y="2286000"/>
          <p14:tracePt t="17746" x="8253413" y="2286000"/>
          <p14:tracePt t="17762" x="8239125" y="2286000"/>
          <p14:tracePt t="17773" x="8224838" y="2286000"/>
          <p14:tracePt t="17787" x="8212138" y="2286000"/>
          <p14:tracePt t="17797" x="8197850" y="2286000"/>
          <p14:tracePt t="17805" x="8177213" y="2286000"/>
          <p14:tracePt t="17812" x="8177213" y="2271713"/>
          <p14:tracePt t="17821" x="8164513" y="2271713"/>
          <p14:tracePt t="17828" x="8150225" y="2271713"/>
          <p14:tracePt t="17845" x="8137525" y="2271713"/>
          <p14:tracePt t="17861" x="8123238" y="2271713"/>
          <p14:tracePt t="17877" x="8110538" y="2259013"/>
          <p14:tracePt t="17887" x="8096250" y="2259013"/>
          <p14:tracePt t="17896" x="8081963" y="2259013"/>
          <p14:tracePt t="17903" x="8069263" y="2259013"/>
          <p14:tracePt t="17918" x="8048625" y="2259013"/>
          <p14:tracePt t="17928" x="8034338" y="2259013"/>
          <p14:tracePt t="17936" x="8021638" y="2259013"/>
          <p14:tracePt t="17945" x="8021638" y="2244725"/>
          <p14:tracePt t="17952" x="8007350" y="2244725"/>
          <p14:tracePt t="17960" x="7994650" y="2244725"/>
          <p14:tracePt t="17969" x="7980363" y="2244725"/>
          <p14:tracePt t="17985" x="7967663" y="2244725"/>
          <p14:tracePt t="18002" x="7953375" y="2244725"/>
          <p14:tracePt t="18009" x="7953375" y="2232025"/>
          <p14:tracePt t="20375" x="7932738" y="2232025"/>
          <p14:tracePt t="20399" x="7920038" y="2232025"/>
          <p14:tracePt t="20423" x="7905750" y="2232025"/>
          <p14:tracePt t="20554" x="7891463" y="2232025"/>
          <p14:tracePt t="20578" x="7891463" y="2244725"/>
          <p14:tracePt t="20588" x="7878763" y="2244725"/>
          <p14:tracePt t="20612" x="7864475" y="2244725"/>
          <p14:tracePt t="20636" x="7851775" y="2244725"/>
          <p14:tracePt t="20669" x="7837488" y="2259013"/>
          <p14:tracePt t="20693" x="7824788" y="2259013"/>
          <p14:tracePt t="20710" x="7804150" y="2259013"/>
          <p14:tracePt t="20719" x="7804150" y="2271713"/>
          <p14:tracePt t="20735" x="7789863" y="2271713"/>
          <p14:tracePt t="20759" x="7777163" y="2271713"/>
          <p14:tracePt t="20792" x="7762875" y="2271713"/>
          <p14:tracePt t="20800" x="7762875" y="2286000"/>
          <p14:tracePt t="20824" x="7748588" y="2286000"/>
          <p14:tracePt t="20947" x="7735888" y="2286000"/>
          <p14:tracePt t="21004" x="7721600" y="2300288"/>
          <p14:tracePt t="21021" x="7708900" y="2300288"/>
          <p14:tracePt t="21037" x="7694613" y="2300288"/>
          <p14:tracePt t="21062" x="7694613" y="2312988"/>
          <p14:tracePt t="21071" x="7673975" y="2312988"/>
          <p14:tracePt t="22462" x="7646988" y="2312988"/>
          <p14:tracePt t="22471" x="7605713" y="2312988"/>
          <p14:tracePt t="22478" x="7566025" y="2312988"/>
          <p14:tracePt t="22488" x="7491413" y="2300288"/>
          <p14:tracePt t="22495" x="7450138" y="2300288"/>
          <p14:tracePt t="22503" x="7388225" y="2286000"/>
          <p14:tracePt t="22512" x="7334250" y="2286000"/>
          <p14:tracePt t="22520" x="7307263" y="2286000"/>
          <p14:tracePt t="22528" x="7259638" y="2271713"/>
          <p14:tracePt t="22537" x="7205663" y="2259013"/>
          <p14:tracePt t="22550" x="7158038" y="2259013"/>
          <p14:tracePt t="22558" x="7129463" y="2244725"/>
          <p14:tracePt t="22570" x="7089775" y="2244725"/>
          <p14:tracePt t="22571" x="7062788" y="2232025"/>
          <p14:tracePt t="22584" x="7027863" y="2232025"/>
          <p14:tracePt t="22585" x="7000875" y="2211388"/>
          <p14:tracePt t="22593" x="6973888" y="2211388"/>
          <p14:tracePt t="22604" x="6959600" y="2197100"/>
          <p14:tracePt t="22616" x="6932613" y="2197100"/>
          <p14:tracePt t="22623" x="6899275" y="2184400"/>
          <p14:tracePt t="22634" x="6858000" y="2184400"/>
          <p14:tracePt t="22643" x="6831013" y="2170113"/>
          <p14:tracePt t="22652" x="6804025" y="2170113"/>
          <p14:tracePt t="22660" x="6783388" y="2170113"/>
          <p14:tracePt t="22668" x="6756400" y="2170113"/>
          <p14:tracePt t="22677" x="6742113" y="2157413"/>
          <p14:tracePt t="22686" x="6715125" y="2157413"/>
          <p14:tracePt t="22694" x="6688138" y="2157413"/>
          <p14:tracePt t="22702" x="6640513" y="2157413"/>
          <p14:tracePt t="22711" x="6613525" y="2157413"/>
          <p14:tracePt t="22717" x="6572250" y="2157413"/>
          <p14:tracePt t="22726" x="6524625" y="2157413"/>
          <p14:tracePt t="22735" x="6470650" y="2157413"/>
          <p14:tracePt t="22744" x="6443663" y="2157413"/>
          <p14:tracePt t="22751" x="6381750" y="2157413"/>
          <p14:tracePt t="22760" x="6340475" y="2157413"/>
          <p14:tracePt t="22767" x="6300788" y="2170113"/>
          <p14:tracePt t="22777" x="6238875" y="2170113"/>
          <p14:tracePt t="22785" x="6197600" y="2170113"/>
          <p14:tracePt t="22793" x="6137275" y="2170113"/>
          <p14:tracePt t="22801" x="6096000" y="2170113"/>
          <p14:tracePt t="22809" x="6081713" y="2170113"/>
          <p14:tracePt t="22818" x="6042025" y="2170113"/>
          <p14:tracePt t="22826" x="5994400" y="2170113"/>
          <p14:tracePt t="22835" x="5967413" y="2170113"/>
          <p14:tracePt t="22844" x="5938838" y="2170113"/>
          <p14:tracePt t="22852" x="5926138" y="2157413"/>
          <p14:tracePt t="22861" x="5891213" y="2157413"/>
          <p14:tracePt t="22868" x="5891213" y="2143125"/>
          <p14:tracePt t="22880" x="5878513" y="2143125"/>
          <p14:tracePt t="22897" x="5864225" y="2143125"/>
          <p14:tracePt t="23191" x="5837238" y="2143125"/>
          <p14:tracePt t="23200" x="5824538" y="2143125"/>
          <p14:tracePt t="23211" x="5810250" y="2143125"/>
          <p14:tracePt t="23217" x="5783263" y="2157413"/>
          <p14:tracePt t="23230" x="5748338" y="2170113"/>
          <p14:tracePt t="23235" x="5735638" y="2184400"/>
          <p14:tracePt t="23244" x="5721350" y="2184400"/>
          <p14:tracePt t="23253" x="5721350" y="2197100"/>
          <p14:tracePt t="23260" x="5708650" y="2211388"/>
          <p14:tracePt t="23276" x="5694363" y="2232025"/>
          <p14:tracePt t="23286" x="5694363" y="2244725"/>
          <p14:tracePt t="23293" x="5694363" y="2259013"/>
          <p14:tracePt t="23305" x="5694363" y="2271713"/>
          <p14:tracePt t="23306" x="5694363" y="2286000"/>
          <p14:tracePt t="23315" x="5694363" y="2300288"/>
          <p14:tracePt t="23324" x="5694363" y="2327275"/>
          <p14:tracePt t="23335" x="5694363" y="2339975"/>
          <p14:tracePt t="23341" x="5694363" y="2360613"/>
          <p14:tracePt t="23348" x="5694363" y="2374900"/>
          <p14:tracePt t="23357" x="5694363" y="2387600"/>
          <p14:tracePt t="23364" x="5694363" y="2401888"/>
          <p14:tracePt t="23383" x="5694363" y="2414588"/>
          <p14:tracePt t="23404" x="5694363" y="2428875"/>
          <p14:tracePt t="23436" x="5708650" y="2428875"/>
          <p14:tracePt t="23763" x="5721350" y="2428875"/>
          <p14:tracePt t="23788" x="5735638" y="2428875"/>
          <p14:tracePt t="23821" x="5748338" y="2428875"/>
          <p14:tracePt t="23845" x="5762625" y="2428875"/>
          <p14:tracePt t="23870" x="5783263" y="2428875"/>
          <p14:tracePt t="23886" x="5783263" y="2443163"/>
          <p14:tracePt t="23903" x="5795963" y="2443163"/>
          <p14:tracePt t="23935" x="5810250" y="2443163"/>
          <p14:tracePt t="24025" x="5824538" y="2443163"/>
          <p14:tracePt t="24353" x="5837238" y="2443163"/>
          <p14:tracePt t="24369" x="5837238" y="2428875"/>
          <p14:tracePt t="24394" x="5851525" y="2428875"/>
          <p14:tracePt t="24525" x="5851525" y="2414588"/>
          <p14:tracePt t="24664" x="5864225" y="2414588"/>
          <p14:tracePt t="24680" x="5864225" y="2401888"/>
          <p14:tracePt t="24713" x="5878513" y="2401888"/>
          <p14:tracePt t="25008" x="5878513" y="2387600"/>
          <p14:tracePt t="25032" x="5878513" y="2374900"/>
          <p14:tracePt t="25044" x="5878513" y="2360613"/>
          <p14:tracePt t="25058" x="5878513" y="2339975"/>
          <p14:tracePt t="25065" x="5878513" y="2327275"/>
          <p14:tracePt t="25074" x="5878513" y="2312988"/>
          <p14:tracePt t="25083" x="5864225" y="2300288"/>
          <p14:tracePt t="25098" x="5864225" y="2286000"/>
          <p14:tracePt t="25108" x="5851525" y="2271713"/>
          <p14:tracePt t="25155" x="5837238" y="2271713"/>
          <p14:tracePt t="25180" x="5824538" y="2271713"/>
          <p14:tracePt t="25197" x="5810250" y="2271713"/>
          <p14:tracePt t="25206" x="5795963" y="2271713"/>
          <p14:tracePt t="25222" x="5783263" y="2271713"/>
          <p14:tracePt t="25238" x="5762625" y="2286000"/>
          <p14:tracePt t="25254" x="5762625" y="2300288"/>
          <p14:tracePt t="25287" x="5762625" y="2312988"/>
          <p14:tracePt t="25311" x="5762625" y="2327275"/>
          <p14:tracePt t="25321" x="5762625" y="2339975"/>
          <p14:tracePt t="25330" x="5762625" y="2360613"/>
          <p14:tracePt t="25346" x="5762625" y="2374900"/>
          <p14:tracePt t="25352" x="5762625" y="2387600"/>
          <p14:tracePt t="25363" x="5762625" y="2401888"/>
          <p14:tracePt t="25378" x="5762625" y="2414588"/>
          <p14:tracePt t="25401" x="5762625" y="2428875"/>
          <p14:tracePt t="25442" x="5762625" y="2443163"/>
          <p14:tracePt t="25540" x="5783263" y="2443163"/>
          <p14:tracePt t="25573" x="5795963" y="2443163"/>
          <p14:tracePt t="25614" x="5810250" y="2443163"/>
          <p14:tracePt t="25687" x="5810250" y="2428875"/>
          <p14:tracePt t="25712" x="5824538" y="2428875"/>
          <p14:tracePt t="25737" x="5824538" y="2414588"/>
          <p14:tracePt t="25835" x="5837238" y="2414588"/>
          <p14:tracePt t="25875" x="5837238" y="2401888"/>
          <p14:tracePt t="25941" x="5837238" y="2387600"/>
          <p14:tracePt t="25958" x="5851525" y="2374900"/>
          <p14:tracePt t="25966" x="5851525" y="2360613"/>
          <p14:tracePt t="25974" x="5864225" y="2360613"/>
          <p14:tracePt t="25983" x="5864225" y="2339975"/>
          <p14:tracePt t="25992" x="5878513" y="2339975"/>
          <p14:tracePt t="25999" x="5891213" y="2327275"/>
          <p14:tracePt t="26007" x="5891213" y="2312988"/>
          <p14:tracePt t="26025" x="5911850" y="2312988"/>
          <p14:tracePt t="26040" x="5926138" y="2300288"/>
          <p14:tracePt t="26064" x="5938838" y="2300288"/>
          <p14:tracePt t="26105" x="5953125" y="2300288"/>
          <p14:tracePt t="26115" x="5953125" y="2286000"/>
          <p14:tracePt t="26137" x="5967413" y="2271713"/>
          <p14:tracePt t="26155" x="5980113" y="2271713"/>
          <p14:tracePt t="26164" x="5980113" y="2259013"/>
          <p14:tracePt t="26174" x="5994400" y="2244725"/>
          <p14:tracePt t="26189" x="6007100" y="2232025"/>
          <p14:tracePt t="26207" x="6007100" y="2211388"/>
          <p14:tracePt t="26224" x="6021388" y="2211388"/>
          <p14:tracePt t="26237" x="6021388" y="2197100"/>
          <p14:tracePt t="26334" x="6021388" y="2211388"/>
          <p14:tracePt t="26359" x="6021388" y="2232025"/>
          <p14:tracePt t="26399" x="6021388" y="2244725"/>
          <p14:tracePt t="26473" x="6042025" y="2244725"/>
          <p14:tracePt t="26506" x="6054725" y="2244725"/>
          <p14:tracePt t="26834" x="6069013" y="2244725"/>
          <p14:tracePt t="26842" x="6096000" y="2244725"/>
          <p14:tracePt t="26850" x="6110288" y="2259013"/>
          <p14:tracePt t="26860" x="6149975" y="2271713"/>
          <p14:tracePt t="26867" x="6170613" y="2286000"/>
          <p14:tracePt t="26875" x="6197600" y="2300288"/>
          <p14:tracePt t="26886" x="6238875" y="2312988"/>
          <p14:tracePt t="26891" x="6265863" y="2327275"/>
          <p14:tracePt t="26903" x="6300788" y="2339975"/>
          <p14:tracePt t="26916" x="6313488" y="2360613"/>
          <p14:tracePt t="26917" x="6327775" y="2360613"/>
          <p14:tracePt t="26924" x="6340475" y="2374900"/>
          <p14:tracePt t="26937" x="6354763" y="2374900"/>
          <p14:tracePt t="26948" x="6354763" y="2387600"/>
          <p14:tracePt t="26949" x="6367463" y="2387600"/>
          <p14:tracePt t="26974" x="6367463" y="2401888"/>
          <p14:tracePt t="27276" x="6367463" y="2414588"/>
          <p14:tracePt t="27292" x="6381750" y="2414588"/>
          <p14:tracePt t="27316" x="6381750" y="2428875"/>
          <p14:tracePt t="27481" x="6396038" y="2428875"/>
          <p14:tracePt t="27513" x="6408738" y="2428875"/>
          <p14:tracePt t="27587" x="6408738" y="2414588"/>
          <p14:tracePt t="27628" x="6396038" y="2414588"/>
          <p14:tracePt t="27644" x="6381750" y="2414588"/>
          <p14:tracePt t="27661" x="6367463" y="2414588"/>
          <p14:tracePt t="27693" x="6354763" y="2414588"/>
          <p14:tracePt t="27743" x="6354763" y="2428875"/>
          <p14:tracePt t="27759" x="6354763" y="2443163"/>
          <p14:tracePt t="27783" x="6354763" y="2455863"/>
          <p14:tracePt t="27808" x="6367463" y="2470150"/>
          <p14:tracePt t="27849" x="6381750" y="2470150"/>
          <p14:tracePt t="27874" x="6381750" y="2455863"/>
          <p14:tracePt t="27884" x="6396038" y="2455863"/>
          <p14:tracePt t="27899" x="6396038" y="2443163"/>
          <p14:tracePt t="27906" x="6408738" y="2443163"/>
          <p14:tracePt t="27916" x="6429375" y="2443163"/>
          <p14:tracePt t="27934" x="6429375" y="2428875"/>
          <p14:tracePt t="27948" x="6443663" y="2428875"/>
          <p14:tracePt t="28119" x="6456363" y="2428875"/>
          <p14:tracePt t="28128" x="6470650" y="2428875"/>
          <p14:tracePt t="28137" x="6483350" y="2428875"/>
          <p14:tracePt t="28143" x="6497638" y="2428875"/>
          <p14:tracePt t="28153" x="6510338" y="2428875"/>
          <p14:tracePt t="28160" x="6524625" y="2428875"/>
          <p14:tracePt t="28170" x="6545263" y="2428875"/>
          <p14:tracePt t="28177" x="6557963" y="2428875"/>
          <p14:tracePt t="28185" x="6572250" y="2428875"/>
          <p14:tracePt t="28197" x="6586538" y="2428875"/>
          <p14:tracePt t="28218" x="6599238" y="2428875"/>
          <p14:tracePt t="28561" x="6613525" y="2428875"/>
          <p14:tracePt t="28569" x="6626225" y="2428875"/>
          <p14:tracePt t="28578" x="6653213" y="2443163"/>
          <p14:tracePt t="28586" x="6673850" y="2455863"/>
          <p14:tracePt t="28594" x="6700838" y="2470150"/>
          <p14:tracePt t="28603" x="6715125" y="2470150"/>
          <p14:tracePt t="28611" x="6729413" y="2490788"/>
          <p14:tracePt t="28619" x="6742113" y="2490788"/>
          <p14:tracePt t="28628" x="6742113" y="2503488"/>
          <p14:tracePt t="28643" x="6756400" y="2503488"/>
          <p14:tracePt t="28913" x="6769100" y="2503488"/>
          <p14:tracePt t="29241" x="6783388" y="2503488"/>
          <p14:tracePt t="29257" x="6804025" y="2503488"/>
          <p14:tracePt t="29266" x="6816725" y="2503488"/>
          <p14:tracePt t="29282" x="6831013" y="2503488"/>
          <p14:tracePt t="29299" x="6843713" y="2503488"/>
          <p14:tracePt t="29314" x="6858000" y="2503488"/>
          <p14:tracePt t="29331" x="6872288" y="2503488"/>
          <p14:tracePt t="29363" x="6884988" y="2503488"/>
          <p14:tracePt t="29404" x="6899275" y="2503488"/>
          <p14:tracePt t="29437" x="6911975" y="2503488"/>
          <p14:tracePt t="29446" x="6932613" y="2503488"/>
          <p14:tracePt t="29462" x="6946900" y="2503488"/>
          <p14:tracePt t="29478" x="6959600" y="2503488"/>
          <p14:tracePt t="29494" x="6973888" y="2503488"/>
          <p14:tracePt t="29519" x="6986588" y="2503488"/>
          <p14:tracePt t="29544" x="7000875" y="2503488"/>
          <p14:tracePt t="29592" x="7015163" y="2503488"/>
          <p14:tracePt t="30084" x="7027863" y="2503488"/>
          <p14:tracePt t="30093" x="7042150" y="2503488"/>
          <p14:tracePt t="30100" x="7062788" y="2503488"/>
          <p14:tracePt t="30109" x="7089775" y="2503488"/>
          <p14:tracePt t="30117" x="7102475" y="2503488"/>
          <p14:tracePt t="30125" x="7129463" y="2503488"/>
          <p14:tracePt t="30134" x="7158038" y="2503488"/>
          <p14:tracePt t="30141" x="7170738" y="2503488"/>
          <p14:tracePt t="30150" x="7191375" y="2503488"/>
          <p14:tracePt t="30167" x="7205663" y="2490788"/>
          <p14:tracePt t="30182" x="7218363" y="2490788"/>
          <p14:tracePt t="30215" x="7218363" y="2470150"/>
          <p14:tracePt t="30248" x="7218363" y="2455863"/>
          <p14:tracePt t="30264" x="7218363" y="2443163"/>
          <p14:tracePt t="30280" x="7205663" y="2443163"/>
          <p14:tracePt t="30290" x="7191375" y="2428875"/>
          <p14:tracePt t="30297" x="7191375" y="2414588"/>
          <p14:tracePt t="30306" x="7170738" y="2414588"/>
          <p14:tracePt t="30313" x="7158038" y="2401888"/>
          <p14:tracePt t="30331" x="7143750" y="2387600"/>
          <p14:tracePt t="30346" x="7129463" y="2387600"/>
          <p14:tracePt t="30357" x="7129463" y="2374900"/>
          <p14:tracePt t="30363" x="7116763" y="2374900"/>
          <p14:tracePt t="30444" x="7102475" y="2360613"/>
          <p14:tracePt t="30468" x="7089775" y="2339975"/>
          <p14:tracePt t="30479" x="7075488" y="2339975"/>
          <p14:tracePt t="30489" x="7062788" y="2327275"/>
          <p14:tracePt t="30494" x="7042150" y="2300288"/>
          <p14:tracePt t="30502" x="7015163" y="2286000"/>
          <p14:tracePt t="30510" x="6986588" y="2259013"/>
          <p14:tracePt t="30519" x="6959600" y="2244725"/>
          <p14:tracePt t="30528" x="6911975" y="2232025"/>
          <p14:tracePt t="30538" x="6872288" y="2211388"/>
          <p14:tracePt t="30546" x="6831013" y="2197100"/>
          <p14:tracePt t="30551" x="6816725" y="2197100"/>
          <p14:tracePt t="30560" x="6769100" y="2184400"/>
          <p14:tracePt t="30568" x="6742113" y="2184400"/>
          <p14:tracePt t="30576" x="6700838" y="2170113"/>
          <p14:tracePt t="30589" x="6673850" y="2170113"/>
          <p14:tracePt t="30596" x="6640513" y="2170113"/>
          <p14:tracePt t="30601" x="6626225" y="2170113"/>
          <p14:tracePt t="30611" x="6599238" y="2170113"/>
          <p14:tracePt t="30618" x="6586538" y="2170113"/>
          <p14:tracePt t="30628" x="6572250" y="2170113"/>
          <p14:tracePt t="30644" x="6557963" y="2184400"/>
          <p14:tracePt t="30650" x="6545263" y="2184400"/>
          <p14:tracePt t="30658" x="6524625" y="2184400"/>
          <p14:tracePt t="30668" x="6510338" y="2197100"/>
          <p14:tracePt t="30683" x="6497638" y="2197100"/>
          <p14:tracePt t="30691" x="6497638" y="2211388"/>
          <p14:tracePt t="30706" x="6483350" y="2211388"/>
          <p14:tracePt t="30715" x="6483350" y="2232025"/>
          <p14:tracePt t="30739" x="6483350" y="2244725"/>
          <p14:tracePt t="30780" x="6483350" y="2259013"/>
          <p14:tracePt t="30790" x="6483350" y="2271713"/>
          <p14:tracePt t="30798" x="6483350" y="2286000"/>
          <p14:tracePt t="30808" x="6483350" y="2300288"/>
          <p14:tracePt t="30816" x="6483350" y="2312988"/>
          <p14:tracePt t="30825" x="6497638" y="2327275"/>
          <p14:tracePt t="30831" x="6510338" y="2339975"/>
          <p14:tracePt t="30842" x="6524625" y="2374900"/>
          <p14:tracePt t="30848" x="6557963" y="2387600"/>
          <p14:tracePt t="30856" x="6586538" y="2414588"/>
          <p14:tracePt t="30864" x="6613525" y="2428875"/>
          <p14:tracePt t="30873" x="6653213" y="2443163"/>
          <p14:tracePt t="30884" x="6700838" y="2455863"/>
          <p14:tracePt t="30889" x="6729413" y="2455863"/>
          <p14:tracePt t="30897" x="6769100" y="2470150"/>
          <p14:tracePt t="30906" x="6831013" y="2470150"/>
          <p14:tracePt t="30913" x="6872288" y="2470150"/>
          <p14:tracePt t="30925" x="6899275" y="2470150"/>
          <p14:tracePt t="30930" x="6946900" y="2470150"/>
          <p14:tracePt t="30942" x="6973888" y="2455863"/>
          <p14:tracePt t="30947" x="7000875" y="2443163"/>
          <p14:tracePt t="30956" x="7027863" y="2443163"/>
          <p14:tracePt t="30965" x="7042150" y="2414588"/>
          <p14:tracePt t="30972" x="7062788" y="2401888"/>
          <p14:tracePt t="30984" x="7075488" y="2401888"/>
          <p14:tracePt t="30989" x="7075488" y="2387600"/>
          <p14:tracePt t="30998" x="7075488" y="2374900"/>
          <p14:tracePt t="31006" x="7089775" y="2374900"/>
          <p14:tracePt t="31017" x="7089775" y="2360613"/>
          <p14:tracePt t="31018" x="7089775" y="2339975"/>
          <p14:tracePt t="31028" x="7089775" y="2312988"/>
          <p14:tracePt t="31038" x="7062788" y="2300288"/>
          <p14:tracePt t="31045" x="7042150" y="2271713"/>
          <p14:tracePt t="31056" x="7015163" y="2259013"/>
          <p14:tracePt t="31061" x="6973888" y="2244725"/>
          <p14:tracePt t="31073" x="6932613" y="2232025"/>
          <p14:tracePt t="31078" x="6884988" y="2211388"/>
          <p14:tracePt t="31091" x="6858000" y="2211388"/>
          <p14:tracePt t="31092" x="6816725" y="2211388"/>
          <p14:tracePt t="31101" x="6769100" y="2211388"/>
          <p14:tracePt t="31110" x="6742113" y="2211388"/>
          <p14:tracePt t="31118" x="6715125" y="2211388"/>
          <p14:tracePt t="31127" x="6688138" y="2211388"/>
          <p14:tracePt t="31135" x="6673850" y="2211388"/>
          <p14:tracePt t="31143" x="6653213" y="2232025"/>
          <p14:tracePt t="31161" x="6640513" y="2244725"/>
          <p14:tracePt t="31176" x="6640513" y="2259013"/>
          <p14:tracePt t="31185" x="6640513" y="2271713"/>
          <p14:tracePt t="31194" x="6640513" y="2286000"/>
          <p14:tracePt t="31201" x="6640513" y="2300288"/>
          <p14:tracePt t="31210" x="6640513" y="2312988"/>
          <p14:tracePt t="31218" x="6640513" y="2327275"/>
          <p14:tracePt t="31225" x="6640513" y="2339975"/>
          <p14:tracePt t="31238" x="6640513" y="2360613"/>
          <p14:tracePt t="31239" x="6640513" y="2374900"/>
          <p14:tracePt t="31248" x="6653213" y="2374900"/>
          <p14:tracePt t="31258" x="6673850" y="2387600"/>
          <p14:tracePt t="31267" x="6700838" y="2387600"/>
          <p14:tracePt t="31276" x="6715125" y="2401888"/>
          <p14:tracePt t="31283" x="6729413" y="2401888"/>
          <p14:tracePt t="31291" x="6742113" y="2401888"/>
          <p14:tracePt t="31300" x="6756400" y="2401888"/>
          <p14:tracePt t="31308" x="6769100" y="2401888"/>
          <p14:tracePt t="31322" x="6783388" y="2401888"/>
          <p14:tracePt t="31331" x="6783388" y="2387600"/>
          <p14:tracePt t="31353" x="6783388" y="2374900"/>
          <p14:tracePt t="31369" x="6783388" y="2360613"/>
          <p14:tracePt t="31380" x="6783388" y="2339975"/>
          <p14:tracePt t="31390" x="6769100" y="2339975"/>
          <p14:tracePt t="31396" x="6756400" y="2327275"/>
          <p14:tracePt t="31408" x="6742113" y="2312988"/>
          <p14:tracePt t="31415" x="6715125" y="2300288"/>
          <p14:tracePt t="31425" x="6700838" y="2300288"/>
          <p14:tracePt t="31429" x="6688138" y="2286000"/>
          <p14:tracePt t="31442" x="6653213" y="2286000"/>
          <p14:tracePt t="31446" x="6640513" y="2271713"/>
          <p14:tracePt t="31458" x="6626225" y="2271713"/>
          <p14:tracePt t="31462" x="6613525" y="2271713"/>
          <p14:tracePt t="31475" x="6599238" y="2271713"/>
          <p14:tracePt t="31479" x="6586538" y="2271713"/>
          <p14:tracePt t="31494" x="6572250" y="2271713"/>
          <p14:tracePt t="31510" x="6557963" y="2271713"/>
          <p14:tracePt t="31533" x="6557963" y="2286000"/>
          <p14:tracePt t="31550" x="6557963" y="2300288"/>
          <p14:tracePt t="31565" x="6557963" y="2312988"/>
          <p14:tracePt t="31575" x="6557963" y="2327275"/>
          <p14:tracePt t="31584" x="6557963" y="2339975"/>
          <p14:tracePt t="31593" x="6557963" y="2360613"/>
          <p14:tracePt t="31607" x="6557963" y="2374900"/>
          <p14:tracePt t="31615" x="6572250" y="2387600"/>
          <p14:tracePt t="31640" x="6586538" y="2401888"/>
          <p14:tracePt t="31648" x="6599238" y="2401888"/>
          <p14:tracePt t="31672" x="6613525" y="2401888"/>
          <p14:tracePt t="31697" x="6626225" y="2401888"/>
          <p14:tracePt t="31706" x="6626225" y="2387600"/>
          <p14:tracePt t="31722" x="6626225" y="2374900"/>
          <p14:tracePt t="31731" x="6626225" y="2339975"/>
          <p14:tracePt t="31741" x="6626225" y="2327275"/>
          <p14:tracePt t="31748" x="6626225" y="2312988"/>
          <p14:tracePt t="31758" x="6613525" y="2300288"/>
          <p14:tracePt t="31764" x="6599238" y="2286000"/>
          <p14:tracePt t="31776" x="6586538" y="2259013"/>
          <p14:tracePt t="31782" x="6557963" y="2244725"/>
          <p14:tracePt t="31789" x="6545263" y="2244725"/>
          <p14:tracePt t="31798" x="6524625" y="2232025"/>
          <p14:tracePt t="31806" x="6497638" y="2232025"/>
          <p14:tracePt t="31817" x="6483350" y="2232025"/>
          <p14:tracePt t="31823" x="6470650" y="2232025"/>
          <p14:tracePt t="31832" x="6456363" y="2232025"/>
          <p14:tracePt t="31858" x="6443663" y="2244725"/>
          <p14:tracePt t="31865" x="6443663" y="2259013"/>
          <p14:tracePt t="31879" x="6443663" y="2271713"/>
          <p14:tracePt t="31892" x="6443663" y="2300288"/>
          <p14:tracePt t="31896" x="6443663" y="2312988"/>
          <p14:tracePt t="31909" x="6443663" y="2327275"/>
          <p14:tracePt t="31918" x="6443663" y="2339975"/>
          <p14:tracePt t="31929" x="6470650" y="2339975"/>
          <p14:tracePt t="31939" x="6483350" y="2360613"/>
          <p14:tracePt t="31946" x="6510338" y="2360613"/>
          <p14:tracePt t="31955" x="6545263" y="2360613"/>
          <p14:tracePt t="31963" x="6557963" y="2339975"/>
          <p14:tracePt t="31973" x="6586538" y="2327275"/>
          <p14:tracePt t="31978" x="6613525" y="2312988"/>
          <p14:tracePt t="31990" x="6626225" y="2286000"/>
          <p14:tracePt t="31995" x="6640513" y="2271713"/>
          <p14:tracePt t="32008" x="6640513" y="2244725"/>
          <p14:tracePt t="32009" x="6653213" y="2232025"/>
          <p14:tracePt t="32018" x="6653213" y="2211388"/>
          <p14:tracePt t="32028" x="6653213" y="2197100"/>
          <p14:tracePt t="32035" x="6653213" y="2184400"/>
          <p14:tracePt t="32045" x="6653213" y="2170113"/>
          <p14:tracePt t="32052" x="6653213" y="2157413"/>
          <p14:tracePt t="32062" x="6653213" y="2143125"/>
          <p14:tracePt t="32069" x="6640513" y="2143125"/>
          <p14:tracePt t="32076" x="6626225" y="2128838"/>
          <p14:tracePt t="32093" x="6599238" y="2128838"/>
          <p14:tracePt t="32102" x="6572250" y="2128838"/>
          <p14:tracePt t="32109" x="6545263" y="2128838"/>
          <p14:tracePt t="32119" x="6510338" y="2143125"/>
          <p14:tracePt t="32126" x="6483350" y="2170113"/>
          <p14:tracePt t="32136" x="6456363" y="2197100"/>
          <p14:tracePt t="32144" x="6443663" y="2211388"/>
          <p14:tracePt t="32151" x="6429375" y="2244725"/>
          <p14:tracePt t="32160" x="6396038" y="2286000"/>
          <p14:tracePt t="32170" x="6396038" y="2300288"/>
          <p14:tracePt t="32180" x="6381750" y="2327275"/>
          <p14:tracePt t="32185" x="6381750" y="2360613"/>
          <p14:tracePt t="32191" x="6381750" y="2374900"/>
          <p14:tracePt t="32200" x="6381750" y="2387600"/>
          <p14:tracePt t="32209" x="6381750" y="2401888"/>
          <p14:tracePt t="32218" x="6396038" y="2414588"/>
          <p14:tracePt t="32224" x="6408738" y="2428875"/>
          <p14:tracePt t="32236" x="6443663" y="2428875"/>
          <p14:tracePt t="32242" x="6483350" y="2443163"/>
          <p14:tracePt t="32249" x="6510338" y="2443163"/>
          <p14:tracePt t="32257" x="6545263" y="2443163"/>
          <p14:tracePt t="32267" x="6586538" y="2428875"/>
          <p14:tracePt t="32274" x="6599238" y="2414588"/>
          <p14:tracePt t="32283" x="6626225" y="2387600"/>
          <p14:tracePt t="32291" x="6653213" y="2374900"/>
          <p14:tracePt t="32299" x="6673850" y="2339975"/>
          <p14:tracePt t="32308" x="6688138" y="2312988"/>
          <p14:tracePt t="32318" x="6700838" y="2300288"/>
          <p14:tracePt t="32324" x="6715125" y="2271713"/>
          <p14:tracePt t="32338" x="6715125" y="2232025"/>
          <p14:tracePt t="32347" x="6715125" y="2211388"/>
          <p14:tracePt t="32357" x="6700838" y="2197100"/>
          <p14:tracePt t="32364" x="6688138" y="2184400"/>
          <p14:tracePt t="32375" x="6673850" y="2184400"/>
          <p14:tracePt t="32379" x="6640513" y="2170113"/>
          <p14:tracePt t="32392" x="6626225" y="2170113"/>
          <p14:tracePt t="32394" x="6599238" y="2170113"/>
          <p14:tracePt t="32402" x="6572250" y="2170113"/>
          <p14:tracePt t="32412" x="6557963" y="2170113"/>
          <p14:tracePt t="32422" x="6524625" y="2184400"/>
          <p14:tracePt t="32429" x="6497638" y="2197100"/>
          <p14:tracePt t="32436" x="6483350" y="2211388"/>
          <p14:tracePt t="32446" x="6470650" y="2244725"/>
          <p14:tracePt t="32457" x="6470650" y="2259013"/>
          <p14:tracePt t="32461" x="6456363" y="2286000"/>
          <p14:tracePt t="32474" x="6456363" y="2300288"/>
          <p14:tracePt t="32475" x="6456363" y="2327275"/>
          <p14:tracePt t="32484" x="6456363" y="2360613"/>
          <p14:tracePt t="32495" x="6456363" y="2374900"/>
          <p14:tracePt t="32503" x="6456363" y="2387600"/>
          <p14:tracePt t="32511" x="6470650" y="2414588"/>
          <p14:tracePt t="32519" x="6497638" y="2414588"/>
          <p14:tracePt t="32529" x="6545263" y="2428875"/>
          <p14:tracePt t="32536" x="6572250" y="2443163"/>
          <p14:tracePt t="32544" x="6599238" y="2443163"/>
          <p14:tracePt t="32553" x="6626225" y="2443163"/>
          <p14:tracePt t="32560" x="6653213" y="2428875"/>
          <p14:tracePt t="32569" x="6653213" y="2401888"/>
          <p14:tracePt t="32576" x="6673850" y="2387600"/>
          <p14:tracePt t="32589" x="6688138" y="2360613"/>
          <p14:tracePt t="32590" x="6700838" y="2327275"/>
          <p14:tracePt t="32600" x="6700838" y="2312988"/>
          <p14:tracePt t="32609" x="6700838" y="2286000"/>
          <p14:tracePt t="32618" x="6700838" y="2271713"/>
          <p14:tracePt t="32623" x="6700838" y="2259013"/>
          <p14:tracePt t="32634" x="6700838" y="2244725"/>
          <p14:tracePt t="32642" x="6688138" y="2232025"/>
          <p14:tracePt t="32652" x="6653213" y="2232025"/>
          <p14:tracePt t="32658" x="6640513" y="2211388"/>
          <p14:tracePt t="32667" x="6626225" y="2211388"/>
          <p14:tracePt t="32677" x="6599238" y="2211388"/>
          <p14:tracePt t="32682" x="6586538" y="2211388"/>
          <p14:tracePt t="32692" x="6572250" y="2211388"/>
          <p14:tracePt t="32698" x="6557963" y="2232025"/>
          <p14:tracePt t="32707" x="6545263" y="2244725"/>
          <p14:tracePt t="32718" x="6524625" y="2259013"/>
          <p14:tracePt t="32725" x="6510338" y="2271713"/>
          <p14:tracePt t="32742" x="6497638" y="2286000"/>
          <p14:tracePt t="32750" x="6497638" y="2300288"/>
          <p14:tracePt t="32758" x="6497638" y="2312988"/>
          <p14:tracePt t="32765" x="6497638" y="2327275"/>
          <p14:tracePt t="32775" x="6497638" y="2339975"/>
          <p14:tracePt t="32788" x="6524625" y="2360613"/>
          <p14:tracePt t="32797" x="6557963" y="2374900"/>
          <p14:tracePt t="32807" x="6586538" y="2374900"/>
          <p14:tracePt t="32814" x="6599238" y="2374900"/>
          <p14:tracePt t="32825" x="6626225" y="2374900"/>
          <p14:tracePt t="32829" x="6653213" y="2374900"/>
          <p14:tracePt t="32841" x="6673850" y="2360613"/>
          <p14:tracePt t="32846" x="6688138" y="2360613"/>
          <p14:tracePt t="32858" x="6700838" y="2339975"/>
          <p14:tracePt t="32863" x="6700838" y="2327275"/>
          <p14:tracePt t="32875" x="6700838" y="2312988"/>
          <p14:tracePt t="32876" x="6700838" y="2300288"/>
          <p14:tracePt t="32892" x="6700838" y="2286000"/>
          <p14:tracePt t="32900" x="6700838" y="2271713"/>
          <p14:tracePt t="32925" x="6700838" y="2259013"/>
          <p14:tracePt t="32933" x="6688138" y="2259013"/>
          <p14:tracePt t="32949" x="6673850" y="2259013"/>
          <p14:tracePt t="32966" x="6653213" y="2259013"/>
          <p14:tracePt t="33915" x="6653213" y="2271713"/>
          <p14:tracePt t="33923" x="6653213" y="2286000"/>
          <p14:tracePt t="33933" x="6653213" y="2300288"/>
          <p14:tracePt t="33942" x="6653213" y="2312988"/>
          <p14:tracePt t="33951" x="6673850" y="2327275"/>
          <p14:tracePt t="33961" x="6688138" y="2327275"/>
          <p14:tracePt t="33967" x="6700838" y="2339975"/>
          <p14:tracePt t="33977" x="6715125" y="2339975"/>
          <p14:tracePt t="33984" x="6729413" y="2360613"/>
          <p14:tracePt t="33995" x="6742113" y="2360613"/>
          <p14:tracePt t="33999" x="6769100" y="2360613"/>
          <p14:tracePt t="34010" x="6783388" y="2360613"/>
          <p14:tracePt t="34017" x="6804025" y="2339975"/>
          <p14:tracePt t="34031" x="6816725" y="2327275"/>
          <p14:tracePt t="34031" x="6831013" y="2312988"/>
          <p14:tracePt t="34043" x="6831013" y="2300288"/>
          <p14:tracePt t="34049" x="6831013" y="2271713"/>
          <p14:tracePt t="34057" x="6831013" y="2259013"/>
          <p14:tracePt t="34065" x="6831013" y="2244725"/>
          <p14:tracePt t="34077" x="6831013" y="2232025"/>
          <p14:tracePt t="34083" x="6816725" y="2211388"/>
          <p14:tracePt t="34091" x="6783388" y="2197100"/>
          <p14:tracePt t="34098" x="6756400" y="2197100"/>
          <p14:tracePt t="34107" x="6715125" y="2197100"/>
          <p14:tracePt t="34124" x="6673850" y="2197100"/>
          <p14:tracePt t="34131" x="6653213" y="2197100"/>
          <p14:tracePt t="34140" x="6626225" y="2211388"/>
          <p14:tracePt t="34147" x="6599238" y="2232025"/>
          <p14:tracePt t="34157" x="6586538" y="2244725"/>
          <p14:tracePt t="34165" x="6572250" y="2259013"/>
          <p14:tracePt t="34178" x="6572250" y="2271713"/>
          <p14:tracePt t="34179" x="6557963" y="2286000"/>
          <p14:tracePt t="34188" x="6557963" y="2300288"/>
          <p14:tracePt t="34205" x="6557963" y="2312988"/>
          <p14:tracePt t="34218" x="6557963" y="2327275"/>
          <p14:tracePt t="34229" x="6586538" y="2327275"/>
          <p14:tracePt t="34237" x="6599238" y="2327275"/>
          <p14:tracePt t="34247" x="6613525" y="2327275"/>
          <p14:tracePt t="34255" x="6626225" y="2327275"/>
          <p14:tracePt t="34264" x="6653213" y="2327275"/>
          <p14:tracePt t="34282" x="6673850" y="2327275"/>
          <p14:tracePt t="34286" x="6688138" y="2312988"/>
          <p14:tracePt t="34317" x="6688138" y="2300288"/>
          <p14:tracePt t="34938" x="6653213" y="2300288"/>
          <p14:tracePt t="34948" x="6626225" y="2300288"/>
          <p14:tracePt t="34956" x="6586538" y="2300288"/>
          <p14:tracePt t="34966" x="6524625" y="2300288"/>
          <p14:tracePt t="34974" x="6470650" y="2300288"/>
          <p14:tracePt t="34985" x="6396038" y="2300288"/>
          <p14:tracePt t="34992" x="6327775" y="2300288"/>
          <p14:tracePt t="35002" x="6265863" y="2312988"/>
          <p14:tracePt t="35007" x="6211888" y="2339975"/>
          <p14:tracePt t="35020" x="6184900" y="2339975"/>
          <p14:tracePt t="35021" x="6122988" y="2374900"/>
          <p14:tracePt t="35030" x="6081713" y="2387600"/>
          <p14:tracePt t="35040" x="6054725" y="2414588"/>
          <p14:tracePt t="35050" x="6007100" y="2428875"/>
          <p14:tracePt t="35056" x="5994400" y="2443163"/>
          <p14:tracePt t="35068" x="5967413" y="2470150"/>
          <p14:tracePt t="35073" x="5953125" y="2470150"/>
          <p14:tracePt t="35084" x="5938838" y="2490788"/>
          <p14:tracePt t="35089" x="5926138" y="2490788"/>
          <p14:tracePt t="35105" x="5911850" y="2503488"/>
          <p14:tracePt t="35258" x="5926138" y="2503488"/>
          <p14:tracePt t="35268" x="5938838" y="2503488"/>
          <p14:tracePt t="35277" x="5953125" y="2503488"/>
          <p14:tracePt t="35286" x="5980113" y="2503488"/>
          <p14:tracePt t="35295" x="5994400" y="2503488"/>
          <p14:tracePt t="35302" x="6054725" y="2503488"/>
          <p14:tracePt t="35312" x="6081713" y="2503488"/>
          <p14:tracePt t="35320" x="6122988" y="2503488"/>
          <p14:tracePt t="35329" x="6170613" y="2517775"/>
          <p14:tracePt t="35336" x="6211888" y="2517775"/>
          <p14:tracePt t="35347" x="6224588" y="2517775"/>
          <p14:tracePt t="35351" x="6265863" y="2530475"/>
          <p14:tracePt t="35364" x="6300788" y="2530475"/>
          <p14:tracePt t="35365" x="6327775" y="2544763"/>
          <p14:tracePt t="35374" x="6354763" y="2544763"/>
          <p14:tracePt t="35384" x="6367463" y="2544763"/>
          <p14:tracePt t="35394" x="6381750" y="2544763"/>
          <p14:tracePt t="35400" x="6396038" y="2544763"/>
          <p14:tracePt t="35409" x="6408738" y="2544763"/>
          <p14:tracePt t="35418" x="6429375" y="2544763"/>
          <p14:tracePt t="35446" x="6443663" y="2544763"/>
          <p14:tracePt t="35766" x="6470650" y="2544763"/>
          <p14:tracePt t="35774" x="6510338" y="2544763"/>
          <p14:tracePt t="35784" x="6572250" y="2544763"/>
          <p14:tracePt t="35793" x="6640513" y="2530475"/>
          <p14:tracePt t="35802" x="6729413" y="2530475"/>
          <p14:tracePt t="35811" x="6816725" y="2517775"/>
          <p14:tracePt t="35818" x="6899275" y="2517775"/>
          <p14:tracePt t="35828" x="6986588" y="2517775"/>
          <p14:tracePt t="35834" x="7075488" y="2517775"/>
          <p14:tracePt t="35844" x="7102475" y="2517775"/>
          <p14:tracePt t="35851" x="7158038" y="2517775"/>
          <p14:tracePt t="35861" x="7205663" y="2517775"/>
          <p14:tracePt t="35866" x="7232650" y="2517775"/>
          <p14:tracePt t="35877" x="7259638" y="2530475"/>
          <p14:tracePt t="35883" x="7272338" y="2530475"/>
          <p14:tracePt t="35894" x="7286625" y="2530475"/>
          <p14:tracePt t="35908" x="7307263" y="2530475"/>
          <p14:tracePt t="36011" x="7286625" y="2530475"/>
          <p14:tracePt t="36020" x="7272338" y="2517775"/>
          <p14:tracePt t="36030" x="7245350" y="2503488"/>
          <p14:tracePt t="36038" x="7218363" y="2503488"/>
          <p14:tracePt t="36048" x="7158038" y="2470150"/>
          <p14:tracePt t="36056" x="7116763" y="2455863"/>
          <p14:tracePt t="36065" x="7042150" y="2455863"/>
          <p14:tracePt t="36072" x="6986588" y="2443163"/>
          <p14:tracePt t="36083" x="6932613" y="2443163"/>
          <p14:tracePt t="36087" x="6858000" y="2443163"/>
          <p14:tracePt t="36099" x="6804025" y="2443163"/>
          <p14:tracePt t="36103" x="6769100" y="2443163"/>
          <p14:tracePt t="36115" x="6729413" y="2443163"/>
          <p14:tracePt t="36120" x="6673850" y="2443163"/>
          <p14:tracePt t="36129" x="6640513" y="2443163"/>
          <p14:tracePt t="36138" x="6613525" y="2443163"/>
          <p14:tracePt t="36148" x="6599238" y="2443163"/>
          <p14:tracePt t="36153" x="6586538" y="2443163"/>
          <p14:tracePt t="36165" x="6572250" y="2455863"/>
          <p14:tracePt t="36223" x="6586538" y="2455863"/>
          <p14:tracePt t="36234" x="6613525" y="2455863"/>
          <p14:tracePt t="36243" x="6653213" y="2455863"/>
          <p14:tracePt t="36251" x="6715125" y="2455863"/>
          <p14:tracePt t="36259" x="6783388" y="2455863"/>
          <p14:tracePt t="36267" x="6872288" y="2443163"/>
          <p14:tracePt t="36276" x="6959600" y="2414588"/>
          <p14:tracePt t="36282" x="7062788" y="2401888"/>
          <p14:tracePt t="36293" x="7143750" y="2374900"/>
          <p14:tracePt t="36299" x="7232650" y="2339975"/>
          <p14:tracePt t="36310" x="7259638" y="2327275"/>
          <p14:tracePt t="36318" x="7286625" y="2312988"/>
          <p14:tracePt t="36327" x="7334250" y="2300288"/>
          <p14:tracePt t="36334" x="7361238" y="2286000"/>
          <p14:tracePt t="36343" x="7375525" y="2286000"/>
          <p14:tracePt t="36350" x="7375525" y="2271713"/>
          <p14:tracePt t="36360" x="7388225" y="2259013"/>
          <p14:tracePt t="36368" x="7388225" y="2244725"/>
          <p14:tracePt t="36375" x="7388225" y="2211388"/>
          <p14:tracePt t="36385" x="7361238" y="2197100"/>
          <p14:tracePt t="36397" x="7245350" y="2143125"/>
          <p14:tracePt t="36406" x="7191375" y="2116138"/>
          <p14:tracePt t="36416" x="7102475" y="2101850"/>
          <p14:tracePt t="36424" x="7015163" y="2081213"/>
          <p14:tracePt t="36434" x="6932613" y="2081213"/>
          <p14:tracePt t="36439" x="6831013" y="2081213"/>
          <p14:tracePt t="36451" x="6742113" y="2081213"/>
          <p14:tracePt t="36458" x="6653213" y="2081213"/>
          <p14:tracePt t="36467" x="6586538" y="2116138"/>
          <p14:tracePt t="36473" x="6510338" y="2157413"/>
          <p14:tracePt t="36484" x="6456363" y="2184400"/>
          <p14:tracePt t="36490" x="6396038" y="2232025"/>
          <p14:tracePt t="36499" x="6354763" y="2271713"/>
          <p14:tracePt t="36509" x="6340475" y="2286000"/>
          <p14:tracePt t="36515" x="6327775" y="2312988"/>
          <p14:tracePt t="36525" x="6280150" y="2387600"/>
          <p14:tracePt t="36532" x="6265863" y="2414588"/>
          <p14:tracePt t="36540" x="6265863" y="2455863"/>
          <p14:tracePt t="36548" x="6265863" y="2503488"/>
          <p14:tracePt t="36558" x="6265863" y="2517775"/>
          <p14:tracePt t="36565" x="6265863" y="2571750"/>
          <p14:tracePt t="36574" x="6265863" y="2598738"/>
          <p14:tracePt t="36583" x="6300788" y="2646363"/>
          <p14:tracePt t="36588" x="6313488" y="2673350"/>
          <p14:tracePt t="36602" x="6354763" y="2700338"/>
          <p14:tracePt t="36602" x="6396038" y="2714625"/>
          <p14:tracePt t="36614" x="6470650" y="2747963"/>
          <p14:tracePt t="36621" x="6557963" y="2747963"/>
          <p14:tracePt t="36631" x="6626225" y="2762250"/>
          <p14:tracePt t="36636" x="6729413" y="2762250"/>
          <p14:tracePt t="36648" x="6843713" y="2762250"/>
          <p14:tracePt t="36650" x="6959600" y="2747963"/>
          <p14:tracePt t="36659" x="7042150" y="2700338"/>
          <p14:tracePt t="36669" x="7143750" y="2673350"/>
          <p14:tracePt t="36677" x="7232650" y="2633663"/>
          <p14:tracePt t="36687" x="7319963" y="2598738"/>
          <p14:tracePt t="36694" x="7334250" y="2571750"/>
          <p14:tracePt t="36702" x="7375525" y="2544763"/>
          <p14:tracePt t="36712" x="7402513" y="2530475"/>
          <p14:tracePt t="36721" x="7415213" y="2503488"/>
          <p14:tracePt t="36727" x="7435850" y="2490788"/>
          <p14:tracePt t="36736" x="7450138" y="2470150"/>
          <p14:tracePt t="36744" x="7450138" y="2443163"/>
          <p14:tracePt t="36752" x="7450138" y="2428875"/>
          <p14:tracePt t="36760" x="7388225" y="2401888"/>
          <p14:tracePt t="36769" x="7334250" y="2360613"/>
          <p14:tracePt t="36777" x="7286625" y="2339975"/>
          <p14:tracePt t="36786" x="7205663" y="2312988"/>
          <p14:tracePt t="36794" x="7102475" y="2271713"/>
          <p14:tracePt t="36803" x="7015163" y="2259013"/>
          <p14:tracePt t="36811" x="6911975" y="2244725"/>
          <p14:tracePt t="36824" x="6816725" y="2244725"/>
          <p14:tracePt t="36825" x="6729413" y="2244725"/>
          <p14:tracePt t="36835" x="6653213" y="2244725"/>
          <p14:tracePt t="36843" x="6626225" y="2244725"/>
          <p14:tracePt t="36849" x="6586538" y="2244725"/>
          <p14:tracePt t="36859" x="6545263" y="2244725"/>
          <p14:tracePt t="36868" x="6510338" y="2259013"/>
          <p14:tracePt t="36875" x="6470650" y="2286000"/>
          <p14:tracePt t="36884" x="6456363" y="2327275"/>
          <p14:tracePt t="36897" x="6429375" y="2401888"/>
          <p14:tracePt t="36906" x="6408738" y="2443163"/>
          <p14:tracePt t="36917" x="6408738" y="2490788"/>
          <p14:tracePt t="36923" x="6408738" y="2517775"/>
          <p14:tracePt t="36934" x="6408738" y="2544763"/>
          <p14:tracePt t="36940" x="6408738" y="2586038"/>
          <p14:tracePt t="36951" x="6408738" y="2633663"/>
          <p14:tracePt t="36955" x="6429375" y="2660650"/>
          <p14:tracePt t="36968" x="6456363" y="2673350"/>
          <p14:tracePt t="36969" x="6497638" y="2700338"/>
          <p14:tracePt t="36980" x="6557963" y="2700338"/>
          <p14:tracePt t="36989" x="6626225" y="2714625"/>
          <p14:tracePt t="36999" x="6700838" y="2714625"/>
          <p14:tracePt t="37005" x="6783388" y="2714625"/>
          <p14:tracePt t="37016" x="6858000" y="2700338"/>
          <p14:tracePt t="37021" x="6932613" y="2673350"/>
          <p14:tracePt t="37034" x="7000875" y="2633663"/>
          <p14:tracePt t="37038" x="7015163" y="2598738"/>
          <p14:tracePt t="37051" x="7042150" y="2571750"/>
          <p14:tracePt t="37052" x="7075488" y="2530475"/>
          <p14:tracePt t="37063" x="7102475" y="2490788"/>
          <p14:tracePt t="37071" x="7116763" y="2443163"/>
          <p14:tracePt t="37081" x="7116763" y="2401888"/>
          <p14:tracePt t="37086" x="7116763" y="2374900"/>
          <p14:tracePt t="37095" x="7089775" y="2327275"/>
          <p14:tracePt t="37104" x="7062788" y="2300288"/>
          <p14:tracePt t="37115" x="7015163" y="2271713"/>
          <p14:tracePt t="37120" x="6973888" y="2244725"/>
          <p14:tracePt t="37133" x="6946900" y="2232025"/>
          <p14:tracePt t="37134" x="6899275" y="2197100"/>
          <p14:tracePt t="37144" x="6872288" y="2197100"/>
          <p14:tracePt t="37152" x="6843713" y="2184400"/>
          <p14:tracePt t="37161" x="6816725" y="2184400"/>
          <p14:tracePt t="37169" x="6804025" y="2184400"/>
          <p14:tracePt t="37178" x="6769100" y="2184400"/>
          <p14:tracePt t="37184" x="6756400" y="2184400"/>
          <p14:tracePt t="37200" x="6742113" y="2184400"/>
          <p14:tracePt t="42003" x="6729413" y="2184400"/>
          <p14:tracePt t="42012" x="6653213" y="2184400"/>
          <p14:tracePt t="42021" x="6572250" y="2184400"/>
          <p14:tracePt t="42028" x="6456363" y="2184400"/>
          <p14:tracePt t="42038" x="6327775" y="2197100"/>
          <p14:tracePt t="42046" x="6042025" y="2259013"/>
          <p14:tracePt t="42053" x="5708650" y="2327275"/>
          <p14:tracePt t="42061" x="5375275" y="2387600"/>
          <p14:tracePt t="42069" x="4986338" y="2470150"/>
          <p14:tracePt t="42078" x="4816475" y="2517775"/>
          <p14:tracePt t="42090" x="4530725" y="2586038"/>
          <p14:tracePt t="42097" x="4429125" y="2619375"/>
          <p14:tracePt t="42102" x="4224338" y="2673350"/>
          <p14:tracePt t="42110" x="4170363" y="2687638"/>
          <p14:tracePt t="42118" x="3938588" y="2776538"/>
          <p14:tracePt t="42127" x="3911600" y="2789238"/>
          <p14:tracePt t="42429" x="3863975" y="2776538"/>
          <p14:tracePt t="42440" x="3836988" y="2762250"/>
          <p14:tracePt t="42446" x="3783013" y="2747963"/>
          <p14:tracePt t="42457" x="3735388" y="2735263"/>
          <p14:tracePt t="42462" x="3694113" y="2735263"/>
          <p14:tracePt t="42471" x="3640138" y="2735263"/>
          <p14:tracePt t="42479" x="3565525" y="2714625"/>
          <p14:tracePt t="42487" x="3497263" y="2714625"/>
          <p14:tracePt t="42495" x="3422650" y="2714625"/>
          <p14:tracePt t="42504" x="3348038" y="2714625"/>
          <p14:tracePt t="42512" x="3292475" y="2735263"/>
          <p14:tracePt t="42520" x="3265488" y="2747963"/>
          <p14:tracePt t="42529" x="3217863" y="2762250"/>
          <p14:tracePt t="42537" x="3176588" y="2789238"/>
          <p14:tracePt t="42545" x="3149600" y="2803525"/>
          <p14:tracePt t="42554" x="3136900" y="2816225"/>
          <p14:tracePt t="42562" x="3122613" y="2830513"/>
          <p14:tracePt t="42571" x="3089275" y="2843213"/>
          <p14:tracePt t="42580" x="3089275" y="2863850"/>
          <p14:tracePt t="42587" x="3074988" y="2878138"/>
          <p14:tracePt t="42597" x="3074988" y="2890838"/>
          <p14:tracePt t="42608" x="3062288" y="2890838"/>
          <p14:tracePt t="42613" x="3062288" y="2905125"/>
          <p14:tracePt t="42621" x="3048000" y="2919413"/>
          <p14:tracePt t="42630" x="3048000" y="2932113"/>
          <p14:tracePt t="42638" x="3033713" y="2932113"/>
          <p14:tracePt t="42646" x="3033713" y="2946400"/>
          <p14:tracePt t="42661" x="3033713" y="2959100"/>
          <p14:tracePt t="42677" x="3033713" y="2973388"/>
          <p14:tracePt t="42695" x="3033713" y="2994025"/>
          <p14:tracePt t="42708" x="3033713" y="3006725"/>
          <p14:tracePt t="42717" x="3033713" y="3021013"/>
          <p14:tracePt t="42732" x="3021013" y="3033713"/>
          <p14:tracePt t="42743" x="3021013" y="3048000"/>
          <p14:tracePt t="42751" x="3021013" y="3062288"/>
          <p14:tracePt t="42765" x="3021013" y="3074988"/>
          <p14:tracePt t="42781" x="3021013" y="3089275"/>
          <p14:tracePt t="42806" x="3021013" y="3101975"/>
          <p14:tracePt t="42839" x="3021013" y="3122613"/>
          <p14:tracePt t="42871" x="3021013" y="3136900"/>
          <p14:tracePt t="42912" x="3033713" y="3136900"/>
          <p14:tracePt t="42969" x="3033713" y="3122613"/>
          <p14:tracePt t="43010" x="3033713" y="3101975"/>
          <p14:tracePt t="43019" x="3048000" y="3101975"/>
          <p14:tracePt t="43043" x="3048000" y="3089275"/>
          <p14:tracePt t="43060" x="3062288" y="3074988"/>
          <p14:tracePt t="43076" x="3074988" y="3062288"/>
          <p14:tracePt t="43086" x="3074988" y="3048000"/>
          <p14:tracePt t="43095" x="3089275" y="3033713"/>
          <p14:tracePt t="43102" x="3101975" y="3033713"/>
          <p14:tracePt t="43109" x="3101975" y="3021013"/>
          <p14:tracePt t="43118" x="3122613" y="3006725"/>
          <p14:tracePt t="43125" x="3122613" y="2994025"/>
          <p14:tracePt t="43142" x="3136900" y="2973388"/>
          <p14:tracePt t="43166" x="3136900" y="2959100"/>
          <p14:tracePt t="43297" x="3149600" y="2959100"/>
          <p14:tracePt t="43308" x="3149600" y="2973388"/>
          <p14:tracePt t="43321" x="3163888" y="2994025"/>
          <p14:tracePt t="43331" x="3163888" y="3006725"/>
          <p14:tracePt t="43339" x="3176588" y="3006725"/>
          <p14:tracePt t="43355" x="3190875" y="3021013"/>
          <p14:tracePt t="43371" x="3205163" y="3021013"/>
          <p14:tracePt t="43379" x="3217863" y="3021013"/>
          <p14:tracePt t="43403" x="3232150" y="3021013"/>
          <p14:tracePt t="43428" x="3232150" y="3006725"/>
          <p14:tracePt t="43437" x="3252788" y="2994025"/>
          <p14:tracePt t="43447" x="3252788" y="2973388"/>
          <p14:tracePt t="43455" x="3252788" y="2959100"/>
          <p14:tracePt t="43461" x="3252788" y="2946400"/>
          <p14:tracePt t="43470" x="3252788" y="2932113"/>
          <p14:tracePt t="43480" x="3252788" y="2919413"/>
          <p14:tracePt t="43492" x="3252788" y="2905125"/>
          <p14:tracePt t="43495" x="3252788" y="2890838"/>
          <p14:tracePt t="43534" x="3232150" y="2890838"/>
          <p14:tracePt t="43764" x="3252788" y="2890838"/>
          <p14:tracePt t="43774" x="3265488" y="2890838"/>
          <p14:tracePt t="43781" x="3279775" y="2890838"/>
          <p14:tracePt t="43792" x="3306763" y="2890838"/>
          <p14:tracePt t="43801" x="3319463" y="2890838"/>
          <p14:tracePt t="43806" x="3348038" y="2878138"/>
          <p14:tracePt t="43818" x="3381375" y="2878138"/>
          <p14:tracePt t="43823" x="3395663" y="2878138"/>
          <p14:tracePt t="43830" x="3422650" y="2878138"/>
          <p14:tracePt t="43839" x="3435350" y="2878138"/>
          <p14:tracePt t="43851" x="3449638" y="2878138"/>
          <p14:tracePt t="43864" x="3462338" y="2878138"/>
          <p14:tracePt t="43886" x="3476625" y="2878138"/>
          <p14:tracePt t="43935" x="3462338" y="2890838"/>
          <p14:tracePt t="43952" x="3449638" y="2905125"/>
          <p14:tracePt t="43961" x="3435350" y="2919413"/>
          <p14:tracePt t="43971" x="3422650" y="2946400"/>
          <p14:tracePt t="43978" x="3408363" y="2959100"/>
          <p14:tracePt t="43985" x="3395663" y="2973388"/>
          <p14:tracePt t="44002" x="3395663" y="2994025"/>
          <p14:tracePt t="44012" x="3381375" y="2994025"/>
          <p14:tracePt t="44030" x="3381375" y="3006725"/>
          <p14:tracePt t="44074" x="3395663" y="3006725"/>
          <p14:tracePt t="44084" x="3408363" y="3006725"/>
          <p14:tracePt t="44093" x="3422650" y="3006725"/>
          <p14:tracePt t="44103" x="3435350" y="2994025"/>
          <p14:tracePt t="44111" x="3462338" y="2994025"/>
          <p14:tracePt t="44121" x="3497263" y="2973388"/>
          <p14:tracePt t="44126" x="3524250" y="2973388"/>
          <p14:tracePt t="44137" x="3551238" y="2959100"/>
          <p14:tracePt t="44143" x="3578225" y="2959100"/>
          <p14:tracePt t="44153" x="3605213" y="2959100"/>
          <p14:tracePt t="44159" x="3625850" y="2946400"/>
          <p14:tracePt t="44169" x="3652838" y="2946400"/>
          <p14:tracePt t="44177" x="3667125" y="2946400"/>
          <p14:tracePt t="44187" x="3681413" y="2932113"/>
          <p14:tracePt t="44193" x="3694113" y="2932113"/>
          <p14:tracePt t="44209" x="3708400" y="2932113"/>
          <p14:tracePt t="44222" x="3708400" y="2919413"/>
          <p14:tracePt t="44246" x="3721100" y="2919413"/>
          <p14:tracePt t="44271" x="3721100" y="2905125"/>
          <p14:tracePt t="44353" x="3708400" y="2905125"/>
          <p14:tracePt t="44451" x="3708400" y="2919413"/>
          <p14:tracePt t="44492" x="3708400" y="2932113"/>
          <p14:tracePt t="44517" x="3721100" y="2946400"/>
          <p14:tracePt t="44526" x="3756025" y="2946400"/>
          <p14:tracePt t="44537" x="3768725" y="2959100"/>
          <p14:tracePt t="44803" x="3795713" y="2959100"/>
          <p14:tracePt t="44813" x="3810000" y="2959100"/>
          <p14:tracePt t="44822" x="3863975" y="2959100"/>
          <p14:tracePt t="44830" x="3898900" y="2959100"/>
          <p14:tracePt t="44839" x="3938588" y="2959100"/>
          <p14:tracePt t="44848" x="3979863" y="2959100"/>
          <p14:tracePt t="44854" x="4027488" y="2959100"/>
          <p14:tracePt t="44863" x="4054475" y="2959100"/>
          <p14:tracePt t="44869" x="4081463" y="2959100"/>
          <p14:tracePt t="44882" x="4122738" y="2959100"/>
          <p14:tracePt t="44887" x="4157663" y="2973388"/>
          <p14:tracePt t="44895" x="4170363" y="2973388"/>
          <p14:tracePt t="44905" x="4184650" y="2973388"/>
          <p14:tracePt t="44911" x="4197350" y="2973388"/>
          <p14:tracePt t="44920" x="4211638" y="2994025"/>
          <p14:tracePt t="44946" x="4224338" y="2994025"/>
          <p14:tracePt t="45262" x="4238625" y="2994025"/>
          <p14:tracePt t="45272" x="4259263" y="2994025"/>
          <p14:tracePt t="45280" x="4300538" y="2994025"/>
          <p14:tracePt t="45287" x="4340225" y="2994025"/>
          <p14:tracePt t="45297" x="4387850" y="2994025"/>
          <p14:tracePt t="45304" x="4429125" y="2994025"/>
          <p14:tracePt t="45316" x="4470400" y="2994025"/>
          <p14:tracePt t="45321" x="4530725" y="2994025"/>
          <p14:tracePt t="45329" x="4586288" y="2994025"/>
          <p14:tracePt t="45338" x="4646613" y="2994025"/>
          <p14:tracePt t="45346" x="4714875" y="2994025"/>
          <p14:tracePt t="45357" x="4741863" y="3006725"/>
          <p14:tracePt t="45363" x="4803775" y="3006725"/>
          <p14:tracePt t="45371" x="4843463" y="3021013"/>
          <p14:tracePt t="45379" x="4884738" y="3033713"/>
          <p14:tracePt t="45392" x="4932363" y="3033713"/>
          <p14:tracePt t="45396" x="4959350" y="3033713"/>
          <p14:tracePt t="45405" x="4973638" y="3048000"/>
          <p14:tracePt t="45412" x="4986338" y="3048000"/>
          <p14:tracePt t="45428" x="5000625" y="3048000"/>
          <p14:tracePt t="45802" x="5021263" y="3048000"/>
          <p14:tracePt t="45814" x="5048250" y="3048000"/>
          <p14:tracePt t="45821" x="5075238" y="3048000"/>
          <p14:tracePt t="45830" x="5089525" y="3048000"/>
          <p14:tracePt t="45840" x="5116513" y="3048000"/>
          <p14:tracePt t="45845" x="5149850" y="3062288"/>
          <p14:tracePt t="45856" x="5176838" y="3062288"/>
          <p14:tracePt t="45862" x="5205413" y="3062288"/>
          <p14:tracePt t="45873" x="5218113" y="3074988"/>
          <p14:tracePt t="45879" x="5245100" y="3074988"/>
          <p14:tracePt t="45890" x="5280025" y="3074988"/>
          <p14:tracePt t="45894" x="5292725" y="3089275"/>
          <p14:tracePt t="45906" x="5319713" y="3089275"/>
          <p14:tracePt t="45911" x="5348288" y="3101975"/>
          <p14:tracePt t="45924" x="5360988" y="3101975"/>
          <p14:tracePt t="45928" x="5375275" y="3101975"/>
          <p14:tracePt t="45940" x="5408613" y="3101975"/>
          <p14:tracePt t="45944" x="5422900" y="3122613"/>
          <p14:tracePt t="45957" x="5435600" y="3122613"/>
          <p14:tracePt t="45961" x="5449888" y="3122613"/>
          <p14:tracePt t="45973" x="5462588" y="3122613"/>
          <p14:tracePt t="45977" x="5476875" y="3122613"/>
          <p14:tracePt t="45986" x="5491163" y="3122613"/>
          <p14:tracePt t="45993" x="5503863" y="3122613"/>
          <p14:tracePt t="46003" x="5518150" y="3122613"/>
          <p14:tracePt t="46010" x="5518150" y="3136900"/>
          <p14:tracePt t="46020" x="5538788" y="3136900"/>
          <p14:tracePt t="46351" x="5551488" y="3136900"/>
          <p14:tracePt t="46360" x="5578475" y="3136900"/>
          <p14:tracePt t="46369" x="5605463" y="3136900"/>
          <p14:tracePt t="46378" x="5646738" y="3136900"/>
          <p14:tracePt t="46388" x="5708650" y="3149600"/>
          <p14:tracePt t="46395" x="5748338" y="3163888"/>
          <p14:tracePt t="46406" x="5783263" y="3163888"/>
          <p14:tracePt t="46412" x="5824538" y="3176588"/>
          <p14:tracePt t="46423" x="5864225" y="3190875"/>
          <p14:tracePt t="46427" x="5891213" y="3190875"/>
          <p14:tracePt t="46439" x="5926138" y="3190875"/>
          <p14:tracePt t="46447" x="5938838" y="3205163"/>
          <p14:tracePt t="46451" x="5953125" y="3205163"/>
          <p14:tracePt t="46460" x="5967413" y="3205163"/>
          <p14:tracePt t="46472" x="5980113" y="3217863"/>
          <p14:tracePt t="46760" x="5994400" y="3217863"/>
          <p14:tracePt t="46769" x="6021388" y="3217863"/>
          <p14:tracePt t="46778" x="6054725" y="3217863"/>
          <p14:tracePt t="46787" x="6081713" y="3217863"/>
          <p14:tracePt t="46797" x="6149975" y="3217863"/>
          <p14:tracePt t="46806" x="6224588" y="3217863"/>
          <p14:tracePt t="46815" x="6313488" y="3217863"/>
          <p14:tracePt t="46819" x="6396038" y="3217863"/>
          <p14:tracePt t="46828" x="6470650" y="3217863"/>
          <p14:tracePt t="46837" x="6545263" y="3217863"/>
          <p14:tracePt t="46844" x="6613525" y="3217863"/>
          <p14:tracePt t="46854" x="6640513" y="3217863"/>
          <p14:tracePt t="46864" x="6688138" y="3217863"/>
          <p14:tracePt t="46869" x="6729413" y="3217863"/>
          <p14:tracePt t="47513" x="6769100" y="3217863"/>
          <p14:tracePt t="47522" x="6816725" y="3217863"/>
          <p14:tracePt t="47532" x="6858000" y="3217863"/>
          <p14:tracePt t="47540" x="6932613" y="3217863"/>
          <p14:tracePt t="47550" x="6986588" y="3205163"/>
          <p14:tracePt t="47560" x="7042150" y="3190875"/>
          <p14:tracePt t="47567" x="7116763" y="3176588"/>
          <p14:tracePt t="47579" x="7170738" y="3176588"/>
          <p14:tracePt t="47580" x="7205663" y="3163888"/>
          <p14:tracePt t="47588" x="7259638" y="3163888"/>
          <p14:tracePt t="47598" x="7307263" y="3149600"/>
          <p14:tracePt t="47608" x="7334250" y="3149600"/>
          <p14:tracePt t="47616" x="7375525" y="3149600"/>
          <p14:tracePt t="47625" x="7388225" y="3149600"/>
          <p14:tracePt t="48004" x="7402513" y="3149600"/>
          <p14:tracePt t="48015" x="7415213" y="3149600"/>
          <p14:tracePt t="48024" x="7435850" y="3149600"/>
          <p14:tracePt t="48032" x="7462838" y="3149600"/>
          <p14:tracePt t="48043" x="7491413" y="3149600"/>
          <p14:tracePt t="48048" x="7504113" y="3163888"/>
          <p14:tracePt t="48060" x="7531100" y="3163888"/>
          <p14:tracePt t="48064" x="7566025" y="3163888"/>
          <p14:tracePt t="48075" x="7578725" y="3176588"/>
          <p14:tracePt t="48082" x="7593013" y="3176588"/>
          <p14:tracePt t="48093" x="7605713" y="3176588"/>
          <p14:tracePt t="48097" x="7634288" y="3176588"/>
          <p14:tracePt t="48108" x="7634288" y="3190875"/>
          <p14:tracePt t="48113" x="7646988" y="3190875"/>
          <p14:tracePt t="48125" x="7661275" y="3190875"/>
          <p14:tracePt t="48141" x="7673975" y="3190875"/>
          <p14:tracePt t="48168" x="7694613" y="3190875"/>
          <p14:tracePt t="48741" x="7708900" y="3190875"/>
          <p14:tracePt t="48751" x="7721600" y="3190875"/>
          <p14:tracePt t="48773" x="7735888" y="3190875"/>
          <p14:tracePt t="48798" x="7748588" y="3176588"/>
          <p14:tracePt t="48872" x="7762875" y="3176588"/>
          <p14:tracePt t="48896" x="7762875" y="3163888"/>
          <p14:tracePt t="48913" x="7777163" y="3163888"/>
          <p14:tracePt t="48945" x="7789863" y="3163888"/>
          <p14:tracePt t="48954" x="7789863" y="3149600"/>
          <p14:tracePt t="48970" x="7804150" y="3149600"/>
          <p14:tracePt t="49002" x="7824788" y="3149600"/>
          <p14:tracePt t="49012" x="7824788" y="3136900"/>
          <p14:tracePt t="49166" x="7837488" y="3136900"/>
          <p14:tracePt t="49177" x="7837488" y="3122613"/>
          <p14:tracePt t="49199" x="7851775" y="3122613"/>
          <p14:tracePt t="49216" x="7851775" y="3101975"/>
          <p14:tracePt t="49257" x="7864475" y="3101975"/>
          <p14:tracePt t="49322" x="7864475" y="3089275"/>
          <p14:tracePt t="49453" x="7878763" y="3089275"/>
          <p14:tracePt t="49478" x="7878763" y="3074988"/>
          <p14:tracePt t="49494" x="7891463" y="3074988"/>
          <p14:tracePt t="49616" x="7905750" y="3074988"/>
          <p14:tracePt t="49649" x="7920038" y="3074988"/>
          <p14:tracePt t="49682" x="7932738" y="3074988"/>
          <p14:tracePt t="49747" x="7953375" y="3074988"/>
          <p14:tracePt t="49838" x="7967663" y="3074988"/>
          <p14:tracePt t="49887" x="7980363" y="3074988"/>
          <p14:tracePt t="49928" x="7994650" y="3074988"/>
          <p14:tracePt t="50386" x="8007350" y="3074988"/>
          <p14:tracePt t="50411" x="8021638" y="3074988"/>
          <p14:tracePt t="50910" x="8034338" y="3074988"/>
          <p14:tracePt t="50926" x="8048625" y="3074988"/>
          <p14:tracePt t="50936" x="8069263" y="3074988"/>
          <p14:tracePt t="50943" x="8069263" y="3089275"/>
          <p14:tracePt t="50952" x="8081963" y="3089275"/>
          <p14:tracePt t="50968" x="8096250" y="3089275"/>
          <p14:tracePt t="50993" x="8110538" y="3089275"/>
          <p14:tracePt t="51533" x="8123238" y="3089275"/>
          <p14:tracePt t="51549" x="8137525" y="3089275"/>
          <p14:tracePt t="51558" x="8150225" y="3089275"/>
          <p14:tracePt t="51574" x="8164513" y="3089275"/>
          <p14:tracePt t="51582" x="8177213" y="3101975"/>
          <p14:tracePt t="51590" x="8197850" y="3101975"/>
          <p14:tracePt t="51599" x="8212138" y="3101975"/>
          <p14:tracePt t="51608" x="8224838" y="3101975"/>
          <p14:tracePt t="51615" x="8239125" y="3101975"/>
          <p14:tracePt t="51641" x="8253413" y="3101975"/>
          <p14:tracePt t="51647" x="8266113" y="3101975"/>
          <p14:tracePt t="51655" x="8266113" y="3122613"/>
          <p14:tracePt t="51673" x="8280400" y="3122613"/>
          <p14:tracePt t="52122" x="8307388" y="3122613"/>
          <p14:tracePt t="52131" x="8340725" y="3122613"/>
          <p14:tracePt t="52139" x="8367713" y="3122613"/>
          <p14:tracePt t="52147" x="8396288" y="3122613"/>
          <p14:tracePt t="52156" x="8423275" y="3122613"/>
          <p14:tracePt t="52164" x="8470900" y="3122613"/>
          <p14:tracePt t="52175" x="8483600" y="3122613"/>
          <p14:tracePt t="52180" x="8510588" y="3122613"/>
          <p14:tracePt t="52189" x="8524875" y="3122613"/>
          <p14:tracePt t="52196" x="8539163" y="3136900"/>
          <p14:tracePt t="52206" x="8551863" y="3136900"/>
          <p14:tracePt t="52224" x="8566150" y="3136900"/>
          <p14:tracePt t="52253" x="8586788" y="3136900"/>
          <p14:tracePt t="52285" x="8599488" y="3136900"/>
          <p14:tracePt t="52302" x="8613775" y="3136900"/>
          <p14:tracePt t="52335" x="8626475" y="3136900"/>
          <p14:tracePt t="52351" x="8640763" y="3136900"/>
          <p14:tracePt t="52368" x="8653463" y="3136900"/>
          <p14:tracePt t="52384" x="8667750" y="3122613"/>
          <p14:tracePt t="52401" x="8682038" y="3122613"/>
          <p14:tracePt t="52410" x="8694738" y="3101975"/>
          <p14:tracePt t="52425" x="8715375" y="3101975"/>
          <p14:tracePt t="52435" x="8729663" y="3101975"/>
          <p14:tracePt t="52442" x="8729663" y="3089275"/>
          <p14:tracePt t="52450" x="8742363" y="3089275"/>
          <p14:tracePt t="52458" x="8742363" y="3074988"/>
          <p14:tracePt t="52482" x="8756650" y="3062288"/>
          <p14:tracePt t="52507" x="8756650" y="3048000"/>
          <p14:tracePt t="52517" x="8756650" y="3033713"/>
          <p14:tracePt t="52525" x="8756650" y="3021013"/>
          <p14:tracePt t="52532" x="8756650" y="3006725"/>
          <p14:tracePt t="52541" x="8756650" y="2994025"/>
          <p14:tracePt t="52548" x="8756650" y="2973388"/>
          <p14:tracePt t="52557" x="8756650" y="2959100"/>
          <p14:tracePt t="52574" x="8742363" y="2946400"/>
          <p14:tracePt t="52590" x="8729663" y="2932113"/>
          <p14:tracePt t="52599" x="8715375" y="2932113"/>
          <p14:tracePt t="52609" x="8694738" y="2919413"/>
          <p14:tracePt t="52615" x="8682038" y="2919413"/>
          <p14:tracePt t="52625" x="8653463" y="2919413"/>
          <p14:tracePt t="52639" x="8640763" y="2919413"/>
          <p14:tracePt t="52648" x="8626475" y="2919413"/>
          <p14:tracePt t="52658" x="8613775" y="2919413"/>
          <p14:tracePt t="52664" x="8599488" y="2919413"/>
          <p14:tracePt t="52676" x="8599488" y="2932113"/>
          <p14:tracePt t="52681" x="8586788" y="2932113"/>
          <p14:tracePt t="52692" x="8566150" y="2946400"/>
          <p14:tracePt t="52698" x="8566150" y="2959100"/>
          <p14:tracePt t="52709" x="8566150" y="2994025"/>
          <p14:tracePt t="52713" x="8551863" y="3006725"/>
          <p14:tracePt t="52725" x="8551863" y="3033713"/>
          <p14:tracePt t="52730" x="8551863" y="3062288"/>
          <p14:tracePt t="52742" x="8551863" y="3089275"/>
          <p14:tracePt t="52747" x="8551863" y="3101975"/>
          <p14:tracePt t="52759" x="8551863" y="3149600"/>
          <p14:tracePt t="52763" x="8551863" y="3176588"/>
          <p14:tracePt t="52771" x="8586788" y="3190875"/>
          <p14:tracePt t="52781" x="8613775" y="3217863"/>
          <p14:tracePt t="52793" x="8653463" y="3252788"/>
          <p14:tracePt t="52797" x="8682038" y="3265488"/>
          <p14:tracePt t="52810" x="8742363" y="3265488"/>
          <p14:tracePt t="52812" x="8756650" y="3265488"/>
          <p14:tracePt t="52820" x="8796338" y="3265488"/>
          <p14:tracePt t="52827" x="8831263" y="3265488"/>
          <p14:tracePt t="52837" x="8858250" y="3265488"/>
          <p14:tracePt t="52844" x="8885238" y="3265488"/>
          <p14:tracePt t="52856" x="8899525" y="3232150"/>
          <p14:tracePt t="52862" x="8912225" y="3217863"/>
          <p14:tracePt t="52870" x="8926513" y="3190875"/>
          <p14:tracePt t="52879" x="8926513" y="3149600"/>
          <p14:tracePt t="52888" x="8926513" y="3122613"/>
          <p14:tracePt t="52895" x="8926513" y="3074988"/>
          <p14:tracePt t="52904" x="8926513" y="3033713"/>
          <p14:tracePt t="52911" x="8926513" y="2994025"/>
          <p14:tracePt t="52920" x="8912225" y="2959100"/>
          <p14:tracePt t="52928" x="8899525" y="2932113"/>
          <p14:tracePt t="52938" x="8872538" y="2919413"/>
          <p14:tracePt t="52945" x="8843963" y="2890838"/>
          <p14:tracePt t="52953" x="8831263" y="2863850"/>
          <p14:tracePt t="52962" x="8796338" y="2843213"/>
          <p14:tracePt t="52971" x="8769350" y="2843213"/>
          <p14:tracePt t="52979" x="8742363" y="2843213"/>
          <p14:tracePt t="52987" x="8715375" y="2843213"/>
          <p14:tracePt t="52995" x="8694738" y="2843213"/>
          <p14:tracePt t="53004" x="8667750" y="2843213"/>
          <p14:tracePt t="53011" x="8640763" y="2843213"/>
          <p14:tracePt t="53020" x="8626475" y="2863850"/>
          <p14:tracePt t="53030" x="8613775" y="2878138"/>
          <p14:tracePt t="53037" x="8599488" y="2890838"/>
          <p14:tracePt t="53046" x="8586788" y="2919413"/>
          <p14:tracePt t="53054" x="8586788" y="2932113"/>
          <p14:tracePt t="53060" x="8566150" y="2946400"/>
          <p14:tracePt t="53068" x="8566150" y="2973388"/>
          <p14:tracePt t="53075" x="8566150" y="2994025"/>
          <p14:tracePt t="53085" x="8566150" y="3006725"/>
          <p14:tracePt t="53092" x="8566150" y="3021013"/>
          <p14:tracePt t="53101" x="8586788" y="3033713"/>
          <p14:tracePt t="53108" x="8599488" y="3048000"/>
          <p14:tracePt t="53118" x="8640763" y="3048000"/>
          <p14:tracePt t="53124" x="8667750" y="3048000"/>
          <p14:tracePt t="53140" x="8729663" y="3048000"/>
          <p14:tracePt t="53148" x="8769350" y="3048000"/>
          <p14:tracePt t="53158" x="8796338" y="3048000"/>
          <p14:tracePt t="53165" x="8831263" y="3021013"/>
          <p14:tracePt t="53176" x="8858250" y="3006725"/>
          <p14:tracePt t="53181" x="8872538" y="2994025"/>
          <p14:tracePt t="53194" x="8872538" y="2959100"/>
          <p14:tracePt t="53198" x="8885238" y="2932113"/>
          <p14:tracePt t="53211" x="8885238" y="2905125"/>
          <p14:tracePt t="53212" x="8885238" y="2878138"/>
          <p14:tracePt t="53221" x="8885238" y="2863850"/>
          <p14:tracePt t="53232" x="8885238" y="2830513"/>
          <p14:tracePt t="53241" x="8872538" y="2816225"/>
          <p14:tracePt t="53248" x="8843963" y="2803525"/>
          <p14:tracePt t="53260" x="8831263" y="2789238"/>
          <p14:tracePt t="53261" x="8796338" y="2789238"/>
          <p14:tracePt t="53270" x="8769350" y="2776538"/>
          <p14:tracePt t="53280" x="8742363" y="2776538"/>
          <p14:tracePt t="53290" x="8729663" y="2776538"/>
          <p14:tracePt t="53296" x="8694738" y="2776538"/>
          <p14:tracePt t="53305" x="8667750" y="2776538"/>
          <p14:tracePt t="53314" x="8653463" y="2789238"/>
          <p14:tracePt t="53321" x="8640763" y="2803525"/>
          <p14:tracePt t="53330" x="8626475" y="2816225"/>
          <p14:tracePt t="53343" x="8626475" y="2843213"/>
          <p14:tracePt t="53344" x="8613775" y="2878138"/>
          <p14:tracePt t="53353" x="8613775" y="2919413"/>
          <p14:tracePt t="53360" x="8613775" y="2946400"/>
          <p14:tracePt t="53370" x="8613775" y="2959100"/>
          <p14:tracePt t="53377" x="8613775" y="3021013"/>
          <p14:tracePt t="53387" x="8613775" y="3033713"/>
          <p14:tracePt t="53396" x="8613775" y="3062288"/>
          <p14:tracePt t="53403" x="8626475" y="3089275"/>
          <p14:tracePt t="53413" x="8653463" y="3101975"/>
          <p14:tracePt t="53418" x="8682038" y="3136900"/>
          <p14:tracePt t="53428" x="8715375" y="3136900"/>
          <p14:tracePt t="53438" x="8756650" y="3149600"/>
          <p14:tracePt t="53445" x="8783638" y="3149600"/>
          <p14:tracePt t="53452" x="8796338" y="3149600"/>
          <p14:tracePt t="53461" x="8831263" y="3149600"/>
          <p14:tracePt t="53468" x="8858250" y="3136900"/>
          <p14:tracePt t="53477" x="8885238" y="3101975"/>
          <p14:tracePt t="53487" x="8899525" y="3074988"/>
          <p14:tracePt t="53494" x="8912225" y="3048000"/>
          <p14:tracePt t="53504" x="8912225" y="3006725"/>
          <p14:tracePt t="53511" x="8926513" y="2973388"/>
          <p14:tracePt t="53520" x="8926513" y="2946400"/>
          <p14:tracePt t="53528" x="8926513" y="2919413"/>
          <p14:tracePt t="53535" x="8912225" y="2890838"/>
          <p14:tracePt t="53545" x="8885238" y="2863850"/>
          <p14:tracePt t="53553" x="8858250" y="2830513"/>
          <p14:tracePt t="53563" x="8843963" y="2816225"/>
          <p14:tracePt t="53566" x="8810625" y="2816225"/>
          <p14:tracePt t="53577" x="8783638" y="2803525"/>
          <p14:tracePt t="53584" x="8742363" y="2803525"/>
          <p14:tracePt t="53592" x="8694738" y="2803525"/>
          <p14:tracePt t="53599" x="8682038" y="2803525"/>
          <p14:tracePt t="53610" x="8653463" y="2816225"/>
          <p14:tracePt t="53615" x="8626475" y="2843213"/>
          <p14:tracePt t="53625" x="8599488" y="2890838"/>
          <p14:tracePt t="53635" x="8586788" y="2932113"/>
          <p14:tracePt t="53641" x="8586788" y="2994025"/>
          <p14:tracePt t="53652" x="8566150" y="3048000"/>
          <p14:tracePt t="53657" x="8566150" y="3101975"/>
          <p14:tracePt t="53668" x="8566150" y="3136900"/>
          <p14:tracePt t="53670" x="8566150" y="3176588"/>
          <p14:tracePt t="53681" x="8566150" y="3217863"/>
          <p14:tracePt t="53690" x="8566150" y="3252788"/>
          <p14:tracePt t="53698" x="8566150" y="3265488"/>
          <p14:tracePt t="53708" x="8586788" y="3279775"/>
          <p14:tracePt t="53717" x="8599488" y="3292475"/>
          <p14:tracePt t="53726" x="8626475" y="3306763"/>
          <p14:tracePt t="53731" x="8640763" y="3306763"/>
          <p14:tracePt t="53742" x="8667750" y="3306763"/>
          <p14:tracePt t="53747" x="8715375" y="3306763"/>
          <p14:tracePt t="53760" x="8729663" y="3292475"/>
          <p14:tracePt t="53761" x="8769350" y="3265488"/>
          <p14:tracePt t="53770" x="8796338" y="3217863"/>
          <p14:tracePt t="53780" x="8810625" y="3176588"/>
          <p14:tracePt t="53791" x="8831263" y="3163888"/>
          <p14:tracePt t="53796" x="8843963" y="3101975"/>
          <p14:tracePt t="53808" x="8858250" y="3074988"/>
          <p14:tracePt t="53810" x="8858250" y="3048000"/>
          <p14:tracePt t="53819" x="8872538" y="3021013"/>
          <p14:tracePt t="53829" x="8872538" y="3006725"/>
          <p14:tracePt t="53836" x="8872538" y="2994025"/>
          <p14:tracePt t="53843" x="8872538" y="2973388"/>
          <p14:tracePt t="53853" x="8843963" y="2973388"/>
          <p14:tracePt t="53862" x="8810625" y="2973388"/>
          <p14:tracePt t="53870" x="8796338" y="2973388"/>
          <p14:tracePt t="53877" x="8783638" y="2973388"/>
          <p14:tracePt t="53887" x="8769350" y="2973388"/>
          <p14:tracePt t="53893" x="8742363" y="2994025"/>
          <p14:tracePt t="53904" x="8729663" y="3006725"/>
          <p14:tracePt t="53911" x="8715375" y="3021013"/>
          <p14:tracePt t="53920" x="8715375" y="3033713"/>
          <p14:tracePt t="53928" x="8694738" y="3048000"/>
          <p14:tracePt t="53935" x="8694738" y="3062288"/>
          <p14:tracePt t="53945" x="8694738" y="3074988"/>
          <p14:tracePt t="54365" x="8715375" y="3074988"/>
          <p14:tracePt t="54376" x="8729663" y="3033713"/>
          <p14:tracePt t="54384" x="8742363" y="3021013"/>
          <p14:tracePt t="54395" x="8769350" y="2973388"/>
          <p14:tracePt t="54404" x="8783638" y="2946400"/>
          <p14:tracePt t="54410" x="8796338" y="2932113"/>
          <p14:tracePt t="54424" x="8810625" y="2905125"/>
          <p14:tracePt t="54425" x="8831263" y="2878138"/>
          <p14:tracePt t="54436" x="8831263" y="2863850"/>
          <p14:tracePt t="54444" x="8831263" y="2843213"/>
          <p14:tracePt t="54455" x="8831263" y="2830513"/>
          <p14:tracePt t="54456" x="8831263" y="2816225"/>
          <p14:tracePt t="54465" x="8831263" y="2803525"/>
          <p14:tracePt t="54475" x="8810625" y="2789238"/>
          <p14:tracePt t="54486" x="8796338" y="2789238"/>
          <p14:tracePt t="54491" x="8769350" y="2789238"/>
          <p14:tracePt t="54504" x="8756650" y="2776538"/>
          <p14:tracePt t="54506" x="8729663" y="2776538"/>
          <p14:tracePt t="54516" x="8694738" y="2776538"/>
          <p14:tracePt t="54524" x="8682038" y="2776538"/>
          <p14:tracePt t="54532" x="8653463" y="2776538"/>
          <p14:tracePt t="54541" x="8626475" y="2789238"/>
          <p14:tracePt t="54550" x="8613775" y="2816225"/>
          <p14:tracePt t="54557" x="8586788" y="2843213"/>
          <p14:tracePt t="54570" x="8566150" y="2878138"/>
          <p14:tracePt t="54572" x="8551863" y="2890838"/>
          <p14:tracePt t="54580" x="8551863" y="2932113"/>
          <p14:tracePt t="54590" x="8539163" y="2959100"/>
          <p14:tracePt t="54598" x="8539163" y="3006725"/>
          <p14:tracePt t="54605" x="8524875" y="3033713"/>
          <p14:tracePt t="54614" x="8524875" y="3062288"/>
          <p14:tracePt t="54625" x="8524875" y="3089275"/>
          <p14:tracePt t="54629" x="8524875" y="3136900"/>
          <p14:tracePt t="54638" x="8524875" y="3149600"/>
          <p14:tracePt t="54648" x="8524875" y="3176588"/>
          <p14:tracePt t="54654" x="8539163" y="3190875"/>
          <p14:tracePt t="54664" x="8539163" y="3217863"/>
          <p14:tracePt t="54671" x="8551863" y="3217863"/>
          <p14:tracePt t="54680" x="8551863" y="3232150"/>
          <p14:tracePt t="54689" x="8551863" y="3252788"/>
          <p14:tracePt t="54702" x="8566150" y="3252788"/>
          <p14:tracePt t="54726" x="8586788" y="3252788"/>
          <p14:tracePt t="54758" x="8599488" y="3252788"/>
          <p14:tracePt t="54768" x="8613775" y="3252788"/>
          <p14:tracePt t="54783" x="8626475" y="3232150"/>
          <p14:tracePt t="54793" x="8640763" y="3217863"/>
          <p14:tracePt t="54804" x="8667750" y="3217863"/>
          <p14:tracePt t="54811" x="8682038" y="3205163"/>
          <p14:tracePt t="54821" x="8715375" y="3190875"/>
          <p14:tracePt t="54830" x="8729663" y="3176588"/>
          <p14:tracePt t="54837" x="8769350" y="3163888"/>
          <p14:tracePt t="54844" x="8783638" y="3163888"/>
          <p14:tracePt t="54855" x="8831263" y="3136900"/>
          <p14:tracePt t="54860" x="8872538" y="3122613"/>
          <p14:tracePt t="54871" x="8912225" y="3122613"/>
          <p14:tracePt t="54876" x="8939213" y="3101975"/>
          <p14:tracePt t="54889" x="8974138" y="3101975"/>
          <p14:tracePt t="54893" x="9001125" y="3089275"/>
          <p14:tracePt t="54904" x="9042400" y="3089275"/>
          <p14:tracePt t="54910" x="9090025" y="3089275"/>
          <p14:tracePt t="54922" x="9102725" y="3089275"/>
          <p14:tracePt t="54923" x="9144000" y="3074988"/>
          <p14:tracePt t="54934" x="9158288" y="3074988"/>
          <p14:tracePt t="54942" x="9170988" y="3074988"/>
          <p14:tracePt t="54949" x="9197975" y="3074988"/>
          <p14:tracePt t="54968" x="9218613" y="3074988"/>
          <p14:tracePt t="54991" x="9232900" y="3074988"/>
          <p14:tracePt t="55028" x="9232900" y="3062288"/>
          <p14:tracePt t="55045" x="9218613" y="3062288"/>
          <p14:tracePt t="55054" x="9197975" y="3062288"/>
          <p14:tracePt t="55063" x="9185275" y="3062288"/>
          <p14:tracePt t="55072" x="9170988" y="3048000"/>
          <p14:tracePt t="55080" x="9144000" y="3048000"/>
          <p14:tracePt t="55090" x="9117013" y="3048000"/>
          <p14:tracePt t="55098" x="9102725" y="3033713"/>
          <p14:tracePt t="55104" x="9069388" y="3033713"/>
          <p14:tracePt t="55113" x="9055100" y="3033713"/>
          <p14:tracePt t="55120" x="9042400" y="3021013"/>
          <p14:tracePt t="55130" x="9028113" y="3021013"/>
          <p14:tracePt t="55138" x="9015413" y="3021013"/>
          <p14:tracePt t="55156" x="9001125" y="3021013"/>
          <p14:tracePt t="55201" x="9001125" y="3006725"/>
          <p14:tracePt t="55209" x="9015413" y="3006725"/>
          <p14:tracePt t="55219" x="9028113" y="3006725"/>
          <p14:tracePt t="55228" x="9042400" y="2994025"/>
          <p14:tracePt t="55238" x="9055100" y="2994025"/>
          <p14:tracePt t="55245" x="9090025" y="2994025"/>
          <p14:tracePt t="55256" x="9102725" y="2973388"/>
          <p14:tracePt t="55261" x="9117013" y="2973388"/>
          <p14:tracePt t="55270" x="9129713" y="2973388"/>
          <p14:tracePt t="55276" x="9129713" y="2959100"/>
          <p14:tracePt t="55292" x="9144000" y="2959100"/>
          <p14:tracePt t="55413" x="9129713" y="2959100"/>
          <p14:tracePt t="56109" x="9117013" y="2959100"/>
          <p14:tracePt t="56117" x="9102725" y="2959100"/>
          <p14:tracePt t="56127" x="9090025" y="2959100"/>
          <p14:tracePt t="56135" x="9069388" y="2959100"/>
          <p14:tracePt t="56150" x="9055100" y="2959100"/>
          <p14:tracePt t="56159" x="9042400" y="2959100"/>
          <p14:tracePt t="56182" x="9028113" y="2959100"/>
          <p14:tracePt t="56256" x="9028113" y="2973388"/>
          <p14:tracePt t="56265" x="9028113" y="2994025"/>
          <p14:tracePt t="56275" x="9028113" y="3006725"/>
          <p14:tracePt t="56283" x="9028113" y="3021013"/>
          <p14:tracePt t="56293" x="9028113" y="3033713"/>
          <p14:tracePt t="56299" x="9028113" y="3048000"/>
          <p14:tracePt t="56309" x="9028113" y="3062288"/>
          <p14:tracePt t="56338" x="9028113" y="3074988"/>
          <p14:tracePt t="56379" x="9001125" y="3074988"/>
          <p14:tracePt t="56387" x="8974138" y="3074988"/>
          <p14:tracePt t="56397" x="8959850" y="3074988"/>
          <p14:tracePt t="56405" x="8926513" y="3074988"/>
          <p14:tracePt t="56413" x="8899525" y="3074988"/>
          <p14:tracePt t="56423" x="8872538" y="3074988"/>
          <p14:tracePt t="56429" x="8843963" y="3074988"/>
          <p14:tracePt t="56439" x="8810625" y="3074988"/>
          <p14:tracePt t="56446" x="8783638" y="3074988"/>
          <p14:tracePt t="56455" x="8769350" y="3074988"/>
          <p14:tracePt t="56462" x="8742363" y="3074988"/>
          <p14:tracePt t="56472" x="8729663" y="3074988"/>
          <p14:tracePt t="56478" x="8715375" y="3074988"/>
          <p14:tracePt t="56510" x="8694738" y="3074988"/>
          <p14:tracePt t="56567" x="8694738" y="3062288"/>
          <p14:tracePt t="56592" x="8694738" y="3048000"/>
          <p14:tracePt t="56616" x="8694738" y="3033713"/>
          <p14:tracePt t="56640" x="8682038" y="3033713"/>
          <p14:tracePt t="56650" x="8682038" y="3021013"/>
          <p14:tracePt t="56660" x="8667750" y="3021013"/>
          <p14:tracePt t="56682" x="8653463" y="3021013"/>
          <p14:tracePt t="56698" x="8640763" y="3021013"/>
          <p14:tracePt t="56714" x="8640763" y="3033713"/>
          <p14:tracePt t="56731" x="8640763" y="3048000"/>
          <p14:tracePt t="56748" x="8640763" y="3062288"/>
          <p14:tracePt t="56756" x="8640763" y="3074988"/>
          <p14:tracePt t="56772" x="8640763" y="3089275"/>
          <p14:tracePt t="56782" x="8640763" y="3101975"/>
          <p14:tracePt t="56804" x="8640763" y="3122613"/>
          <p14:tracePt t="56861" x="8653463" y="3122613"/>
          <p14:tracePt t="57099" x="8667750" y="3122613"/>
          <p14:tracePt t="57109" x="8682038" y="3122613"/>
          <p14:tracePt t="57116" x="8715375" y="3122613"/>
          <p14:tracePt t="57124" x="8769350" y="3136900"/>
          <p14:tracePt t="57132" x="8831263" y="3149600"/>
          <p14:tracePt t="57142" x="8899525" y="3163888"/>
          <p14:tracePt t="57150" x="9042400" y="3176588"/>
          <p14:tracePt t="57157" x="9144000" y="3205163"/>
          <p14:tracePt t="57166" x="9272588" y="3205163"/>
          <p14:tracePt t="57173" x="9402763" y="3232150"/>
          <p14:tracePt t="57183" x="9477375" y="3252788"/>
          <p14:tracePt t="57190" x="9593263" y="3252788"/>
          <p14:tracePt t="57198" x="9701213" y="3265488"/>
          <p14:tracePt t="57206" x="9817100" y="3279775"/>
          <p14:tracePt t="57215" x="9891713" y="3292475"/>
          <p14:tracePt t="57223" x="9980613" y="3292475"/>
          <p14:tracePt t="57233" x="10048875" y="3292475"/>
          <p14:tracePt t="57240" x="10075863" y="3292475"/>
          <p14:tracePt t="57249" x="10137775" y="3292475"/>
          <p14:tracePt t="57256" x="10218738" y="3292475"/>
          <p14:tracePt t="57265" x="10239375" y="3292475"/>
          <p14:tracePt t="57272" x="10280650" y="3292475"/>
          <p14:tracePt t="57281" x="10307638" y="3279775"/>
          <p14:tracePt t="57288" x="10320338" y="3279775"/>
          <p14:tracePt t="57299" x="10355263" y="3265488"/>
          <p14:tracePt t="57306" x="10382250" y="3265488"/>
          <p14:tracePt t="57317" x="10396538" y="3252788"/>
          <p14:tracePt t="57325" x="10423525" y="3252788"/>
          <p14:tracePt t="57333" x="10436225" y="3232150"/>
          <p14:tracePt t="57341" x="10463213" y="3217863"/>
          <p14:tracePt t="57350" x="10483850" y="3217863"/>
          <p14:tracePt t="57360" x="10510838" y="3217863"/>
          <p14:tracePt t="57367" x="10539413" y="3205163"/>
          <p14:tracePt t="57374" x="10552113" y="3205163"/>
          <p14:tracePt t="57382" x="10579100" y="3205163"/>
          <p14:tracePt t="57390" x="10614025" y="3190875"/>
          <p14:tracePt t="57399" x="10626725" y="3190875"/>
          <p14:tracePt t="57407" x="10641013" y="3190875"/>
          <p14:tracePt t="57413" x="10668000" y="3190875"/>
          <p14:tracePt t="57421" x="10668000" y="3176588"/>
          <p14:tracePt t="57431" x="10682288" y="3176588"/>
          <p14:tracePt t="57438" x="10694988" y="3176588"/>
          <p14:tracePt t="57500" x="10668000" y="3176588"/>
          <p14:tracePt t="57509" x="10641013" y="3176588"/>
          <p14:tracePt t="57518" x="10593388" y="3176588"/>
          <p14:tracePt t="57529" x="10552113" y="3176588"/>
          <p14:tracePt t="57537" x="10498138" y="3176588"/>
          <p14:tracePt t="57546" x="10423525" y="3176588"/>
          <p14:tracePt t="57552" x="10367963" y="3176588"/>
          <p14:tracePt t="57562" x="10293350" y="3190875"/>
          <p14:tracePt t="57569" x="10239375" y="3190875"/>
          <p14:tracePt t="57576" x="10206038" y="3190875"/>
          <p14:tracePt t="57585" x="10150475" y="3205163"/>
          <p14:tracePt t="57593" x="10123488" y="3205163"/>
          <p14:tracePt t="57602" x="10090150" y="3205163"/>
          <p14:tracePt t="57610" x="10075863" y="3205163"/>
          <p14:tracePt t="57618" x="10063163" y="3217863"/>
          <p14:tracePt t="57627" x="10048875" y="3217863"/>
          <p14:tracePt t="57664" x="10063163" y="3217863"/>
          <p14:tracePt t="57673" x="10075863" y="3217863"/>
          <p14:tracePt t="57682" x="10090150" y="3217863"/>
          <p14:tracePt t="57691" x="10123488" y="3217863"/>
          <p14:tracePt t="57700" x="10137775" y="3217863"/>
          <p14:tracePt t="57708" x="10150475" y="3217863"/>
          <p14:tracePt t="57716" x="10164763" y="3217863"/>
          <p14:tracePt t="57724" x="10177463" y="3217863"/>
          <p14:tracePt t="57738" x="10191750" y="3217863"/>
          <p14:tracePt t="57754" x="10206038" y="3217863"/>
          <p14:tracePt t="57803" x="10206038" y="3232150"/>
          <p14:tracePt t="57820" x="10191750" y="3232150"/>
          <p14:tracePt t="57830" x="10177463" y="3232150"/>
          <p14:tracePt t="57838" x="10150475" y="3232150"/>
          <p14:tracePt t="57848" x="10110788" y="3252788"/>
          <p14:tracePt t="57854" x="10063163" y="3252788"/>
          <p14:tracePt t="57866" x="10007600" y="3252788"/>
          <p14:tracePt t="57870" x="9906000" y="3265488"/>
          <p14:tracePt t="57883" x="9777413" y="3279775"/>
          <p14:tracePt t="57887" x="9531350" y="3292475"/>
          <p14:tracePt t="57899" x="9301163" y="3319463"/>
          <p14:tracePt t="57904" x="9001125" y="3348038"/>
          <p14:tracePt t="57916" x="8613775" y="3381375"/>
          <p14:tracePt t="57920" x="7789863" y="3435350"/>
          <p14:tracePt t="57932" x="7218363" y="3449638"/>
          <p14:tracePt t="57938" x="6899275" y="3462338"/>
          <p14:tracePt t="57949" x="6327775" y="3476625"/>
          <p14:tracePt t="57953" x="6096000" y="3497263"/>
          <p14:tracePt t="57965" x="5667375" y="3497263"/>
          <p14:tracePt t="57969" x="5518150" y="3497263"/>
          <p14:tracePt t="57981" x="5292725" y="3497263"/>
          <p14:tracePt t="57988" x="5218113" y="3497263"/>
          <p14:tracePt t="57998" x="5075238" y="3497263"/>
          <p14:tracePt t="58002" x="4986338" y="3497263"/>
          <p14:tracePt t="58014" x="4932363" y="3497263"/>
          <p14:tracePt t="58018" x="4919663" y="3497263"/>
          <p14:tracePt t="58254" x="4872038" y="3497263"/>
          <p14:tracePt t="58264" x="4789488" y="3497263"/>
          <p14:tracePt t="58272" x="4700588" y="3497263"/>
          <p14:tracePt t="58282" x="4613275" y="3497263"/>
          <p14:tracePt t="58291" x="4518025" y="3476625"/>
          <p14:tracePt t="58298" x="4429125" y="3476625"/>
          <p14:tracePt t="58308" x="4340225" y="3476625"/>
          <p14:tracePt t="58316" x="4238625" y="3462338"/>
          <p14:tracePt t="58326" x="4184650" y="3462338"/>
          <p14:tracePt t="58330" x="4122738" y="3462338"/>
          <p14:tracePt t="58341" x="4068763" y="3462338"/>
          <p14:tracePt t="58346" x="3979863" y="3462338"/>
          <p14:tracePt t="58357" x="3911600" y="3462338"/>
          <p14:tracePt t="58362" x="3863975" y="3462338"/>
          <p14:tracePt t="58374" x="3836988" y="3462338"/>
          <p14:tracePt t="58383" x="3824288" y="3462338"/>
          <p14:tracePt t="58387" x="3810000" y="3462338"/>
          <p14:tracePt t="58395" x="3795713" y="3462338"/>
          <p14:tracePt t="58556" x="3810000" y="3462338"/>
          <p14:tracePt t="58565" x="3836988" y="3462338"/>
          <p14:tracePt t="58575" x="3884613" y="3462338"/>
          <p14:tracePt t="58583" x="3952875" y="3462338"/>
          <p14:tracePt t="58593" x="4014788" y="3462338"/>
          <p14:tracePt t="58603" x="4095750" y="3462338"/>
          <p14:tracePt t="58610" x="4197350" y="3462338"/>
          <p14:tracePt t="58619" x="4286250" y="3462338"/>
          <p14:tracePt t="58626" x="4402138" y="3462338"/>
          <p14:tracePt t="58635" x="4497388" y="3462338"/>
          <p14:tracePt t="58642" x="4598988" y="3462338"/>
          <p14:tracePt t="58652" x="4673600" y="3462338"/>
          <p14:tracePt t="58657" x="4714875" y="3462338"/>
          <p14:tracePt t="58668" x="4776788" y="3462338"/>
          <p14:tracePt t="58677" x="4830763" y="3462338"/>
          <p14:tracePt t="58686" x="4872038" y="3462338"/>
          <p14:tracePt t="58690" x="4905375" y="3462338"/>
          <p14:tracePt t="58702" x="4932363" y="3462338"/>
          <p14:tracePt t="59039" x="4959350" y="3462338"/>
          <p14:tracePt t="59048" x="4986338" y="3462338"/>
          <p14:tracePt t="59057" x="5089525" y="3462338"/>
          <p14:tracePt t="59067" x="5191125" y="3476625"/>
          <p14:tracePt t="59075" x="5292725" y="3476625"/>
          <p14:tracePt t="59085" x="5435600" y="3497263"/>
          <p14:tracePt t="59092" x="5503863" y="3509963"/>
          <p14:tracePt t="59102" x="5646738" y="3509963"/>
          <p14:tracePt t="59108" x="5783263" y="3509963"/>
          <p14:tracePt t="59119" x="5891213" y="3509963"/>
          <p14:tracePt t="59125" x="6007100" y="3524250"/>
          <p14:tracePt t="59135" x="6042025" y="3524250"/>
          <p14:tracePt t="59140" x="6110288" y="3524250"/>
          <p14:tracePt t="59152" x="6170613" y="3538538"/>
          <p14:tracePt t="59156" x="6211888" y="3538538"/>
          <p14:tracePt t="59168" x="6238875" y="3538538"/>
          <p14:tracePt t="59172" x="6253163" y="3538538"/>
          <p14:tracePt t="59181" x="6265863" y="3538538"/>
          <p14:tracePt t="59198" x="6280150" y="3538538"/>
          <p14:tracePt t="66406" x="6280150" y="3551238"/>
          <p14:tracePt t="66416" x="6300788" y="3578225"/>
          <p14:tracePt t="66422" x="6300788" y="3605213"/>
          <p14:tracePt t="66431" x="6327775" y="3640138"/>
          <p14:tracePt t="66439" x="6340475" y="3667125"/>
          <p14:tracePt t="66449" x="6354763" y="3708400"/>
          <p14:tracePt t="66460" x="6367463" y="3721100"/>
          <p14:tracePt t="66472" x="6396038" y="3768725"/>
          <p14:tracePt t="66473" x="6408738" y="3795713"/>
          <p14:tracePt t="66488" x="6443663" y="3851275"/>
          <p14:tracePt t="66501" x="6456363" y="3863975"/>
          <p14:tracePt t="66510" x="6470650" y="3884613"/>
          <p14:tracePt t="66515" x="6483350" y="3911600"/>
          <p14:tracePt t="66522" x="6497638" y="3911600"/>
          <p14:tracePt t="66533" x="6497638" y="3925888"/>
          <p14:tracePt t="66539" x="6510338" y="3925888"/>
          <p14:tracePt t="66547" x="6510338" y="3938588"/>
          <p14:tracePt t="66563" x="6524625" y="3938588"/>
          <p14:tracePt t="66643" x="6524625" y="3952875"/>
          <p14:tracePt t="66667" x="6545263" y="3952875"/>
          <p14:tracePt t="66677" x="6545263" y="3967163"/>
          <p14:tracePt t="66686" x="6557963" y="3979863"/>
          <p14:tracePt t="66695" x="6572250" y="3994150"/>
          <p14:tracePt t="66701" x="6599238" y="4014788"/>
          <p14:tracePt t="66711" x="6626225" y="4041775"/>
          <p14:tracePt t="66717" x="6640513" y="4068763"/>
          <p14:tracePt t="66727" x="6673850" y="4081463"/>
          <p14:tracePt t="66734" x="6700838" y="4095750"/>
          <p14:tracePt t="66744" x="6742113" y="4143375"/>
          <p14:tracePt t="66751" x="6756400" y="4157663"/>
          <p14:tracePt t="66761" x="6783388" y="4184650"/>
          <p14:tracePt t="66768" x="6816725" y="4197350"/>
          <p14:tracePt t="66777" x="6843713" y="4224338"/>
          <p14:tracePt t="66785" x="6858000" y="4238625"/>
          <p14:tracePt t="66794" x="6884988" y="4259263"/>
          <p14:tracePt t="66802" x="6899275" y="4259263"/>
          <p14:tracePt t="66812" x="6911975" y="4271963"/>
          <p14:tracePt t="66829" x="6932613" y="4271963"/>
          <p14:tracePt t="66835" x="6946900" y="4286250"/>
          <p14:tracePt t="66845" x="6959600" y="4286250"/>
          <p14:tracePt t="66852" x="6973888" y="4286250"/>
          <p14:tracePt t="66863" x="6986588" y="4300538"/>
          <p14:tracePt t="67199" x="7000875" y="4300538"/>
          <p14:tracePt t="67209" x="7015163" y="4300538"/>
          <p14:tracePt t="67216" x="7042150" y="4300538"/>
          <p14:tracePt t="67229" x="7075488" y="4300538"/>
          <p14:tracePt t="67234" x="7102475" y="4300538"/>
          <p14:tracePt t="67241" x="7129463" y="4300538"/>
          <p14:tracePt t="67250" x="7158038" y="4300538"/>
          <p14:tracePt t="67258" x="7191375" y="4300538"/>
          <p14:tracePt t="67269" x="7218363" y="4300538"/>
          <p14:tracePt t="67275" x="7245350" y="4300538"/>
          <p14:tracePt t="67283" x="7259638" y="4300538"/>
          <p14:tracePt t="67291" x="7286625" y="4300538"/>
          <p14:tracePt t="67302" x="7307263" y="4300538"/>
          <p14:tracePt t="67308" x="7319963" y="4300538"/>
          <p14:tracePt t="67323" x="7334250" y="4313238"/>
          <p14:tracePt t="67332" x="7348538" y="4313238"/>
          <p14:tracePt t="67363" x="7361238" y="4313238"/>
          <p14:tracePt t="67469" x="7375525" y="4313238"/>
          <p14:tracePt t="67814" x="7388225" y="4313238"/>
          <p14:tracePt t="67825" x="7402513" y="4313238"/>
          <p14:tracePt t="67833" x="7450138" y="4313238"/>
          <p14:tracePt t="67843" x="7491413" y="4313238"/>
          <p14:tracePt t="67847" x="7531100" y="4313238"/>
          <p14:tracePt t="67856" x="7578725" y="4313238"/>
          <p14:tracePt t="67867" x="7620000" y="4313238"/>
          <p14:tracePt t="67872" x="7661275" y="4313238"/>
          <p14:tracePt t="67884" x="7708900" y="4313238"/>
          <p14:tracePt t="67889" x="7748588" y="4313238"/>
          <p14:tracePt t="67900" x="7804150" y="4313238"/>
          <p14:tracePt t="67906" x="7851775" y="4313238"/>
          <p14:tracePt t="67918" x="7878763" y="4313238"/>
          <p14:tracePt t="67922" x="7905750" y="4313238"/>
          <p14:tracePt t="67930" x="7953375" y="4313238"/>
          <p14:tracePt t="67939" x="7994650" y="4313238"/>
          <p14:tracePt t="67946" x="8021638" y="4313238"/>
          <p14:tracePt t="67955" x="8048625" y="4313238"/>
          <p14:tracePt t="67964" x="8069263" y="4313238"/>
          <p14:tracePt t="67972" x="8096250" y="4313238"/>
          <p14:tracePt t="67979" x="8110538" y="4313238"/>
          <p14:tracePt t="67988" x="8123238" y="4313238"/>
          <p14:tracePt t="67996" x="8137525" y="4313238"/>
          <p14:tracePt t="68005" x="8150225" y="4313238"/>
          <p14:tracePt t="68371" x="8164513" y="4313238"/>
          <p14:tracePt t="68380" x="8177213" y="4313238"/>
          <p14:tracePt t="68389" x="8212138" y="4313238"/>
          <p14:tracePt t="68398" x="8239125" y="4313238"/>
          <p14:tracePt t="68406" x="8280400" y="4313238"/>
          <p14:tracePt t="68414" x="8307388" y="4313238"/>
          <p14:tracePt t="68424" x="8355013" y="4313238"/>
          <p14:tracePt t="68430" x="8382000" y="4313238"/>
          <p14:tracePt t="68440" x="8408988" y="4313238"/>
          <p14:tracePt t="68446" x="8435975" y="4313238"/>
          <p14:tracePt t="68456" x="8470900" y="4313238"/>
          <p14:tracePt t="68463" x="8483600" y="4313238"/>
          <p14:tracePt t="68473" x="8497888" y="4313238"/>
          <p14:tracePt t="68479" x="8510588" y="4313238"/>
          <p14:tracePt t="68491" x="8524875" y="4313238"/>
          <p14:tracePt t="68507" x="8539163" y="4313238"/>
          <p14:tracePt t="68838" x="8551863" y="4300538"/>
          <p14:tracePt t="68869" x="8566150" y="4300538"/>
          <p14:tracePt t="68894" x="8586788" y="4300538"/>
          <p14:tracePt t="68903" x="8586788" y="4286250"/>
          <p14:tracePt t="68952" x="8599488" y="4286250"/>
          <p14:tracePt t="68968" x="8599488" y="4271963"/>
          <p14:tracePt t="68992" x="8599488" y="4259263"/>
          <p14:tracePt t="69017" x="8599488" y="4238625"/>
          <p14:tracePt t="69033" x="8599488" y="4224338"/>
          <p14:tracePt t="69043" x="8599488" y="4211638"/>
          <p14:tracePt t="69052" x="8599488" y="4197350"/>
          <p14:tracePt t="69061" x="8599488" y="4184650"/>
          <p14:tracePt t="69068" x="8599488" y="4170363"/>
          <p14:tracePt t="69075" x="8599488" y="4143375"/>
          <p14:tracePt t="69085" x="8599488" y="4122738"/>
          <p14:tracePt t="69092" x="8586788" y="4110038"/>
          <p14:tracePt t="69103" x="8566150" y="4095750"/>
          <p14:tracePt t="69108" x="8551863" y="4095750"/>
          <p14:tracePt t="69117" x="8551863" y="4081463"/>
          <p14:tracePt t="69125" x="8539163" y="4081463"/>
          <p14:tracePt t="69156" x="8524875" y="4081463"/>
          <p14:tracePt t="69213" x="8524875" y="4095750"/>
          <p14:tracePt t="69230" x="8524875" y="4110038"/>
          <p14:tracePt t="69240" x="8524875" y="4122738"/>
          <p14:tracePt t="69255" x="8524875" y="4143375"/>
          <p14:tracePt t="69272" x="8524875" y="4157663"/>
          <p14:tracePt t="69336" x="8539163" y="4157663"/>
          <p14:tracePt t="69360" x="8551863" y="4157663"/>
          <p14:tracePt t="69377" x="8551863" y="4143375"/>
          <p14:tracePt t="69402" x="8566150" y="4143375"/>
          <p14:tracePt t="69411" x="8566150" y="4122738"/>
          <p14:tracePt t="69598" x="8566150" y="4143375"/>
          <p14:tracePt t="69631" x="8586788" y="4143375"/>
          <p14:tracePt t="69663" x="8599488" y="4143375"/>
          <p14:tracePt t="69737" x="8613775" y="4122738"/>
          <p14:tracePt t="69754" x="8613775" y="4110038"/>
          <p14:tracePt t="69763" x="8626475" y="4110038"/>
          <p14:tracePt t="69778" x="8626475" y="4095750"/>
          <p14:tracePt t="69795" x="8640763" y="4095750"/>
          <p14:tracePt t="69805" x="8640763" y="4081463"/>
          <p14:tracePt t="69820" x="8640763" y="4068763"/>
          <p14:tracePt t="69836" x="8640763" y="4054475"/>
          <p14:tracePt t="69853" x="8653463" y="4041775"/>
          <p14:tracePt t="69862" x="8653463" y="4027488"/>
          <p14:tracePt t="69877" x="8653463" y="4014788"/>
          <p14:tracePt t="69901" x="8653463" y="3994150"/>
          <p14:tracePt t="69999" x="8653463" y="4014788"/>
          <p14:tracePt t="70032" x="8667750" y="4014788"/>
          <p14:tracePt t="70064" x="8682038" y="4014788"/>
          <p14:tracePt t="70089" x="8694738" y="4014788"/>
          <p14:tracePt t="70130" x="8694738" y="3994150"/>
          <p14:tracePt t="70139" x="8694738" y="3967163"/>
          <p14:tracePt t="70147" x="8694738" y="3952875"/>
          <p14:tracePt t="70155" x="8694738" y="3925888"/>
          <p14:tracePt t="70164" x="8694738" y="3911600"/>
          <p14:tracePt t="70173" x="8694738" y="3884613"/>
          <p14:tracePt t="70180" x="8694738" y="3863975"/>
          <p14:tracePt t="70189" x="8694738" y="3851275"/>
          <p14:tracePt t="70204" x="8694738" y="3836988"/>
          <p14:tracePt t="70212" x="8682038" y="3836988"/>
          <p14:tracePt t="70302" x="8682038" y="3851275"/>
          <p14:tracePt t="70327" x="8682038" y="3863975"/>
          <p14:tracePt t="70336" x="8694738" y="3863975"/>
          <p14:tracePt t="70346" x="8715375" y="3863975"/>
          <p14:tracePt t="70352" x="8729663" y="3884613"/>
          <p14:tracePt t="70362" x="8742363" y="3884613"/>
          <p14:tracePt t="70368" x="8756650" y="3884613"/>
          <p14:tracePt t="70380" x="8769350" y="3884613"/>
          <p14:tracePt t="70386" x="8783638" y="3884613"/>
          <p14:tracePt t="70395" x="8796338" y="3884613"/>
          <p14:tracePt t="70403" x="8831263" y="3884613"/>
          <p14:tracePt t="70412" x="8843963" y="3884613"/>
          <p14:tracePt t="70426" x="8858250" y="3884613"/>
          <p14:tracePt t="70442" x="8872538" y="3884613"/>
          <p14:tracePt t="70892" x="8885238" y="3884613"/>
          <p14:tracePt t="70902" x="8912225" y="3898900"/>
          <p14:tracePt t="70909" x="8939213" y="3898900"/>
          <p14:tracePt t="70917" x="9001125" y="3911600"/>
          <p14:tracePt t="70925" x="9117013" y="3938588"/>
          <p14:tracePt t="70933" x="9185275" y="3952875"/>
          <p14:tracePt t="70942" x="9259888" y="3952875"/>
          <p14:tracePt t="70949" x="9361488" y="3967163"/>
          <p14:tracePt t="70958" x="9429750" y="3994150"/>
          <p14:tracePt t="70966" x="9518650" y="4014788"/>
          <p14:tracePt t="70975" x="9605963" y="4014788"/>
          <p14:tracePt t="70983" x="9634538" y="4027488"/>
          <p14:tracePt t="70992" x="9688513" y="4027488"/>
          <p14:tracePt t="71001" x="9736138" y="4027488"/>
          <p14:tracePt t="71009" x="9748838" y="4041775"/>
          <p14:tracePt t="71017" x="9777413" y="4041775"/>
          <p14:tracePt t="71029" x="9790113" y="4041775"/>
          <p14:tracePt t="71048" x="9804400" y="4041775"/>
          <p14:tracePt t="71121" x="9790113" y="4054475"/>
          <p14:tracePt t="71130" x="9777413" y="4054475"/>
          <p14:tracePt t="71139" x="9763125" y="4054475"/>
          <p14:tracePt t="71148" x="9763125" y="4068763"/>
          <p14:tracePt t="71156" x="9748838" y="4068763"/>
          <p14:tracePt t="71164" x="9736138" y="4068763"/>
          <p14:tracePt t="71172" x="9721850" y="4068763"/>
          <p14:tracePt t="71182" x="9721850" y="4081463"/>
          <p14:tracePt t="71189" x="9701213" y="4081463"/>
          <p14:tracePt t="71198" x="9688513" y="4081463"/>
          <p14:tracePt t="71206" x="9688513" y="4095750"/>
          <p14:tracePt t="71235" x="9674225" y="4095750"/>
          <p14:tracePt t="71325" x="9688513" y="4095750"/>
          <p14:tracePt t="71342" x="9701213" y="4095750"/>
          <p14:tracePt t="71358" x="9721850" y="4095750"/>
          <p14:tracePt t="71369" x="9736138" y="4095750"/>
          <p14:tracePt t="71378" x="9763125" y="4095750"/>
          <p14:tracePt t="71391" x="9790113" y="4095750"/>
          <p14:tracePt t="71402" x="9804400" y="4095750"/>
          <p14:tracePt t="71411" x="9817100" y="4095750"/>
          <p14:tracePt t="71419" x="9831388" y="4095750"/>
          <p14:tracePt t="71425" x="9852025" y="4095750"/>
          <p14:tracePt t="71433" x="9864725" y="4095750"/>
          <p14:tracePt t="71443" x="9879013" y="4095750"/>
          <p14:tracePt t="71465" x="9891713" y="4095750"/>
          <p14:tracePt t="71538" x="9879013" y="4095750"/>
          <p14:tracePt t="71548" x="9817100" y="4095750"/>
          <p14:tracePt t="71556" x="9736138" y="4095750"/>
          <p14:tracePt t="71565" x="9518650" y="4095750"/>
          <p14:tracePt t="71574" x="9301163" y="4095750"/>
          <p14:tracePt t="71582" x="9028113" y="4110038"/>
          <p14:tracePt t="71590" x="8667750" y="4157663"/>
          <p14:tracePt t="71600" x="8293100" y="4184650"/>
          <p14:tracePt t="71605" x="7878763" y="4224338"/>
          <p14:tracePt t="71617" x="7450138" y="4259263"/>
          <p14:tracePt t="71621" x="7027863" y="4271963"/>
          <p14:tracePt t="71633" x="6843713" y="4271963"/>
          <p14:tracePt t="71638" x="6497638" y="4286250"/>
          <p14:tracePt t="71650" x="6149975" y="4286250"/>
          <p14:tracePt t="71655" x="5891213" y="4286250"/>
          <p14:tracePt t="71666" x="5795963" y="4286250"/>
          <p14:tracePt t="71671" x="5578475" y="4286250"/>
          <p14:tracePt t="71683" x="5435600" y="4286250"/>
          <p14:tracePt t="71688" x="5307013" y="4271963"/>
          <p14:tracePt t="71699" x="5259388" y="4271963"/>
          <p14:tracePt t="71705" x="5191125" y="4259263"/>
          <p14:tracePt t="71717" x="5129213" y="4238625"/>
          <p14:tracePt t="71721" x="5075238" y="4238625"/>
          <p14:tracePt t="71733" x="5048250" y="4224338"/>
          <p14:tracePt t="71738" x="5021263" y="4224338"/>
          <p14:tracePt t="71750" x="4986338" y="4224338"/>
          <p14:tracePt t="71754" x="4973638" y="4224338"/>
          <p14:tracePt t="71766" x="4946650" y="4224338"/>
          <p14:tracePt t="71770" x="4932363" y="4224338"/>
          <p14:tracePt t="71782" x="4919663" y="4224338"/>
          <p14:tracePt t="71786" x="4884738" y="4224338"/>
          <p14:tracePt t="71799" x="4857750" y="4224338"/>
          <p14:tracePt t="71803" x="4830763" y="4224338"/>
          <p14:tracePt t="71814" x="4803775" y="4238625"/>
          <p14:tracePt t="71820" x="4756150" y="4238625"/>
          <p14:tracePt t="71831" x="4700588" y="4259263"/>
          <p14:tracePt t="71836" x="4646613" y="4286250"/>
          <p14:tracePt t="71848" x="4572000" y="4300538"/>
          <p14:tracePt t="71853" x="4497388" y="4327525"/>
          <p14:tracePt t="71866" x="4414838" y="4367213"/>
          <p14:tracePt t="71867" x="4327525" y="4402138"/>
          <p14:tracePt t="71876" x="4224338" y="4429125"/>
          <p14:tracePt t="71885" x="4122738" y="4456113"/>
          <p14:tracePt t="71896" x="4041775" y="4483100"/>
          <p14:tracePt t="71903" x="3952875" y="4530725"/>
          <p14:tracePt t="71911" x="3863975" y="4545013"/>
          <p14:tracePt t="71920" x="3836988" y="4557713"/>
          <p14:tracePt t="71926" x="3783013" y="4572000"/>
          <p14:tracePt t="71935" x="3721100" y="4586288"/>
          <p14:tracePt t="71944" x="3681413" y="4586288"/>
          <p14:tracePt t="71951" x="3640138" y="4598988"/>
          <p14:tracePt t="71959" x="3605213" y="4598988"/>
          <p14:tracePt t="71967" x="3578225" y="4598988"/>
          <p14:tracePt t="71977" x="3551238" y="4598988"/>
          <p14:tracePt t="71983" x="3524250" y="4598988"/>
          <p14:tracePt t="71993" x="3497263" y="4598988"/>
          <p14:tracePt t="72002" x="3476625" y="4598988"/>
          <p14:tracePt t="72010" x="3449638" y="4598988"/>
          <p14:tracePt t="72018" x="3435350" y="4598988"/>
          <p14:tracePt t="72031" x="3408363" y="4598988"/>
          <p14:tracePt t="72031" x="3395663" y="4598988"/>
          <p14:tracePt t="72040" x="3381375" y="4598988"/>
          <p14:tracePt t="72050" x="3360738" y="4586288"/>
          <p14:tracePt t="72058" x="3348038" y="4586288"/>
          <p14:tracePt t="72068" x="3333750" y="4586288"/>
          <p14:tracePt t="72075" x="3319463" y="4572000"/>
          <p14:tracePt t="72415" x="3292475" y="4572000"/>
          <p14:tracePt t="72424" x="3265488" y="4572000"/>
          <p14:tracePt t="72434" x="3217863" y="4572000"/>
          <p14:tracePt t="72442" x="3176588" y="4572000"/>
          <p14:tracePt t="72452" x="3122613" y="4572000"/>
          <p14:tracePt t="72462" x="3074988" y="4572000"/>
          <p14:tracePt t="72465" x="3048000" y="4572000"/>
          <p14:tracePt t="72477" x="2994025" y="4572000"/>
          <p14:tracePt t="72484" x="2959100" y="4572000"/>
          <p14:tracePt t="72494" x="2932113" y="4572000"/>
          <p14:tracePt t="72501" x="2905125" y="4572000"/>
          <p14:tracePt t="72510" x="2890838" y="4572000"/>
          <p14:tracePt t="72517" x="2878138" y="4572000"/>
          <p14:tracePt t="72533" x="2863850" y="4572000"/>
          <p14:tracePt t="72651" x="2890838" y="4572000"/>
          <p14:tracePt t="72662" x="2919413" y="4572000"/>
          <p14:tracePt t="72670" x="2946400" y="4572000"/>
          <p14:tracePt t="72679" x="3006725" y="4572000"/>
          <p14:tracePt t="72687" x="3062288" y="4572000"/>
          <p14:tracePt t="72697" x="3190875" y="4572000"/>
          <p14:tracePt t="72704" x="3292475" y="4572000"/>
          <p14:tracePt t="72714" x="3348038" y="4572000"/>
          <p14:tracePt t="72721" x="3449638" y="4572000"/>
          <p14:tracePt t="72730" x="3551238" y="4572000"/>
          <p14:tracePt t="72737" x="3592513" y="4572000"/>
          <p14:tracePt t="72748" x="3667125" y="4572000"/>
          <p14:tracePt t="72752" x="3721100" y="4572000"/>
          <p14:tracePt t="72764" x="3768725" y="4572000"/>
          <p14:tracePt t="72770" x="3795713" y="4572000"/>
          <p14:tracePt t="72781" x="3824288" y="4572000"/>
          <p14:tracePt t="72785" x="3836988" y="4572000"/>
          <p14:tracePt t="72797" x="3851275" y="4572000"/>
          <p14:tracePt t="72848" x="3824288" y="4572000"/>
          <p14:tracePt t="72857" x="3783013" y="4572000"/>
          <p14:tracePt t="72866" x="3735388" y="4572000"/>
          <p14:tracePt t="72875" x="3681413" y="4586288"/>
          <p14:tracePt t="72884" x="3605213" y="4586288"/>
          <p14:tracePt t="72892" x="3551238" y="4586288"/>
          <p14:tracePt t="72902" x="3524250" y="4586288"/>
          <p14:tracePt t="72910" x="3462338" y="4586288"/>
          <p14:tracePt t="72916" x="3381375" y="4586288"/>
          <p14:tracePt t="73520" x="3395663" y="4586288"/>
          <p14:tracePt t="73529" x="3422650" y="4586288"/>
          <p14:tracePt t="73538" x="3449638" y="4586288"/>
          <p14:tracePt t="73547" x="3509963" y="4586288"/>
          <p14:tracePt t="73556" x="3578225" y="4586288"/>
          <p14:tracePt t="73564" x="3667125" y="4586288"/>
          <p14:tracePt t="73573" x="3756025" y="4586288"/>
          <p14:tracePt t="73579" x="3836988" y="4586288"/>
          <p14:tracePt t="73587" x="3925888" y="4586288"/>
          <p14:tracePt t="73596" x="4027488" y="4586288"/>
          <p14:tracePt t="73606" x="4110038" y="4586288"/>
          <p14:tracePt t="73613" x="4197350" y="4586288"/>
          <p14:tracePt t="73623" x="4271963" y="4586288"/>
          <p14:tracePt t="73628" x="4300538" y="4586288"/>
          <p14:tracePt t="73640" x="4354513" y="4586288"/>
          <p14:tracePt t="73647" x="4414838" y="4586288"/>
          <p14:tracePt t="73657" x="4456113" y="4586288"/>
          <p14:tracePt t="73662" x="4483100" y="4586288"/>
          <p14:tracePt t="73674" x="4530725" y="4586288"/>
          <p14:tracePt t="73676" x="4557713" y="4598988"/>
          <p14:tracePt t="73685" x="4572000" y="4598988"/>
          <p14:tracePt t="73695" x="4598988" y="4598988"/>
          <p14:tracePt t="73703" x="4613275" y="4613275"/>
          <p14:tracePt t="73710" x="4660900" y="4625975"/>
          <p14:tracePt t="74027" x="4687888" y="4625975"/>
          <p14:tracePt t="74035" x="4714875" y="4625975"/>
          <p14:tracePt t="74045" x="4756150" y="4625975"/>
          <p14:tracePt t="74055" x="4830763" y="4625975"/>
          <p14:tracePt t="74063" x="4905375" y="4646613"/>
          <p14:tracePt t="74073" x="5000625" y="4646613"/>
          <p14:tracePt t="74079" x="5176838" y="4660900"/>
          <p14:tracePt t="74087" x="5307013" y="4673600"/>
          <p14:tracePt t="74096" x="5435600" y="4673600"/>
          <p14:tracePt t="74106" x="5503863" y="4673600"/>
          <p14:tracePt t="74113" x="5634038" y="4673600"/>
          <p14:tracePt t="74124" x="5762625" y="4673600"/>
          <p14:tracePt t="74125" x="5864225" y="4646613"/>
          <p14:tracePt t="74135" x="5967413" y="4613275"/>
          <p14:tracePt t="74145" x="6054725" y="4586288"/>
          <p14:tracePt t="74154" x="6081713" y="4572000"/>
          <p14:tracePt t="74162" x="6137275" y="4557713"/>
          <p14:tracePt t="74169" x="6184900" y="4545013"/>
          <p14:tracePt t="74178" x="6211888" y="4518025"/>
          <p14:tracePt t="74551" x="6170613" y="4518025"/>
          <p14:tracePt t="74560" x="6122988" y="4518025"/>
          <p14:tracePt t="74569" x="6042025" y="4518025"/>
          <p14:tracePt t="74578" x="5980113" y="4530725"/>
          <p14:tracePt t="74588" x="5891213" y="4545013"/>
          <p14:tracePt t="74597" x="5795963" y="4572000"/>
          <p14:tracePt t="74604" x="5721350" y="4586288"/>
          <p14:tracePt t="74616" x="5634038" y="4598988"/>
          <p14:tracePt t="74617" x="5605463" y="4598988"/>
          <p14:tracePt t="74628" x="5565775" y="4613275"/>
          <p14:tracePt t="74637" x="5503863" y="4613275"/>
          <p14:tracePt t="74646" x="5476875" y="4625975"/>
          <p14:tracePt t="74653" x="5449888" y="4625975"/>
          <p14:tracePt t="74663" x="5422900" y="4625975"/>
          <p14:tracePt t="74668" x="5408613" y="4625975"/>
          <p14:tracePt t="74679" x="5387975" y="4625975"/>
          <p14:tracePt t="74763" x="5408613" y="4625975"/>
          <p14:tracePt t="74772" x="5422900" y="4625975"/>
          <p14:tracePt t="74782" x="5449888" y="4625975"/>
          <p14:tracePt t="74790" x="5476875" y="4625975"/>
          <p14:tracePt t="74800" x="5518150" y="4625975"/>
          <p14:tracePt t="74808" x="5565775" y="4625975"/>
          <p14:tracePt t="74817" x="5634038" y="4625975"/>
          <p14:tracePt t="74824" x="5708650" y="4625975"/>
          <p14:tracePt t="74831" x="5783263" y="4625975"/>
          <p14:tracePt t="74840" x="5837238" y="4625975"/>
          <p14:tracePt t="74849" x="5911850" y="4625975"/>
          <p14:tracePt t="74857" x="5953125" y="4625975"/>
          <p14:tracePt t="74867" x="5994400" y="4625975"/>
          <p14:tracePt t="74874" x="6042025" y="4625975"/>
          <p14:tracePt t="74884" x="6081713" y="4625975"/>
          <p14:tracePt t="74890" x="6096000" y="4625975"/>
          <p14:tracePt t="74897" x="6122988" y="4625975"/>
          <p14:tracePt t="74907" x="6122988" y="4613275"/>
          <p14:tracePt t="74917" x="6137275" y="4613275"/>
          <p14:tracePt t="74921" x="6149975" y="4598988"/>
          <p14:tracePt t="74931" x="6149975" y="4586288"/>
          <p14:tracePt t="74939" x="6149975" y="4572000"/>
          <p14:tracePt t="74949" x="6149975" y="4545013"/>
          <p14:tracePt t="74956" x="6149975" y="4518025"/>
          <p14:tracePt t="74965" x="6137275" y="4470400"/>
          <p14:tracePt t="74971" x="6096000" y="4443413"/>
          <p14:tracePt t="74981" x="6042025" y="4387850"/>
          <p14:tracePt t="74988" x="5980113" y="4327525"/>
          <p14:tracePt t="74997" x="5926138" y="4286250"/>
          <p14:tracePt t="75007" x="5837238" y="4238625"/>
          <p14:tracePt t="75013" x="5783263" y="4211638"/>
          <p14:tracePt t="75026" x="5708650" y="4184650"/>
          <p14:tracePt t="75027" x="5646738" y="4184650"/>
          <p14:tracePt t="75037" x="5578475" y="4184650"/>
          <p14:tracePt t="75047" x="5538788" y="4184650"/>
          <p14:tracePt t="75053" x="5476875" y="4197350"/>
          <p14:tracePt t="75064" x="5435600" y="4224338"/>
          <p14:tracePt t="75071" x="5387975" y="4271963"/>
          <p14:tracePt t="75082" x="5348288" y="4313238"/>
          <p14:tracePt t="75087" x="5334000" y="4340225"/>
          <p14:tracePt t="75098" x="5307013" y="4387850"/>
          <p14:tracePt t="75105" x="5292725" y="4443413"/>
          <p14:tracePt t="75113" x="5280025" y="4483100"/>
          <p14:tracePt t="75124" x="5280025" y="4530725"/>
          <p14:tracePt t="75129" x="5280025" y="4572000"/>
          <p14:tracePt t="75140" x="5280025" y="4598988"/>
          <p14:tracePt t="75148" x="5280025" y="4646613"/>
          <p14:tracePt t="75153" x="5307013" y="4673600"/>
          <p14:tracePt t="75166" x="5334000" y="4714875"/>
          <p14:tracePt t="75167" x="5387975" y="4741863"/>
          <p14:tracePt t="75178" x="5435600" y="4756150"/>
          <p14:tracePt t="75185" x="5503863" y="4776788"/>
          <p14:tracePt t="75197" x="5565775" y="4776788"/>
          <p14:tracePt t="75201" x="5634038" y="4776788"/>
          <p14:tracePt t="75210" x="5708650" y="4776788"/>
          <p14:tracePt t="75220" x="5762625" y="4756150"/>
          <p14:tracePt t="75226" x="5824538" y="4729163"/>
          <p14:tracePt t="75237" x="5878513" y="4687888"/>
          <p14:tracePt t="75244" x="5891213" y="4673600"/>
          <p14:tracePt t="75252" x="5938838" y="4625975"/>
          <p14:tracePt t="75260" x="5953125" y="4586288"/>
          <p14:tracePt t="75270" x="5980113" y="4545013"/>
          <p14:tracePt t="75281" x="5994400" y="4497388"/>
          <p14:tracePt t="75283" x="5994400" y="4470400"/>
          <p14:tracePt t="75291" x="5980113" y="4429125"/>
          <p14:tracePt t="75298" x="5938838" y="4387850"/>
          <p14:tracePt t="75307" x="5878513" y="4354513"/>
          <p14:tracePt t="75315" x="5824538" y="4327525"/>
          <p14:tracePt t="75325" x="5748338" y="4300538"/>
          <p14:tracePt t="75332" x="5681663" y="4300538"/>
          <p14:tracePt t="75341" x="5619750" y="4300538"/>
          <p14:tracePt t="75348" x="5551488" y="4300538"/>
          <p14:tracePt t="75357" x="5491163" y="4300538"/>
          <p14:tracePt t="75366" x="5435600" y="4313238"/>
          <p14:tracePt t="75374" x="5387975" y="4354513"/>
          <p14:tracePt t="75385" x="5375275" y="4367213"/>
          <p14:tracePt t="75386" x="5334000" y="4414838"/>
          <p14:tracePt t="75398" x="5319713" y="4443413"/>
          <p14:tracePt t="75406" x="5307013" y="4483100"/>
          <p14:tracePt t="75416" x="5292725" y="4497388"/>
          <p14:tracePt t="75423" x="5292725" y="4557713"/>
          <p14:tracePt t="75433" x="5292725" y="4586288"/>
          <p14:tracePt t="75439" x="5292725" y="4598988"/>
          <p14:tracePt t="75449" x="5319713" y="4625975"/>
          <p14:tracePt t="75454" x="5360988" y="4646613"/>
          <p14:tracePt t="75466" x="5462588" y="4660900"/>
          <p14:tracePt t="75471" x="5551488" y="4673600"/>
          <p14:tracePt t="75483" x="5646738" y="4673600"/>
          <p14:tracePt t="75487" x="5708650" y="4673600"/>
          <p14:tracePt t="75498" x="5810250" y="4660900"/>
          <p14:tracePt t="75504" x="5891213" y="4598988"/>
          <p14:tracePt t="75517" x="5953125" y="4572000"/>
          <p14:tracePt t="75518" x="6007100" y="4530725"/>
          <p14:tracePt t="75529" x="6069013" y="4470400"/>
          <p14:tracePt t="75537" x="6081713" y="4443413"/>
          <p14:tracePt t="75544" x="6096000" y="4414838"/>
          <p14:tracePt t="75553" x="6110288" y="4354513"/>
          <p14:tracePt t="75565" x="6110288" y="4327525"/>
          <p14:tracePt t="75569" x="6110288" y="4300538"/>
          <p14:tracePt t="75580" x="6054725" y="4259263"/>
          <p14:tracePt t="75585" x="5994400" y="4224338"/>
          <p14:tracePt t="75598" x="5911850" y="4211638"/>
          <p14:tracePt t="75602" x="5864225" y="4211638"/>
          <p14:tracePt t="75614" x="5762625" y="4211638"/>
          <p14:tracePt t="75616" x="5681663" y="4211638"/>
          <p14:tracePt t="75624" x="5578475" y="4238625"/>
          <p14:tracePt t="75634" x="5491163" y="4286250"/>
          <p14:tracePt t="75643" x="5408613" y="4340225"/>
          <p14:tracePt t="75652" x="5348288" y="4387850"/>
          <p14:tracePt t="75660" x="5319713" y="4402138"/>
          <p14:tracePt t="75668" x="5292725" y="4456113"/>
          <p14:tracePt t="75677" x="5245100" y="4483100"/>
          <p14:tracePt t="75684" x="5232400" y="4530725"/>
          <p14:tracePt t="75697" x="5232400" y="4557713"/>
          <p14:tracePt t="75698" x="5232400" y="4572000"/>
          <p14:tracePt t="75707" x="5245100" y="4586288"/>
          <p14:tracePt t="75717" x="5292725" y="4613275"/>
          <p14:tracePt t="75724" x="5375275" y="4625975"/>
          <p14:tracePt t="75731" x="5462588" y="4646613"/>
          <p14:tracePt t="75740" x="5592763" y="4646613"/>
          <p14:tracePt t="75749" x="5721350" y="4646613"/>
          <p14:tracePt t="75758" x="5795963" y="4646613"/>
          <p14:tracePt t="75764" x="5891213" y="4613275"/>
          <p14:tracePt t="75773" x="5994400" y="4572000"/>
          <p14:tracePt t="75781" x="6081713" y="4530725"/>
          <p14:tracePt t="75791" x="6137275" y="4483100"/>
          <p14:tracePt t="75797" x="6149975" y="4470400"/>
          <p14:tracePt t="75807" x="6184900" y="4429125"/>
          <p14:tracePt t="75818" x="6211888" y="4367213"/>
          <p14:tracePt t="75823" x="6211888" y="4340225"/>
          <p14:tracePt t="75832" x="6211888" y="4313238"/>
          <p14:tracePt t="75841" x="6211888" y="4286250"/>
          <p14:tracePt t="75848" x="6170613" y="4271963"/>
          <p14:tracePt t="75857" x="6122988" y="4259263"/>
          <p14:tracePt t="75866" x="6054725" y="4238625"/>
          <p14:tracePt t="75879" x="5891213" y="4238625"/>
          <p14:tracePt t="75887" x="5824538" y="4238625"/>
          <p14:tracePt t="75898" x="5748338" y="4286250"/>
          <p14:tracePt t="75905" x="5721350" y="4313238"/>
          <p14:tracePt t="75916" x="5681663" y="4340225"/>
          <p14:tracePt t="75921" x="5646738" y="4367213"/>
          <p14:tracePt t="75933" x="5634038" y="4387850"/>
          <p14:tracePt t="75937" x="5619750" y="4414838"/>
          <p14:tracePt t="75950" x="5619750" y="4456113"/>
          <p14:tracePt t="75954" x="5619750" y="4470400"/>
          <p14:tracePt t="75965" x="5619750" y="4483100"/>
          <p14:tracePt t="75970" x="5694363" y="4518025"/>
          <p14:tracePt t="75982" x="5783263" y="4530725"/>
          <p14:tracePt t="75986" x="5878513" y="4545013"/>
          <p14:tracePt t="76000" x="5953125" y="4545013"/>
          <p14:tracePt t="76001" x="6069013" y="4545013"/>
          <p14:tracePt t="76009" x="6149975" y="4545013"/>
          <p14:tracePt t="76019" x="6253163" y="4545013"/>
          <p14:tracePt t="76030" x="6300788" y="4530725"/>
          <p14:tracePt t="76037" x="6354763" y="4518025"/>
          <p14:tracePt t="76048" x="6396038" y="4483100"/>
          <p14:tracePt t="76049" x="6456363" y="4443413"/>
          <p14:tracePt t="76059" x="6470650" y="4429125"/>
          <p14:tracePt t="76068" x="6470650" y="4402138"/>
          <p14:tracePt t="76078" x="6470650" y="4354513"/>
          <p14:tracePt t="76085" x="6470650" y="4340225"/>
          <p14:tracePt t="76093" x="6429375" y="4300538"/>
          <p14:tracePt t="76103" x="6381750" y="4286250"/>
          <p14:tracePt t="76110" x="6327775" y="4259263"/>
          <p14:tracePt t="76120" x="6253163" y="4238625"/>
          <p14:tracePt t="76126" x="6184900" y="4224338"/>
          <p14:tracePt t="76135" x="6110288" y="4224338"/>
          <p14:tracePt t="76144" x="6081713" y="4224338"/>
          <p14:tracePt t="76151" x="6042025" y="4224338"/>
          <p14:tracePt t="76160" x="5994400" y="4224338"/>
          <p14:tracePt t="76167" x="5967413" y="4238625"/>
          <p14:tracePt t="76180" x="5938838" y="4259263"/>
          <p14:tracePt t="84275" x="5926138" y="4259263"/>
          <p14:tracePt t="84283" x="5783263" y="4286250"/>
          <p14:tracePt t="84291" x="5592763" y="4327525"/>
          <p14:tracePt t="84300" x="5319713" y="4387850"/>
          <p14:tracePt t="84308" x="4714875" y="4530725"/>
          <p14:tracePt t="84316" x="4483100" y="4586288"/>
          <p14:tracePt t="84325" x="3979863" y="4729163"/>
          <p14:tracePt t="84333" x="3509963" y="4857750"/>
          <p14:tracePt t="84342" x="3292475" y="4932363"/>
          <p14:tracePt t="84350" x="2932113" y="5048250"/>
          <p14:tracePt t="84357" x="2598738" y="5129213"/>
          <p14:tracePt t="84366" x="2503488" y="5164138"/>
          <p14:tracePt t="84386" x="2232025" y="5232400"/>
          <p14:tracePt t="84393" x="2116138" y="5259388"/>
          <p14:tracePt t="84411" x="1985963" y="5292725"/>
          <p14:tracePt t="84419" x="1938338" y="5292725"/>
          <p14:tracePt t="84428" x="1911350" y="5307013"/>
          <p14:tracePt t="84437" x="1898650" y="5307013"/>
          <p14:tracePt t="84444" x="1871663" y="5307013"/>
          <p14:tracePt t="84449" x="1857375" y="5307013"/>
          <p14:tracePt t="84464" x="1836738" y="5307013"/>
          <p14:tracePt t="84473" x="1824038" y="5307013"/>
          <p14:tracePt t="84481" x="1809750" y="5307013"/>
          <p14:tracePt t="84490" x="1795463" y="5307013"/>
          <p14:tracePt t="84507" x="1782763" y="5307013"/>
          <p14:tracePt t="84515" x="1782763" y="5292725"/>
          <p14:tracePt t="84553" x="1782763" y="5280025"/>
          <p14:tracePt t="84578" x="1795463" y="5280025"/>
          <p14:tracePt t="84587" x="1824038" y="5280025"/>
          <p14:tracePt t="84597" x="1836738" y="5280025"/>
          <p14:tracePt t="84605" x="1871663" y="5280025"/>
          <p14:tracePt t="84615" x="1898650" y="5292725"/>
          <p14:tracePt t="84620" x="1911350" y="5292725"/>
          <p14:tracePt t="84630" x="1938338" y="5319713"/>
          <p14:tracePt t="84636" x="1973263" y="5334000"/>
          <p14:tracePt t="84647" x="1985963" y="5348288"/>
          <p14:tracePt t="84653" x="2000250" y="5348288"/>
          <p14:tracePt t="84663" x="2014538" y="5360988"/>
          <p14:tracePt t="84669" x="2027238" y="5360988"/>
          <p14:tracePt t="84680" x="2027238" y="5375275"/>
          <p14:tracePt t="84701" x="1985963" y="5387975"/>
          <p14:tracePt t="84711" x="1938338" y="5408613"/>
          <p14:tracePt t="84719" x="1836738" y="5435600"/>
          <p14:tracePt t="84730" x="1782763" y="5462588"/>
          <p14:tracePt t="84735" x="1693863" y="5503863"/>
          <p14:tracePt t="84746" x="1598613" y="5538788"/>
          <p14:tracePt t="84752" x="1524000" y="5565775"/>
          <p14:tracePt t="84763" x="1497013" y="5592763"/>
          <p14:tracePt t="84769" x="1422400" y="5619750"/>
          <p14:tracePt t="84780" x="1381125" y="5634038"/>
          <p14:tracePt t="84786" x="1354138" y="5646738"/>
          <p14:tracePt t="84797" x="1339850" y="5667375"/>
          <p14:tracePt t="84802" x="1319213" y="5681663"/>
          <p14:tracePt t="84829" x="1319213" y="5694363"/>
          <p14:tracePt t="84850" x="1366838" y="5694363"/>
          <p14:tracePt t="84859" x="1435100" y="5694363"/>
          <p14:tracePt t="84868" x="1497013" y="5694363"/>
          <p14:tracePt t="84878" x="1565275" y="5694363"/>
          <p14:tracePt t="84884" x="1666875" y="5694363"/>
          <p14:tracePt t="84892" x="1782763" y="5694363"/>
          <p14:tracePt t="84902" x="1952625" y="5681663"/>
          <p14:tracePt t="84913" x="2014538" y="5667375"/>
          <p14:tracePt t="84918" x="2116138" y="5646738"/>
          <p14:tracePt t="84931" x="2157413" y="5634038"/>
          <p14:tracePt t="84932" x="2232025" y="5619750"/>
          <p14:tracePt t="84941" x="2271713" y="5605463"/>
          <p14:tracePt t="84948" x="2312988" y="5605463"/>
          <p14:tracePt t="84958" x="2339975" y="5592763"/>
          <p14:tracePt t="84964" x="2360613" y="5592763"/>
          <p14:tracePt t="84996" x="2339975" y="5592763"/>
          <p14:tracePt t="85004" x="2312988" y="5592763"/>
          <p14:tracePt t="85015" x="2271713" y="5592763"/>
          <p14:tracePt t="85024" x="2259013" y="5592763"/>
          <p14:tracePt t="85030" x="2211388" y="5592763"/>
          <p14:tracePt t="85040" x="2184400" y="5605463"/>
          <p14:tracePt t="85046" x="2170113" y="5605463"/>
          <p14:tracePt t="85057" x="2157413" y="5605463"/>
          <p14:tracePt t="85063" x="2143125" y="5619750"/>
          <p14:tracePt t="85072" x="2128838" y="5619750"/>
          <p14:tracePt t="85102" x="2143125" y="5619750"/>
          <p14:tracePt t="85112" x="2184400" y="5619750"/>
          <p14:tracePt t="85121" x="2232025" y="5619750"/>
          <p14:tracePt t="85130" x="2286000" y="5619750"/>
          <p14:tracePt t="85138" x="2339975" y="5619750"/>
          <p14:tracePt t="85148" x="2414588" y="5619750"/>
          <p14:tracePt t="85154" x="2503488" y="5619750"/>
          <p14:tracePt t="85165" x="2530475" y="5619750"/>
          <p14:tracePt t="85171" x="2586038" y="5619750"/>
          <p14:tracePt t="85181" x="2619375" y="5619750"/>
          <p14:tracePt t="85187" x="2646363" y="5605463"/>
          <p14:tracePt t="85198" x="2660650" y="5605463"/>
          <p14:tracePt t="85204" x="2673350" y="5605463"/>
          <p14:tracePt t="85216" x="2673350" y="5592763"/>
          <p14:tracePt t="85217" x="2687638" y="5592763"/>
          <p14:tracePt t="85257" x="2687638" y="5578475"/>
          <p14:tracePt t="85585" x="2700338" y="5578475"/>
          <p14:tracePt t="85594" x="2735263" y="5578475"/>
          <p14:tracePt t="85603" x="2747963" y="5578475"/>
          <p14:tracePt t="85614" x="2789238" y="5578475"/>
          <p14:tracePt t="85620" x="2816225" y="5578475"/>
          <p14:tracePt t="85630" x="2843213" y="5592763"/>
          <p14:tracePt t="85636" x="2890838" y="5592763"/>
          <p14:tracePt t="85647" x="2919413" y="5592763"/>
          <p14:tracePt t="85653" x="2946400" y="5592763"/>
          <p14:tracePt t="85660" x="2973388" y="5592763"/>
          <p14:tracePt t="85670" x="3006725" y="5592763"/>
          <p14:tracePt t="85678" x="3021013" y="5592763"/>
          <p14:tracePt t="85687" x="3033713" y="5592763"/>
          <p14:tracePt t="85695" x="3048000" y="5592763"/>
          <p14:tracePt t="85711" x="3062288" y="5592763"/>
          <p14:tracePt t="85720" x="3074988" y="5592763"/>
          <p14:tracePt t="85749" x="3089275" y="5592763"/>
          <p14:tracePt t="86141" x="3101975" y="5592763"/>
          <p14:tracePt t="86152" x="3149600" y="5592763"/>
          <p14:tracePt t="86160" x="3205163" y="5592763"/>
          <p14:tracePt t="86170" x="3265488" y="5592763"/>
          <p14:tracePt t="86178" x="3333750" y="5592763"/>
          <p14:tracePt t="86187" x="3395663" y="5592763"/>
          <p14:tracePt t="86192" x="3422650" y="5592763"/>
          <p14:tracePt t="86204" x="3462338" y="5592763"/>
          <p14:tracePt t="86209" x="3524250" y="5592763"/>
          <p14:tracePt t="86220" x="3551238" y="5592763"/>
          <p14:tracePt t="86225" x="3592513" y="5592763"/>
          <p14:tracePt t="86234" x="3625850" y="5592763"/>
          <p14:tracePt t="86243" x="3640138" y="5592763"/>
          <p14:tracePt t="86251" x="3652838" y="5592763"/>
          <p14:tracePt t="86260" x="3667125" y="5592763"/>
          <p14:tracePt t="86698" x="3681413" y="5592763"/>
          <p14:tracePt t="86708" x="3694113" y="5592763"/>
          <p14:tracePt t="86717" x="3708400" y="5592763"/>
          <p14:tracePt t="86727" x="3735388" y="5592763"/>
          <p14:tracePt t="86736" x="3756025" y="5592763"/>
          <p14:tracePt t="86742" x="3768725" y="5592763"/>
          <p14:tracePt t="86753" x="3795713" y="5592763"/>
          <p14:tracePt t="86759" x="3810000" y="5592763"/>
          <p14:tracePt t="86770" x="3824288" y="5592763"/>
          <p14:tracePt t="86776" x="3836988" y="5592763"/>
          <p14:tracePt t="86786" x="3851275" y="5605463"/>
          <p14:tracePt t="86792" x="3863975" y="5605463"/>
          <p14:tracePt t="86805" x="3884613" y="5605463"/>
          <p14:tracePt t="86829" x="3898900" y="5605463"/>
          <p14:tracePt t="86854" x="3911600" y="5605463"/>
          <p14:tracePt t="86871" x="3925888" y="5605463"/>
          <p14:tracePt t="86879" x="3938588" y="5605463"/>
          <p14:tracePt t="86895" x="3952875" y="5605463"/>
          <p14:tracePt t="86904" x="3967163" y="5605463"/>
          <p14:tracePt t="86914" x="3979863" y="5619750"/>
          <p14:tracePt t="86922" x="4014788" y="5619750"/>
          <p14:tracePt t="86931" x="4041775" y="5619750"/>
          <p14:tracePt t="86937" x="4054475" y="5619750"/>
          <p14:tracePt t="86947" x="4081463" y="5634038"/>
          <p14:tracePt t="86954" x="4122738" y="5634038"/>
          <p14:tracePt t="86963" x="4170363" y="5634038"/>
          <p14:tracePt t="86970" x="4211638" y="5634038"/>
          <p14:tracePt t="86980" x="4259263" y="5634038"/>
          <p14:tracePt t="86987" x="4313238" y="5634038"/>
          <p14:tracePt t="86996" x="4429125" y="5634038"/>
          <p14:tracePt t="87005" x="4518025" y="5634038"/>
          <p14:tracePt t="87012" x="4572000" y="5634038"/>
          <p14:tracePt t="87022" x="4673600" y="5634038"/>
          <p14:tracePt t="87030" x="4776788" y="5634038"/>
          <p14:tracePt t="87037" x="4959350" y="5634038"/>
          <p14:tracePt t="87045" x="5102225" y="5619750"/>
          <p14:tracePt t="87054" x="5164138" y="5605463"/>
          <p14:tracePt t="87062" x="5292725" y="5605463"/>
          <p14:tracePt t="87070" x="5408613" y="5592763"/>
          <p14:tracePt t="87079" x="5503863" y="5578475"/>
          <p14:tracePt t="87087" x="5578475" y="5578475"/>
          <p14:tracePt t="87096" x="5646738" y="5578475"/>
          <p14:tracePt t="87103" x="5694363" y="5578475"/>
          <p14:tracePt t="87113" x="5735638" y="5578475"/>
          <p14:tracePt t="87120" x="5795963" y="5578475"/>
          <p14:tracePt t="87128" x="5824538" y="5578475"/>
          <p14:tracePt t="87138" x="5851525" y="5578475"/>
          <p14:tracePt t="87435" x="5864225" y="5578475"/>
          <p14:tracePt t="87444" x="5891213" y="5578475"/>
          <p14:tracePt t="87453" x="5926138" y="5578475"/>
          <p14:tracePt t="87462" x="5953125" y="5578475"/>
          <p14:tracePt t="87471" x="5994400" y="5578475"/>
          <p14:tracePt t="87479" x="6054725" y="5578475"/>
          <p14:tracePt t="87489" x="6110288" y="5578475"/>
          <p14:tracePt t="87495" x="6170613" y="5565775"/>
          <p14:tracePt t="87505" x="6224588" y="5565775"/>
          <p14:tracePt t="87513" x="6280150" y="5551488"/>
          <p14:tracePt t="87523" x="6354763" y="5538788"/>
          <p14:tracePt t="87530" x="6396038" y="5518150"/>
          <p14:tracePt t="87540" x="6456363" y="5503863"/>
          <p14:tracePt t="87542" x="6483350" y="5503863"/>
          <p14:tracePt t="87551" x="6524625" y="5491163"/>
          <p14:tracePt t="87561" x="6557963" y="5476875"/>
          <p14:tracePt t="87571" x="6586538" y="5462588"/>
          <p14:tracePt t="87578" x="6613525" y="5449888"/>
          <p14:tracePt t="87589" x="6626225" y="5435600"/>
          <p14:tracePt t="87593" x="6640513" y="5422900"/>
          <p14:tracePt t="87603" x="6640513" y="5408613"/>
          <p14:tracePt t="87610" x="6640513" y="5375275"/>
          <p14:tracePt t="87619" x="6640513" y="5360988"/>
          <p14:tracePt t="87628" x="6640513" y="5334000"/>
          <p14:tracePt t="87636" x="6640513" y="5307013"/>
          <p14:tracePt t="87643" x="6626225" y="5280025"/>
          <p14:tracePt t="87653" x="6599238" y="5259388"/>
          <p14:tracePt t="87660" x="6572250" y="5232400"/>
          <p14:tracePt t="87670" x="6524625" y="5205413"/>
          <p14:tracePt t="87679" x="6483350" y="5191125"/>
          <p14:tracePt t="87685" x="6443663" y="5176838"/>
          <p14:tracePt t="87695" x="6408738" y="5176838"/>
          <p14:tracePt t="87701" x="6367463" y="5176838"/>
          <p14:tracePt t="87710" x="6340475" y="5176838"/>
          <p14:tracePt t="87717" x="6280150" y="5176838"/>
          <p14:tracePt t="87726" x="6253163" y="5176838"/>
          <p14:tracePt t="87733" x="6224588" y="5176838"/>
          <p14:tracePt t="87742" x="6184900" y="5205413"/>
          <p14:tracePt t="87749" x="6149975" y="5232400"/>
          <p14:tracePt t="87760" x="6122988" y="5245100"/>
          <p14:tracePt t="87766" x="6081713" y="5280025"/>
          <p14:tracePt t="87775" x="6069013" y="5292725"/>
          <p14:tracePt t="87782" x="6042025" y="5334000"/>
          <p14:tracePt t="87792" x="6007100" y="5360988"/>
          <p14:tracePt t="87799" x="5980113" y="5375275"/>
          <p14:tracePt t="87807" x="5967413" y="5408613"/>
          <p14:tracePt t="87819" x="5953125" y="5422900"/>
          <p14:tracePt t="87825" x="5953125" y="5435600"/>
          <p14:tracePt t="87832" x="5938838" y="5462588"/>
          <p14:tracePt t="87840" x="5938838" y="5491163"/>
          <p14:tracePt t="87849" x="5938838" y="5503863"/>
          <p14:tracePt t="87855" x="5938838" y="5518150"/>
          <p14:tracePt t="87866" x="5938838" y="5538788"/>
          <p14:tracePt t="87874" x="5938838" y="5565775"/>
          <p14:tracePt t="87880" x="5938838" y="5578475"/>
          <p14:tracePt t="87892" x="5967413" y="5592763"/>
          <p14:tracePt t="87899" x="6007100" y="5605463"/>
          <p14:tracePt t="87905" x="6042025" y="5619750"/>
          <p14:tracePt t="87918" x="6069013" y="5619750"/>
          <p14:tracePt t="87919" x="6110288" y="5634038"/>
          <p14:tracePt t="87928" x="6149975" y="5634038"/>
          <p14:tracePt t="87938" x="6211888" y="5634038"/>
          <p14:tracePt t="87946" x="6238875" y="5619750"/>
          <p14:tracePt t="87957" x="6300788" y="5592763"/>
          <p14:tracePt t="87962" x="6327775" y="5578475"/>
          <p14:tracePt t="87975" x="6367463" y="5551488"/>
          <p14:tracePt t="87979" x="6396038" y="5518150"/>
          <p14:tracePt t="87992" x="6429375" y="5503863"/>
          <p14:tracePt t="87993" x="6443663" y="5476875"/>
          <p14:tracePt t="88004" x="6456363" y="5449888"/>
          <p14:tracePt t="88012" x="6470650" y="5435600"/>
          <p14:tracePt t="88022" x="6470650" y="5408613"/>
          <p14:tracePt t="88027" x="6470650" y="5360988"/>
          <p14:tracePt t="88039" x="6470650" y="5348288"/>
          <p14:tracePt t="88044" x="6456363" y="5319713"/>
          <p14:tracePt t="88056" x="6429375" y="5307013"/>
          <p14:tracePt t="88061" x="6408738" y="5292725"/>
          <p14:tracePt t="88069" x="6381750" y="5280025"/>
          <p14:tracePt t="88078" x="6354763" y="5259388"/>
          <p14:tracePt t="88091" x="6340475" y="5245100"/>
          <p14:tracePt t="88092" x="6313488" y="5245100"/>
          <p14:tracePt t="88101" x="6300788" y="5245100"/>
          <p14:tracePt t="88115" x="6280150" y="5245100"/>
          <p14:tracePt t="99484" x="6253163" y="5245100"/>
          <p14:tracePt t="99492" x="6238875" y="5232400"/>
          <p14:tracePt t="99501" x="6211888" y="5218113"/>
          <p14:tracePt t="99509" x="6170613" y="5205413"/>
          <p14:tracePt t="99516" x="6069013" y="5164138"/>
          <p14:tracePt t="99525" x="5967413" y="5089525"/>
          <p14:tracePt t="99533" x="5824538" y="5021263"/>
          <p14:tracePt t="99544" x="5667375" y="4932363"/>
          <p14:tracePt t="99553" x="5491163" y="4830763"/>
          <p14:tracePt t="99567" x="5218113" y="4714875"/>
          <p14:tracePt t="99580" x="5075238" y="4660900"/>
          <p14:tracePt t="99590" x="4919663" y="4598988"/>
          <p14:tracePt t="99608" x="4776788" y="4557713"/>
          <p14:tracePt t="99616" x="4729163" y="4545013"/>
          <p14:tracePt t="99625" x="4700588" y="4545013"/>
          <p14:tracePt t="100122" x="4687888" y="4545013"/>
          <p14:tracePt t="100131" x="4660900" y="4530725"/>
          <p14:tracePt t="100138" x="4625975" y="4497388"/>
          <p14:tracePt t="100148" x="4572000" y="4470400"/>
          <p14:tracePt t="100156" x="4530725" y="4456113"/>
          <p14:tracePt t="100163" x="4483100" y="4429125"/>
          <p14:tracePt t="100172" x="4429125" y="4402138"/>
          <p14:tracePt t="100180" x="4387850" y="4367213"/>
          <p14:tracePt t="100189" x="4327525" y="4354513"/>
          <p14:tracePt t="100197" x="4286250" y="4340225"/>
          <p14:tracePt t="100205" x="4238625" y="4313238"/>
          <p14:tracePt t="100214" x="4211638" y="4313238"/>
          <p14:tracePt t="100223" x="4143375" y="4300538"/>
          <p14:tracePt t="100234" x="4110038" y="4300538"/>
          <p14:tracePt t="100240" x="4068763" y="4300538"/>
          <p14:tracePt t="100246" x="4027488" y="4300538"/>
          <p14:tracePt t="100255" x="4014788" y="4300538"/>
          <p14:tracePt t="100262" x="3979863" y="4300538"/>
          <p14:tracePt t="100271" x="3967163" y="4300538"/>
          <p14:tracePt t="100279" x="3952875" y="4300538"/>
          <p14:tracePt t="100287" x="3938588" y="4300538"/>
          <p14:tracePt t="100392" x="3925888" y="4300538"/>
          <p14:tracePt t="101719" x="3925888" y="4313238"/>
          <p14:tracePt t="101728" x="3925888" y="4327525"/>
          <p14:tracePt t="101737" x="3925888" y="4354513"/>
          <p14:tracePt t="101743" x="3925888" y="4387850"/>
          <p14:tracePt t="101753" x="3925888" y="4414838"/>
          <p14:tracePt t="101761" x="3925888" y="4429125"/>
          <p14:tracePt t="101768" x="3938588" y="4456113"/>
          <p14:tracePt t="101776" x="3938588" y="4483100"/>
          <p14:tracePt t="101784" x="3938588" y="4518025"/>
          <p14:tracePt t="101793" x="3952875" y="4545013"/>
          <p14:tracePt t="101802" x="3967163" y="4586288"/>
          <p14:tracePt t="101810" x="3967163" y="4625975"/>
          <p14:tracePt t="101819" x="3979863" y="4660900"/>
          <p14:tracePt t="101826" x="3994150" y="4687888"/>
          <p14:tracePt t="101840" x="3994150" y="4729163"/>
          <p14:tracePt t="101843" x="4014788" y="4741863"/>
          <p14:tracePt t="101852" x="4027488" y="4776788"/>
          <p14:tracePt t="101868" x="4068763" y="4857750"/>
          <p14:tracePt t="102177" x="4041775" y="4857750"/>
          <p14:tracePt t="102187" x="4027488" y="4857750"/>
          <p14:tracePt t="102195" x="4014788" y="4857750"/>
          <p14:tracePt t="102202" x="3967163" y="4857750"/>
          <p14:tracePt t="102211" x="3938588" y="4843463"/>
          <p14:tracePt t="102219" x="3898900" y="4843463"/>
          <p14:tracePt t="102228" x="3851275" y="4843463"/>
          <p14:tracePt t="102238" x="3795713" y="4843463"/>
          <p14:tracePt t="102244" x="3756025" y="4843463"/>
          <p14:tracePt t="102255" x="3694113" y="4843463"/>
          <p14:tracePt t="102261" x="3667125" y="4843463"/>
          <p14:tracePt t="102271" x="3625850" y="4843463"/>
          <p14:tracePt t="102278" x="3578225" y="4843463"/>
          <p14:tracePt t="102288" x="3551238" y="4843463"/>
          <p14:tracePt t="102295" x="3509963" y="4857750"/>
          <p14:tracePt t="102301" x="3497263" y="4872038"/>
          <p14:tracePt t="102311" x="3462338" y="4872038"/>
          <p14:tracePt t="102318" x="3449638" y="4884738"/>
          <p14:tracePt t="102328" x="3435350" y="4905375"/>
          <p14:tracePt t="102334" x="3422650" y="4919663"/>
          <p14:tracePt t="102345" x="3408363" y="4919663"/>
          <p14:tracePt t="102350" x="3395663" y="4932363"/>
          <p14:tracePt t="102360" x="3381375" y="4932363"/>
          <p14:tracePt t="102367" x="3360738" y="4946650"/>
          <p14:tracePt t="102376" x="3360738" y="4959350"/>
          <p14:tracePt t="102402" x="3348038" y="4973638"/>
          <p14:tracePt t="102471" x="3348038" y="4986338"/>
          <p14:tracePt t="102701" x="3319463" y="4986338"/>
          <p14:tracePt t="102710" x="3292475" y="4986338"/>
          <p14:tracePt t="102719" x="3252788" y="4986338"/>
          <p14:tracePt t="102729" x="3190875" y="5000625"/>
          <p14:tracePt t="102736" x="3101975" y="5033963"/>
          <p14:tracePt t="102743" x="2973388" y="5075238"/>
          <p14:tracePt t="102753" x="2843213" y="5116513"/>
          <p14:tracePt t="102764" x="2789238" y="5149850"/>
          <p14:tracePt t="102769" x="2660650" y="5191125"/>
          <p14:tracePt t="102777" x="2544763" y="5232400"/>
          <p14:tracePt t="102786" x="2443163" y="5280025"/>
          <p14:tracePt t="102798" x="2339975" y="5319713"/>
          <p14:tracePt t="102800" x="2312988" y="5334000"/>
          <p14:tracePt t="102809" x="2259013" y="5360988"/>
          <p14:tracePt t="102817" x="2211388" y="5387975"/>
          <p14:tracePt t="102827" x="2184400" y="5408613"/>
          <p14:tracePt t="102834" x="2157413" y="5422900"/>
          <p14:tracePt t="102842" x="2143125" y="5435600"/>
          <p14:tracePt t="102852" x="2128838" y="5435600"/>
          <p14:tracePt t="102868" x="2116138" y="5449888"/>
          <p14:tracePt t="102971" x="2128838" y="5449888"/>
          <p14:tracePt t="102987" x="2143125" y="5449888"/>
          <p14:tracePt t="102997" x="2157413" y="5449888"/>
          <p14:tracePt t="103006" x="2170113" y="5449888"/>
          <p14:tracePt t="103021" x="2184400" y="5449888"/>
          <p14:tracePt t="103045" x="2184400" y="5462588"/>
          <p14:tracePt t="103063" x="2170113" y="5462588"/>
          <p14:tracePt t="103071" x="2128838" y="5476875"/>
          <p14:tracePt t="103082" x="2081213" y="5503863"/>
          <p14:tracePt t="103087" x="2027238" y="5503863"/>
          <p14:tracePt t="103099" x="1973263" y="5538788"/>
          <p14:tracePt t="103105" x="1911350" y="5551488"/>
          <p14:tracePt t="103117" x="1884363" y="5565775"/>
          <p14:tracePt t="103122" x="1824038" y="5578475"/>
          <p14:tracePt t="103133" x="1795463" y="5592763"/>
          <p14:tracePt t="103138" x="1768475" y="5605463"/>
          <p14:tracePt t="103150" x="1741488" y="5605463"/>
          <p14:tracePt t="103154" x="1728788" y="5619750"/>
          <p14:tracePt t="103170" x="1708150" y="5619750"/>
          <p14:tracePt t="103201" x="1708150" y="5634038"/>
          <p14:tracePt t="103217" x="1741488" y="5634038"/>
          <p14:tracePt t="103225" x="1768475" y="5634038"/>
          <p14:tracePt t="103236" x="1795463" y="5634038"/>
          <p14:tracePt t="103244" x="1857375" y="5646738"/>
          <p14:tracePt t="103251" x="1911350" y="5646738"/>
          <p14:tracePt t="103261" x="1973263" y="5646738"/>
          <p14:tracePt t="103268" x="2054225" y="5646738"/>
          <p14:tracePt t="103277" x="2128838" y="5646738"/>
          <p14:tracePt t="103284" x="2197100" y="5646738"/>
          <p14:tracePt t="103292" x="2232025" y="5646738"/>
          <p14:tracePt t="103301" x="2286000" y="5646738"/>
          <p14:tracePt t="103309" x="2312988" y="5646738"/>
          <p14:tracePt t="103316" x="2360613" y="5646738"/>
          <p14:tracePt t="103327" x="2374900" y="5646738"/>
          <p14:tracePt t="103333" x="2387600" y="5646738"/>
          <p14:tracePt t="103372" x="2339975" y="5646738"/>
          <p14:tracePt t="103382" x="2300288" y="5646738"/>
          <p14:tracePt t="103391" x="2244725" y="5646738"/>
          <p14:tracePt t="103400" x="2211388" y="5646738"/>
          <p14:tracePt t="103408" x="2170113" y="5646738"/>
          <p14:tracePt t="103418" x="2128838" y="5646738"/>
          <p14:tracePt t="103423" x="2081213" y="5646738"/>
          <p14:tracePt t="103434" x="2054225" y="5646738"/>
          <p14:tracePt t="103440" x="2027238" y="5646738"/>
          <p14:tracePt t="103451" x="2014538" y="5646738"/>
          <p14:tracePt t="103459" x="2000250" y="5646738"/>
          <p14:tracePt t="103519" x="2027238" y="5646738"/>
          <p14:tracePt t="103529" x="2054225" y="5646738"/>
          <p14:tracePt t="103538" x="2116138" y="5634038"/>
          <p14:tracePt t="103549" x="2184400" y="5619750"/>
          <p14:tracePt t="103555" x="2259013" y="5605463"/>
          <p14:tracePt t="103566" x="2327275" y="5605463"/>
          <p14:tracePt t="103571" x="2360613" y="5592763"/>
          <p14:tracePt t="103582" x="2414588" y="5592763"/>
          <p14:tracePt t="103588" x="2470150" y="5578475"/>
          <p14:tracePt t="103599" x="2503488" y="5578475"/>
          <p14:tracePt t="103603" x="2530475" y="5578475"/>
          <p14:tracePt t="103615" x="2557463" y="5578475"/>
          <p14:tracePt t="103620" x="2557463" y="5565775"/>
          <p14:tracePt t="103659" x="2490788" y="5565775"/>
          <p14:tracePt t="103668" x="2414588" y="5565775"/>
          <p14:tracePt t="103677" x="2339975" y="5565775"/>
          <p14:tracePt t="103687" x="2259013" y="5565775"/>
          <p14:tracePt t="103697" x="2184400" y="5565775"/>
          <p14:tracePt t="103703" x="2143125" y="5565775"/>
          <p14:tracePt t="103710" x="2081213" y="5565775"/>
          <p14:tracePt t="103719" x="2027238" y="5578475"/>
          <p14:tracePt t="103733" x="1985963" y="5578475"/>
          <p14:tracePt t="103734" x="1952625" y="5578475"/>
          <p14:tracePt t="103743" x="1925638" y="5578475"/>
          <p14:tracePt t="103753" x="1911350" y="5578475"/>
          <p14:tracePt t="103769" x="1898650" y="5578475"/>
          <p14:tracePt t="103806" x="1911350" y="5578475"/>
          <p14:tracePt t="103816" x="1952625" y="5578475"/>
          <p14:tracePt t="103825" x="2000250" y="5578475"/>
          <p14:tracePt t="103834" x="2041525" y="5578475"/>
          <p14:tracePt t="103842" x="2116138" y="5578475"/>
          <p14:tracePt t="103851" x="2184400" y="5578475"/>
          <p14:tracePt t="103859" x="2259013" y="5578475"/>
          <p14:tracePt t="103868" x="2327275" y="5578475"/>
          <p14:tracePt t="103876" x="2360613" y="5578475"/>
          <p14:tracePt t="103883" x="2401888" y="5578475"/>
          <p14:tracePt t="103891" x="2455863" y="5592763"/>
          <p14:tracePt t="103898" x="2490788" y="5592763"/>
          <p14:tracePt t="103907" x="2517775" y="5592763"/>
          <p14:tracePt t="103918" x="2530475" y="5592763"/>
          <p14:tracePt t="103935" x="2544763" y="5605463"/>
          <p14:tracePt t="103954" x="2530475" y="5605463"/>
          <p14:tracePt t="103964" x="2470150" y="5605463"/>
          <p14:tracePt t="103973" x="2387600" y="5605463"/>
          <p14:tracePt t="103983" x="2327275" y="5605463"/>
          <p14:tracePt t="103989" x="2232025" y="5605463"/>
          <p14:tracePt t="103999" x="2128838" y="5592763"/>
          <p14:tracePt t="104006" x="2027238" y="5592763"/>
          <p14:tracePt t="104017" x="1952625" y="5592763"/>
          <p14:tracePt t="104021" x="1925638" y="5592763"/>
          <p14:tracePt t="104034" x="1871663" y="5592763"/>
          <p14:tracePt t="104036" x="1836738" y="5592763"/>
          <p14:tracePt t="104046" x="1809750" y="5592763"/>
          <p14:tracePt t="104055" x="1795463" y="5592763"/>
          <p14:tracePt t="104092" x="1809750" y="5592763"/>
          <p14:tracePt t="104102" x="1836738" y="5592763"/>
          <p14:tracePt t="104111" x="1884363" y="5592763"/>
          <p14:tracePt t="104120" x="1952625" y="5578475"/>
          <p14:tracePt t="104130" x="2027238" y="5578475"/>
          <p14:tracePt t="104136" x="2128838" y="5565775"/>
          <p14:tracePt t="104144" x="2211388" y="5565775"/>
          <p14:tracePt t="104153" x="2300288" y="5565775"/>
          <p14:tracePt t="104161" x="2374900" y="5551488"/>
          <p14:tracePt t="104170" x="2414588" y="5551488"/>
          <p14:tracePt t="104178" x="2470150" y="5551488"/>
          <p14:tracePt t="104186" x="2530475" y="5551488"/>
          <p14:tracePt t="104195" x="2557463" y="5551488"/>
          <p14:tracePt t="104203" x="2571750" y="5551488"/>
          <p14:tracePt t="104211" x="2598738" y="5551488"/>
          <p14:tracePt t="104231" x="2619375" y="5551488"/>
          <p14:tracePt t="104248" x="2598738" y="5551488"/>
          <p14:tracePt t="104257" x="2557463" y="5551488"/>
          <p14:tracePt t="104267" x="2470150" y="5551488"/>
          <p14:tracePt t="104275" x="2360613" y="5551488"/>
          <p14:tracePt t="104284" x="2286000" y="5551488"/>
          <p14:tracePt t="104292" x="2170113" y="5551488"/>
          <p14:tracePt t="104301" x="2068513" y="5551488"/>
          <p14:tracePt t="104308" x="1952625" y="5565775"/>
          <p14:tracePt t="104316" x="1911350" y="5578475"/>
          <p14:tracePt t="104326" x="1836738" y="5592763"/>
          <p14:tracePt t="104335" x="1782763" y="5592763"/>
          <p14:tracePt t="104347" x="1755775" y="5605463"/>
          <p14:tracePt t="104348" x="1728788" y="5605463"/>
          <p14:tracePt t="104357" x="1708150" y="5605463"/>
          <p14:tracePt t="104396" x="1728788" y="5605463"/>
          <p14:tracePt t="104404" x="1755775" y="5605463"/>
          <p14:tracePt t="104415" x="1809750" y="5605463"/>
          <p14:tracePt t="104423" x="1871663" y="5578475"/>
          <p14:tracePt t="104433" x="1938338" y="5565775"/>
          <p14:tracePt t="104439" x="2014538" y="5551488"/>
          <p14:tracePt t="104450" x="2101850" y="5538788"/>
          <p14:tracePt t="104456" x="2170113" y="5518150"/>
          <p14:tracePt t="104468" x="2211388" y="5518150"/>
          <p14:tracePt t="104472" x="2259013" y="5503863"/>
          <p14:tracePt t="104482" x="2300288" y="5503863"/>
          <p14:tracePt t="104490" x="2339975" y="5491163"/>
          <p14:tracePt t="104498" x="2360613" y="5491163"/>
          <p14:tracePt t="104509" x="2374900" y="5491163"/>
          <p14:tracePt t="104559" x="2339975" y="5491163"/>
          <p14:tracePt t="104568" x="2300288" y="5491163"/>
          <p14:tracePt t="104577" x="2286000" y="5503863"/>
          <p14:tracePt t="104586" x="2259013" y="5503863"/>
          <p14:tracePt t="104597" x="2232025" y="5518150"/>
          <p14:tracePt t="104604" x="2197100" y="5538788"/>
          <p14:tracePt t="104611" x="2170113" y="5538788"/>
          <p14:tracePt t="104621" x="2157413" y="5538788"/>
          <p14:tracePt t="104627" x="2157413" y="5551488"/>
          <p14:tracePt t="104636" x="2143125" y="5551488"/>
          <p14:tracePt t="104682" x="2184400" y="5551488"/>
          <p14:tracePt t="104691" x="2211388" y="5551488"/>
          <p14:tracePt t="104700" x="2259013" y="5551488"/>
          <p14:tracePt t="104708" x="2312988" y="5551488"/>
          <p14:tracePt t="104718" x="2360613" y="5538788"/>
          <p14:tracePt t="104726" x="2387600" y="5538788"/>
          <p14:tracePt t="105091" x="2360613" y="5538788"/>
          <p14:tracePt t="105100" x="2300288" y="5518150"/>
          <p14:tracePt t="105110" x="2244725" y="5518150"/>
          <p14:tracePt t="105120" x="2170113" y="5518150"/>
          <p14:tracePt t="105128" x="2101850" y="5518150"/>
          <p14:tracePt t="105137" x="2014538" y="5518150"/>
          <p14:tracePt t="105143" x="1925638" y="5518150"/>
          <p14:tracePt t="105154" x="1857375" y="5518150"/>
          <p14:tracePt t="105159" x="1824038" y="5518150"/>
          <p14:tracePt t="105170" x="1768475" y="5518150"/>
          <p14:tracePt t="105176" x="1741488" y="5538788"/>
          <p14:tracePt t="105188" x="1708150" y="5538788"/>
          <p14:tracePt t="105192" x="1693863" y="5551488"/>
          <p14:tracePt t="105204" x="1681163" y="5551488"/>
          <p14:tracePt t="105208" x="1681163" y="5565775"/>
          <p14:tracePt t="105247" x="1693863" y="5578475"/>
          <p14:tracePt t="105258" x="1728788" y="5578475"/>
          <p14:tracePt t="105266" x="1755775" y="5578475"/>
          <p14:tracePt t="105276" x="1795463" y="5578475"/>
          <p14:tracePt t="105284" x="1871663" y="5578475"/>
          <p14:tracePt t="105291" x="1925638" y="5578475"/>
          <p14:tracePt t="105299" x="2000250" y="5578475"/>
          <p14:tracePt t="105308" x="2081213" y="5578475"/>
          <p14:tracePt t="105318" x="2170113" y="5578475"/>
          <p14:tracePt t="105323" x="2259013" y="5565775"/>
          <p14:tracePt t="105332" x="2286000" y="5565775"/>
          <p14:tracePt t="105340" x="2360613" y="5551488"/>
          <p14:tracePt t="105349" x="2414588" y="5551488"/>
          <p14:tracePt t="105356" x="2455863" y="5538788"/>
          <p14:tracePt t="105366" x="2470150" y="5538788"/>
          <p14:tracePt t="105373" x="2503488" y="5538788"/>
          <p14:tracePt t="105386" x="2517775" y="5538788"/>
          <p14:tracePt t="105395" x="2530475" y="5538788"/>
          <p14:tracePt t="105419" x="2517775" y="5538788"/>
          <p14:tracePt t="105428" x="2470150" y="5538788"/>
          <p14:tracePt t="105438" x="2387600" y="5538788"/>
          <p14:tracePt t="105446" x="2327275" y="5538788"/>
          <p14:tracePt t="105456" x="2259013" y="5538788"/>
          <p14:tracePt t="105464" x="2184400" y="5538788"/>
          <p14:tracePt t="105474" x="2143125" y="5538788"/>
          <p14:tracePt t="105480" x="2101850" y="5551488"/>
          <p14:tracePt t="105488" x="2054225" y="5551488"/>
          <p14:tracePt t="105497" x="2014538" y="5551488"/>
          <p14:tracePt t="105507" x="2000250" y="5565775"/>
          <p14:tracePt t="105512" x="1985963" y="5565775"/>
          <p14:tracePt t="105531" x="1973263" y="5565775"/>
          <p14:tracePt t="105558" x="2000250" y="5565775"/>
          <p14:tracePt t="105567" x="2027238" y="5565775"/>
          <p14:tracePt t="105577" x="2068513" y="5565775"/>
          <p14:tracePt t="105586" x="2116138" y="5565775"/>
          <p14:tracePt t="105594" x="2170113" y="5565775"/>
          <p14:tracePt t="105604" x="2232025" y="5565775"/>
          <p14:tracePt t="105611" x="2286000" y="5565775"/>
          <p14:tracePt t="105621" x="2360613" y="5565775"/>
          <p14:tracePt t="105627" x="2387600" y="5565775"/>
          <p14:tracePt t="105638" x="2428875" y="5565775"/>
          <p14:tracePt t="105642" x="2470150" y="5565775"/>
          <p14:tracePt t="105654" x="2503488" y="5565775"/>
          <p14:tracePt t="105658" x="2530475" y="5565775"/>
          <p14:tracePt t="105671" x="2544763" y="5565775"/>
          <p14:tracePt t="105678" x="2557463" y="5565775"/>
          <p14:tracePt t="105690" x="2571750" y="5565775"/>
          <p14:tracePt t="106074" x="2619375" y="5565775"/>
          <p14:tracePt t="106083" x="2660650" y="5551488"/>
          <p14:tracePt t="106093" x="2700338" y="5538788"/>
          <p14:tracePt t="106101" x="2747963" y="5518150"/>
          <p14:tracePt t="106110" x="2803525" y="5518150"/>
          <p14:tracePt t="106119" x="2843213" y="5491163"/>
          <p14:tracePt t="106126" x="2946400" y="5462588"/>
          <p14:tracePt t="106134" x="3033713" y="5435600"/>
          <p14:tracePt t="106142" x="3136900" y="5387975"/>
          <p14:tracePt t="106151" x="3163888" y="5375275"/>
          <p14:tracePt t="106158" x="3217863" y="5348288"/>
          <p14:tracePt t="106168" x="3279775" y="5319713"/>
          <p14:tracePt t="106175" x="3306763" y="5292725"/>
          <p14:tracePt t="106185" x="3348038" y="5280025"/>
          <p14:tracePt t="106193" x="3360738" y="5259388"/>
          <p14:tracePt t="106207" x="3395663" y="5218113"/>
          <p14:tracePt t="106216" x="3408363" y="5205413"/>
          <p14:tracePt t="106227" x="3422650" y="5191125"/>
          <p14:tracePt t="106234" x="3422650" y="5164138"/>
          <p14:tracePt t="106244" x="3435350" y="5149850"/>
          <p14:tracePt t="106248" x="3449638" y="5116513"/>
          <p14:tracePt t="106261" x="3462338" y="5102225"/>
          <p14:tracePt t="106265" x="3476625" y="5075238"/>
          <p14:tracePt t="106276" x="3476625" y="5048250"/>
          <p14:tracePt t="106282" x="3497263" y="5033963"/>
          <p14:tracePt t="106292" x="3509963" y="5000625"/>
          <p14:tracePt t="106299" x="3509963" y="4986338"/>
          <p14:tracePt t="106310" x="3524250" y="4973638"/>
          <p14:tracePt t="106317" x="3524250" y="4959350"/>
          <p14:tracePt t="106325" x="3538538" y="4946650"/>
          <p14:tracePt t="106332" x="3538538" y="4932363"/>
          <p14:tracePt t="106342" x="3538538" y="4919663"/>
          <p14:tracePt t="106361" x="3538538" y="4905375"/>
          <p14:tracePt t="106385" x="3538538" y="4884738"/>
          <p14:tracePt t="106394" x="3524250" y="4884738"/>
          <p14:tracePt t="106403" x="3509963" y="4884738"/>
          <p14:tracePt t="106413" x="3476625" y="4884738"/>
          <p14:tracePt t="106421" x="3449638" y="4884738"/>
          <p14:tracePt t="106428" x="3435350" y="4884738"/>
          <p14:tracePt t="106437" x="3408363" y="4884738"/>
          <p14:tracePt t="106446" x="3381375" y="4905375"/>
          <p14:tracePt t="106454" x="3360738" y="4905375"/>
          <p14:tracePt t="106462" x="3348038" y="4919663"/>
          <p14:tracePt t="106470" x="3333750" y="4932363"/>
          <p14:tracePt t="106480" x="3319463" y="4946650"/>
          <p14:tracePt t="106486" x="3306763" y="4959350"/>
          <p14:tracePt t="106495" x="3306763" y="4973638"/>
          <p14:tracePt t="106504" x="3306763" y="4986338"/>
          <p14:tracePt t="106520" x="3306763" y="5000625"/>
          <p14:tracePt t="106534" x="3306763" y="5021263"/>
          <p14:tracePt t="106543" x="3319463" y="5021263"/>
          <p14:tracePt t="106553" x="3333750" y="5033963"/>
          <p14:tracePt t="106559" x="3348038" y="5033963"/>
          <p14:tracePt t="106569" x="3360738" y="5033963"/>
          <p14:tracePt t="106576" x="3395663" y="5033963"/>
          <p14:tracePt t="106585" x="3422650" y="5033963"/>
          <p14:tracePt t="106595" x="3435350" y="5033963"/>
          <p14:tracePt t="106602" x="3476625" y="5033963"/>
          <p14:tracePt t="106608" x="3509963" y="5021263"/>
          <p14:tracePt t="106619" x="3524250" y="5000625"/>
          <p14:tracePt t="106627" x="3551238" y="4986338"/>
          <p14:tracePt t="106640" x="3565525" y="4959350"/>
          <p14:tracePt t="106641" x="3578225" y="4946650"/>
          <p14:tracePt t="106650" x="3592513" y="4905375"/>
          <p14:tracePt t="106661" x="3605213" y="4872038"/>
          <p14:tracePt t="106667" x="3605213" y="4843463"/>
          <p14:tracePt t="106678" x="3605213" y="4830763"/>
          <p14:tracePt t="106682" x="3592513" y="4816475"/>
          <p14:tracePt t="106692" x="3565525" y="4789488"/>
          <p14:tracePt t="106699" x="3551238" y="4789488"/>
          <p14:tracePt t="106709" x="3509963" y="4776788"/>
          <p14:tracePt t="106716" x="3476625" y="4776788"/>
          <p14:tracePt t="106726" x="3449638" y="4776788"/>
          <p14:tracePt t="106732" x="3422650" y="4776788"/>
          <p14:tracePt t="106744" x="3408363" y="4789488"/>
          <p14:tracePt t="106749" x="3395663" y="4816475"/>
          <p14:tracePt t="106758" x="3381375" y="4830763"/>
          <p14:tracePt t="106768" x="3348038" y="4857750"/>
          <p14:tracePt t="106774" x="3348038" y="4872038"/>
          <p14:tracePt t="106784" x="3348038" y="4884738"/>
          <p14:tracePt t="106791" x="3348038" y="4919663"/>
          <p14:tracePt t="106999" x="3381375" y="4919663"/>
          <p14:tracePt t="107010" x="3408363" y="4919663"/>
          <p14:tracePt t="107018" x="3497263" y="4905375"/>
          <p14:tracePt t="107029" x="3625850" y="4872038"/>
          <p14:tracePt t="107035" x="3756025" y="4857750"/>
          <p14:tracePt t="107046" x="4081463" y="4776788"/>
          <p14:tracePt t="107050" x="4414838" y="4700588"/>
          <p14:tracePt t="107063" x="4776788" y="4625975"/>
          <p14:tracePt t="107067" x="5164138" y="4545013"/>
          <p14:tracePt t="107079" x="5565775" y="4456113"/>
          <p14:tracePt t="107083" x="5762625" y="4414838"/>
          <p14:tracePt t="107096" x="6110288" y="4354513"/>
          <p14:tracePt t="107098" x="6470650" y="4271963"/>
          <p14:tracePt t="107107" x="6769100" y="4197350"/>
          <p14:tracePt t="107116" x="6884988" y="4184650"/>
          <p14:tracePt t="107126" x="7089775" y="4122738"/>
          <p14:tracePt t="107133" x="7259638" y="4068763"/>
          <p14:tracePt t="107143" x="7388225" y="4027488"/>
          <p14:tracePt t="107150" x="7477125" y="3979863"/>
          <p14:tracePt t="107162" x="7545388" y="3938588"/>
          <p14:tracePt t="107408" x="7566025" y="3952875"/>
          <p14:tracePt t="107418" x="7578725" y="3979863"/>
          <p14:tracePt t="107428" x="7620000" y="4014788"/>
          <p14:tracePt t="107435" x="7646988" y="4027488"/>
          <p14:tracePt t="107446" x="7708900" y="4054475"/>
          <p14:tracePt t="107453" x="7762875" y="4095750"/>
          <p14:tracePt t="107464" x="7837488" y="4122738"/>
          <p14:tracePt t="107468" x="7891463" y="4157663"/>
          <p14:tracePt t="107480" x="7967663" y="4184650"/>
          <p14:tracePt t="107485" x="8048625" y="4197350"/>
          <p14:tracePt t="107497" x="8137525" y="4211638"/>
          <p14:tracePt t="107502" x="8212138" y="4224338"/>
          <p14:tracePt t="107515" x="8293100" y="4224338"/>
          <p14:tracePt t="107516" x="8367713" y="4238625"/>
          <p14:tracePt t="107527" x="8456613" y="4238625"/>
          <p14:tracePt t="107535" x="8510588" y="4238625"/>
          <p14:tracePt t="107545" x="8586788" y="4238625"/>
          <p14:tracePt t="107552" x="8640763" y="4224338"/>
          <p14:tracePt t="107562" x="8694738" y="4211638"/>
          <p14:tracePt t="107567" x="8756650" y="4184650"/>
          <p14:tracePt t="107579" x="8769350" y="4184650"/>
          <p14:tracePt t="107584" x="8831263" y="4143375"/>
          <p14:tracePt t="107596" x="8843963" y="4122738"/>
          <p14:tracePt t="107598" x="8885238" y="4068763"/>
          <p14:tracePt t="107607" x="8899525" y="4041775"/>
          <p14:tracePt t="107617" x="8912225" y="4014788"/>
          <p14:tracePt t="107624" x="8912225" y="3967163"/>
          <p14:tracePt t="107634" x="8912225" y="3938588"/>
          <p14:tracePt t="107642" x="8912225" y="3911600"/>
          <p14:tracePt t="107648" x="8912225" y="3884613"/>
          <p14:tracePt t="107657" x="8912225" y="3851275"/>
          <p14:tracePt t="107663" x="8912225" y="3795713"/>
          <p14:tracePt t="107674" x="8899525" y="3768725"/>
          <p14:tracePt t="107682" x="8872538" y="3756025"/>
          <p14:tracePt t="107690" x="8831263" y="3721100"/>
          <p14:tracePt t="107698" x="8783638" y="3708400"/>
          <p14:tracePt t="107708" x="8742363" y="3694113"/>
          <p14:tracePt t="107717" x="8694738" y="3681413"/>
          <p14:tracePt t="107724" x="8640763" y="3681413"/>
          <p14:tracePt t="107734" x="8599488" y="3681413"/>
          <p14:tracePt t="107740" x="8586788" y="3681413"/>
          <p14:tracePt t="107749" x="8510588" y="3681413"/>
          <p14:tracePt t="107758" x="8470900" y="3681413"/>
          <p14:tracePt t="107765" x="8435975" y="3708400"/>
          <p14:tracePt t="107774" x="8408988" y="3721100"/>
          <p14:tracePt t="107782" x="8382000" y="3756025"/>
          <p14:tracePt t="107790" x="8367713" y="3795713"/>
          <p14:tracePt t="107799" x="8355013" y="3836988"/>
          <p14:tracePt t="107807" x="8340725" y="3911600"/>
          <p14:tracePt t="107820" x="8340725" y="3979863"/>
          <p14:tracePt t="107822" x="8340725" y="4054475"/>
          <p14:tracePt t="107832" x="8340725" y="4122738"/>
          <p14:tracePt t="107838" x="8340725" y="4197350"/>
          <p14:tracePt t="107848" x="8355013" y="4259263"/>
          <p14:tracePt t="107853" x="8382000" y="4327525"/>
          <p14:tracePt t="107865" x="8408988" y="4340225"/>
          <p14:tracePt t="107870" x="8423275" y="4387850"/>
          <p14:tracePt t="107881" x="8456613" y="4414838"/>
          <p14:tracePt t="107887" x="8483600" y="4443413"/>
          <p14:tracePt t="107897" x="8524875" y="4443413"/>
          <p14:tracePt t="107903" x="8566150" y="4470400"/>
          <p14:tracePt t="107912" x="8613775" y="4470400"/>
          <p14:tracePt t="107922" x="8640763" y="4470400"/>
          <p14:tracePt t="107925" x="8682038" y="4470400"/>
          <p14:tracePt t="107935" x="8729663" y="4470400"/>
          <p14:tracePt t="107945" x="8783638" y="4443413"/>
          <p14:tracePt t="107952" x="8831263" y="4414838"/>
          <p14:tracePt t="107963" x="8858250" y="4367213"/>
          <p14:tracePt t="107967" x="8899525" y="4340225"/>
          <p14:tracePt t="107981" x="8912225" y="4313238"/>
          <p14:tracePt t="107985" x="8959850" y="4259263"/>
          <p14:tracePt t="107997" x="8974138" y="4211638"/>
          <p14:tracePt t="107998" x="8986838" y="4170363"/>
          <p14:tracePt t="108008" x="9001125" y="4122738"/>
          <p14:tracePt t="108018" x="9001125" y="4068763"/>
          <p14:tracePt t="108029" x="9001125" y="4027488"/>
          <p14:tracePt t="108031" x="9001125" y="3994150"/>
          <p14:tracePt t="108039" x="8986838" y="3952875"/>
          <p14:tracePt t="108049" x="8959850" y="3925888"/>
          <p14:tracePt t="108058" x="8912225" y="3898900"/>
          <p14:tracePt t="108066" x="8858250" y="3863975"/>
          <p14:tracePt t="108074" x="8796338" y="3851275"/>
          <p14:tracePt t="108083" x="8729663" y="3851275"/>
          <p14:tracePt t="108092" x="8653463" y="3851275"/>
          <p14:tracePt t="108100" x="8599488" y="3851275"/>
          <p14:tracePt t="108109" x="8586788" y="3851275"/>
          <p14:tracePt t="108114" x="8524875" y="3863975"/>
          <p14:tracePt t="108124" x="8497888" y="3898900"/>
          <p14:tracePt t="108134" x="8456613" y="3925888"/>
          <p14:tracePt t="108140" x="8423275" y="3952875"/>
          <p14:tracePt t="108150" x="8408988" y="3994150"/>
          <p14:tracePt t="108157" x="8408988" y="4041775"/>
          <p14:tracePt t="108165" x="8408988" y="4081463"/>
          <p14:tracePt t="108178" x="8408988" y="4122738"/>
          <p14:tracePt t="108179" x="8408988" y="4170363"/>
          <p14:tracePt t="108188" x="8408988" y="4211638"/>
          <p14:tracePt t="108198" x="8435975" y="4259263"/>
          <p14:tracePt t="108206" x="8456613" y="4271963"/>
          <p14:tracePt t="108216" x="8510588" y="4327525"/>
          <p14:tracePt t="108223" x="8551863" y="4340225"/>
          <p14:tracePt t="108235" x="8599488" y="4354513"/>
          <p14:tracePt t="108236" x="8640763" y="4367213"/>
          <p14:tracePt t="108247" x="8715375" y="4367213"/>
          <p14:tracePt t="108255" x="8756650" y="4367213"/>
          <p14:tracePt t="108265" x="8810625" y="4367213"/>
          <p14:tracePt t="108272" x="8843963" y="4367213"/>
          <p14:tracePt t="108282" x="8899525" y="4340225"/>
          <p14:tracePt t="108289" x="8939213" y="4313238"/>
          <p14:tracePt t="108295" x="8959850" y="4300538"/>
          <p14:tracePt t="108306" x="9001125" y="4238625"/>
          <p14:tracePt t="108312" x="9015413" y="4224338"/>
          <p14:tracePt t="108322" x="9028113" y="4184650"/>
          <p14:tracePt t="108328" x="9042400" y="4143375"/>
          <p14:tracePt t="108340" x="9055100" y="4095750"/>
          <p14:tracePt t="108342" x="9055100" y="4054475"/>
          <p14:tracePt t="108352" x="9055100" y="4014788"/>
          <p14:tracePt t="108361" x="9055100" y="3967163"/>
          <p14:tracePt t="108369" x="9042400" y="3925888"/>
          <p14:tracePt t="108382" x="9015413" y="3884613"/>
          <p14:tracePt t="108383" x="8974138" y="3851275"/>
          <p14:tracePt t="108394" x="8926513" y="3810000"/>
          <p14:tracePt t="108403" x="8858250" y="3783013"/>
          <p14:tracePt t="108412" x="8796338" y="3768725"/>
          <p14:tracePt t="108420" x="8729663" y="3756025"/>
          <p14:tracePt t="108431" x="8653463" y="3756025"/>
          <p14:tracePt t="108435" x="8586788" y="3756025"/>
          <p14:tracePt t="108446" x="8510588" y="3756025"/>
          <p14:tracePt t="108448" x="8456613" y="3756025"/>
          <p14:tracePt t="108457" x="8435975" y="3768725"/>
          <p14:tracePt t="108467" x="8382000" y="3795713"/>
          <p14:tracePt t="108478" x="8355013" y="3824288"/>
          <p14:tracePt t="108485" x="8307388" y="3884613"/>
          <p14:tracePt t="108497" x="8293100" y="3911600"/>
          <p14:tracePt t="108498" x="8293100" y="3938588"/>
          <p14:tracePt t="108507" x="8293100" y="3979863"/>
          <p14:tracePt t="108516" x="8293100" y="4014788"/>
          <p14:tracePt t="108524" x="8293100" y="4054475"/>
          <p14:tracePt t="108532" x="8293100" y="4095750"/>
          <p14:tracePt t="108541" x="8328025" y="4122738"/>
          <p14:tracePt t="108551" x="8367713" y="4143375"/>
          <p14:tracePt t="108559" x="8408988" y="4170363"/>
          <p14:tracePt t="108566" x="8470900" y="4184650"/>
          <p14:tracePt t="108576" x="8539163" y="4197350"/>
          <p14:tracePt t="108583" x="8613775" y="4197350"/>
          <p14:tracePt t="108593" x="8694738" y="4197350"/>
          <p14:tracePt t="108600" x="8756650" y="4197350"/>
          <p14:tracePt t="108608" x="8810625" y="4157663"/>
          <p14:tracePt t="108618" x="8872538" y="4122738"/>
          <p14:tracePt t="108624" x="8912225" y="4081463"/>
          <p14:tracePt t="108634" x="8959850" y="4041775"/>
          <p14:tracePt t="108641" x="8974138" y="3994150"/>
          <p14:tracePt t="108651" x="8986838" y="3952875"/>
          <p14:tracePt t="108658" x="9001125" y="3898900"/>
          <p14:tracePt t="108664" x="9001125" y="3851275"/>
          <p14:tracePt t="108673" x="9001125" y="3810000"/>
          <p14:tracePt t="108682" x="9001125" y="3768725"/>
          <p14:tracePt t="108689" x="8986838" y="3756025"/>
          <p14:tracePt t="108696" x="8974138" y="3721100"/>
          <p14:tracePt t="108708" x="8926513" y="3681413"/>
          <p14:tracePt t="108715" x="8899525" y="3667125"/>
          <p14:tracePt t="108722" x="8858250" y="3667125"/>
          <p14:tracePt t="108733" x="8831263" y="3652838"/>
          <p14:tracePt t="108740" x="8796338" y="3652838"/>
          <p14:tracePt t="108748" x="8769350" y="3652838"/>
          <p14:tracePt t="108757" x="8729663" y="3652838"/>
          <p14:tracePt t="108762" x="8667750" y="3652838"/>
          <p14:tracePt t="108770" x="8640763" y="3667125"/>
          <p14:tracePt t="108781" x="8599488" y="3694113"/>
          <p14:tracePt t="108788" x="8566150" y="3721100"/>
          <p14:tracePt t="108796" x="8539163" y="3756025"/>
          <p14:tracePt t="108806" x="8510588" y="3810000"/>
          <p14:tracePt t="108812" x="8483600" y="3851275"/>
          <p14:tracePt t="108823" x="8456613" y="3911600"/>
          <p14:tracePt t="108829" x="8435975" y="3967163"/>
          <p14:tracePt t="108840" x="8423275" y="4027488"/>
          <p14:tracePt t="108846" x="8408988" y="4081463"/>
          <p14:tracePt t="108856" x="8408988" y="4110038"/>
          <p14:tracePt t="108862" x="8408988" y="4157663"/>
          <p14:tracePt t="108872" x="8408988" y="4197350"/>
          <p14:tracePt t="108879" x="8408988" y="4238625"/>
          <p14:tracePt t="108889" x="8408988" y="4271963"/>
          <p14:tracePt t="108897" x="8423275" y="4300538"/>
          <p14:tracePt t="108903" x="8456613" y="4313238"/>
          <p14:tracePt t="108916" x="8483600" y="4327525"/>
          <p14:tracePt t="108917" x="8524875" y="4340225"/>
          <p14:tracePt t="108928" x="8566150" y="4340225"/>
          <p14:tracePt t="108935" x="8626475" y="4340225"/>
          <p14:tracePt t="108945" x="8682038" y="4327525"/>
          <p14:tracePt t="108952" x="8769350" y="4286250"/>
          <p14:tracePt t="108963" x="8831263" y="4238625"/>
          <p14:tracePt t="108965" x="8899525" y="4184650"/>
          <p14:tracePt t="108974" x="8959850" y="4110038"/>
          <p14:tracePt t="108984" x="9001125" y="4054475"/>
          <p14:tracePt t="108992" x="9055100" y="3994150"/>
          <p14:tracePt t="109000" x="9069388" y="3925888"/>
          <p14:tracePt t="109009" x="9090025" y="3884613"/>
          <p14:tracePt t="109018" x="9102725" y="3851275"/>
          <p14:tracePt t="109025" x="9102725" y="3783013"/>
          <p14:tracePt t="109034" x="9102725" y="3735388"/>
          <p14:tracePt t="109046" x="9090025" y="3694113"/>
          <p14:tracePt t="109048" x="9055100" y="3652838"/>
          <p14:tracePt t="109057" x="9001125" y="3625850"/>
          <p14:tracePt t="109063" x="8939213" y="3592513"/>
          <p14:tracePt t="109074" x="8872538" y="3578225"/>
          <p14:tracePt t="109080" x="8796338" y="3578225"/>
          <p14:tracePt t="109090" x="8715375" y="3578225"/>
          <p14:tracePt t="109098" x="8640763" y="3578225"/>
          <p14:tracePt t="109106" x="8551863" y="3625850"/>
          <p14:tracePt t="109113" x="8470900" y="3667125"/>
          <p14:tracePt t="109123" x="8396288" y="3721100"/>
          <p14:tracePt t="109130" x="8328025" y="3795713"/>
          <p14:tracePt t="109140" x="8266113" y="3851275"/>
          <p14:tracePt t="109149" x="8224838" y="3911600"/>
          <p14:tracePt t="109155" x="8197850" y="3967163"/>
          <p14:tracePt t="109165" x="8177213" y="4041775"/>
          <p14:tracePt t="109178" x="8164513" y="4110038"/>
          <p14:tracePt t="109179" x="8164513" y="4170363"/>
          <p14:tracePt t="109188" x="8164513" y="4224338"/>
          <p14:tracePt t="109198" x="8177213" y="4300538"/>
          <p14:tracePt t="109204" x="8212138" y="4340225"/>
          <p14:tracePt t="109214" x="8253413" y="4387850"/>
          <p14:tracePt t="109222" x="8293100" y="4414838"/>
          <p14:tracePt t="109233" x="8340725" y="4429125"/>
          <p14:tracePt t="109238" x="8382000" y="4443413"/>
          <p14:tracePt t="109248" x="8435975" y="4443413"/>
          <p14:tracePt t="109261" x="8566150" y="4443413"/>
          <p14:tracePt t="109270" x="8626475" y="4402138"/>
          <p14:tracePt t="109280" x="8682038" y="4354513"/>
          <p14:tracePt t="109287" x="8742363" y="4313238"/>
          <p14:tracePt t="109298" x="8783638" y="4259263"/>
          <p14:tracePt t="109303" x="8810625" y="4184650"/>
          <p14:tracePt t="109316" x="8843963" y="4122738"/>
          <p14:tracePt t="109317" x="8858250" y="4068763"/>
          <p14:tracePt t="109328" x="8858250" y="3994150"/>
          <p14:tracePt t="109336" x="8858250" y="3938588"/>
          <p14:tracePt t="109345" x="8858250" y="3884613"/>
          <p14:tracePt t="109352" x="8843963" y="3836988"/>
          <p14:tracePt t="109363" x="8810625" y="3795713"/>
          <p14:tracePt t="109368" x="8769350" y="3768725"/>
          <p14:tracePt t="109381" x="8729663" y="3756025"/>
          <p14:tracePt t="109382" x="8682038" y="3735388"/>
          <p14:tracePt t="109392" x="8640763" y="3735388"/>
          <p14:tracePt t="109401" x="8586788" y="3735388"/>
          <p14:tracePt t="109410" x="8524875" y="3735388"/>
          <p14:tracePt t="109418" x="8483600" y="3735388"/>
          <p14:tracePt t="109425" x="8423275" y="3768725"/>
          <p14:tracePt t="109435" x="8382000" y="3795713"/>
          <p14:tracePt t="109446" x="8340725" y="3836988"/>
          <p14:tracePt t="109451" x="8293100" y="3884613"/>
          <p14:tracePt t="109464" x="8266113" y="3925888"/>
          <p14:tracePt t="109465" x="8239125" y="3979863"/>
          <p14:tracePt t="109474" x="8239125" y="4014788"/>
          <p14:tracePt t="109481" x="8224838" y="4054475"/>
          <p14:tracePt t="109494" x="8212138" y="4122738"/>
          <p14:tracePt t="109499" x="8212138" y="4143375"/>
          <p14:tracePt t="109509" x="8212138" y="4211638"/>
          <p14:tracePt t="109518" x="8212138" y="4238625"/>
          <p14:tracePt t="109523" x="8212138" y="4286250"/>
          <p14:tracePt t="109533" x="8224838" y="4313238"/>
          <p14:tracePt t="109541" x="8253413" y="4340225"/>
          <p14:tracePt t="109549" x="8266113" y="4354513"/>
          <p14:tracePt t="109559" x="8307388" y="4402138"/>
          <p14:tracePt t="109566" x="8355013" y="4414838"/>
          <p14:tracePt t="109576" x="8382000" y="4443413"/>
          <p14:tracePt t="109583" x="8423275" y="4443413"/>
          <p14:tracePt t="109590" x="8470900" y="4443413"/>
          <p14:tracePt t="109599" x="8510588" y="4443413"/>
          <p14:tracePt t="109608" x="8586788" y="4443413"/>
          <p14:tracePt t="109617" x="8626475" y="4443413"/>
          <p14:tracePt t="109623" x="8694738" y="4414838"/>
          <p14:tracePt t="109632" x="8742363" y="4367213"/>
          <p14:tracePt t="109639" x="8796338" y="4340225"/>
          <p14:tracePt t="109648" x="8831263" y="4313238"/>
          <p14:tracePt t="109656" x="8858250" y="4286250"/>
          <p14:tracePt t="109665" x="8912225" y="4211638"/>
          <p14:tracePt t="109672" x="8926513" y="4170363"/>
          <p14:tracePt t="109682" x="8939213" y="4110038"/>
          <p14:tracePt t="109690" x="8939213" y="4068763"/>
          <p14:tracePt t="109697" x="8939213" y="3994150"/>
          <p14:tracePt t="109706" x="8939213" y="3938588"/>
          <p14:tracePt t="109717" x="8939213" y="3863975"/>
          <p14:tracePt t="109718" x="8899525" y="3795713"/>
          <p14:tracePt t="109731" x="8858250" y="3756025"/>
          <p14:tracePt t="109740" x="8810625" y="3681413"/>
          <p14:tracePt t="109746" x="8756650" y="3640138"/>
          <p14:tracePt t="109759" x="8694738" y="3605213"/>
          <p14:tracePt t="109762" x="8640763" y="3592513"/>
          <p14:tracePt t="109771" x="8599488" y="3578225"/>
          <p14:tracePt t="109781" x="8539163" y="3565525"/>
          <p14:tracePt t="109788" x="8524875" y="3565525"/>
          <p14:tracePt t="109796" x="8483600" y="3565525"/>
          <p14:tracePt t="109805" x="8435975" y="3565525"/>
          <p14:tracePt t="109813" x="8396288" y="3565525"/>
          <p14:tracePt t="109821" x="8367713" y="3592513"/>
          <p14:tracePt t="109830" x="8328025" y="3625850"/>
          <p14:tracePt t="109839" x="8307388" y="3652838"/>
          <p14:tracePt t="109850" x="8293100" y="3694113"/>
          <p14:tracePt t="109853" x="8266113" y="3721100"/>
          <p14:tracePt t="109865" x="8253413" y="3756025"/>
          <p14:tracePt t="109866" x="8253413" y="3810000"/>
          <p14:tracePt t="109875" x="8239125" y="3851275"/>
          <p14:tracePt t="109886" x="8224838" y="3898900"/>
          <p14:tracePt t="109896" x="8224838" y="3925888"/>
          <p14:tracePt t="109898" x="8224838" y="3994150"/>
          <p14:tracePt t="109907" x="8224838" y="4014788"/>
          <p14:tracePt t="109916" x="8224838" y="4041775"/>
          <p14:tracePt t="109924" x="8224838" y="4081463"/>
          <p14:tracePt t="109932" x="8224838" y="4110038"/>
          <p14:tracePt t="109941" x="8224838" y="4122738"/>
          <p14:tracePt t="109951" x="8224838" y="4157663"/>
          <p14:tracePt t="109958" x="8239125" y="4170363"/>
          <p14:tracePt t="109966" x="8253413" y="4184650"/>
          <p14:tracePt t="109975" x="8266113" y="4197350"/>
          <p14:tracePt t="109983" x="8293100" y="4197350"/>
          <p14:tracePt t="109992" x="8307388" y="4211638"/>
          <p14:tracePt t="109999" x="8340725" y="4211638"/>
          <p14:tracePt t="110007" x="8382000" y="4211638"/>
          <p14:tracePt t="110017" x="8408988" y="4211638"/>
          <p14:tracePt t="110023" x="8456613" y="4211638"/>
          <p14:tracePt t="110032" x="8510588" y="4211638"/>
          <p14:tracePt t="110041" x="8551863" y="4197350"/>
          <p14:tracePt t="110049" x="8586788" y="4184650"/>
          <p14:tracePt t="110059" x="8626475" y="4170363"/>
          <p14:tracePt t="110067" x="8667750" y="4157663"/>
          <p14:tracePt t="110074" x="8694738" y="4143375"/>
          <p14:tracePt t="110084" x="8715375" y="4122738"/>
          <p14:tracePt t="110091" x="8742363" y="4095750"/>
          <p14:tracePt t="110102" x="8756650" y="4081463"/>
          <p14:tracePt t="110105" x="8783638" y="4041775"/>
          <p14:tracePt t="110117" x="8783638" y="4014788"/>
          <p14:tracePt t="110121" x="8783638" y="3967163"/>
          <p14:tracePt t="110130" x="8783638" y="3925888"/>
          <p14:tracePt t="110139" x="8783638" y="3884613"/>
          <p14:tracePt t="110148" x="8783638" y="3836988"/>
          <p14:tracePt t="110157" x="8783638" y="3783013"/>
          <p14:tracePt t="110162" x="8769350" y="3735388"/>
          <p14:tracePt t="110173" x="8769350" y="3708400"/>
          <p14:tracePt t="110178" x="8756650" y="3667125"/>
          <p14:tracePt t="110189" x="8729663" y="3640138"/>
          <p14:tracePt t="110196" x="8715375" y="3592513"/>
          <p14:tracePt t="110204" x="8694738" y="3578225"/>
          <p14:tracePt t="110213" x="8667750" y="3551238"/>
          <p14:tracePt t="110223" x="8640763" y="3524250"/>
          <p14:tracePt t="110229" x="8626475" y="3509963"/>
          <p14:tracePt t="110238" x="8599488" y="3497263"/>
          <p14:tracePt t="110245" x="8566150" y="3497263"/>
          <p14:tracePt t="110255" x="8551863" y="3476625"/>
          <p14:tracePt t="110262" x="8524875" y="3476625"/>
          <p14:tracePt t="110273" x="8497888" y="3476625"/>
          <p14:tracePt t="110279" x="8470900" y="3476625"/>
          <p14:tracePt t="110288" x="8456613" y="3476625"/>
          <p14:tracePt t="110297" x="8423275" y="3476625"/>
          <p14:tracePt t="110302" x="8396288" y="3497263"/>
          <p14:tracePt t="110314" x="8367713" y="3509963"/>
          <p14:tracePt t="110319" x="8355013" y="3524250"/>
          <p14:tracePt t="110332" x="8340725" y="3538538"/>
          <p14:tracePt t="110333" x="8307388" y="3551238"/>
          <p14:tracePt t="110342" x="8293100" y="3565525"/>
          <p14:tracePt t="110351" x="8280400" y="3592513"/>
          <p14:tracePt t="110362" x="8266113" y="3605213"/>
          <p14:tracePt t="110367" x="8253413" y="3652838"/>
          <p14:tracePt t="110380" x="8239125" y="3681413"/>
          <p14:tracePt t="110381" x="8224838" y="3708400"/>
          <p14:tracePt t="110391" x="8224838" y="3756025"/>
          <p14:tracePt t="110398" x="8224838" y="3810000"/>
          <p14:tracePt t="110409" x="8224838" y="3863975"/>
          <p14:tracePt t="110418" x="8224838" y="3911600"/>
          <p14:tracePt t="110425" x="8224838" y="3967163"/>
          <p14:tracePt t="110432" x="8224838" y="3994150"/>
          <p14:tracePt t="110442" x="8224838" y="4041775"/>
          <p14:tracePt t="110448" x="8224838" y="4081463"/>
          <p14:tracePt t="110458" x="8224838" y="4110038"/>
          <p14:tracePt t="110467" x="8224838" y="4143375"/>
          <p14:tracePt t="110474" x="8253413" y="4184650"/>
          <p14:tracePt t="110482" x="8253413" y="4211638"/>
          <p14:tracePt t="110491" x="8266113" y="4238625"/>
          <p14:tracePt t="110498" x="8293100" y="4259263"/>
          <p14:tracePt t="110508" x="8307388" y="4286250"/>
          <p14:tracePt t="110516" x="8328025" y="4300538"/>
          <p14:tracePt t="110524" x="8340725" y="4313238"/>
          <p14:tracePt t="110536" x="8367713" y="4327525"/>
          <p14:tracePt t="110541" x="8382000" y="4340225"/>
          <p14:tracePt t="110551" x="8396288" y="4354513"/>
          <p14:tracePt t="110558" x="8408988" y="4354513"/>
          <p14:tracePt t="110567" x="8423275" y="4354513"/>
          <p14:tracePt t="110574" x="8435975" y="4354513"/>
          <p14:tracePt t="110583" x="8456613" y="4354513"/>
          <p14:tracePt t="110590" x="8470900" y="4354513"/>
          <p14:tracePt t="110599" x="8483600" y="4354513"/>
          <p14:tracePt t="110606" x="8510588" y="4340225"/>
          <p14:tracePt t="110619" x="8539163" y="4313238"/>
          <p14:tracePt t="110621" x="8551863" y="4300538"/>
          <p14:tracePt t="110631" x="8586788" y="4286250"/>
          <p14:tracePt t="110638" x="8626475" y="4259263"/>
          <p14:tracePt t="110646" x="8667750" y="4224338"/>
          <p14:tracePt t="110655" x="8682038" y="4211638"/>
          <p14:tracePt t="110661" x="8715375" y="4197350"/>
          <p14:tracePt t="110673" x="8742363" y="4170363"/>
          <p14:tracePt t="110680" x="8769350" y="4143375"/>
          <p14:tracePt t="110689" x="8796338" y="4122738"/>
          <p14:tracePt t="110709" x="8810625" y="4110038"/>
          <p14:tracePt t="110712" x="8858250" y="4068763"/>
          <p14:tracePt t="110722" x="8858250" y="4041775"/>
          <p14:tracePt t="110729" x="8872538" y="4014788"/>
          <p14:tracePt t="110738" x="8872538" y="3994150"/>
          <p14:tracePt t="110745" x="8885238" y="3952875"/>
          <p14:tracePt t="110761" x="8885238" y="3898900"/>
          <p14:tracePt t="110769" x="8885238" y="3863975"/>
          <p14:tracePt t="110779" x="8885238" y="3836988"/>
          <p14:tracePt t="110787" x="8885238" y="3810000"/>
          <p14:tracePt t="110792" x="8885238" y="3783013"/>
          <p14:tracePt t="110801" x="8885238" y="3756025"/>
          <p14:tracePt t="110815" x="8872538" y="3735388"/>
          <p14:tracePt t="110816" x="8858250" y="3708400"/>
          <p14:tracePt t="110828" x="8843963" y="3681413"/>
          <p14:tracePt t="110835" x="8831263" y="3652838"/>
          <p14:tracePt t="110849" x="8810625" y="3640138"/>
          <p14:tracePt t="110850" x="8796338" y="3625850"/>
          <p14:tracePt t="110862" x="8769350" y="3605213"/>
          <p14:tracePt t="110868" x="8742363" y="3592513"/>
          <p14:tracePt t="110881" x="8715375" y="3578225"/>
          <p14:tracePt t="110883" x="8694738" y="3578225"/>
          <p14:tracePt t="110891" x="8667750" y="3578225"/>
          <p14:tracePt t="110899" x="8640763" y="3578225"/>
          <p14:tracePt t="110908" x="8613775" y="3578225"/>
          <p14:tracePt t="110913" x="8586788" y="3578225"/>
          <p14:tracePt t="110923" x="8551863" y="3578225"/>
          <p14:tracePt t="110932" x="8524875" y="3578225"/>
          <p14:tracePt t="110940" x="8497888" y="3578225"/>
          <p14:tracePt t="110949" x="8470900" y="3592513"/>
          <p14:tracePt t="110962" x="8456613" y="3592513"/>
          <p14:tracePt t="110963" x="8423275" y="3605213"/>
          <p14:tracePt t="110972" x="8408988" y="3625850"/>
          <p14:tracePt t="110982" x="8382000" y="3640138"/>
          <p14:tracePt t="110989" x="8367713" y="3652838"/>
          <p14:tracePt t="110997" x="8355013" y="3681413"/>
          <p14:tracePt t="111006" x="8328025" y="3708400"/>
          <p14:tracePt t="111015" x="8307388" y="3735388"/>
          <p14:tracePt t="111021" x="8307388" y="3756025"/>
          <p14:tracePt t="111030" x="8293100" y="3795713"/>
          <p14:tracePt t="111037" x="8293100" y="3836988"/>
          <p14:tracePt t="111048" x="8293100" y="3884613"/>
          <p14:tracePt t="111054" x="8293100" y="3938588"/>
          <p14:tracePt t="111064" x="8293100" y="3994150"/>
          <p14:tracePt t="111070" x="8293100" y="4041775"/>
          <p14:tracePt t="111082" x="8293100" y="4081463"/>
          <p14:tracePt t="111086" x="8293100" y="4110038"/>
          <p14:tracePt t="111098" x="8307388" y="4157663"/>
          <p14:tracePt t="111103" x="8328025" y="4184650"/>
          <p14:tracePt t="111116" x="8340725" y="4211638"/>
          <p14:tracePt t="111121" x="8340725" y="4259263"/>
          <p14:tracePt t="111130" x="8355013" y="4286250"/>
          <p14:tracePt t="111137" x="8367713" y="4300538"/>
          <p14:tracePt t="111146" x="8382000" y="4313238"/>
          <p14:tracePt t="111156" x="8396288" y="4340225"/>
          <p14:tracePt t="111162" x="8396288" y="4354513"/>
          <p14:tracePt t="111172" x="8408988" y="4367213"/>
          <p14:tracePt t="111178" x="8408988" y="4387850"/>
          <p14:tracePt t="111192" x="8423275" y="4402138"/>
          <p14:tracePt t="111203" x="8423275" y="4414838"/>
          <p14:tracePt t="111218" x="8435975" y="4414838"/>
          <p14:tracePt t="111229" x="8435975" y="4429125"/>
          <p14:tracePt t="111246" x="8456613" y="4429125"/>
          <p14:tracePt t="111250" x="8470900" y="4443413"/>
          <p14:tracePt t="111266" x="8483600" y="4443413"/>
          <p14:tracePt t="111276" x="8497888" y="4456113"/>
          <p14:tracePt t="111285" x="8510588" y="4456113"/>
          <p14:tracePt t="111296" x="8524875" y="4456113"/>
          <p14:tracePt t="111300" x="8551863" y="4470400"/>
          <p14:tracePt t="111313" x="8566150" y="4470400"/>
          <p14:tracePt t="111314" x="8599488" y="4470400"/>
          <p14:tracePt t="111323" x="8613775" y="4470400"/>
          <p14:tracePt t="111332" x="8640763" y="4470400"/>
          <p14:tracePt t="111341" x="8653463" y="4470400"/>
          <p14:tracePt t="111349" x="8682038" y="4470400"/>
          <p14:tracePt t="111362" x="8715375" y="4470400"/>
          <p14:tracePt t="111363" x="8729663" y="4470400"/>
          <p14:tracePt t="111372" x="8756650" y="4456113"/>
          <p14:tracePt t="111382" x="8769350" y="4456113"/>
          <p14:tracePt t="111390" x="8796338" y="4443413"/>
          <p14:tracePt t="111399" x="8810625" y="4414838"/>
          <p14:tracePt t="111407" x="8843963" y="4402138"/>
          <p14:tracePt t="111416" x="8858250" y="4387850"/>
          <p14:tracePt t="111428" x="8885238" y="4354513"/>
          <p14:tracePt t="111429" x="8899525" y="4340225"/>
          <p14:tracePt t="111439" x="8912225" y="4313238"/>
          <p14:tracePt t="111449" x="8926513" y="4286250"/>
          <p14:tracePt t="111455" x="8939213" y="4259263"/>
          <p14:tracePt t="111466" x="8959850" y="4238625"/>
          <p14:tracePt t="111473" x="8974138" y="4211638"/>
          <p14:tracePt t="111481" x="8974138" y="4197350"/>
          <p14:tracePt t="111489" x="8986838" y="4170363"/>
          <p14:tracePt t="111497" x="8986838" y="4143375"/>
          <p14:tracePt t="111506" x="8986838" y="4122738"/>
          <p14:tracePt t="111516" x="8986838" y="4081463"/>
          <p14:tracePt t="111520" x="8986838" y="4041775"/>
          <p14:tracePt t="111533" x="8986838" y="4014788"/>
          <p14:tracePt t="111537" x="8986838" y="3979863"/>
          <p14:tracePt t="111548" x="8974138" y="3952875"/>
          <p14:tracePt t="111554" x="8959850" y="3911600"/>
          <p14:tracePt t="111563" x="8939213" y="3884613"/>
          <p14:tracePt t="111572" x="8926513" y="3851275"/>
          <p14:tracePt t="111579" x="8912225" y="3836988"/>
          <p14:tracePt t="111589" x="8885238" y="3810000"/>
          <p14:tracePt t="111595" x="8858250" y="3783013"/>
          <p14:tracePt t="111605" x="8843963" y="3756025"/>
          <p14:tracePt t="111612" x="8810625" y="3735388"/>
          <p14:tracePt t="111628" x="8783638" y="3708400"/>
          <p14:tracePt t="111637" x="8756650" y="3708400"/>
          <p14:tracePt t="111646" x="8729663" y="3694113"/>
          <p14:tracePt t="111653" x="8715375" y="3681413"/>
          <p14:tracePt t="111664" x="8682038" y="3681413"/>
          <p14:tracePt t="111668" x="8653463" y="3681413"/>
          <p14:tracePt t="111681" x="8626475" y="3681413"/>
          <p14:tracePt t="111682" x="8613775" y="3681413"/>
          <p14:tracePt t="111691" x="8586788" y="3681413"/>
          <p14:tracePt t="111701" x="8551863" y="3681413"/>
          <p14:tracePt t="111709" x="8539163" y="3681413"/>
          <p14:tracePt t="111719" x="8510588" y="3681413"/>
          <p14:tracePt t="111728" x="8497888" y="3681413"/>
          <p14:tracePt t="111735" x="8483600" y="3681413"/>
          <p14:tracePt t="111743" x="8470900" y="3681413"/>
          <p14:tracePt t="111750" x="8456613" y="3694113"/>
          <p14:tracePt t="111759" x="8456613" y="3708400"/>
          <p14:tracePt t="111766" x="8435975" y="3708400"/>
          <p14:tracePt t="111778" x="8435975" y="3721100"/>
          <p14:tracePt t="111783" x="8435975" y="3735388"/>
          <p14:tracePt t="111793" x="8423275" y="3756025"/>
          <p14:tracePt t="111800" x="8423275" y="3768725"/>
          <p14:tracePt t="111807" x="8408988" y="3783013"/>
          <p14:tracePt t="111819" x="8408988" y="3810000"/>
          <p14:tracePt t="111825" x="8396288" y="3836988"/>
          <p14:tracePt t="111834" x="8396288" y="3851275"/>
          <p14:tracePt t="111842" x="8396288" y="3898900"/>
          <p14:tracePt t="111850" x="8396288" y="3925888"/>
          <p14:tracePt t="111857" x="8396288" y="3938588"/>
          <p14:tracePt t="111866" x="8396288" y="3967163"/>
          <p14:tracePt t="111876" x="8396288" y="3994150"/>
          <p14:tracePt t="111885" x="8396288" y="4027488"/>
          <p14:tracePt t="111888" x="8396288" y="4041775"/>
          <p14:tracePt t="111898" x="8396288" y="4068763"/>
          <p14:tracePt t="111906" x="8396288" y="4081463"/>
          <p14:tracePt t="111916" x="8396288" y="4095750"/>
          <p14:tracePt t="111923" x="8396288" y="4110038"/>
          <p14:tracePt t="111931" x="8396288" y="4143375"/>
          <p14:tracePt t="111940" x="8396288" y="4157663"/>
          <p14:tracePt t="111948" x="8408988" y="4170363"/>
          <p14:tracePt t="111956" x="8423275" y="4184650"/>
          <p14:tracePt t="111965" x="8435975" y="4197350"/>
          <p14:tracePt t="111978" x="8470900" y="4238625"/>
          <p14:tracePt t="111987" x="8483600" y="4259263"/>
          <p14:tracePt t="111998" x="8497888" y="4271963"/>
          <p14:tracePt t="112004" x="8510588" y="4286250"/>
          <p14:tracePt t="112016" x="8524875" y="4300538"/>
          <p14:tracePt t="112020" x="8539163" y="4300538"/>
          <p14:tracePt t="112031" x="8551863" y="4300538"/>
          <p14:tracePt t="112036" x="8586788" y="4313238"/>
          <p14:tracePt t="112049" x="8613775" y="4313238"/>
          <p14:tracePt t="112053" x="8640763" y="4313238"/>
          <p14:tracePt t="112065" x="8667750" y="4313238"/>
          <p14:tracePt t="112069" x="8694738" y="4300538"/>
          <p14:tracePt t="112082" x="8715375" y="4286250"/>
          <p14:tracePt t="112087" x="8756650" y="4271963"/>
          <p14:tracePt t="112095" x="8769350" y="4238625"/>
          <p14:tracePt t="112105" x="8796338" y="4224338"/>
          <p14:tracePt t="112111" x="8831263" y="4197350"/>
          <p14:tracePt t="112122" x="8843963" y="4170363"/>
          <p14:tracePt t="112128" x="8872538" y="4143375"/>
          <p14:tracePt t="112140" x="8885238" y="4122738"/>
          <p14:tracePt t="112146" x="8912225" y="4068763"/>
          <p14:tracePt t="112161" x="8926513" y="4014788"/>
          <p14:tracePt t="112169" x="8926513" y="3967163"/>
          <p14:tracePt t="112179" x="8926513" y="3925888"/>
          <p14:tracePt t="112183" x="8926513" y="3898900"/>
          <p14:tracePt t="112195" x="8926513" y="3851275"/>
          <p14:tracePt t="112200" x="8926513" y="3824288"/>
          <p14:tracePt t="112212" x="8926513" y="3783013"/>
          <p14:tracePt t="112217" x="8912225" y="3756025"/>
          <p14:tracePt t="112230" x="8899525" y="3721100"/>
          <p14:tracePt t="112231" x="8885238" y="3708400"/>
          <p14:tracePt t="112241" x="8872538" y="3694113"/>
          <p14:tracePt t="112248" x="8858250" y="3667125"/>
          <p14:tracePt t="112257" x="8831263" y="3652838"/>
          <p14:tracePt t="112267" x="8810625" y="3652838"/>
          <p14:tracePt t="112275" x="8796338" y="3640138"/>
          <p14:tracePt t="112283" x="8783638" y="3640138"/>
          <p14:tracePt t="112292" x="8756650" y="3640138"/>
          <p14:tracePt t="112299" x="8742363" y="3640138"/>
          <p14:tracePt t="112306" x="8729663" y="3640138"/>
          <p14:tracePt t="112317" x="8715375" y="3640138"/>
          <p14:tracePt t="112325" x="8682038" y="3640138"/>
          <p14:tracePt t="112332" x="8667750" y="3640138"/>
          <p14:tracePt t="112341" x="8653463" y="3640138"/>
          <p14:tracePt t="112348" x="8640763" y="3640138"/>
          <p14:tracePt t="112357" x="8626475" y="3640138"/>
          <p14:tracePt t="112364" x="8613775" y="3640138"/>
          <p14:tracePt t="112373" x="8599488" y="3640138"/>
          <p14:tracePt t="112383" x="8586788" y="3652838"/>
          <p14:tracePt t="112388" x="8566150" y="3652838"/>
          <p14:tracePt t="112397" x="8566150" y="3667125"/>
          <p14:tracePt t="112406" x="8551863" y="3667125"/>
          <p14:tracePt t="112416" x="8539163" y="3681413"/>
          <p14:tracePt t="112422" x="8539163" y="3694113"/>
          <p14:tracePt t="112430" x="8524875" y="3708400"/>
          <p14:tracePt t="112440" x="8524875" y="3721100"/>
          <p14:tracePt t="112445" x="8510588" y="3735388"/>
          <p14:tracePt t="112458" x="8497888" y="3783013"/>
          <p14:tracePt t="112460" x="8497888" y="3795713"/>
          <p14:tracePt t="112478" x="8483600" y="3836988"/>
          <p14:tracePt t="112487" x="8470900" y="3863975"/>
          <p14:tracePt t="112497" x="8470900" y="3884613"/>
          <p14:tracePt t="112503" x="8456613" y="3911600"/>
          <p14:tracePt t="112514" x="8456613" y="3925888"/>
          <p14:tracePt t="112520" x="8456613" y="3938588"/>
          <p14:tracePt t="112531" x="8456613" y="3952875"/>
          <p14:tracePt t="112535" x="8456613" y="3967163"/>
          <p14:tracePt t="112547" x="8456613" y="3979863"/>
          <p14:tracePt t="112555" x="8435975" y="3994150"/>
          <p14:tracePt t="112565" x="8435975" y="4014788"/>
          <p14:tracePt t="112569" x="8435975" y="4027488"/>
          <p14:tracePt t="112584" x="8435975" y="4041775"/>
          <p14:tracePt t="112596" x="8435975" y="4054475"/>
          <p14:tracePt t="112601" x="8435975" y="4068763"/>
          <p14:tracePt t="112617" x="8435975" y="4081463"/>
          <p14:tracePt t="112651" x="8435975" y="4095750"/>
          <p14:tracePt t="112836" x="8435975" y="4110038"/>
          <p14:tracePt t="112852" x="8456613" y="4122738"/>
          <p14:tracePt t="112863" x="8456613" y="4143375"/>
          <p14:tracePt t="112877" x="8470900" y="4143375"/>
          <p14:tracePt t="112887" x="8470900" y="4157663"/>
          <p14:tracePt t="112897" x="8483600" y="4157663"/>
          <p14:tracePt t="112905" x="8497888" y="4170363"/>
          <p14:tracePt t="112918" x="8510588" y="4170363"/>
          <p14:tracePt t="112927" x="8539163" y="4170363"/>
          <p14:tracePt t="112942" x="8586788" y="4170363"/>
          <p14:tracePt t="112952" x="8613775" y="4170363"/>
          <p14:tracePt t="112960" x="8640763" y="4170363"/>
          <p14:tracePt t="112970" x="8667750" y="4157663"/>
          <p14:tracePt t="112978" x="8694738" y="4143375"/>
          <p14:tracePt t="112986" x="8729663" y="4122738"/>
          <p14:tracePt t="112995" x="8756650" y="4095750"/>
          <p14:tracePt t="113004" x="8783638" y="4081463"/>
          <p14:tracePt t="113011" x="8796338" y="4054475"/>
          <p14:tracePt t="113021" x="8810625" y="4041775"/>
          <p14:tracePt t="113028" x="8831263" y="4014788"/>
          <p14:tracePt t="113038" x="8858250" y="3979863"/>
          <p14:tracePt t="113050" x="8858250" y="3938588"/>
          <p14:tracePt t="113052" x="8858250" y="3898900"/>
          <p14:tracePt t="113060" x="8858250" y="3851275"/>
          <p14:tracePt t="113068" x="8858250" y="3810000"/>
          <p14:tracePt t="113076" x="8858250" y="3768725"/>
          <p14:tracePt t="113083" x="8843963" y="3708400"/>
          <p14:tracePt t="113094" x="8810625" y="3694113"/>
          <p14:tracePt t="113103" x="8796338" y="3667125"/>
          <p14:tracePt t="113115" x="8769350" y="3640138"/>
          <p14:tracePt t="113116" x="8742363" y="3605213"/>
          <p14:tracePt t="113125" x="8715375" y="3592513"/>
          <p14:tracePt t="113135" x="8694738" y="3592513"/>
          <p14:tracePt t="113143" x="8667750" y="3578225"/>
          <p14:tracePt t="113149" x="8640763" y="3578225"/>
          <p14:tracePt t="113158" x="8613775" y="3578225"/>
          <p14:tracePt t="113168" x="8586788" y="3578225"/>
          <p14:tracePt t="113177" x="8566150" y="3578225"/>
          <p14:tracePt t="113182" x="8524875" y="3605213"/>
          <p14:tracePt t="113192" x="8524875" y="3625850"/>
          <p14:tracePt t="113201" x="8483600" y="3652838"/>
          <p14:tracePt t="113214" x="8483600" y="3667125"/>
          <p14:tracePt t="113215" x="8456613" y="3694113"/>
          <p14:tracePt t="113223" x="8456613" y="3721100"/>
          <p14:tracePt t="113235" x="8423275" y="3768725"/>
          <p14:tracePt t="113242" x="8423275" y="3795713"/>
          <p14:tracePt t="113248" x="8408988" y="3836988"/>
          <p14:tracePt t="113258" x="8408988" y="3863975"/>
          <p14:tracePt t="113266" x="8408988" y="3898900"/>
          <p14:tracePt t="113274" x="8408988" y="3925888"/>
          <p14:tracePt t="113284" x="8408988" y="3952875"/>
          <p14:tracePt t="113289" x="8408988" y="3979863"/>
          <p14:tracePt t="113301" x="8408988" y="4014788"/>
          <p14:tracePt t="113306" x="8423275" y="4041775"/>
          <p14:tracePt t="113319" x="8435975" y="4054475"/>
          <p14:tracePt t="113320" x="8456613" y="4081463"/>
          <p14:tracePt t="113331" x="8497888" y="4110038"/>
          <p14:tracePt t="113338" x="8524875" y="4122738"/>
          <p14:tracePt t="113349" x="8539163" y="4143375"/>
          <p14:tracePt t="113354" x="8586788" y="4143375"/>
          <p14:tracePt t="113367" x="8626475" y="4143375"/>
          <p14:tracePt t="113371" x="8667750" y="4143375"/>
          <p14:tracePt t="113383" x="8715375" y="4143375"/>
          <p14:tracePt t="113388" x="8729663" y="4143375"/>
          <p14:tracePt t="113400" x="8769350" y="4143375"/>
          <p14:tracePt t="113401" x="8796338" y="4143375"/>
          <p14:tracePt t="113410" x="8831263" y="4122738"/>
          <p14:tracePt t="113420" x="8858250" y="4110038"/>
          <p14:tracePt t="113430" x="8872538" y="4095750"/>
          <p14:tracePt t="113437" x="8885238" y="4081463"/>
          <p14:tracePt t="113448" x="8885238" y="4054475"/>
          <p14:tracePt t="113453" x="8899525" y="4041775"/>
          <p14:tracePt t="113466" x="8899525" y="4014788"/>
          <p14:tracePt t="113467" x="8899525" y="3979863"/>
          <p14:tracePt t="113476" x="8899525" y="3952875"/>
          <p14:tracePt t="113486" x="8899525" y="3938588"/>
          <p14:tracePt t="113494" x="8885238" y="3911600"/>
          <p14:tracePt t="113501" x="8858250" y="3884613"/>
          <p14:tracePt t="113511" x="8831263" y="3863975"/>
          <p14:tracePt t="113520" x="8796338" y="3851275"/>
          <p14:tracePt t="113532" x="8769350" y="3836988"/>
          <p14:tracePt t="113533" x="8729663" y="3836988"/>
          <p14:tracePt t="113542" x="8682038" y="3836988"/>
          <p14:tracePt t="113552" x="8640763" y="3836988"/>
          <p14:tracePt t="113559" x="8626475" y="3836988"/>
          <p14:tracePt t="113566" x="8599488" y="3851275"/>
          <p14:tracePt t="113576" x="8551863" y="3884613"/>
          <p14:tracePt t="113583" x="8539163" y="3898900"/>
          <p14:tracePt t="113593" x="8510588" y="3925888"/>
          <p14:tracePt t="113600" x="8483600" y="3952875"/>
          <p14:tracePt t="113609" x="8470900" y="3994150"/>
          <p14:tracePt t="113620" x="8456613" y="4027488"/>
          <p14:tracePt t="113625" x="8456613" y="4068763"/>
          <p14:tracePt t="113634" x="8456613" y="4095750"/>
          <p14:tracePt t="113641" x="8456613" y="4122738"/>
          <p14:tracePt t="113649" x="8456613" y="4170363"/>
          <p14:tracePt t="113659" x="8456613" y="4197350"/>
          <p14:tracePt t="113668" x="8470900" y="4211638"/>
          <p14:tracePt t="113677" x="8483600" y="4238625"/>
          <p14:tracePt t="113684" x="8497888" y="4259263"/>
          <p14:tracePt t="113691" x="8524875" y="4271963"/>
          <p14:tracePt t="113701" x="8566150" y="4286250"/>
          <p14:tracePt t="113710" x="8586788" y="4300538"/>
          <p14:tracePt t="113720" x="8626475" y="4300538"/>
          <p14:tracePt t="113725" x="8653463" y="4300538"/>
          <p14:tracePt t="113738" x="8694738" y="4300538"/>
          <p14:tracePt t="113739" x="8715375" y="4286250"/>
          <p14:tracePt t="113749" x="8742363" y="4259263"/>
          <p14:tracePt t="113757" x="8769350" y="4238625"/>
          <p14:tracePt t="113765" x="8783638" y="4211638"/>
          <p14:tracePt t="113775" x="8796338" y="4197350"/>
          <p14:tracePt t="113781" x="8796338" y="4170363"/>
          <p14:tracePt t="113790" x="8810625" y="4122738"/>
          <p14:tracePt t="113799" x="8810625" y="4110038"/>
          <p14:tracePt t="113806" x="8810625" y="4054475"/>
          <p14:tracePt t="113819" x="8810625" y="4041775"/>
          <p14:tracePt t="113820" x="8796338" y="4014788"/>
          <p14:tracePt t="113831" x="8783638" y="3994150"/>
          <p14:tracePt t="113838" x="8756650" y="3979863"/>
          <p14:tracePt t="113849" x="8729663" y="3967163"/>
          <p14:tracePt t="113855" x="8715375" y="3967163"/>
          <p14:tracePt t="113861" x="8682038" y="3967163"/>
          <p14:tracePt t="113870" x="8653463" y="3967163"/>
          <p14:tracePt t="113882" x="8626475" y="3967163"/>
          <p14:tracePt t="113887" x="8613775" y="3967163"/>
          <p14:tracePt t="113899" x="8599488" y="3967163"/>
          <p14:tracePt t="113904" x="8586788" y="3979863"/>
          <p14:tracePt t="113917" x="8586788" y="3994150"/>
          <p14:tracePt t="113918" x="8566150" y="4014788"/>
          <p14:tracePt t="113927" x="8566150" y="4027488"/>
          <p14:tracePt t="113935" x="8566150" y="4041775"/>
          <p14:tracePt t="113944" x="8566150" y="4054475"/>
          <p14:tracePt t="113953" x="8566150" y="4068763"/>
          <p14:tracePt t="113969" x="8599488" y="4095750"/>
          <p14:tracePt t="113981" x="8626475" y="4095750"/>
          <p14:tracePt t="113985" x="8653463" y="4110038"/>
          <p14:tracePt t="113994" x="8667750" y="4110038"/>
          <p14:tracePt t="114002" x="8694738" y="4110038"/>
          <p14:tracePt t="114011" x="8729663" y="4110038"/>
          <p14:tracePt t="114020" x="8756650" y="4110038"/>
          <p14:tracePt t="114025" x="8769350" y="4110038"/>
          <p14:tracePt t="114035" x="8783638" y="4110038"/>
          <p14:tracePt t="114045" x="8796338" y="4095750"/>
          <p14:tracePt t="114052" x="8796338" y="4081463"/>
          <p14:tracePt t="114061" x="8810625" y="4068763"/>
          <p14:tracePt t="114068" x="8810625" y="4054475"/>
          <p14:tracePt t="114078" x="8810625" y="4014788"/>
          <p14:tracePt t="114085" x="8810625" y="3994150"/>
          <p14:tracePt t="114092" x="8796338" y="3967163"/>
          <p14:tracePt t="114101" x="8769350" y="3938588"/>
          <p14:tracePt t="114108" x="8742363" y="3911600"/>
          <p14:tracePt t="114120" x="8694738" y="3884613"/>
          <p14:tracePt t="114126" x="8653463" y="3863975"/>
          <p14:tracePt t="114135" x="8640763" y="3863975"/>
          <p14:tracePt t="114142" x="8586788" y="3851275"/>
          <p14:tracePt t="114152" x="8539163" y="3851275"/>
          <p14:tracePt t="114159" x="8524875" y="3851275"/>
          <p14:tracePt t="114167" x="8497888" y="3851275"/>
          <p14:tracePt t="114179" x="8470900" y="3851275"/>
          <p14:tracePt t="114185" x="8435975" y="3884613"/>
          <p14:tracePt t="114192" x="8423275" y="3898900"/>
          <p14:tracePt t="114202" x="8408988" y="3925888"/>
          <p14:tracePt t="114210" x="8382000" y="3967163"/>
          <p14:tracePt t="114223" x="8382000" y="3979863"/>
          <p14:tracePt t="114224" x="8382000" y="4014788"/>
          <p14:tracePt t="114234" x="8382000" y="4041775"/>
          <p14:tracePt t="114238" x="8382000" y="4081463"/>
          <p14:tracePt t="114250" x="8382000" y="4095750"/>
          <p14:tracePt t="114255" x="8382000" y="4122738"/>
          <p14:tracePt t="114267" x="8382000" y="4157663"/>
          <p14:tracePt t="114271" x="8382000" y="4170363"/>
          <p14:tracePt t="114283" x="8382000" y="4184650"/>
          <p14:tracePt t="114288" x="8396288" y="4197350"/>
          <p14:tracePt t="114304" x="8396288" y="4211638"/>
          <p14:tracePt t="114316" x="8408988" y="4211638"/>
          <p14:tracePt t="114320" x="8423275" y="4211638"/>
          <p14:tracePt t="114332" x="8423275" y="4224338"/>
          <p14:tracePt t="114352" x="8435975" y="4224338"/>
          <p14:tracePt t="114613" x="8456613" y="4224338"/>
          <p14:tracePt t="114622" x="8470900" y="4224338"/>
          <p14:tracePt t="114632" x="8510588" y="4224338"/>
          <p14:tracePt t="114640" x="8551863" y="4238625"/>
          <p14:tracePt t="114650" x="8599488" y="4259263"/>
          <p14:tracePt t="114657" x="8667750" y="4259263"/>
          <p14:tracePt t="114667" x="8742363" y="4271963"/>
          <p14:tracePt t="114676" x="8831263" y="4271963"/>
          <p14:tracePt t="114680" x="8912225" y="4271963"/>
          <p14:tracePt t="114690" x="9015413" y="4271963"/>
          <p14:tracePt t="114701" x="9117013" y="4271963"/>
          <p14:tracePt t="114705" x="9197975" y="4271963"/>
          <p14:tracePt t="114716" x="9286875" y="4271963"/>
          <p14:tracePt t="114722" x="9361488" y="4271963"/>
          <p14:tracePt t="114734" x="9429750" y="4271963"/>
          <p14:tracePt t="114738" x="9456738" y="4271963"/>
          <p14:tracePt t="114750" x="9518650" y="4271963"/>
          <p14:tracePt t="114755" x="9558338" y="4271963"/>
          <p14:tracePt t="114767" x="9593263" y="4271963"/>
          <p14:tracePt t="114771" x="9620250" y="4271963"/>
          <p14:tracePt t="114783" x="9634538" y="4271963"/>
          <p14:tracePt t="114787" x="9647238" y="4271963"/>
          <p14:tracePt t="114797" x="9661525" y="4271963"/>
          <p14:tracePt t="114812" x="9674225" y="4271963"/>
          <p14:tracePt t="114914" x="9661525" y="4271963"/>
          <p14:tracePt t="114924" x="9647238" y="4271963"/>
          <p14:tracePt t="114934" x="9634538" y="4271963"/>
          <p14:tracePt t="114942" x="9620250" y="4271963"/>
          <p14:tracePt t="114952" x="9593263" y="4271963"/>
          <p14:tracePt t="114959" x="9558338" y="4271963"/>
          <p14:tracePt t="114969" x="9518650" y="4271963"/>
          <p14:tracePt t="114975" x="9491663" y="4271963"/>
          <p14:tracePt t="114987" x="9444038" y="4271963"/>
          <p14:tracePt t="114992" x="9429750" y="4271963"/>
          <p14:tracePt t="115003" x="9388475" y="4271963"/>
          <p14:tracePt t="115009" x="9361488" y="4271963"/>
          <p14:tracePt t="115020" x="9328150" y="4259263"/>
          <p14:tracePt t="115027" x="9313863" y="4259263"/>
          <p14:tracePt t="115034" x="9286875" y="4238625"/>
          <p14:tracePt t="115051" x="9272588" y="4238625"/>
          <p14:tracePt t="115071" x="9272588" y="4224338"/>
          <p14:tracePt t="115104" x="9313863" y="4224338"/>
          <p14:tracePt t="115112" x="9361488" y="4224338"/>
          <p14:tracePt t="115122" x="9415463" y="4224338"/>
          <p14:tracePt t="115130" x="9477375" y="4211638"/>
          <p14:tracePt t="115139" x="9545638" y="4211638"/>
          <p14:tracePt t="115149" x="9620250" y="4197350"/>
          <p14:tracePt t="115157" x="9688513" y="4197350"/>
          <p14:tracePt t="115164" x="9721850" y="4197350"/>
          <p14:tracePt t="115171" x="9763125" y="4197350"/>
          <p14:tracePt t="115181" x="9804400" y="4197350"/>
          <p14:tracePt t="115190" x="9817100" y="4197350"/>
          <p14:tracePt t="115198" x="9831388" y="4197350"/>
          <p14:tracePt t="115206" x="9852025" y="4197350"/>
          <p14:tracePt t="115230" x="9864725" y="4197350"/>
          <p14:tracePt t="115267" x="9852025" y="4197350"/>
          <p14:tracePt t="117753" x="9831388" y="4197350"/>
          <p14:tracePt t="117763" x="9817100" y="4197350"/>
          <p14:tracePt t="117772" x="9804400" y="4197350"/>
          <p14:tracePt t="117780" x="9790113" y="4197350"/>
          <p14:tracePt t="117788" x="9763125" y="4211638"/>
          <p14:tracePt t="117795" x="9748838" y="4211638"/>
          <p14:tracePt t="117806" x="9721850" y="4211638"/>
          <p14:tracePt t="117813" x="9701213" y="4211638"/>
          <p14:tracePt t="117823" x="9688513" y="4211638"/>
          <p14:tracePt t="117828" x="9674225" y="4211638"/>
          <p14:tracePt t="117839" x="9661525" y="4211638"/>
          <p14:tracePt t="117857" x="9647238" y="4211638"/>
          <p14:tracePt t="117884" x="9634538" y="4211638"/>
          <p14:tracePt t="119709" x="9620250" y="4211638"/>
          <p14:tracePt t="119734" x="9605963" y="4211638"/>
          <p14:tracePt t="119758" x="9593263" y="4224338"/>
          <p14:tracePt t="119775" x="9572625" y="4224338"/>
          <p14:tracePt t="119785" x="9545638" y="4224338"/>
          <p14:tracePt t="119793" x="9518650" y="4238625"/>
          <p14:tracePt t="119800" x="9477375" y="4238625"/>
          <p14:tracePt t="119812" x="9388475" y="4259263"/>
          <p14:tracePt t="119818" x="9286875" y="4271963"/>
          <p14:tracePt t="119825" x="9158288" y="4286250"/>
          <p14:tracePt t="119834" x="8986838" y="4300538"/>
          <p14:tracePt t="119843" x="8796338" y="4313238"/>
          <p14:tracePt t="119852" x="8599488" y="4340225"/>
          <p14:tracePt t="119859" x="8367713" y="4354513"/>
          <p14:tracePt t="119868" x="8150225" y="4387850"/>
          <p14:tracePt t="119874" x="7967663" y="4402138"/>
          <p14:tracePt t="119884" x="7878763" y="4414838"/>
          <p14:tracePt t="119892" x="7735888" y="4443413"/>
          <p14:tracePt t="119902" x="7605713" y="4456113"/>
          <p14:tracePt t="119908" x="7566025" y="4456113"/>
          <p14:tracePt t="119918" x="7491413" y="4470400"/>
          <p14:tracePt t="119926" x="7435850" y="4470400"/>
          <p14:tracePt t="119934" x="7402513" y="4483100"/>
          <p14:tracePt t="119942" x="7388225" y="4483100"/>
          <p14:tracePt t="119951" x="7375525" y="4483100"/>
          <p14:tracePt t="119957" x="7375525" y="4497388"/>
          <p14:tracePt t="120741" x="7361238" y="4497388"/>
          <p14:tracePt t="120751" x="7334250" y="4497388"/>
          <p14:tracePt t="120759" x="7286625" y="4483100"/>
          <p14:tracePt t="120767" x="7245350" y="4483100"/>
          <p14:tracePt t="120778" x="7218363" y="4483100"/>
          <p14:tracePt t="120782" x="7191375" y="4470400"/>
          <p14:tracePt t="120791" x="7129463" y="4470400"/>
          <p14:tracePt t="120799" x="7075488" y="4470400"/>
          <p14:tracePt t="120808" x="7015163" y="4470400"/>
          <p14:tracePt t="120816" x="6986588" y="4470400"/>
          <p14:tracePt t="120825" x="6959600" y="4470400"/>
          <p14:tracePt t="120832" x="6932613" y="4470400"/>
          <p14:tracePt t="120844" x="6899275" y="4470400"/>
          <p14:tracePt t="120850" x="6884988" y="4470400"/>
          <p14:tracePt t="120857" x="6872288" y="44704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7D8B-ABB1-824E-B172-B3BBD1F0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Cyclic Group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3FE75-0737-9747-916B-4460328CF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Example: Is {Z, +} a cyclic group?</a:t>
            </a:r>
          </a:p>
          <a:p>
            <a:pPr lvl="1"/>
            <a:r>
              <a:rPr lang="en-US" sz="2800" dirty="0"/>
              <a:t>Z ={…,-4,-3,-2,-1,0,1,2,3,4, …}</a:t>
            </a:r>
          </a:p>
          <a:p>
            <a:pPr lvl="1"/>
            <a:r>
              <a:rPr lang="en-US" sz="2800" dirty="0"/>
              <a:t>exponentiation: </a:t>
            </a:r>
            <a:r>
              <a:rPr lang="en-US" sz="2800" i="1" dirty="0"/>
              <a:t>a</a:t>
            </a:r>
            <a:r>
              <a:rPr lang="en-US" sz="2800" i="1" baseline="30000" dirty="0"/>
              <a:t>3</a:t>
            </a:r>
            <a:r>
              <a:rPr lang="en-US" sz="2800" i="1" dirty="0"/>
              <a:t> = </a:t>
            </a:r>
            <a:r>
              <a:rPr lang="en-US" sz="2800" i="1" dirty="0" err="1"/>
              <a:t>a</a:t>
            </a:r>
            <a:r>
              <a:rPr lang="en-US" sz="2800" i="1" dirty="0" err="1">
                <a:ea typeface="Cambria Math" panose="02040503050406030204" pitchFamily="18" charset="0"/>
              </a:rPr>
              <a:t>+</a:t>
            </a:r>
            <a:r>
              <a:rPr lang="en-US" sz="2800" i="1" dirty="0" err="1"/>
              <a:t>a</a:t>
            </a:r>
            <a:r>
              <a:rPr lang="en-US" sz="2800" i="1" dirty="0" err="1">
                <a:ea typeface="Cambria Math" panose="02040503050406030204" pitchFamily="18" charset="0"/>
              </a:rPr>
              <a:t>+</a:t>
            </a:r>
            <a:r>
              <a:rPr lang="en-US" sz="2800" i="1" dirty="0" err="1"/>
              <a:t>a</a:t>
            </a:r>
            <a:endParaRPr lang="en-AU" sz="2800" i="1" dirty="0"/>
          </a:p>
          <a:p>
            <a:pPr lvl="1"/>
            <a:r>
              <a:rPr lang="en-US" sz="2800" dirty="0"/>
              <a:t>Identity element: 0, </a:t>
            </a:r>
            <a:r>
              <a:rPr lang="en-US" sz="2800" i="1" dirty="0"/>
              <a:t>a</a:t>
            </a:r>
            <a:r>
              <a:rPr lang="en-US" sz="2800" i="1" baseline="30000" dirty="0"/>
              <a:t>0</a:t>
            </a:r>
            <a:r>
              <a:rPr lang="en-US" sz="2800" i="1" dirty="0"/>
              <a:t> =  0 </a:t>
            </a:r>
          </a:p>
          <a:p>
            <a:pPr lvl="1"/>
            <a:r>
              <a:rPr lang="en-US" sz="3200" dirty="0"/>
              <a:t>Z ={</a:t>
            </a:r>
            <a:r>
              <a:rPr lang="en-US" sz="3200" i="1" dirty="0"/>
              <a:t>…,a</a:t>
            </a:r>
            <a:r>
              <a:rPr lang="en-US" sz="3200" i="1" baseline="30000" dirty="0"/>
              <a:t>-3</a:t>
            </a:r>
            <a:r>
              <a:rPr lang="en-US" sz="3200" i="1" dirty="0"/>
              <a:t>,a</a:t>
            </a:r>
            <a:r>
              <a:rPr lang="en-US" sz="3200" i="1" baseline="30000" dirty="0"/>
              <a:t>-2</a:t>
            </a:r>
            <a:r>
              <a:rPr lang="en-US" sz="3200" i="1" dirty="0"/>
              <a:t>,a</a:t>
            </a:r>
            <a:r>
              <a:rPr lang="en-US" sz="3200" i="1" baseline="30000" dirty="0"/>
              <a:t>-1</a:t>
            </a:r>
            <a:r>
              <a:rPr lang="en-US" sz="3200" i="1" dirty="0"/>
              <a:t>,a</a:t>
            </a:r>
            <a:r>
              <a:rPr lang="en-US" sz="3200" i="1" baseline="30000" dirty="0"/>
              <a:t>0</a:t>
            </a:r>
            <a:r>
              <a:rPr lang="en-US" sz="3200" i="1" dirty="0"/>
              <a:t>,a</a:t>
            </a:r>
            <a:r>
              <a:rPr lang="en-US" sz="3200" i="1" baseline="30000" dirty="0"/>
              <a:t>1</a:t>
            </a:r>
            <a:r>
              <a:rPr lang="en-US" sz="3200" i="1" dirty="0"/>
              <a:t>,a</a:t>
            </a:r>
            <a:r>
              <a:rPr lang="en-US" sz="3200" i="1" baseline="30000" dirty="0"/>
              <a:t>2</a:t>
            </a:r>
            <a:r>
              <a:rPr lang="en-US" sz="3200" i="1" dirty="0"/>
              <a:t>,a</a:t>
            </a:r>
            <a:r>
              <a:rPr lang="en-US" sz="3200" i="1" baseline="30000" dirty="0"/>
              <a:t>3</a:t>
            </a:r>
            <a:r>
              <a:rPr lang="en-US" sz="3200" i="1" dirty="0"/>
              <a:t>, …}</a:t>
            </a:r>
            <a:endParaRPr lang="en-US" sz="2800" dirty="0"/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Generator/Primitive element: 1</a:t>
            </a:r>
          </a:p>
          <a:p>
            <a:pPr lvl="1"/>
            <a:r>
              <a:rPr lang="en-US" sz="2800" dirty="0"/>
              <a:t>The cyclic group is infinite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6E361-65F2-E647-B06B-90C6FB991BEA}"/>
              </a:ext>
            </a:extLst>
          </p:cNvPr>
          <p:cNvSpPr/>
          <p:nvPr/>
        </p:nvSpPr>
        <p:spPr>
          <a:xfrm>
            <a:off x="7104112" y="1556792"/>
            <a:ext cx="1608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Yes!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945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837"/>
    </mc:Choice>
    <mc:Fallback xmlns="">
      <p:transition spd="slow" advTm="2388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/>
    </p:bldLst>
  </p:timing>
  <p:extLst>
    <p:ext uri="{3A86A75C-4F4B-4683-9AE1-C65F6400EC91}">
      <p14:laserTraceLst xmlns:p14="http://schemas.microsoft.com/office/powerpoint/2010/main">
        <p14:tracePtLst>
          <p14:tracePt t="4039" x="6858000" y="4429125"/>
          <p14:tracePt t="4040" x="6831013" y="4387850"/>
          <p14:tracePt t="4050" x="6804025" y="4354513"/>
          <p14:tracePt t="4057" x="6756400" y="4300538"/>
          <p14:tracePt t="4069" x="6653213" y="4211638"/>
          <p14:tracePt t="4079" x="6613525" y="4157663"/>
          <p14:tracePt t="4088" x="6557963" y="4081463"/>
          <p14:tracePt t="4097" x="6497638" y="4027488"/>
          <p14:tracePt t="4104" x="6396038" y="3911600"/>
          <p14:tracePt t="4116" x="6265863" y="3768725"/>
          <p14:tracePt t="4123" x="6042025" y="3509963"/>
          <p14:tracePt t="4133" x="5953125" y="3422650"/>
          <p14:tracePt t="4137" x="5795963" y="3190875"/>
          <p14:tracePt t="4146" x="5538788" y="2830513"/>
          <p14:tracePt t="4154" x="5491163" y="2700338"/>
          <p14:tracePt t="4163" x="5360988" y="2455863"/>
          <p14:tracePt t="4170" x="5280025" y="2232025"/>
          <p14:tracePt t="4183" x="5218113" y="2014538"/>
          <p14:tracePt t="4184" x="5205413" y="1925638"/>
          <p14:tracePt t="4193" x="5176838" y="1755775"/>
          <p14:tracePt t="4203" x="5164138" y="1693863"/>
          <p14:tracePt t="4212" x="5164138" y="1612900"/>
          <p14:tracePt t="4486" x="5149850" y="1612900"/>
          <p14:tracePt t="4495" x="5102225" y="1612900"/>
          <p14:tracePt t="4504" x="5033963" y="1612900"/>
          <p14:tracePt t="4513" x="4959350" y="1612900"/>
          <p14:tracePt t="4522" x="4884738" y="1612900"/>
          <p14:tracePt t="4530" x="4816475" y="1639888"/>
          <p14:tracePt t="4541" x="4741863" y="1681163"/>
          <p14:tracePt t="4548" x="4660900" y="1708150"/>
          <p14:tracePt t="4558" x="4598988" y="1768475"/>
          <p14:tracePt t="4563" x="4470400" y="1824038"/>
          <p14:tracePt t="4575" x="4402138" y="1871663"/>
          <p14:tracePt t="4580" x="4286250" y="1938338"/>
          <p14:tracePt t="4593" x="4184650" y="2014538"/>
          <p14:tracePt t="4593" x="4110038" y="2068513"/>
          <p14:tracePt t="4603" x="4081463" y="2081213"/>
          <p14:tracePt t="4613" x="4041775" y="2143125"/>
          <p14:tracePt t="4621" x="3994150" y="2184400"/>
          <p14:tracePt t="4629" x="3967163" y="2211388"/>
          <p14:tracePt t="4638" x="3952875" y="2244725"/>
          <p14:tracePt t="4646" x="3952875" y="2271713"/>
          <p14:tracePt t="4654" x="3952875" y="2300288"/>
          <p14:tracePt t="4661" x="3952875" y="2327275"/>
          <p14:tracePt t="4671" x="3952875" y="2339975"/>
          <p14:tracePt t="4681" x="3952875" y="2374900"/>
          <p14:tracePt t="4687" x="3967163" y="2387600"/>
          <p14:tracePt t="4694" x="3979863" y="2401888"/>
          <p14:tracePt t="4703" x="4014788" y="2414588"/>
          <p14:tracePt t="4711" x="4027488" y="2428875"/>
          <p14:tracePt t="4721" x="4054475" y="2428875"/>
          <p14:tracePt t="4728" x="4068763" y="2428875"/>
          <p14:tracePt t="4737" x="4081463" y="2428875"/>
          <p14:tracePt t="4744" x="4110038" y="2428875"/>
          <p14:tracePt t="4757" x="4122738" y="2428875"/>
          <p14:tracePt t="4758" x="4143375" y="2428875"/>
          <p14:tracePt t="4766" x="4143375" y="2414588"/>
          <p14:tracePt t="4776" x="4157663" y="2387600"/>
          <p14:tracePt t="4784" x="4157663" y="2374900"/>
          <p14:tracePt t="4794" x="4170363" y="2327275"/>
          <p14:tracePt t="4801" x="4170363" y="2300288"/>
          <p14:tracePt t="4811" x="4170363" y="2259013"/>
          <p14:tracePt t="4818" x="4157663" y="2211388"/>
          <p14:tracePt t="4828" x="4143375" y="2184400"/>
          <p14:tracePt t="4833" x="4110038" y="2143125"/>
          <p14:tracePt t="4841" x="4110038" y="2116138"/>
          <p14:tracePt t="4851" x="4081463" y="2081213"/>
          <p14:tracePt t="4860" x="4054475" y="2054225"/>
          <p14:tracePt t="4868" x="4041775" y="2041525"/>
          <p14:tracePt t="4876" x="4027488" y="2027238"/>
          <p14:tracePt t="4883" x="4014788" y="2014538"/>
          <p14:tracePt t="4892" x="3994150" y="2000250"/>
          <p14:tracePt t="4907" x="3979863" y="2000250"/>
          <p14:tracePt t="4961" x="3979863" y="2014538"/>
          <p14:tracePt t="4969" x="3979863" y="2027238"/>
          <p14:tracePt t="4978" x="3979863" y="2054225"/>
          <p14:tracePt t="4989" x="3979863" y="2081213"/>
          <p14:tracePt t="4997" x="3979863" y="2116138"/>
          <p14:tracePt t="5006" x="3979863" y="2128838"/>
          <p14:tracePt t="5014" x="3994150" y="2157413"/>
          <p14:tracePt t="5024" x="4027488" y="2197100"/>
          <p14:tracePt t="5031" x="4054475" y="2211388"/>
          <p14:tracePt t="5042" x="4081463" y="2232025"/>
          <p14:tracePt t="5046" x="4110038" y="2244725"/>
          <p14:tracePt t="5059" x="4143375" y="2244725"/>
          <p14:tracePt t="5060" x="4170363" y="2244725"/>
          <p14:tracePt t="5069" x="4197350" y="2244725"/>
          <p14:tracePt t="5079" x="4224338" y="2244725"/>
          <p14:tracePt t="5086" x="4259263" y="2244725"/>
          <p14:tracePt t="5096" x="4271963" y="2244725"/>
          <p14:tracePt t="5106" x="4286250" y="2232025"/>
          <p14:tracePt t="5114" x="4300538" y="2211388"/>
          <p14:tracePt t="5121" x="4313238" y="2211388"/>
          <p14:tracePt t="5128" x="4313238" y="2197100"/>
          <p14:tracePt t="5137" x="4313238" y="2184400"/>
          <p14:tracePt t="5144" x="4327525" y="2184400"/>
          <p14:tracePt t="5469" x="4340225" y="2184400"/>
          <p14:tracePt t="5480" x="4367213" y="2184400"/>
          <p14:tracePt t="5487" x="4402138" y="2184400"/>
          <p14:tracePt t="5497" x="4443413" y="2197100"/>
          <p14:tracePt t="5506" x="4497388" y="2197100"/>
          <p14:tracePt t="5514" x="4557713" y="2211388"/>
          <p14:tracePt t="5524" x="4625975" y="2232025"/>
          <p14:tracePt t="5529" x="4687888" y="2232025"/>
          <p14:tracePt t="5541" x="4741863" y="2244725"/>
          <p14:tracePt t="5545" x="4803775" y="2244725"/>
          <p14:tracePt t="5556" x="4830763" y="2244725"/>
          <p14:tracePt t="5563" x="4857750" y="2244725"/>
          <p14:tracePt t="5573" x="4884738" y="2259013"/>
          <p14:tracePt t="5578" x="4919663" y="2259013"/>
          <p14:tracePt t="5590" x="4932363" y="2259013"/>
          <p14:tracePt t="5594" x="4946650" y="2259013"/>
          <p14:tracePt t="5613" x="4959350" y="2259013"/>
          <p14:tracePt t="15147" x="5000625" y="2428875"/>
          <p14:tracePt t="15154" x="5048250" y="2571750"/>
          <p14:tracePt t="15166" x="5089525" y="2776538"/>
          <p14:tracePt t="15167" x="5149850" y="2994025"/>
          <p14:tracePt t="15177" x="5218113" y="3205163"/>
          <p14:tracePt t="15186" x="5334000" y="3681413"/>
          <p14:tracePt t="15195" x="5476875" y="4157663"/>
          <p14:tracePt t="15202" x="5619750" y="4625975"/>
          <p14:tracePt t="15212" x="5783263" y="5089525"/>
          <p14:tracePt t="15219" x="5824538" y="5232400"/>
          <p14:tracePt t="15227" x="5864225" y="5360988"/>
          <p14:tracePt t="15236" x="5967413" y="5619750"/>
          <p14:tracePt t="15243" x="6042025" y="5795963"/>
          <p14:tracePt t="15253" x="6081713" y="5938838"/>
          <p14:tracePt t="15261" x="6081713" y="5967413"/>
          <p14:tracePt t="15268" x="6110288" y="6042025"/>
          <p14:tracePt t="15277" x="6122988" y="6096000"/>
          <p14:tracePt t="15285" x="6122988" y="6122988"/>
          <p14:tracePt t="15294" x="6122988" y="6137275"/>
          <p14:tracePt t="15478" x="6122988" y="6149975"/>
          <p14:tracePt t="15487" x="6110288" y="6224588"/>
          <p14:tracePt t="15497" x="6081713" y="6300788"/>
          <p14:tracePt t="15505" x="6054725" y="6354763"/>
          <p14:tracePt t="15516" x="6042025" y="6408738"/>
          <p14:tracePt t="15523" x="6007100" y="6483350"/>
          <p14:tracePt t="15533" x="5994400" y="6545263"/>
          <p14:tracePt t="15537" x="5980113" y="6599238"/>
          <p14:tracePt t="15549" x="5953125" y="6688138"/>
          <p14:tracePt t="15554" x="5938838" y="6783388"/>
          <p14:tracePt t="16036" x="0" y="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1CB0-7E39-2F45-BFC5-9CB0ECE7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Cyclic Group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EE21BA-FDC6-0342-9361-0F778A8BF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6219" y="1762129"/>
                <a:ext cx="10094383" cy="2098920"/>
              </a:xfrm>
            </p:spPr>
            <p:txBody>
              <a:bodyPr/>
              <a:lstStyle/>
              <a:p>
                <a:r>
                  <a:rPr lang="en-US" dirty="0"/>
                  <a:t>Example: Is {Z</a:t>
                </a:r>
                <a:r>
                  <a:rPr lang="en-US" baseline="-25000" dirty="0"/>
                  <a:t>11</a:t>
                </a:r>
                <a:r>
                  <a:rPr lang="en-US" baseline="30000" dirty="0"/>
                  <a:t>*</a:t>
                </a:r>
                <a:r>
                  <a:rPr lang="en-US" dirty="0"/>
                  <a:t>, Multiplication modulo 11} a cyclic group?</a:t>
                </a:r>
              </a:p>
              <a:p>
                <a:r>
                  <a:rPr lang="en-US" dirty="0"/>
                  <a:t>Z</a:t>
                </a:r>
                <a:r>
                  <a:rPr lang="en-US" baseline="-25000" dirty="0"/>
                  <a:t>11</a:t>
                </a:r>
                <a:r>
                  <a:rPr lang="en-US" baseline="30000" dirty="0"/>
                  <a:t>*</a:t>
                </a:r>
                <a:r>
                  <a:rPr lang="en-US" dirty="0"/>
                  <a:t>={1,2,3,4,5,6,7,8,9,10}, can you find the generator?</a:t>
                </a:r>
              </a:p>
              <a:p>
                <a:pPr lvl="1"/>
                <a:r>
                  <a:rPr lang="en-US" dirty="0"/>
                  <a:t>If the generator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2,</a:t>
                </a: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EE21BA-FDC6-0342-9361-0F778A8BF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219" y="1762129"/>
                <a:ext cx="10094383" cy="2098920"/>
              </a:xfrm>
              <a:blipFill>
                <a:blip r:embed="rId5"/>
                <a:stretch>
                  <a:fillRect l="-1384" t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C60F4D4-68DD-FE43-8B07-CD17CD47CA0E}"/>
              </a:ext>
            </a:extLst>
          </p:cNvPr>
          <p:cNvSpPr/>
          <p:nvPr/>
        </p:nvSpPr>
        <p:spPr>
          <a:xfrm>
            <a:off x="10128448" y="1556792"/>
            <a:ext cx="1608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Yes!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53856D-D59D-BC45-9BA8-1DB10A0D644E}"/>
                  </a:ext>
                </a:extLst>
              </p:cNvPr>
              <p:cNvSpPr txBox="1"/>
              <p:nvPr/>
            </p:nvSpPr>
            <p:spPr>
              <a:xfrm>
                <a:off x="988386" y="3487933"/>
                <a:ext cx="5039781" cy="1943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11=2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11=4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11=8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11=16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11=5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11=5×2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11=10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53856D-D59D-BC45-9BA8-1DB10A0D6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86" y="3487933"/>
                <a:ext cx="5039781" cy="1943161"/>
              </a:xfrm>
              <a:prstGeom prst="rect">
                <a:avLst/>
              </a:prstGeom>
              <a:blipFill>
                <a:blip r:embed="rId6"/>
                <a:stretch>
                  <a:fillRect t="-1299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A23ECE-5B54-6141-BB3E-9B6606510E1C}"/>
                  </a:ext>
                </a:extLst>
              </p:cNvPr>
              <p:cNvSpPr txBox="1"/>
              <p:nvPr/>
            </p:nvSpPr>
            <p:spPr>
              <a:xfrm>
                <a:off x="6028167" y="3487932"/>
                <a:ext cx="503978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11=10×2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11=9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11=9×2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11=7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11=7×2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11=3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11=3×2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11=6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11=6×2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11=1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11=1×2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11=2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A23ECE-5B54-6141-BB3E-9B660651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167" y="3487932"/>
                <a:ext cx="5039781" cy="2308324"/>
              </a:xfrm>
              <a:prstGeom prst="rect">
                <a:avLst/>
              </a:prstGeom>
              <a:blipFill>
                <a:blip r:embed="rId7"/>
                <a:stretch>
                  <a:fillRect t="-1093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31CF80A-11A5-F540-AADF-236E685548A3}"/>
              </a:ext>
            </a:extLst>
          </p:cNvPr>
          <p:cNvSpPr/>
          <p:nvPr/>
        </p:nvSpPr>
        <p:spPr>
          <a:xfrm>
            <a:off x="1124052" y="5586852"/>
            <a:ext cx="101489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Is there any other generators?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56068-38AA-0141-8491-833774F89AF1}"/>
              </a:ext>
            </a:extLst>
          </p:cNvPr>
          <p:cNvSpPr txBox="1"/>
          <p:nvPr/>
        </p:nvSpPr>
        <p:spPr>
          <a:xfrm>
            <a:off x="4941972" y="6462278"/>
            <a:ext cx="2489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Generators: 2,6,7,8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98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3146"/>
    </mc:Choice>
    <mc:Fallback xmlns="">
      <p:transition spd="slow" advTm="663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/>
      <p:bldP spid="6" grpId="0" build="p" bldLvl="2"/>
      <p:bldP spid="7" grpId="0" build="p" bldLvl="2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ffie-Hellman Key Exchange steps">
            <a:extLst>
              <a:ext uri="{FF2B5EF4-FFF2-40B4-BE49-F238E27FC236}">
                <a16:creationId xmlns:a16="http://schemas.microsoft.com/office/drawing/2014/main" id="{2370B844-3C1F-2D43-9CFC-42805D11AF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601"/>
          <a:stretch/>
        </p:blipFill>
        <p:spPr>
          <a:xfrm>
            <a:off x="2783632" y="25463"/>
            <a:ext cx="6624736" cy="68070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7BFD00-9C84-83CD-097F-765C1468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3075709" cy="2890693"/>
          </a:xfrm>
        </p:spPr>
        <p:txBody>
          <a:bodyPr>
            <a:normAutofit/>
          </a:bodyPr>
          <a:lstStyle/>
          <a:p>
            <a:r>
              <a:rPr lang="en-US" dirty="0"/>
              <a:t>Diffie-Hellman Key Exchange Steps</a:t>
            </a:r>
          </a:p>
        </p:txBody>
      </p:sp>
    </p:spTree>
  </p:cSld>
  <p:clrMapOvr>
    <a:masterClrMapping/>
  </p:clrMapOvr>
  <p:transition advTm="554741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0108-4AE2-D04D-A8D2-AC43E895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Diffie-Hellman Key Exchange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BC1F7-3968-0340-B9B9-15F0FBD4C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Prime number 	q = </a:t>
                </a:r>
                <a:r>
                  <a:rPr lang="en-US" dirty="0">
                    <a:solidFill>
                      <a:srgbClr val="FF0000"/>
                    </a:solidFill>
                  </a:rPr>
                  <a:t>353</a:t>
                </a:r>
                <a:r>
                  <a:rPr lang="en-US" dirty="0"/>
                  <a:t>, the primitive root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00B050"/>
                    </a:solidFill>
                  </a:rPr>
                  <a:t>3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 selects private key </a:t>
                </a:r>
                <a:r>
                  <a:rPr lang="en-US" dirty="0">
                    <a:solidFill>
                      <a:srgbClr val="0070C0"/>
                    </a:solidFill>
                  </a:rPr>
                  <a:t>97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Bob selects private key </a:t>
                </a:r>
                <a:r>
                  <a:rPr lang="en-US" dirty="0">
                    <a:solidFill>
                      <a:srgbClr val="7030A0"/>
                    </a:solidFill>
                  </a:rPr>
                  <a:t>233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Alice’s public key is </a:t>
                </a:r>
                <a:r>
                  <a:rPr lang="en-US" dirty="0">
                    <a:solidFill>
                      <a:srgbClr val="00B050"/>
                    </a:solidFill>
                  </a:rPr>
                  <a:t>3</a:t>
                </a:r>
                <a:r>
                  <a:rPr lang="en-US" baseline="30000" dirty="0">
                    <a:solidFill>
                      <a:srgbClr val="0070C0"/>
                    </a:solidFill>
                  </a:rPr>
                  <a:t>97</a:t>
                </a:r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353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40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Bob’s public key is </a:t>
                </a:r>
                <a:r>
                  <a:rPr lang="en-US" dirty="0">
                    <a:solidFill>
                      <a:srgbClr val="00B050"/>
                    </a:solidFill>
                  </a:rPr>
                  <a:t>3</a:t>
                </a:r>
                <a:r>
                  <a:rPr lang="en-US" baseline="30000" dirty="0">
                    <a:solidFill>
                      <a:srgbClr val="7030A0"/>
                    </a:solidFill>
                  </a:rPr>
                  <a:t>233</a:t>
                </a:r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353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chemeClr val="tx2">
                        <a:lumMod val="40000"/>
                        <a:lumOff val="60000"/>
                      </a:schemeClr>
                    </a:solidFill>
                  </a:rPr>
                  <a:t>248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 and Bob will calculate the shared key </a:t>
                </a:r>
              </a:p>
              <a:p>
                <a:pPr lvl="2"/>
                <a:r>
                  <a:rPr lang="en-US" dirty="0">
                    <a:solidFill>
                      <a:schemeClr val="tx2">
                        <a:lumMod val="40000"/>
                        <a:lumOff val="60000"/>
                      </a:schemeClr>
                    </a:solidFill>
                  </a:rPr>
                  <a:t>248</a:t>
                </a:r>
                <a:r>
                  <a:rPr lang="en-US" baseline="30000" dirty="0">
                    <a:solidFill>
                      <a:srgbClr val="0070C0"/>
                    </a:solidFill>
                  </a:rPr>
                  <a:t>97</a:t>
                </a:r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353</a:t>
                </a:r>
                <a:r>
                  <a:rPr lang="en-US" dirty="0"/>
                  <a:t> = 160 (Alice)</a:t>
                </a:r>
              </a:p>
              <a:p>
                <a:pPr lvl="2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40</a:t>
                </a:r>
                <a:r>
                  <a:rPr lang="en-US" baseline="30000" dirty="0">
                    <a:solidFill>
                      <a:srgbClr val="7030A0"/>
                    </a:solidFill>
                  </a:rPr>
                  <a:t>233</a:t>
                </a:r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353</a:t>
                </a:r>
                <a:r>
                  <a:rPr lang="en-US" dirty="0"/>
                  <a:t> = 160 (Bob)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BC1F7-3968-0340-B9B9-15F0FBD4C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 b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0328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12"/>
    </mc:Choice>
    <mc:Fallback xmlns="">
      <p:transition spd="slow" advTm="70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0108-4AE2-D04D-A8D2-AC43E895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Diffie-Hellman Key Exchange Example (cont.)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BC1F7-3968-0340-B9B9-15F0FBD4C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Prime number 	q =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3</a:t>
                </a:r>
                <a:r>
                  <a:rPr lang="en-US" dirty="0"/>
                  <a:t>, the primitive root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5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 selects private key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6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Bob selects private key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15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Alice’s public key is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5</a:t>
                </a:r>
                <a:r>
                  <a:rPr lang="en-US" altLang="zh-CN" baseline="30000" dirty="0">
                    <a:solidFill>
                      <a:srgbClr val="0070C0"/>
                    </a:solidFill>
                  </a:rPr>
                  <a:t>6</a:t>
                </a:r>
                <a:r>
                  <a:rPr lang="en-US" dirty="0"/>
                  <a:t> mod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23</a:t>
                </a:r>
                <a:r>
                  <a:rPr lang="en-US" dirty="0"/>
                  <a:t> =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8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Bob’s public key is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5</a:t>
                </a:r>
                <a:r>
                  <a:rPr lang="en-US" altLang="zh-CN" baseline="30000" dirty="0">
                    <a:solidFill>
                      <a:srgbClr val="7030A0"/>
                    </a:solidFill>
                  </a:rPr>
                  <a:t>15</a:t>
                </a:r>
                <a:r>
                  <a:rPr lang="en-US" dirty="0"/>
                  <a:t> mod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3</a:t>
                </a:r>
                <a:r>
                  <a:rPr lang="en-US" dirty="0"/>
                  <a:t> = </a:t>
                </a:r>
                <a:r>
                  <a:rPr lang="en-US" altLang="zh-CN" dirty="0">
                    <a:solidFill>
                      <a:schemeClr val="tx2">
                        <a:lumMod val="40000"/>
                        <a:lumOff val="60000"/>
                      </a:schemeClr>
                    </a:solidFill>
                  </a:rPr>
                  <a:t>19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 and Bob will calculate the shared key </a:t>
                </a:r>
              </a:p>
              <a:p>
                <a:pPr lvl="2"/>
                <a:r>
                  <a:rPr lang="en-US" altLang="zh-CN" dirty="0">
                    <a:solidFill>
                      <a:schemeClr val="tx2">
                        <a:lumMod val="40000"/>
                        <a:lumOff val="60000"/>
                      </a:schemeClr>
                    </a:solidFill>
                  </a:rPr>
                  <a:t>19</a:t>
                </a:r>
                <a:r>
                  <a:rPr lang="en-US" altLang="zh-CN" baseline="30000" dirty="0">
                    <a:solidFill>
                      <a:srgbClr val="0070C0"/>
                    </a:solidFill>
                  </a:rPr>
                  <a:t>6</a:t>
                </a:r>
                <a:r>
                  <a:rPr lang="en-US" dirty="0"/>
                  <a:t> mod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3</a:t>
                </a:r>
                <a:r>
                  <a:rPr lang="en-US" dirty="0"/>
                  <a:t> = </a:t>
                </a:r>
                <a:r>
                  <a:rPr lang="en-US" altLang="zh-CN" dirty="0"/>
                  <a:t>2</a:t>
                </a:r>
                <a:r>
                  <a:rPr lang="en-US" dirty="0"/>
                  <a:t> (Alice)</a:t>
                </a:r>
              </a:p>
              <a:p>
                <a:pPr lvl="2"/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8</a:t>
                </a:r>
                <a:r>
                  <a:rPr lang="en-US" altLang="zh-CN" baseline="30000" dirty="0">
                    <a:solidFill>
                      <a:srgbClr val="7030A0"/>
                    </a:solidFill>
                  </a:rPr>
                  <a:t>15</a:t>
                </a:r>
                <a:r>
                  <a:rPr lang="en-US" dirty="0"/>
                  <a:t> mod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3</a:t>
                </a:r>
                <a:r>
                  <a:rPr lang="en-US" dirty="0"/>
                  <a:t> = </a:t>
                </a:r>
                <a:r>
                  <a:rPr lang="en-US" altLang="zh-CN" dirty="0"/>
                  <a:t>2</a:t>
                </a:r>
                <a:r>
                  <a:rPr lang="en-US" dirty="0"/>
                  <a:t> (Bob)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BC1F7-3968-0340-B9B9-15F0FBD4C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 b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7899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128"/>
    </mc:Choice>
    <mc:Fallback xmlns="">
      <p:transition spd="slow" advTm="601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0108-4AE2-D04D-A8D2-AC43E895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Diffie-Hellman Key Exchange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BC1F7-3968-0340-B9B9-15F0FBD4C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Prime number 	</a:t>
                </a:r>
                <a:r>
                  <a:rPr lang="en-US" dirty="0">
                    <a:solidFill>
                      <a:srgbClr val="FF0000"/>
                    </a:solidFill>
                  </a:rPr>
                  <a:t>q</a:t>
                </a:r>
                <a:r>
                  <a:rPr lang="en-US" dirty="0"/>
                  <a:t>, the primitive root is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 selects private key </a:t>
                </a:r>
                <a:r>
                  <a:rPr lang="en-US" dirty="0">
                    <a:solidFill>
                      <a:srgbClr val="0070C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0070C0"/>
                    </a:solidFill>
                  </a:rPr>
                  <a:t>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Bob selects private key </a:t>
                </a:r>
                <a:r>
                  <a:rPr lang="en-US" dirty="0">
                    <a:solidFill>
                      <a:srgbClr val="7030A0"/>
                    </a:solidFill>
                  </a:rPr>
                  <a:t>X</a:t>
                </a:r>
                <a:r>
                  <a:rPr lang="en-US" baseline="-25000" dirty="0">
                    <a:solidFill>
                      <a:srgbClr val="7030A0"/>
                    </a:solidFill>
                  </a:rPr>
                  <a:t>B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Alice’s public key is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mod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q </a:t>
                </a:r>
                <a:r>
                  <a:rPr lang="en-US" altLang="zh-CN" dirty="0"/>
                  <a:t>=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Y</a:t>
                </a:r>
                <a:r>
                  <a:rPr lang="en-US" altLang="zh-CN" baseline="-25000" dirty="0">
                    <a:solidFill>
                      <a:schemeClr val="accent5">
                        <a:lumMod val="75000"/>
                      </a:schemeClr>
                    </a:solidFill>
                  </a:rPr>
                  <a:t>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Bob’s public key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q </a:t>
                </a:r>
                <a:r>
                  <a:rPr lang="en-US" dirty="0"/>
                  <a:t>=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</a:rPr>
                  <a:t>Y</a:t>
                </a:r>
                <a:r>
                  <a:rPr lang="en-US" sz="2400" baseline="-250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</a:rPr>
                  <a:t>B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Alice and Bob will calculate the shared key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q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= K (Alice)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dirty="0"/>
                  <a:t> mod </a:t>
                </a:r>
                <a:r>
                  <a:rPr lang="en-US" dirty="0">
                    <a:solidFill>
                      <a:srgbClr val="FF0000"/>
                    </a:solidFill>
                  </a:rPr>
                  <a:t>q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p>
                    </m:sSup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K (Bob)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BC1F7-3968-0340-B9B9-15F0FBD4C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 b="-4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554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58"/>
    </mc:Choice>
    <mc:Fallback xmlns="">
      <p:transition spd="slow" advTm="868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1330-4B8A-CB47-8BFC-E491727F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with DH Key Exchange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85D139-248C-ED45-A0AB-143FE0AD68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Simple cryptographic scheme, x is plaintext and y is ciphertext.</a:t>
                </a:r>
              </a:p>
              <a:p>
                <a:r>
                  <a:rPr lang="en-US" dirty="0"/>
                  <a:t>Encryption: K is the shared key.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Decryption: K is the shared key.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DH Key Exchange can also be used for key distribution in symmetric key encryption.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85D139-248C-ED45-A0AB-143FE0AD68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84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352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770"/>
    </mc:Choice>
    <mc:Fallback xmlns="">
      <p:transition spd="slow" advTm="617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F73D-8069-9246-9122-365D5C6B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BF3B7A-037E-8843-8A5B-6375A5854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DH key exchange is secure because of Discrete Logarithm Problem (DLP).</a:t>
                </a:r>
              </a:p>
              <a:p>
                <a:pPr lvl="1"/>
                <a:r>
                  <a:rPr lang="en-US" sz="2600" dirty="0"/>
                  <a:t>Given a prime number q, an integer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600" dirty="0"/>
                  <a:t>, and the primitive root is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600" dirty="0"/>
                  <a:t>, find the x, subject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600" dirty="0"/>
              </a:p>
              <a:p>
                <a:pPr lvl="1"/>
                <a:endParaRPr lang="en-US" sz="2600" dirty="0"/>
              </a:p>
              <a:p>
                <a:pPr lvl="1"/>
                <a:r>
                  <a:rPr lang="en-US" sz="2600" dirty="0"/>
                  <a:t>This problem is </a:t>
                </a:r>
                <a:r>
                  <a:rPr lang="en-US" sz="2600" b="1" u="sng" dirty="0"/>
                  <a:t>computationally a very hard problem</a:t>
                </a:r>
                <a:r>
                  <a:rPr lang="en-US" sz="2600" dirty="0"/>
                  <a:t>, if the prime number is large enough.</a:t>
                </a:r>
              </a:p>
              <a:p>
                <a:pPr lvl="1"/>
                <a:r>
                  <a:rPr lang="en-US" sz="2600" dirty="0"/>
                  <a:t>Suppose q is a prime of around 300 digits, and a and b at least 100 digits each. Discovering the value of x would take longer than the lifetime of the universe, using the best known algorithm.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BF3B7A-037E-8843-8A5B-6375A5854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86" t="-232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5329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170"/>
    </mc:Choice>
    <mc:Fallback xmlns="">
      <p:transition spd="slow" advTm="220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  <p:extLst>
    <p:ext uri="{3A86A75C-4F4B-4683-9AE1-C65F6400EC91}">
      <p14:laserTraceLst xmlns:p14="http://schemas.microsoft.com/office/powerpoint/2010/main">
        <p14:tracePtLst>
          <p14:tracePt t="168162" x="4367213" y="6783388"/>
          <p14:tracePt t="168173" x="4729163" y="6524625"/>
          <p14:tracePt t="168184" x="5033963" y="6313488"/>
          <p14:tracePt t="168195" x="5503863" y="5967413"/>
          <p14:tracePt t="168205" x="5994400" y="5592763"/>
          <p14:tracePt t="168217" x="6524625" y="5191125"/>
          <p14:tracePt t="168229" x="6899275" y="4919663"/>
          <p14:tracePt t="168239" x="7402513" y="4530725"/>
          <p14:tracePt t="168250" x="7837488" y="4211638"/>
          <p14:tracePt t="168263" x="8081963" y="4014788"/>
          <p14:tracePt t="168295" x="8355013" y="3810000"/>
          <p14:tracePt t="168299" x="8524875" y="3667125"/>
          <p14:tracePt t="168307" x="8640763" y="3565525"/>
          <p14:tracePt t="168315" x="8682038" y="3524250"/>
          <p14:tracePt t="168323" x="8742363" y="3476625"/>
          <p14:tracePt t="168332" x="8756650" y="3449638"/>
          <p14:tracePt t="168342" x="8769350" y="3435350"/>
          <p14:tracePt t="168352" x="8769350" y="3422650"/>
          <p14:tracePt t="168365" x="8769350" y="3408363"/>
          <p14:tracePt t="168375" x="8769350" y="3381375"/>
          <p14:tracePt t="168386" x="8783638" y="3348038"/>
          <p14:tracePt t="168397" x="8796338" y="3319463"/>
          <p14:tracePt t="168408" x="8810625" y="3279775"/>
          <p14:tracePt t="168420" x="8810625" y="3265488"/>
          <p14:tracePt t="168431" x="8831263" y="3232150"/>
          <p14:tracePt t="168442" x="8843963" y="3205163"/>
          <p14:tracePt t="168454" x="8858250" y="3176588"/>
          <p14:tracePt t="168465" x="8872538" y="3149600"/>
          <p14:tracePt t="168475" x="8885238" y="3122613"/>
          <p14:tracePt t="168487" x="8899525" y="3089275"/>
          <p14:tracePt t="168498" x="8926513" y="3062288"/>
          <p14:tracePt t="168509" x="8959850" y="3033713"/>
          <p14:tracePt t="168521" x="8986838" y="2994025"/>
          <p14:tracePt t="168532" x="9015413" y="2959100"/>
          <p14:tracePt t="168543" x="9028113" y="2932113"/>
          <p14:tracePt t="168555" x="9028113" y="2919413"/>
          <p14:tracePt t="168566" x="9028113" y="2905125"/>
          <p14:tracePt t="168577" x="9028113" y="2890838"/>
          <p14:tracePt t="168588" x="9015413" y="2890838"/>
          <p14:tracePt t="168599" x="9001125" y="2878138"/>
          <p14:tracePt t="168612" x="8986838" y="2863850"/>
          <p14:tracePt t="168622" x="8974138" y="2843213"/>
          <p14:tracePt t="168633" x="8939213" y="2830513"/>
          <p14:tracePt t="168646" x="8912225" y="2816225"/>
          <p14:tracePt t="168656" x="8872538" y="2803525"/>
          <p14:tracePt t="168667" x="8831263" y="2789238"/>
          <p14:tracePt t="168679" x="8769350" y="2789238"/>
          <p14:tracePt t="168689" x="8715375" y="2789238"/>
          <p14:tracePt t="168700" x="8667750" y="2789238"/>
          <p14:tracePt t="168713" x="8626475" y="2789238"/>
          <p14:tracePt t="168723" x="8599488" y="2803525"/>
          <p14:tracePt t="168734" x="8551863" y="2816225"/>
          <p14:tracePt t="168746" x="8539163" y="2843213"/>
          <p14:tracePt t="168756" x="8510588" y="2878138"/>
          <p14:tracePt t="168779" x="8483600" y="2919413"/>
          <p14:tracePt t="168783" x="8456613" y="2973388"/>
          <p14:tracePt t="168791" x="8435975" y="3021013"/>
          <p14:tracePt t="168803" x="8423275" y="3074988"/>
          <p14:tracePt t="168815" x="8423275" y="3122613"/>
          <p14:tracePt t="168824" x="8423275" y="3163888"/>
          <p14:tracePt t="168836" x="8423275" y="3190875"/>
          <p14:tracePt t="168847" x="8435975" y="3217863"/>
          <p14:tracePt t="168858" x="8456613" y="3232150"/>
          <p14:tracePt t="168870" x="8470900" y="3252788"/>
          <p14:tracePt t="168881" x="8497888" y="3279775"/>
          <p14:tracePt t="168892" x="8539163" y="3292475"/>
          <p14:tracePt t="168904" x="8586788" y="3306763"/>
          <p14:tracePt t="168915" x="8640763" y="3306763"/>
          <p14:tracePt t="168925" x="8729663" y="3306763"/>
          <p14:tracePt t="168937" x="8796338" y="3306763"/>
          <p14:tracePt t="168948" x="8858250" y="3292475"/>
          <p14:tracePt t="168959" x="8912225" y="3265488"/>
          <p14:tracePt t="168971" x="8959850" y="3232150"/>
          <p14:tracePt t="168982" x="8974138" y="3205163"/>
          <p14:tracePt t="168993" x="8986838" y="3163888"/>
          <p14:tracePt t="169005" x="8974138" y="3101975"/>
          <p14:tracePt t="169015" x="8926513" y="3048000"/>
          <p14:tracePt t="169028" x="8872538" y="2994025"/>
          <p14:tracePt t="169038" x="8769350" y="2932113"/>
          <p14:tracePt t="169049" x="8653463" y="2890838"/>
          <p14:tracePt t="169062" x="8524875" y="2863850"/>
          <p14:tracePt t="169072" x="8456613" y="2863850"/>
          <p14:tracePt t="169083" x="8382000" y="2878138"/>
          <p14:tracePt t="169095" x="8328025" y="2890838"/>
          <p14:tracePt t="169105" x="8293100" y="2919413"/>
          <p14:tracePt t="169117" x="8266113" y="2959100"/>
          <p14:tracePt t="169129" x="8239125" y="3021013"/>
          <p14:tracePt t="169140" x="8239125" y="3074988"/>
          <p14:tracePt t="169151" x="8239125" y="3136900"/>
          <p14:tracePt t="169162" x="8266113" y="3190875"/>
          <p14:tracePt t="169173" x="8293100" y="3232150"/>
          <p14:tracePt t="169184" x="8307388" y="3252788"/>
          <p14:tracePt t="169196" x="8340725" y="3279775"/>
          <p14:tracePt t="169206" x="8367713" y="3292475"/>
          <p14:tracePt t="169218" x="8423275" y="3306763"/>
          <p14:tracePt t="169230" x="8470900" y="3306763"/>
          <p14:tracePt t="169240" x="8539163" y="3306763"/>
          <p14:tracePt t="169251" x="8599488" y="3279775"/>
          <p14:tracePt t="169263" x="8640763" y="3265488"/>
          <p14:tracePt t="169274" x="8694738" y="3217863"/>
          <p14:tracePt t="169286" x="8742363" y="3176588"/>
          <p14:tracePt t="169297" x="8756650" y="3122613"/>
          <p14:tracePt t="169308" x="8756650" y="3089275"/>
          <p14:tracePt t="169319" x="8756650" y="3033713"/>
          <p14:tracePt t="169341" x="8742363" y="3006725"/>
          <p14:tracePt t="169345" x="8694738" y="2959100"/>
          <p14:tracePt t="169355" x="8653463" y="2932113"/>
          <p14:tracePt t="169364" x="8599488" y="2919413"/>
          <p14:tracePt t="169376" x="8539163" y="2919413"/>
          <p14:tracePt t="169387" x="8497888" y="2932113"/>
          <p14:tracePt t="169399" x="8456613" y="2959100"/>
          <p14:tracePt t="169409" x="8408988" y="3006725"/>
          <p14:tracePt t="169421" x="8382000" y="3074988"/>
          <p14:tracePt t="169432" x="8367713" y="3149600"/>
          <p14:tracePt t="169445" x="8367713" y="3232150"/>
          <p14:tracePt t="169455" x="8382000" y="3306763"/>
          <p14:tracePt t="169466" x="8408988" y="3360738"/>
          <p14:tracePt t="169476" x="8470900" y="3408363"/>
          <p14:tracePt t="169488" x="8524875" y="3435350"/>
          <p14:tracePt t="169499" x="8613775" y="3449638"/>
          <p14:tracePt t="169512" x="8667750" y="3462338"/>
          <p14:tracePt t="169522" x="8769350" y="3462338"/>
          <p14:tracePt t="169533" x="8872538" y="3435350"/>
          <p14:tracePt t="169545" x="8926513" y="3422650"/>
          <p14:tracePt t="169556" x="8986838" y="3381375"/>
          <p14:tracePt t="169567" x="9015413" y="3333750"/>
          <p14:tracePt t="169579" x="9015413" y="3292475"/>
          <p14:tracePt t="169589" x="9015413" y="3265488"/>
          <p14:tracePt t="169600" x="8986838" y="3205163"/>
          <p14:tracePt t="169613" x="8926513" y="3149600"/>
          <p14:tracePt t="169623" x="8831263" y="3089275"/>
          <p14:tracePt t="169634" x="8715375" y="3062288"/>
          <p14:tracePt t="169646" x="8566150" y="3021013"/>
          <p14:tracePt t="169657" x="8435975" y="3021013"/>
          <p14:tracePt t="169668" x="8367713" y="3033713"/>
          <p14:tracePt t="169680" x="8328025" y="3074988"/>
          <p14:tracePt t="169690" x="8293100" y="3136900"/>
          <p14:tracePt t="169702" x="8280400" y="3190875"/>
          <p14:tracePt t="169724" x="8293100" y="3232150"/>
          <p14:tracePt t="169729" x="8307388" y="3292475"/>
          <p14:tracePt t="169737" x="8367713" y="3348038"/>
          <p14:tracePt t="169750" x="8396288" y="3395663"/>
          <p14:tracePt t="169759" x="8470900" y="3422650"/>
          <p14:tracePt t="169770" x="8524875" y="3435350"/>
          <p14:tracePt t="169781" x="8613775" y="3449638"/>
          <p14:tracePt t="169792" x="8682038" y="3449638"/>
          <p14:tracePt t="169803" x="8783638" y="3449638"/>
          <p14:tracePt t="169815" x="8872538" y="3422650"/>
          <p14:tracePt t="169826" x="8926513" y="3408363"/>
          <p14:tracePt t="169837" x="8974138" y="3360738"/>
          <p14:tracePt t="169849" x="9001125" y="3333750"/>
          <p14:tracePt t="169859" x="9001125" y="3292475"/>
          <p14:tracePt t="169870" x="9001125" y="3252788"/>
          <p14:tracePt t="169882" x="8974138" y="3205163"/>
          <p14:tracePt t="169893" x="8939213" y="3163888"/>
          <p14:tracePt t="169905" x="8872538" y="3122613"/>
          <p14:tracePt t="169916" x="8796338" y="3074988"/>
          <p14:tracePt t="169927" x="8694738" y="3048000"/>
          <p14:tracePt t="169938" x="8613775" y="3033713"/>
          <p14:tracePt t="169949" x="8551863" y="3048000"/>
          <p14:tracePt t="169960" x="8497888" y="3062288"/>
          <p14:tracePt t="169972" x="8470900" y="3101975"/>
          <p14:tracePt t="169983" x="8435975" y="3149600"/>
          <p14:tracePt t="169996" x="8423275" y="3190875"/>
          <p14:tracePt t="170005" x="8423275" y="3252788"/>
          <p14:tracePt t="170017" x="8456613" y="3306763"/>
          <p14:tracePt t="170029" x="8483600" y="3348038"/>
          <p14:tracePt t="170039" x="8539163" y="3395663"/>
          <p14:tracePt t="170061" x="8599488" y="3422650"/>
          <p14:tracePt t="170065" x="8667750" y="3435350"/>
          <p14:tracePt t="170075" x="8742363" y="3435350"/>
          <p14:tracePt t="170086" x="8831263" y="3422650"/>
          <p14:tracePt t="170098" x="8912225" y="3408363"/>
          <p14:tracePt t="170108" x="8986838" y="3360738"/>
          <p14:tracePt t="170119" x="9015413" y="3319463"/>
          <p14:tracePt t="170130" x="9028113" y="3265488"/>
          <p14:tracePt t="170140" x="9028113" y="3190875"/>
          <p14:tracePt t="170152" x="9001125" y="3149600"/>
          <p14:tracePt t="170163" x="8939213" y="3089275"/>
          <p14:tracePt t="170174" x="8858250" y="3033713"/>
          <p14:tracePt t="170185" x="8769350" y="3021013"/>
          <p14:tracePt t="170197" x="8715375" y="3021013"/>
          <p14:tracePt t="170207" x="8626475" y="3033713"/>
          <p14:tracePt t="170219" x="8566150" y="3062288"/>
          <p14:tracePt t="170231" x="8539163" y="3089275"/>
          <p14:tracePt t="170242" x="8497888" y="3149600"/>
          <p14:tracePt t="170253" x="8470900" y="3190875"/>
          <p14:tracePt t="170265" x="8470900" y="3252788"/>
          <p14:tracePt t="170275" x="8470900" y="3279775"/>
          <p14:tracePt t="170287" x="8497888" y="3306763"/>
          <p14:tracePt t="170298" x="8524875" y="3333750"/>
          <p14:tracePt t="170310" x="8551863" y="3348038"/>
          <p14:tracePt t="170321" x="8613775" y="3348038"/>
          <p14:tracePt t="170332" x="8667750" y="3360738"/>
          <p14:tracePt t="170343" x="8756650" y="3348038"/>
          <p14:tracePt t="170355" x="8810625" y="3333750"/>
          <p14:tracePt t="170388" x="8885238" y="3306763"/>
          <p14:tracePt t="170391" x="8939213" y="3265488"/>
          <p14:tracePt t="170401" x="8959850" y="3232150"/>
          <p14:tracePt t="170412" x="8959850" y="3136900"/>
          <p14:tracePt t="170422" x="8926513" y="3089275"/>
          <p14:tracePt t="170433" x="8872538" y="3062288"/>
          <p14:tracePt t="170445" x="8783638" y="3021013"/>
          <p14:tracePt t="170456" x="8682038" y="2994025"/>
          <p14:tracePt t="170467" x="8586788" y="2994025"/>
          <p14:tracePt t="170479" x="8524875" y="3006725"/>
          <p14:tracePt t="170489" x="8470900" y="3021013"/>
          <p14:tracePt t="170500" x="8423275" y="3074988"/>
          <p14:tracePt t="170513" x="8382000" y="3122613"/>
          <p14:tracePt t="170523" x="8367713" y="3176588"/>
          <p14:tracePt t="170534" x="8367713" y="3217863"/>
          <p14:tracePt t="170546" x="8367713" y="3265488"/>
          <p14:tracePt t="170556" x="8382000" y="3292475"/>
          <p14:tracePt t="170568" x="8423275" y="3306763"/>
          <p14:tracePt t="170580" x="8470900" y="3319463"/>
          <p14:tracePt t="170590" x="8510588" y="3319463"/>
          <p14:tracePt t="170601" x="8566150" y="3319463"/>
          <p14:tracePt t="170613" x="8626475" y="3319463"/>
          <p14:tracePt t="170624" x="8694738" y="3292475"/>
          <p14:tracePt t="170636" x="8729663" y="3279775"/>
          <p14:tracePt t="170647" x="8769350" y="3252788"/>
          <p14:tracePt t="170658" x="8783638" y="3205163"/>
          <p14:tracePt t="170670" x="8783638" y="3176588"/>
          <p14:tracePt t="170681" x="8769350" y="3136900"/>
          <p14:tracePt t="170692" x="8742363" y="3074988"/>
          <p14:tracePt t="170703" x="8694738" y="3033713"/>
          <p14:tracePt t="170715" x="8653463" y="3006725"/>
          <p14:tracePt t="170725" x="8599488" y="2994025"/>
          <p14:tracePt t="170737" x="8539163" y="2973388"/>
          <p14:tracePt t="170748" x="8483600" y="2973388"/>
          <p14:tracePt t="170759" x="8456613" y="2994025"/>
          <p14:tracePt t="170770" x="8423275" y="3021013"/>
          <p14:tracePt t="170782" x="8396288" y="3062288"/>
          <p14:tracePt t="170793" x="8382000" y="3089275"/>
          <p14:tracePt t="170804" x="8367713" y="3149600"/>
          <p14:tracePt t="170816" x="8367713" y="3205163"/>
          <p14:tracePt t="170828" x="8396288" y="3265488"/>
          <p14:tracePt t="170838" x="8423275" y="3306763"/>
          <p14:tracePt t="170849" x="8470900" y="3333750"/>
          <p14:tracePt t="170861" x="8524875" y="3360738"/>
          <p14:tracePt t="170872" x="8566150" y="3381375"/>
          <p14:tracePt t="170883" x="8653463" y="3395663"/>
          <p14:tracePt t="170895" x="8742363" y="3395663"/>
          <p14:tracePt t="170905" x="8831263" y="3395663"/>
          <p14:tracePt t="170916" x="8899525" y="3381375"/>
          <p14:tracePt t="170929" x="8974138" y="3348038"/>
          <p14:tracePt t="170939" x="9001125" y="3319463"/>
          <p14:tracePt t="170950" x="9015413" y="3306763"/>
          <p14:tracePt t="170963" x="9015413" y="3279775"/>
          <p14:tracePt t="170973" x="9001125" y="3252788"/>
          <p14:tracePt t="170984" x="8974138" y="3217863"/>
          <p14:tracePt t="170996" x="8939213" y="3205163"/>
          <p14:tracePt t="171007" x="8885238" y="3176588"/>
          <p14:tracePt t="171018" x="8831263" y="3163888"/>
          <p14:tracePt t="171030" x="8783638" y="3163888"/>
          <p14:tracePt t="171040" x="8756650" y="3163888"/>
          <p14:tracePt t="171051" x="8742363" y="3176588"/>
          <p14:tracePt t="171063" x="8729663" y="3190875"/>
          <p14:tracePt t="171074" x="8715375" y="3190875"/>
          <p14:tracePt t="171085" x="8715375" y="3217863"/>
          <p14:tracePt t="171097" x="8715375" y="3232150"/>
          <p14:tracePt t="171108" x="8715375" y="3265488"/>
          <p14:tracePt t="171119" x="8729663" y="3279775"/>
          <p14:tracePt t="171131" x="8742363" y="3292475"/>
          <p14:tracePt t="171141" x="8769350" y="3306763"/>
          <p14:tracePt t="171153" x="8796338" y="3306763"/>
          <p14:tracePt t="171164" x="8831263" y="3306763"/>
          <p14:tracePt t="171175" x="8872538" y="3306763"/>
          <p14:tracePt t="171187" x="8899525" y="3306763"/>
          <p14:tracePt t="171198" x="8926513" y="3292475"/>
          <p14:tracePt t="171209" x="8959850" y="3279775"/>
          <p14:tracePt t="171220" x="8986838" y="3265488"/>
          <p14:tracePt t="171232" x="8986838" y="3252788"/>
          <p14:tracePt t="171243" x="9001125" y="3232150"/>
          <p14:tracePt t="171255" x="9001125" y="3217863"/>
          <p14:tracePt t="171265" x="9001125" y="3190875"/>
          <p14:tracePt t="171277" x="8986838" y="3176588"/>
          <p14:tracePt t="171289" x="8974138" y="3176588"/>
          <p14:tracePt t="171299" x="8959850" y="3163888"/>
          <p14:tracePt t="171311" x="8939213" y="3163888"/>
          <p14:tracePt t="171344" x="8926513" y="3163888"/>
          <p14:tracePt t="171347" x="8899525" y="3176588"/>
          <p14:tracePt t="171357" x="8885238" y="3176588"/>
          <p14:tracePt t="171369" x="8872538" y="3205163"/>
          <p14:tracePt t="171380" x="8858250" y="3252788"/>
          <p14:tracePt t="171389" x="8843963" y="3279775"/>
          <p14:tracePt t="171400" x="8843963" y="3306763"/>
          <p14:tracePt t="171413" x="8843963" y="3319463"/>
          <p14:tracePt t="171434" x="8843963" y="3333750"/>
          <p14:tracePt t="171535" x="8858250" y="3333750"/>
          <p14:tracePt t="171782" x="8872538" y="3319463"/>
          <p14:tracePt t="171805" x="8872538" y="3306763"/>
          <p14:tracePt t="171817" x="8885238" y="3306763"/>
          <p14:tracePt t="171829" x="8885238" y="3292475"/>
          <p14:tracePt t="171850" x="8885238" y="3279775"/>
          <p14:tracePt t="171863" x="8885238" y="3265488"/>
          <p14:tracePt t="171884" x="8885238" y="3252788"/>
          <p14:tracePt t="171906" x="8885238" y="3232150"/>
          <p14:tracePt t="171929" x="8885238" y="3217863"/>
          <p14:tracePt t="171940" x="8885238" y="3205163"/>
          <p14:tracePt t="171963" x="8885238" y="3190875"/>
          <p14:tracePt t="171974" x="8885238" y="3176588"/>
          <p14:tracePt t="171986" x="8885238" y="3163888"/>
          <p14:tracePt t="171997" x="8885238" y="3149600"/>
          <p14:tracePt t="172019" x="8885238" y="3136900"/>
          <p14:tracePt t="172031" x="8872538" y="3136900"/>
          <p14:tracePt t="172042" x="8872538" y="3122613"/>
          <p14:tracePt t="172053" x="8858250" y="3101975"/>
          <p14:tracePt t="172065" x="8843963" y="3101975"/>
          <p14:tracePt t="172075" x="8831263" y="3101975"/>
          <p14:tracePt t="172098" x="8810625" y="3089275"/>
          <p14:tracePt t="172101" x="8796338" y="3089275"/>
          <p14:tracePt t="172110" x="8783638" y="3074988"/>
          <p14:tracePt t="172120" x="8769350" y="3074988"/>
          <p14:tracePt t="172133" x="8742363" y="3062288"/>
          <p14:tracePt t="172147" x="8729663" y="3062288"/>
          <p14:tracePt t="172156" x="8715375" y="3062288"/>
          <p14:tracePt t="172166" x="8715375" y="3048000"/>
          <p14:tracePt t="172177" x="8694738" y="3048000"/>
          <p14:tracePt t="172189" x="8682038" y="3048000"/>
          <p14:tracePt t="172210" x="8667750" y="3048000"/>
          <p14:tracePt t="172222" x="8653463" y="3048000"/>
          <p14:tracePt t="172233" x="8640763" y="3048000"/>
          <p14:tracePt t="172244" x="8640763" y="3033713"/>
          <p14:tracePt t="172256" x="8626475" y="3033713"/>
          <p14:tracePt t="172267" x="8599488" y="3033713"/>
          <p14:tracePt t="172279" x="8586788" y="3033713"/>
          <p14:tracePt t="172289" x="8566150" y="3033713"/>
          <p14:tracePt t="172301" x="8539163" y="3048000"/>
          <p14:tracePt t="172313" x="8524875" y="3062288"/>
          <p14:tracePt t="172324" x="8497888" y="3062288"/>
          <p14:tracePt t="172335" x="8483600" y="3089275"/>
          <p14:tracePt t="172347" x="8456613" y="3122613"/>
          <p14:tracePt t="172357" x="8456613" y="3136900"/>
          <p14:tracePt t="172368" x="8435975" y="3163888"/>
          <p14:tracePt t="172380" x="8423275" y="3190875"/>
          <p14:tracePt t="172391" x="8408988" y="3205163"/>
          <p14:tracePt t="172402" x="8408988" y="3217863"/>
          <p14:tracePt t="172414" x="8408988" y="3232150"/>
          <p14:tracePt t="172424" x="8408988" y="3252788"/>
          <p14:tracePt t="172435" x="8408988" y="3265488"/>
          <p14:tracePt t="172447" x="8423275" y="3279775"/>
          <p14:tracePt t="172458" x="8435975" y="3292475"/>
          <p14:tracePt t="172493" x="8456613" y="3306763"/>
          <p14:tracePt t="172503" x="8470900" y="3306763"/>
          <p14:tracePt t="172506" x="8470900" y="3319463"/>
          <p14:tracePt t="172525" x="8483600" y="3319463"/>
          <p14:tracePt t="172539" x="8497888" y="3319463"/>
          <p14:tracePt t="172548" x="8510588" y="3333750"/>
          <p14:tracePt t="172570" x="8524875" y="3348038"/>
          <p14:tracePt t="172582" x="8539163" y="3348038"/>
          <p14:tracePt t="172593" x="8551863" y="3348038"/>
          <p14:tracePt t="172604" x="8551863" y="3360738"/>
          <p14:tracePt t="172627" x="8566150" y="3360738"/>
          <p14:tracePt t="172630" x="8586788" y="3360738"/>
          <p14:tracePt t="172694" x="8599488" y="3360738"/>
          <p14:tracePt t="172728" x="8613775" y="3360738"/>
          <p14:tracePt t="172739" x="8626475" y="3360738"/>
          <p14:tracePt t="172762" x="8640763" y="3360738"/>
          <p14:tracePt t="172773" x="8653463" y="3360738"/>
          <p14:tracePt t="172785" x="8667750" y="3360738"/>
          <p14:tracePt t="172797" x="8682038" y="3360738"/>
          <p14:tracePt t="172818" x="8694738" y="3360738"/>
          <p14:tracePt t="172830" x="8715375" y="3360738"/>
          <p14:tracePt t="172851" x="8729663" y="3360738"/>
          <p14:tracePt t="172863" x="8742363" y="3360738"/>
          <p14:tracePt t="172885" x="8756650" y="3360738"/>
          <p14:tracePt t="172897" x="8756650" y="3348038"/>
          <p14:tracePt t="172908" x="8769350" y="3348038"/>
          <p14:tracePt t="172930" x="8783638" y="3333750"/>
          <p14:tracePt t="172942" x="8783638" y="3319463"/>
          <p14:tracePt t="172955" x="8796338" y="3306763"/>
          <p14:tracePt t="172965" x="8810625" y="3292475"/>
          <p14:tracePt t="172977" x="8810625" y="3265488"/>
          <p14:tracePt t="172988" x="8810625" y="3252788"/>
          <p14:tracePt t="172999" x="8810625" y="3232150"/>
          <p14:tracePt t="173010" x="8810625" y="3205163"/>
          <p14:tracePt t="173022" x="8810625" y="3190875"/>
          <p14:tracePt t="173033" x="8810625" y="3176588"/>
          <p14:tracePt t="173054" x="8810625" y="3163888"/>
          <p14:tracePt t="173066" x="8810625" y="3149600"/>
          <p14:tracePt t="173076" x="8796338" y="3149600"/>
          <p14:tracePt t="173088" x="8796338" y="3136900"/>
          <p14:tracePt t="173099" x="8783638" y="3122613"/>
          <p14:tracePt t="173111" x="8769350" y="3101975"/>
          <p14:tracePt t="173123" x="8756650" y="3089275"/>
          <p14:tracePt t="173134" x="8742363" y="3074988"/>
          <p14:tracePt t="173146" x="8715375" y="3048000"/>
          <p14:tracePt t="173157" x="8682038" y="3033713"/>
          <p14:tracePt t="173168" x="8653463" y="3021013"/>
          <p14:tracePt t="173179" x="8626475" y="3006725"/>
          <p14:tracePt t="173190" x="8613775" y="2994025"/>
          <p14:tracePt t="173201" x="8599488" y="2994025"/>
          <p14:tracePt t="173213" x="8586788" y="2994025"/>
          <p14:tracePt t="173223" x="8566150" y="2994025"/>
          <p14:tracePt t="173256" x="8551863" y="2994025"/>
          <p14:tracePt t="173279" x="8539163" y="2994025"/>
          <p14:tracePt t="173290" x="8524875" y="2994025"/>
          <p14:tracePt t="173302" x="8510588" y="2994025"/>
          <p14:tracePt t="173313" x="8497888" y="3006725"/>
          <p14:tracePt t="173324" x="8483600" y="3006725"/>
          <p14:tracePt t="173335" x="8470900" y="3021013"/>
          <p14:tracePt t="173347" x="8456613" y="3033713"/>
          <p14:tracePt t="173358" x="8435975" y="3048000"/>
          <p14:tracePt t="173370" x="8423275" y="3062288"/>
          <p14:tracePt t="173381" x="8408988" y="3089275"/>
          <p14:tracePt t="173392" x="8396288" y="3122613"/>
          <p14:tracePt t="173403" x="8396288" y="3136900"/>
          <p14:tracePt t="173415" x="8396288" y="3176588"/>
          <p14:tracePt t="173425" x="8396288" y="3205163"/>
          <p14:tracePt t="173437" x="8408988" y="3232150"/>
          <p14:tracePt t="173448" x="8408988" y="3265488"/>
          <p14:tracePt t="173459" x="8423275" y="3292475"/>
          <p14:tracePt t="173471" x="8435975" y="3306763"/>
          <p14:tracePt t="173482" x="8456613" y="3333750"/>
          <p14:tracePt t="173493" x="8470900" y="3360738"/>
          <p14:tracePt t="173504" x="8483600" y="3381375"/>
          <p14:tracePt t="173518" x="8497888" y="3408363"/>
          <p14:tracePt t="173538" x="8510588" y="3408363"/>
          <p14:tracePt t="173539" x="8539163" y="3422650"/>
          <p14:tracePt t="173550" x="8551863" y="3435350"/>
          <p14:tracePt t="173560" x="8566150" y="3449638"/>
          <p14:tracePt t="173573" x="8599488" y="3449638"/>
          <p14:tracePt t="173584" x="8613775" y="3449638"/>
          <p14:tracePt t="173594" x="8640763" y="3462338"/>
          <p14:tracePt t="173607" x="8653463" y="3462338"/>
          <p14:tracePt t="173617" x="8682038" y="3462338"/>
          <p14:tracePt t="173629" x="8715375" y="3462338"/>
          <p14:tracePt t="173639" x="8729663" y="3462338"/>
          <p14:tracePt t="173651" x="8756650" y="3462338"/>
          <p14:tracePt t="173663" x="8769350" y="3462338"/>
          <p14:tracePt t="173673" x="8796338" y="3462338"/>
          <p14:tracePt t="173684" x="8810625" y="3462338"/>
          <p14:tracePt t="173697" x="8831263" y="3462338"/>
          <p14:tracePt t="173707" x="8858250" y="3462338"/>
          <p14:tracePt t="173721" x="8872538" y="3462338"/>
          <p14:tracePt t="173740" x="8885238" y="3462338"/>
          <p14:tracePt t="173752" x="8899525" y="3462338"/>
          <p14:tracePt t="173763" x="8912225" y="3462338"/>
          <p14:tracePt t="173774" x="8926513" y="3449638"/>
          <p14:tracePt t="173786" x="8939213" y="3435350"/>
          <p14:tracePt t="173797" x="8974138" y="3422650"/>
          <p14:tracePt t="173808" x="8974138" y="3395663"/>
          <p14:tracePt t="173819" x="8986838" y="3381375"/>
          <p14:tracePt t="173830" x="9001125" y="3348038"/>
          <p14:tracePt t="173841" x="9001125" y="3319463"/>
          <p14:tracePt t="173853" x="9015413" y="3292475"/>
          <p14:tracePt t="173865" x="9015413" y="3265488"/>
          <p14:tracePt t="173875" x="9001125" y="3217863"/>
          <p14:tracePt t="173887" x="9001125" y="3190875"/>
          <p14:tracePt t="173898" x="8986838" y="3163888"/>
          <p14:tracePt t="173909" x="8974138" y="3122613"/>
          <p14:tracePt t="173921" x="8959850" y="3101975"/>
          <p14:tracePt t="173932" x="8939213" y="3074988"/>
          <p14:tracePt t="173943" x="8912225" y="3062288"/>
          <p14:tracePt t="173956" x="8899525" y="3048000"/>
          <p14:tracePt t="173967" x="8885238" y="3033713"/>
          <p14:tracePt t="173977" x="8872538" y="3033713"/>
          <p14:tracePt t="173989" x="8858250" y="3021013"/>
          <p14:tracePt t="174000" x="8843963" y="3021013"/>
          <p14:tracePt t="174010" x="8831263" y="3021013"/>
          <p14:tracePt t="174033" x="8810625" y="3021013"/>
          <p14:tracePt t="174044" x="8796338" y="3021013"/>
          <p14:tracePt t="174056" x="8769350" y="3021013"/>
          <p14:tracePt t="174067" x="8742363" y="3021013"/>
          <p14:tracePt t="174079" x="8715375" y="3021013"/>
          <p14:tracePt t="174089" x="8682038" y="3021013"/>
          <p14:tracePt t="174101" x="8653463" y="3033713"/>
          <p14:tracePt t="174113" x="8626475" y="3033713"/>
          <p14:tracePt t="174123" x="8599488" y="3048000"/>
          <p14:tracePt t="174135" x="8566150" y="3048000"/>
          <p14:tracePt t="174147" x="8551863" y="3048000"/>
          <p14:tracePt t="174157" x="8524875" y="3048000"/>
          <p14:tracePt t="174168" x="8510588" y="3062288"/>
          <p14:tracePt t="174180" x="8497888" y="3062288"/>
          <p14:tracePt t="174190" x="8470900" y="3074988"/>
          <p14:tracePt t="174202" x="8456613" y="3074988"/>
          <p14:tracePt t="174214" x="8435975" y="3089275"/>
          <p14:tracePt t="174224" x="8423275" y="3101975"/>
          <p14:tracePt t="174235" x="8408988" y="3122613"/>
          <p14:tracePt t="174247" x="8396288" y="3136900"/>
          <p14:tracePt t="174258" x="8382000" y="3163888"/>
          <p14:tracePt t="174269" x="8367713" y="3190875"/>
          <p14:tracePt t="174281" x="8355013" y="3205163"/>
          <p14:tracePt t="174292" x="8340725" y="3217863"/>
          <p14:tracePt t="174303" x="8340725" y="3252788"/>
          <p14:tracePt t="174315" x="8340725" y="3265488"/>
          <p14:tracePt t="174326" x="8340725" y="3279775"/>
          <p14:tracePt t="174337" x="8340725" y="3292475"/>
          <p14:tracePt t="174348" x="8340725" y="3306763"/>
          <p14:tracePt t="174359" x="8340725" y="3319463"/>
          <p14:tracePt t="174370" x="8340725" y="3333750"/>
          <p14:tracePt t="174382" x="8340725" y="3348038"/>
          <p14:tracePt t="174393" x="8340725" y="3360738"/>
          <p14:tracePt t="174415" x="8355013" y="3381375"/>
          <p14:tracePt t="174427" x="8367713" y="3395663"/>
          <p14:tracePt t="174439" x="8367713" y="3408363"/>
          <p14:tracePt t="174450" x="8382000" y="3422650"/>
          <p14:tracePt t="174460" x="8382000" y="3435350"/>
          <p14:tracePt t="174472" x="8396288" y="3435350"/>
          <p14:tracePt t="174483" x="8408988" y="3449638"/>
          <p14:tracePt t="174494" x="8423275" y="3449638"/>
          <p14:tracePt t="174506" x="8435975" y="3462338"/>
          <p14:tracePt t="174528" x="8456613" y="3462338"/>
          <p14:tracePt t="174539" x="8470900" y="3462338"/>
          <p14:tracePt t="174550" x="8497888" y="3476625"/>
          <p14:tracePt t="174584" x="8510588" y="3476625"/>
          <p14:tracePt t="174587" x="8539163" y="3476625"/>
          <p14:tracePt t="174600" x="8599488" y="3476625"/>
          <p14:tracePt t="174609" x="8626475" y="3476625"/>
          <p14:tracePt t="174620" x="8667750" y="3476625"/>
          <p14:tracePt t="174631" x="8694738" y="3476625"/>
          <p14:tracePt t="174640" x="8729663" y="3476625"/>
          <p14:tracePt t="174652" x="8769350" y="3476625"/>
          <p14:tracePt t="174664" x="8810625" y="3476625"/>
          <p14:tracePt t="174674" x="8843963" y="3462338"/>
          <p14:tracePt t="174685" x="8872538" y="3449638"/>
          <p14:tracePt t="174697" x="8899525" y="3435350"/>
          <p14:tracePt t="174708" x="8926513" y="3422650"/>
          <p14:tracePt t="174719" x="8939213" y="3408363"/>
          <p14:tracePt t="174731" x="8959850" y="3381375"/>
          <p14:tracePt t="174742" x="8986838" y="3348038"/>
          <p14:tracePt t="174753" x="9001125" y="3333750"/>
          <p14:tracePt t="174764" x="9015413" y="3306763"/>
          <p14:tracePt t="174775" x="9028113" y="3292475"/>
          <p14:tracePt t="174787" x="9042400" y="3265488"/>
          <p14:tracePt t="174799" x="9042400" y="3232150"/>
          <p14:tracePt t="174809" x="9055100" y="3205163"/>
          <p14:tracePt t="174821" x="9055100" y="3176588"/>
          <p14:tracePt t="174832" x="9055100" y="3149600"/>
          <p14:tracePt t="174843" x="9055100" y="3136900"/>
          <p14:tracePt t="174855" x="9042400" y="3101975"/>
          <p14:tracePt t="174866" x="9028113" y="3074988"/>
          <p14:tracePt t="174877" x="9001125" y="3048000"/>
          <p14:tracePt t="174888" x="8986838" y="3033713"/>
          <p14:tracePt t="174899" x="8959850" y="3021013"/>
          <p14:tracePt t="174910" x="8926513" y="3006725"/>
          <p14:tracePt t="174922" x="8899525" y="2994025"/>
          <p14:tracePt t="174933" x="8858250" y="2973388"/>
          <p14:tracePt t="174945" x="8810625" y="2959100"/>
          <p14:tracePt t="174957" x="8783638" y="2959100"/>
          <p14:tracePt t="174967" x="8756650" y="2946400"/>
          <p14:tracePt t="174979" x="8729663" y="2946400"/>
          <p14:tracePt t="174989" x="8694738" y="2946400"/>
          <p14:tracePt t="175001" x="8682038" y="2946400"/>
          <p14:tracePt t="175013" x="8653463" y="2946400"/>
          <p14:tracePt t="175023" x="8626475" y="2946400"/>
          <p14:tracePt t="175034" x="8613775" y="2959100"/>
          <p14:tracePt t="175047" x="8599488" y="2959100"/>
          <p14:tracePt t="175056" x="8566150" y="2973388"/>
          <p14:tracePt t="175068" x="8551863" y="2994025"/>
          <p14:tracePt t="175080" x="8524875" y="3006725"/>
          <p14:tracePt t="175090" x="8510588" y="3021013"/>
          <p14:tracePt t="175102" x="8483600" y="3048000"/>
          <p14:tracePt t="175114" x="8470900" y="3062288"/>
          <p14:tracePt t="175124" x="8456613" y="3074988"/>
          <p14:tracePt t="175135" x="8435975" y="3101975"/>
          <p14:tracePt t="175147" x="8435975" y="3122613"/>
          <p14:tracePt t="175169" x="8423275" y="3136900"/>
          <p14:tracePt t="175180" x="8423275" y="3149600"/>
          <p14:tracePt t="175192" x="8423275" y="3163888"/>
          <p14:tracePt t="175214" x="8423275" y="3190875"/>
          <p14:tracePt t="175225" x="8423275" y="3205163"/>
          <p14:tracePt t="175237" x="8423275" y="3217863"/>
          <p14:tracePt t="175248" x="8423275" y="3232150"/>
          <p14:tracePt t="175259" x="8435975" y="3252788"/>
          <p14:tracePt t="175271" x="8435975" y="3265488"/>
          <p14:tracePt t="175282" x="8435975" y="3279775"/>
          <p14:tracePt t="175293" x="8456613" y="3292475"/>
          <p14:tracePt t="175304" x="8456613" y="3306763"/>
          <p14:tracePt t="175326" x="8456613" y="3319463"/>
          <p14:tracePt t="175338" x="8470900" y="3319463"/>
          <p14:tracePt t="175360" x="8483600" y="3333750"/>
          <p14:tracePt t="175383" x="8497888" y="3333750"/>
          <p14:tracePt t="175394" x="8497888" y="3348038"/>
          <p14:tracePt t="175406" x="8510588" y="3348038"/>
          <p14:tracePt t="175417" x="8524875" y="3348038"/>
          <p14:tracePt t="175429" x="8539163" y="3348038"/>
          <p14:tracePt t="175439" x="8551863" y="3360738"/>
          <p14:tracePt t="175451" x="8566150" y="3360738"/>
          <p14:tracePt t="175463" x="8586788" y="3360738"/>
          <p14:tracePt t="175484" x="8599488" y="3360738"/>
          <p14:tracePt t="175496" x="8613775" y="3360738"/>
          <p14:tracePt t="175518" x="8626475" y="3381375"/>
          <p14:tracePt t="175530" x="8640763" y="3381375"/>
          <p14:tracePt t="175540" x="8653463" y="3381375"/>
          <p14:tracePt t="175552" x="8667750" y="3381375"/>
          <p14:tracePt t="175574" x="8682038" y="3381375"/>
          <p14:tracePt t="175585" x="8694738" y="3381375"/>
          <p14:tracePt t="175597" x="8715375" y="3381375"/>
          <p14:tracePt t="175608" x="8742363" y="3381375"/>
          <p14:tracePt t="175631" x="8756650" y="3381375"/>
          <p14:tracePt t="175631" x="8783638" y="3381375"/>
          <p14:tracePt t="175641" x="8810625" y="3381375"/>
          <p14:tracePt t="175653" x="8843963" y="3360738"/>
          <p14:tracePt t="175665" x="8872538" y="3348038"/>
          <p14:tracePt t="175676" x="8899525" y="3333750"/>
          <p14:tracePt t="175688" x="8926513" y="3306763"/>
          <p14:tracePt t="175699" x="8959850" y="3279775"/>
          <p14:tracePt t="175709" x="8974138" y="3232150"/>
          <p14:tracePt t="175721" x="8986838" y="3190875"/>
          <p14:tracePt t="175732" x="8986838" y="3149600"/>
          <p14:tracePt t="175743" x="8986838" y="3101975"/>
          <p14:tracePt t="175755" x="8986838" y="3062288"/>
          <p14:tracePt t="175766" x="8986838" y="3033713"/>
          <p14:tracePt t="175777" x="8974138" y="3006725"/>
          <p14:tracePt t="175789" x="8939213" y="2973388"/>
          <p14:tracePt t="175800" x="8926513" y="2959100"/>
          <p14:tracePt t="175811" x="8899525" y="2932113"/>
          <p14:tracePt t="175823" x="8872538" y="2919413"/>
          <p14:tracePt t="175834" x="8843963" y="2905125"/>
          <p14:tracePt t="175844" x="8810625" y="2890838"/>
          <p14:tracePt t="175856" x="8796338" y="2890838"/>
          <p14:tracePt t="175867" x="8783638" y="2890838"/>
          <p14:tracePt t="175879" x="8769350" y="2890838"/>
          <p14:tracePt t="175889" x="8756650" y="2890838"/>
          <p14:tracePt t="175901" x="8729663" y="2890838"/>
          <p14:tracePt t="175913" x="8715375" y="2890838"/>
          <p14:tracePt t="175923" x="8694738" y="2905125"/>
          <p14:tracePt t="175934" x="8667750" y="2905125"/>
          <p14:tracePt t="175947" x="8640763" y="2919413"/>
          <p14:tracePt t="175957" x="8613775" y="2932113"/>
          <p14:tracePt t="175968" x="8599488" y="2932113"/>
          <p14:tracePt t="175980" x="8566150" y="2959100"/>
          <p14:tracePt t="175991" x="8551863" y="2973388"/>
          <p14:tracePt t="176002" x="8539163" y="2994025"/>
          <p14:tracePt t="176013" x="8510588" y="3021013"/>
          <p14:tracePt t="176024" x="8497888" y="3048000"/>
          <p14:tracePt t="176036" x="8483600" y="3074988"/>
          <p14:tracePt t="176047" x="8470900" y="3089275"/>
          <p14:tracePt t="176058" x="8456613" y="3122613"/>
          <p14:tracePt t="176069" x="8456613" y="3149600"/>
          <p14:tracePt t="176081" x="8456613" y="3163888"/>
          <p14:tracePt t="176092" x="8435975" y="3176588"/>
          <p14:tracePt t="176103" x="8435975" y="3190875"/>
          <p14:tracePt t="176115" x="8435975" y="3205163"/>
          <p14:tracePt t="176125" x="8435975" y="3217863"/>
          <p14:tracePt t="176137" x="8435975" y="3232150"/>
          <p14:tracePt t="176148" x="8435975" y="3252788"/>
          <p14:tracePt t="176159" x="8435975" y="3265488"/>
          <p14:tracePt t="176170" x="8435975" y="3279775"/>
          <p14:tracePt t="176182" x="8435975" y="3292475"/>
          <p14:tracePt t="176193" x="8456613" y="3292475"/>
          <p14:tracePt t="176204" x="8456613" y="3306763"/>
          <p14:tracePt t="176215" x="8456613" y="3319463"/>
          <p14:tracePt t="176227" x="8470900" y="3319463"/>
          <p14:tracePt t="176238" x="8470900" y="3333750"/>
          <p14:tracePt t="176260" x="8470900" y="3348038"/>
          <p14:tracePt t="176271" x="8483600" y="3348038"/>
          <p14:tracePt t="176327" x="8497888" y="3348038"/>
          <p14:tracePt t="176339" x="8497888" y="3360738"/>
          <p14:tracePt t="176362" x="8510588" y="3360738"/>
          <p14:tracePt t="176384" x="8524875" y="3360738"/>
          <p14:tracePt t="176406" x="8539163" y="3360738"/>
          <p14:tracePt t="176429" x="8551863" y="3360738"/>
          <p14:tracePt t="176451" x="8566150" y="3360738"/>
          <p14:tracePt t="176474" x="8586788" y="3360738"/>
          <p14:tracePt t="176486" x="8599488" y="3360738"/>
          <p14:tracePt t="176497" x="8626475" y="3381375"/>
          <p14:tracePt t="176508" x="8653463" y="3381375"/>
          <p14:tracePt t="176520" x="8667750" y="3381375"/>
          <p14:tracePt t="176531" x="8694738" y="3381375"/>
          <p14:tracePt t="176542" x="8729663" y="3395663"/>
          <p14:tracePt t="176554" x="8742363" y="3395663"/>
          <p14:tracePt t="176565" x="8756650" y="3395663"/>
          <p14:tracePt t="176575" x="8769350" y="3395663"/>
          <p14:tracePt t="176587" x="8783638" y="3395663"/>
          <p14:tracePt t="176609" x="8796338" y="3395663"/>
          <p14:tracePt t="176621" x="8810625" y="3395663"/>
          <p14:tracePt t="176632" x="8831263" y="3381375"/>
          <p14:tracePt t="176654" x="8843963" y="3381375"/>
          <p14:tracePt t="176677" x="8858250" y="3360738"/>
          <p14:tracePt t="176689" x="8872538" y="3360738"/>
          <p14:tracePt t="210473" x="8872538" y="3306763"/>
          <p14:tracePt t="210473" x="8843963" y="3190875"/>
          <p14:tracePt t="210483" x="8796338" y="3089275"/>
          <p14:tracePt t="210494" x="8729663" y="2973388"/>
          <p14:tracePt t="210508" x="8640763" y="2843213"/>
          <p14:tracePt t="210518" x="8586788" y="2776538"/>
          <p14:tracePt t="210529" x="8470900" y="2646363"/>
          <p14:tracePt t="210542" x="8382000" y="2557463"/>
          <p14:tracePt t="210551" x="8224838" y="2428875"/>
          <p14:tracePt t="210562" x="8110538" y="2360613"/>
          <p14:tracePt t="210575" x="7967663" y="2244725"/>
          <p14:tracePt t="210585" x="7804150" y="2143125"/>
          <p14:tracePt t="210596" x="7721600" y="2081213"/>
          <p14:tracePt t="210610" x="7605713" y="2014538"/>
          <p14:tracePt t="210619" x="7531100" y="1985963"/>
          <p14:tracePt t="210630" x="7450138" y="1938338"/>
          <p14:tracePt t="210644" x="7361238" y="1911350"/>
          <p14:tracePt t="210653" x="7334250" y="1884363"/>
          <p14:tracePt t="210664" x="7286625" y="1871663"/>
          <p14:tracePt t="210677" x="7272338" y="1857375"/>
          <p14:tracePt t="210687" x="7259638" y="1836738"/>
          <p14:tracePt t="210699" x="7245350" y="1824038"/>
          <p14:tracePt t="210719" x="7245350" y="1809750"/>
          <p14:tracePt t="210731" x="7245350" y="1795463"/>
          <p14:tracePt t="210742" x="7245350" y="1782763"/>
          <p14:tracePt t="210753" x="7232650" y="1768475"/>
          <p14:tracePt t="210765" x="7232650" y="1755775"/>
          <p14:tracePt t="210776" x="7232650" y="1728788"/>
          <p14:tracePt t="210787" x="7232650" y="1708150"/>
          <p14:tracePt t="210798" x="7218363" y="1681163"/>
          <p14:tracePt t="210810" x="7205663" y="1639888"/>
          <p14:tracePt t="210821" x="7170738" y="1598613"/>
          <p14:tracePt t="210833" x="7129463" y="1538288"/>
          <p14:tracePt t="210844" x="7089775" y="1497013"/>
          <p14:tracePt t="210854" x="7027863" y="1435100"/>
          <p14:tracePt t="210866" x="7000875" y="1408113"/>
          <p14:tracePt t="210877" x="6959600" y="1366838"/>
          <p14:tracePt t="210888" x="6911975" y="1339850"/>
          <p14:tracePt t="210900" x="6872288" y="1319213"/>
          <p14:tracePt t="210911" x="6843713" y="1306513"/>
          <p14:tracePt t="210922" x="6831013" y="1292225"/>
          <p14:tracePt t="211079" x="6858000" y="1292225"/>
          <p14:tracePt t="211124" x="6858000" y="1279525"/>
          <p14:tracePt t="211136" x="6831013" y="1279525"/>
          <p14:tracePt t="211147" x="6756400" y="1279525"/>
          <p14:tracePt t="211158" x="6700838" y="1279525"/>
          <p14:tracePt t="211171" x="6599238" y="1292225"/>
          <p14:tracePt t="211181" x="6497638" y="1306513"/>
          <p14:tracePt t="211192" x="6429375" y="1319213"/>
          <p14:tracePt t="211204" x="6354763" y="1319213"/>
          <p14:tracePt t="211214" x="6265863" y="1339850"/>
          <p14:tracePt t="211226" x="6184900" y="1354138"/>
          <p14:tracePt t="211238" x="6110288" y="1354138"/>
          <p14:tracePt t="211248" x="5994400" y="1354138"/>
          <p14:tracePt t="211259" x="5878513" y="1354138"/>
          <p14:tracePt t="211282" x="5783263" y="1366838"/>
          <p14:tracePt t="211285" x="5721350" y="1395413"/>
          <p14:tracePt t="211293" x="5667375" y="1422400"/>
          <p14:tracePt t="211306" x="5646738" y="1482725"/>
          <p14:tracePt t="211317" x="5646738" y="1509713"/>
          <p14:tracePt t="211329" x="5667375" y="1577975"/>
          <p14:tracePt t="211340" x="5735638" y="1652588"/>
          <p14:tracePt t="211350" x="5837238" y="1708150"/>
          <p14:tracePt t="211361" x="5911850" y="1741488"/>
          <p14:tracePt t="211372" x="5938838" y="1755775"/>
          <p14:tracePt t="211383" x="5926138" y="1741488"/>
          <p14:tracePt t="211395" x="5911850" y="1741488"/>
          <p14:tracePt t="211495" x="5911850" y="1728788"/>
          <p14:tracePt t="211507" x="5926138" y="1728788"/>
          <p14:tracePt t="211518" x="5980113" y="1708150"/>
          <p14:tracePt t="211531" x="6021388" y="1693863"/>
          <p14:tracePt t="211542" x="6069013" y="1666875"/>
          <p14:tracePt t="211553" x="6096000" y="1639888"/>
          <p14:tracePt t="211564" x="6110288" y="1625600"/>
          <p14:tracePt t="211575" x="6122988" y="1612900"/>
          <p14:tracePt t="211586" x="6122988" y="1598613"/>
          <p14:tracePt t="211608" x="6122988" y="1577975"/>
          <p14:tracePt t="211664" x="6110288" y="1565275"/>
          <p14:tracePt t="211687" x="6096000" y="1565275"/>
          <p14:tracePt t="211720" x="6081713" y="1565275"/>
          <p14:tracePt t="211743" x="6081713" y="1577975"/>
          <p14:tracePt t="211765" x="6069013" y="1598613"/>
          <p14:tracePt t="211822" x="6054725" y="1598613"/>
          <p14:tracePt t="212440" x="6042025" y="1598613"/>
          <p14:tracePt t="212453" x="6021388" y="1612900"/>
          <p14:tracePt t="212463" x="6007100" y="1612900"/>
          <p14:tracePt t="212474" x="5994400" y="1612900"/>
          <p14:tracePt t="212486" x="5980113" y="1625600"/>
          <p14:tracePt t="212497" x="5953125" y="1625600"/>
          <p14:tracePt t="212510" x="5926138" y="1639888"/>
          <p14:tracePt t="212519" x="5891213" y="1639888"/>
          <p14:tracePt t="212531" x="5837238" y="1652588"/>
          <p14:tracePt t="212545" x="5748338" y="1681163"/>
          <p14:tracePt t="212553" x="5681663" y="1693863"/>
          <p14:tracePt t="212565" x="5551488" y="1728788"/>
          <p14:tracePt t="212580" x="5408613" y="1741488"/>
          <p14:tracePt t="212589" x="5232400" y="1755775"/>
          <p14:tracePt t="212599" x="5102225" y="1768475"/>
          <p14:tracePt t="212612" x="4919663" y="1768475"/>
          <p14:tracePt t="212621" x="4714875" y="1768475"/>
          <p14:tracePt t="212633" x="4586288" y="1755775"/>
          <p14:tracePt t="212645" x="4414838" y="1741488"/>
          <p14:tracePt t="212655" x="4271963" y="1741488"/>
          <p14:tracePt t="212666" x="4184650" y="1728788"/>
          <p14:tracePt t="212677" x="4143375" y="1728788"/>
          <p14:tracePt t="212688" x="4110038" y="1728788"/>
          <p14:tracePt t="214095" x="4095750" y="1741488"/>
          <p14:tracePt t="214096" x="4068763" y="1768475"/>
          <p14:tracePt t="214107" x="4054475" y="1795463"/>
          <p14:tracePt t="214117" x="4041775" y="1809750"/>
          <p14:tracePt t="214128" x="4041775" y="1824038"/>
          <p14:tracePt t="214139" x="4027488" y="1857375"/>
          <p14:tracePt t="214152" x="4014788" y="1857375"/>
          <p14:tracePt t="214165" x="4014788" y="1871663"/>
          <p14:tracePt t="214174" x="4014788" y="1884363"/>
          <p14:tracePt t="214185" x="3994150" y="1884363"/>
          <p14:tracePt t="214197" x="3994150" y="1898650"/>
          <p14:tracePt t="214432" x="3967163" y="1898650"/>
          <p14:tracePt t="214443" x="3952875" y="1898650"/>
          <p14:tracePt t="214456" x="3911600" y="1898650"/>
          <p14:tracePt t="214466" x="3863975" y="1898650"/>
          <p14:tracePt t="214477" x="3783013" y="1898650"/>
          <p14:tracePt t="214488" x="3708400" y="1898650"/>
          <p14:tracePt t="214499" x="3605213" y="1911350"/>
          <p14:tracePt t="214512" x="3524250" y="1938338"/>
          <p14:tracePt t="214523" x="3462338" y="1952625"/>
          <p14:tracePt t="214534" x="3408363" y="1985963"/>
          <p14:tracePt t="214545" x="3360738" y="2014538"/>
          <p14:tracePt t="214556" x="3333750" y="2041525"/>
          <p14:tracePt t="214568" x="3306763" y="2068513"/>
          <p14:tracePt t="214578" x="3292475" y="2081213"/>
          <p14:tracePt t="214590" x="3279775" y="2101850"/>
          <p14:tracePt t="214603" x="3279775" y="2116138"/>
          <p14:tracePt t="214612" x="3279775" y="2128838"/>
          <p14:tracePt t="214623" x="3279775" y="2143125"/>
          <p14:tracePt t="214635" x="3292475" y="2157413"/>
          <p14:tracePt t="214645" x="3306763" y="2170113"/>
          <p14:tracePt t="214657" x="3381375" y="2197100"/>
          <p14:tracePt t="214669" x="3476625" y="2244725"/>
          <p14:tracePt t="214679" x="3652838" y="2271713"/>
          <p14:tracePt t="214691" x="3824288" y="2300288"/>
          <p14:tracePt t="214702" x="4143375" y="2339975"/>
          <p14:tracePt t="214713" x="4530725" y="2374900"/>
          <p14:tracePt t="214725" x="4816475" y="2387600"/>
          <p14:tracePt t="214736" x="5205413" y="2401888"/>
          <p14:tracePt t="214747" x="5551488" y="2414588"/>
          <p14:tracePt t="214758" x="5851525" y="2401888"/>
          <p14:tracePt t="214770" x="6054725" y="2401888"/>
          <p14:tracePt t="214780" x="6300788" y="2387600"/>
          <p14:tracePt t="214792" x="6524625" y="2387600"/>
          <p14:tracePt t="214803" x="6742113" y="2387600"/>
          <p14:tracePt t="214814" x="6872288" y="2401888"/>
          <p14:tracePt t="214827" x="7062788" y="2401888"/>
          <p14:tracePt t="214837" x="7205663" y="2414588"/>
          <p14:tracePt t="214848" x="7334250" y="2428875"/>
          <p14:tracePt t="214860" x="7504113" y="2443163"/>
          <p14:tracePt t="214871" x="7661275" y="2443163"/>
          <p14:tracePt t="214882" x="7804150" y="2428875"/>
          <p14:tracePt t="214894" x="7905750" y="2401888"/>
          <p14:tracePt t="214905" x="8021638" y="2374900"/>
          <p14:tracePt t="214916" x="8110538" y="2339975"/>
          <p14:tracePt t="214928" x="8150225" y="2312988"/>
          <p14:tracePt t="214939" x="8164513" y="2286000"/>
          <p14:tracePt t="214950" x="8177213" y="2259013"/>
          <p14:tracePt t="214961" x="8197850" y="2232025"/>
          <p14:tracePt t="214972" x="8177213" y="2211388"/>
          <p14:tracePt t="214984" x="8164513" y="2184400"/>
          <p14:tracePt t="214995" x="8123238" y="2143125"/>
          <p14:tracePt t="215005" x="8048625" y="2101850"/>
          <p14:tracePt t="215019" x="7994650" y="2068513"/>
          <p14:tracePt t="215029" x="7878763" y="2041525"/>
          <p14:tracePt t="215040" x="7777163" y="2027238"/>
          <p14:tracePt t="215052" x="7694613" y="2027238"/>
          <p14:tracePt t="215062" x="7593013" y="2054225"/>
          <p14:tracePt t="215073" x="7518400" y="2101850"/>
          <p14:tracePt t="215085" x="7462838" y="2143125"/>
          <p14:tracePt t="215095" x="7435850" y="2184400"/>
          <p14:tracePt t="215107" x="7435850" y="2232025"/>
          <p14:tracePt t="215119" x="7462838" y="2271713"/>
          <p14:tracePt t="215129" x="7491413" y="2300288"/>
          <p14:tracePt t="215140" x="7545388" y="2360613"/>
          <p14:tracePt t="215152" x="7634288" y="2387600"/>
          <p14:tracePt t="215163" x="7762875" y="2428875"/>
          <p14:tracePt t="215174" x="7864475" y="2443163"/>
          <p14:tracePt t="215186" x="8021638" y="2455863"/>
          <p14:tracePt t="215197" x="8197850" y="2443163"/>
          <p14:tracePt t="215208" x="8367713" y="2414588"/>
          <p14:tracePt t="215220" x="8470900" y="2374900"/>
          <p14:tracePt t="215231" x="8613775" y="2300288"/>
          <p14:tracePt t="215242" x="8694738" y="2232025"/>
          <p14:tracePt t="215254" x="8729663" y="2170113"/>
          <p14:tracePt t="215264" x="8756650" y="2081213"/>
          <p14:tracePt t="215277" x="8742363" y="2014538"/>
          <p14:tracePt t="215288" x="8715375" y="1952625"/>
          <p14:tracePt t="215298" x="8667750" y="1911350"/>
          <p14:tracePt t="215309" x="8586788" y="1871663"/>
          <p14:tracePt t="215321" x="8470900" y="1824038"/>
          <p14:tracePt t="215332" x="8328025" y="1809750"/>
          <p14:tracePt t="215344" x="8197850" y="1809750"/>
          <p14:tracePt t="215355" x="8034338" y="1824038"/>
          <p14:tracePt t="215365" x="7878763" y="1884363"/>
          <p14:tracePt t="215377" x="7777163" y="1925638"/>
          <p14:tracePt t="215388" x="7694613" y="2000250"/>
          <p14:tracePt t="215400" x="7620000" y="2068513"/>
          <p14:tracePt t="215411" x="7593013" y="2143125"/>
          <p14:tracePt t="215422" x="7593013" y="2184400"/>
          <p14:tracePt t="215434" x="7605713" y="2244725"/>
          <p14:tracePt t="215444" x="7646988" y="2300288"/>
          <p14:tracePt t="215478" x="7708900" y="2360613"/>
          <p14:tracePt t="215481" x="7824788" y="2428875"/>
          <p14:tracePt t="215490" x="8007350" y="2503488"/>
          <p14:tracePt t="215491" x="8253413" y="2557463"/>
          <p14:tracePt t="215505" x="8470900" y="2586038"/>
          <p14:tracePt t="215514" x="8783638" y="2598738"/>
          <p14:tracePt t="215525" x="9090025" y="2598738"/>
          <p14:tracePt t="215536" x="9388475" y="2571750"/>
          <p14:tracePt t="215546" x="9605963" y="2530475"/>
          <p14:tracePt t="215557" x="9831388" y="2455863"/>
          <p14:tracePt t="215569" x="10021888" y="2387600"/>
          <p14:tracePt t="215579" x="10123488" y="2327275"/>
          <p14:tracePt t="215591" x="10191750" y="2259013"/>
          <p14:tracePt t="215603" x="10206038" y="2197100"/>
          <p14:tracePt t="215613" x="10206038" y="2143125"/>
          <p14:tracePt t="215624" x="10191750" y="2101850"/>
          <p14:tracePt t="215636" x="10123488" y="2027238"/>
          <p14:tracePt t="215647" x="10007600" y="1938338"/>
          <p14:tracePt t="215659" x="9879013" y="1884363"/>
          <p14:tracePt t="215670" x="9634538" y="1809750"/>
          <p14:tracePt t="215681" x="9348788" y="1755775"/>
          <p14:tracePt t="215692" x="9028113" y="1728788"/>
          <p14:tracePt t="215703" x="8796338" y="1708150"/>
          <p14:tracePt t="215715" x="8524875" y="1728788"/>
          <p14:tracePt t="215726" x="8280400" y="1768475"/>
          <p14:tracePt t="215737" x="8081963" y="1824038"/>
          <p14:tracePt t="215748" x="7967663" y="1871663"/>
          <p14:tracePt t="215760" x="7824788" y="1973263"/>
          <p14:tracePt t="215771" x="7721600" y="2054225"/>
          <p14:tracePt t="215782" x="7673975" y="2116138"/>
          <p14:tracePt t="215794" x="7646988" y="2184400"/>
          <p14:tracePt t="215805" x="7646988" y="2259013"/>
          <p14:tracePt t="215815" x="7661275" y="2312988"/>
          <p14:tracePt t="215827" x="7673975" y="2360613"/>
          <p14:tracePt t="215839" x="7721600" y="2401888"/>
          <p14:tracePt t="215851" x="7777163" y="2428875"/>
          <p14:tracePt t="215861" x="7837488" y="2455863"/>
          <p14:tracePt t="215872" x="7920038" y="2490788"/>
          <p14:tracePt t="215884" x="8048625" y="2503488"/>
          <p14:tracePt t="215894" x="8197850" y="2503488"/>
          <p14:tracePt t="215906" x="8307388" y="2503488"/>
          <p14:tracePt t="215918" x="8435975" y="2490788"/>
          <p14:tracePt t="215928" x="8539163" y="2470150"/>
          <p14:tracePt t="215940" x="8586788" y="2443163"/>
          <p14:tracePt t="215952" x="8599488" y="2428875"/>
          <p14:tracePt t="215963" x="8599488" y="2414588"/>
          <p14:tracePt t="215974" x="8586788" y="2387600"/>
          <p14:tracePt t="215986" x="8551863" y="2374900"/>
          <p14:tracePt t="215995" x="8470900" y="2339975"/>
          <p14:tracePt t="216007" x="8328025" y="2300288"/>
          <p14:tracePt t="216019" x="8123238" y="2271713"/>
          <p14:tracePt t="216029" x="7932738" y="2259013"/>
          <p14:tracePt t="216041" x="7620000" y="2244725"/>
          <p14:tracePt t="216052" x="7272338" y="2244725"/>
          <p14:tracePt t="216063" x="7000875" y="2271713"/>
          <p14:tracePt t="216074" x="6626225" y="2312988"/>
          <p14:tracePt t="216086" x="6280150" y="2360613"/>
          <p14:tracePt t="216097" x="6021388" y="2401888"/>
          <p14:tracePt t="216108" x="5878513" y="2428875"/>
          <p14:tracePt t="216120" x="5748338" y="2490788"/>
          <p14:tracePt t="216131" x="5667375" y="2544763"/>
          <p14:tracePt t="216143" x="5619750" y="2571750"/>
          <p14:tracePt t="216153" x="5578475" y="2598738"/>
          <p14:tracePt t="216164" x="5565775" y="2633663"/>
          <p14:tracePt t="216176" x="5538788" y="2660650"/>
          <p14:tracePt t="216198" x="5538788" y="2673350"/>
          <p14:tracePt t="216265" x="5538788" y="2660650"/>
          <p14:tracePt t="216288" x="5503863" y="2633663"/>
          <p14:tracePt t="216299" x="5462588" y="2598738"/>
          <p14:tracePt t="216311" x="5408613" y="2557463"/>
          <p14:tracePt t="216322" x="5280025" y="2517775"/>
          <p14:tracePt t="216334" x="5116513" y="2455863"/>
          <p14:tracePt t="216345" x="4919663" y="2414588"/>
          <p14:tracePt t="216356" x="4776788" y="2374900"/>
          <p14:tracePt t="216368" x="4572000" y="2360613"/>
          <p14:tracePt t="216378" x="4387850" y="2327275"/>
          <p14:tracePt t="216390" x="4259263" y="2312988"/>
          <p14:tracePt t="216402" x="4110038" y="2312988"/>
          <p14:tracePt t="216412" x="3952875" y="2312988"/>
          <p14:tracePt t="216423" x="3810000" y="2300288"/>
          <p14:tracePt t="216435" x="3708400" y="2300288"/>
          <p14:tracePt t="216446" x="3565525" y="2300288"/>
          <p14:tracePt t="216457" x="3435350" y="2312988"/>
          <p14:tracePt t="216469" x="3360738" y="2312988"/>
          <p14:tracePt t="216490" x="3279775" y="2312988"/>
          <p14:tracePt t="216493" x="3205163" y="2327275"/>
          <p14:tracePt t="216503" x="3122613" y="2360613"/>
          <p14:tracePt t="216524" x="3062288" y="2374900"/>
          <p14:tracePt t="216528" x="2973388" y="2414588"/>
          <p14:tracePt t="216537" x="2905125" y="2455863"/>
          <p14:tracePt t="216547" x="2843213" y="2490788"/>
          <p14:tracePt t="216560" x="2816225" y="2503488"/>
          <p14:tracePt t="216571" x="2789238" y="2530475"/>
          <p14:tracePt t="216581" x="2776538" y="2557463"/>
          <p14:tracePt t="216593" x="2762250" y="2571750"/>
          <p14:tracePt t="216604" x="2776538" y="2586038"/>
          <p14:tracePt t="216615" x="2776538" y="2598738"/>
          <p14:tracePt t="216626" x="2789238" y="2619375"/>
          <p14:tracePt t="216637" x="2803525" y="2619375"/>
          <p14:tracePt t="216648" x="2843213" y="2619375"/>
          <p14:tracePt t="216659" x="2932113" y="2633663"/>
          <p14:tracePt t="216671" x="3033713" y="2633663"/>
          <p14:tracePt t="216682" x="3217863" y="2633663"/>
          <p14:tracePt t="216693" x="3435350" y="2633663"/>
          <p14:tracePt t="216705" x="3605213" y="2633663"/>
          <p14:tracePt t="216715" x="3708400" y="2619375"/>
          <p14:tracePt t="216727" x="3810000" y="2619375"/>
          <p14:tracePt t="216738" x="3863975" y="2598738"/>
          <p14:tracePt t="216749" x="3911600" y="2586038"/>
          <p14:tracePt t="216761" x="3925888" y="2571750"/>
          <p14:tracePt t="216772" x="3925888" y="2557463"/>
          <p14:tracePt t="216784" x="3925888" y="2544763"/>
          <p14:tracePt t="216794" x="3898900" y="2530475"/>
          <p14:tracePt t="216806" x="3851275" y="2517775"/>
          <p14:tracePt t="216818" x="3783013" y="2490788"/>
          <p14:tracePt t="216829" x="3708400" y="2455863"/>
          <p14:tracePt t="216840" x="3652838" y="2455863"/>
          <p14:tracePt t="216852" x="3578225" y="2443163"/>
          <p14:tracePt t="216862" x="3524250" y="2443163"/>
          <p14:tracePt t="216873" x="3497263" y="2443163"/>
          <p14:tracePt t="216885" x="3462338" y="2443163"/>
          <p14:tracePt t="216896" x="3449638" y="2443163"/>
          <p14:tracePt t="216907" x="3449638" y="2455863"/>
          <p14:tracePt t="216918" x="3435350" y="2455863"/>
          <p14:tracePt t="216929" x="3449638" y="2470150"/>
          <p14:tracePt t="216941" x="3449638" y="2490788"/>
          <p14:tracePt t="216954" x="3462338" y="2490788"/>
          <p14:tracePt t="216963" x="3476625" y="2503488"/>
          <p14:tracePt t="216975" x="3524250" y="2517775"/>
          <p14:tracePt t="216986" x="3551238" y="2517775"/>
          <p14:tracePt t="216997" x="3592513" y="2530475"/>
          <p14:tracePt t="217008" x="3652838" y="2530475"/>
          <p14:tracePt t="217020" x="3721100" y="2530475"/>
          <p14:tracePt t="217030" x="3795713" y="2530475"/>
          <p14:tracePt t="217042" x="3863975" y="2530475"/>
          <p14:tracePt t="217053" x="3967163" y="2530475"/>
          <p14:tracePt t="217064" x="4054475" y="2530475"/>
          <p14:tracePt t="217076" x="4122738" y="2530475"/>
          <p14:tracePt t="217088" x="4211638" y="2530475"/>
          <p14:tracePt t="217098" x="4300538" y="2530475"/>
          <p14:tracePt t="217109" x="4387850" y="2530475"/>
          <p14:tracePt t="217121" x="4429125" y="2530475"/>
          <p14:tracePt t="217132" x="4483100" y="2530475"/>
          <p14:tracePt t="217143" x="4557713" y="2530475"/>
          <p14:tracePt t="217154" x="4598988" y="2530475"/>
          <p14:tracePt t="217166" x="4646613" y="2530475"/>
          <p14:tracePt t="217177" x="4687888" y="2530475"/>
          <p14:tracePt t="217189" x="4714875" y="2530475"/>
          <p14:tracePt t="217199" x="4741863" y="2530475"/>
          <p14:tracePt t="217211" x="4756150" y="2530475"/>
          <p14:tracePt t="217222" x="4776788" y="2530475"/>
          <p14:tracePt t="217234" x="4789488" y="2530475"/>
          <p14:tracePt t="217289" x="4789488" y="2517775"/>
          <p14:tracePt t="217469" x="4803775" y="2503488"/>
          <p14:tracePt t="218178" x="4816475" y="2503488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8B57-D73C-9BE4-BAD3-7F69E0A2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1702-6766-8B0C-CE39-8FC0A20AD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</a:t>
            </a:r>
          </a:p>
          <a:p>
            <a:r>
              <a:rPr lang="en-US" dirty="0"/>
              <a:t>Cyclic Group</a:t>
            </a:r>
          </a:p>
          <a:p>
            <a:pPr lvl="1"/>
            <a:r>
              <a:rPr lang="en-US" dirty="0"/>
              <a:t>Generator</a:t>
            </a:r>
          </a:p>
          <a:p>
            <a:pPr lvl="1"/>
            <a:r>
              <a:rPr lang="en-US" dirty="0"/>
              <a:t>Use </a:t>
            </a:r>
            <a:r>
              <a:rPr lang="en-US"/>
              <a:t>the generator, </a:t>
            </a:r>
            <a:r>
              <a:rPr lang="en-US" dirty="0"/>
              <a:t>we can generate all elements in the cyclic group.</a:t>
            </a:r>
          </a:p>
          <a:p>
            <a:r>
              <a:rPr lang="en-US" dirty="0"/>
              <a:t>Diffie-Hellman Key Exchange</a:t>
            </a:r>
          </a:p>
          <a:p>
            <a:r>
              <a:rPr lang="en-US" dirty="0"/>
              <a:t>Security of the DH key exchange</a:t>
            </a:r>
          </a:p>
          <a:p>
            <a:pPr lvl="1"/>
            <a:r>
              <a:rPr lang="en-US" dirty="0"/>
              <a:t>Discrete Logarithm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03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8|6.6|13.8|18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6.5|7.9|8.9|18.2|10.5|12.2|7.5|2.5|7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11.5|15.3|6.2|3.4|7.8|11.9|5.4|45.9|7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27.6|2|13.9|55.9|33.9|7.6|7.9|1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13.1|2.3|18.4|35.4|11.8|7.8|11.4|30.5|17.5|19.7|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29.9|21.3|15.7|11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4.4|2.9|3.7|14.3|141.4|4.8|10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12.3|5.4|67.7|7.9|9.2|10.9|10.3|9.1|26.1|20.2|12.7|13.6|8.7|31.8|30.4|8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7|1|11.7|3.6|12.7|9|1.9|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4|5.9|4.3|11|1.9|0.4|0.4|0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4|0.3|0.8|21.3|5.3|5.3|0.5|1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5.8|7|16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9|37.2|8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D655E9-A467-4EBE-BA00-EF8B65B3802E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1591</Words>
  <Application>Microsoft Office PowerPoint</Application>
  <PresentationFormat>Widescreen</PresentationFormat>
  <Paragraphs>152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Candara</vt:lpstr>
      <vt:lpstr>Office Theme</vt:lpstr>
      <vt:lpstr>Diffie-Hellman Key Exchange</vt:lpstr>
      <vt:lpstr>Diffie-Hellman Key Exchange Intro</vt:lpstr>
      <vt:lpstr>Groups, Rings and Fields</vt:lpstr>
      <vt:lpstr>Groups</vt:lpstr>
      <vt:lpstr>Groups Examples</vt:lpstr>
      <vt:lpstr>Non-Abelian Group</vt:lpstr>
      <vt:lpstr>Finite Abelian Group</vt:lpstr>
      <vt:lpstr>Cyclic Group</vt:lpstr>
      <vt:lpstr>Cyclic Group (cont.)</vt:lpstr>
      <vt:lpstr>Finite Cyclic Group</vt:lpstr>
      <vt:lpstr>Diffie-Hellman Key Exchange Steps</vt:lpstr>
      <vt:lpstr>Diffie-Hellman Key Exchange Example</vt:lpstr>
      <vt:lpstr>Diffie-Hellman Key Exchange Example (cont.)</vt:lpstr>
      <vt:lpstr>Diffie-Hellman Key Exchange Representation</vt:lpstr>
      <vt:lpstr>Encryption with DH Key Exchange</vt:lpstr>
      <vt:lpstr>Security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34</cp:revision>
  <dcterms:created xsi:type="dcterms:W3CDTF">2026-03-27T20:08:55Z</dcterms:created>
  <dcterms:modified xsi:type="dcterms:W3CDTF">2026-04-21T04:11:14Z</dcterms:modified>
</cp:coreProperties>
</file>