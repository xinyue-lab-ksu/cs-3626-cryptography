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tags/tag4.xml" ContentType="application/vnd.openxmlformats-officedocument.presentationml.tags+xml"/>
  <Override PartName="/ppt/notesSlides/notesSlide4.xml" ContentType="application/vnd.openxmlformats-officedocument.presentationml.notesSlide+xml"/>
  <Override PartName="/ppt/tags/tag5.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6.xml" ContentType="application/vnd.openxmlformats-officedocument.presentationml.tags+xml"/>
  <Override PartName="/ppt/notesSlides/notesSlide7.xml" ContentType="application/vnd.openxmlformats-officedocument.presentationml.notesSlide+xml"/>
  <Override PartName="/ppt/tags/tag7.xml" ContentType="application/vnd.openxmlformats-officedocument.presentationml.tags+xml"/>
  <Override PartName="/ppt/notesSlides/notesSlide8.xml" ContentType="application/vnd.openxmlformats-officedocument.presentationml.notesSlide+xml"/>
  <Override PartName="/ppt/tags/tag8.xml" ContentType="application/vnd.openxmlformats-officedocument.presentationml.tags+xml"/>
  <Override PartName="/ppt/tags/tag9.xml" ContentType="application/vnd.openxmlformats-officedocument.presentationml.tags+xml"/>
  <Override PartName="/ppt/notesSlides/notesSlide9.xml" ContentType="application/vnd.openxmlformats-officedocument.presentationml.notesSlide+xml"/>
  <Override PartName="/ppt/tags/tag10.xml" ContentType="application/vnd.openxmlformats-officedocument.presentationml.tags+xml"/>
  <Override PartName="/ppt/notesSlides/notesSlide10.xml" ContentType="application/vnd.openxmlformats-officedocument.presentationml.notesSlide+xml"/>
  <Override PartName="/ppt/tags/tag11.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tags/tag12.xml" ContentType="application/vnd.openxmlformats-officedocument.presentationml.tags+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tags/tag13.xml" ContentType="application/vnd.openxmlformats-officedocument.presentationml.tags+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6" r:id="rId2"/>
    <p:sldId id="309" r:id="rId3"/>
    <p:sldId id="316" r:id="rId4"/>
    <p:sldId id="330" r:id="rId5"/>
    <p:sldId id="310" r:id="rId6"/>
    <p:sldId id="331" r:id="rId7"/>
    <p:sldId id="332" r:id="rId8"/>
    <p:sldId id="334" r:id="rId9"/>
    <p:sldId id="320" r:id="rId10"/>
    <p:sldId id="358" r:id="rId11"/>
    <p:sldId id="313" r:id="rId12"/>
    <p:sldId id="359" r:id="rId13"/>
    <p:sldId id="282" r:id="rId14"/>
    <p:sldId id="322" r:id="rId15"/>
    <p:sldId id="361" r:id="rId16"/>
    <p:sldId id="283" r:id="rId17"/>
    <p:sldId id="352" r:id="rId18"/>
    <p:sldId id="353" r:id="rId19"/>
    <p:sldId id="354" r:id="rId20"/>
    <p:sldId id="338" r:id="rId21"/>
    <p:sldId id="339" r:id="rId22"/>
    <p:sldId id="285" r:id="rId23"/>
    <p:sldId id="340" r:id="rId24"/>
    <p:sldId id="360" r:id="rId25"/>
    <p:sldId id="323" r:id="rId26"/>
    <p:sldId id="412" r:id="rId27"/>
    <p:sldId id="342" r:id="rId28"/>
    <p:sldId id="343" r:id="rId29"/>
    <p:sldId id="344" r:id="rId30"/>
    <p:sldId id="328"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34577"/>
    <p:restoredTop sz="86395"/>
  </p:normalViewPr>
  <p:slideViewPr>
    <p:cSldViewPr snapToGrid="0">
      <p:cViewPr varScale="1">
        <p:scale>
          <a:sx n="78" d="100"/>
          <a:sy n="78" d="100"/>
        </p:scale>
        <p:origin x="168" y="856"/>
      </p:cViewPr>
      <p:guideLst/>
    </p:cSldViewPr>
  </p:slideViewPr>
  <p:outlineViewPr>
    <p:cViewPr>
      <p:scale>
        <a:sx n="33" d="100"/>
        <a:sy n="33" d="100"/>
      </p:scale>
      <p:origin x="0" y="-18024"/>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0B04710-CFB1-5441-A244-FDDDA669C72C}" type="datetimeFigureOut">
              <a:rPr lang="en-US" smtClean="0"/>
              <a:t>4/22/26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3A40DCB-95F8-DB4F-8BC1-3894BC07DF38}" type="slidenum">
              <a:rPr lang="en-US" smtClean="0"/>
              <a:t>‹#›</a:t>
            </a:fld>
            <a:endParaRPr lang="en-US"/>
          </a:p>
        </p:txBody>
      </p:sp>
    </p:spTree>
    <p:extLst>
      <p:ext uri="{BB962C8B-B14F-4D97-AF65-F5344CB8AC3E}">
        <p14:creationId xmlns:p14="http://schemas.microsoft.com/office/powerpoint/2010/main" val="8423271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p:spPr>
        <p:txBody>
          <a:bodyPr/>
          <a:lstStyle/>
          <a:p>
            <a:fld id="{50D6155E-E3CB-4A48-96B5-43BA0E2B1702}" type="slidenum">
              <a:rPr lang="en-AU">
                <a:latin typeface="Arial" pitchFamily="-84" charset="0"/>
              </a:rPr>
              <a:pPr/>
              <a:t>2</a:t>
            </a:fld>
            <a:endParaRPr lang="en-AU" dirty="0">
              <a:latin typeface="Arial" pitchFamily="-84" charset="0"/>
            </a:endParaRPr>
          </a:p>
        </p:txBody>
      </p:sp>
      <p:sp>
        <p:nvSpPr>
          <p:cNvPr id="19459" name="Rectangle 2"/>
          <p:cNvSpPr>
            <a:spLocks noGrp="1" noRot="1" noChangeAspect="1" noChangeArrowheads="1" noTextEdit="1"/>
          </p:cNvSpPr>
          <p:nvPr>
            <p:ph type="sldImg"/>
          </p:nvPr>
        </p:nvSpPr>
        <p:spPr>
          <a:xfrm>
            <a:off x="381000" y="685800"/>
            <a:ext cx="6096000" cy="3429000"/>
          </a:xfrm>
          <a:ln/>
        </p:spPr>
      </p:sp>
      <p:sp>
        <p:nvSpPr>
          <p:cNvPr id="19460" name="Rectangle 3"/>
          <p:cNvSpPr>
            <a:spLocks noGrp="1" noChangeArrowheads="1"/>
          </p:cNvSpPr>
          <p:nvPr>
            <p:ph type="body" idx="1"/>
          </p:nvPr>
        </p:nvSpPr>
        <p:spPr>
          <a:noFill/>
          <a:ln/>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Arial" charset="0"/>
                <a:ea typeface="ＭＳ Ｐゴシック" charset="-128"/>
                <a:cs typeface="ＭＳ Ｐゴシック" charset="-128"/>
              </a:rPr>
              <a:t>A </a:t>
            </a:r>
            <a:r>
              <a:rPr lang="en-US" sz="1200" b="1" kern="1200" dirty="0">
                <a:solidFill>
                  <a:schemeClr val="tx1"/>
                </a:solidFill>
                <a:effectLst/>
                <a:latin typeface="Arial" charset="0"/>
                <a:ea typeface="ＭＳ Ｐゴシック" charset="-128"/>
                <a:cs typeface="ＭＳ Ｐゴシック" charset="-128"/>
              </a:rPr>
              <a:t>hash function </a:t>
            </a:r>
            <a:r>
              <a:rPr lang="en-US" sz="1200" kern="1200" dirty="0">
                <a:solidFill>
                  <a:schemeClr val="tx1"/>
                </a:solidFill>
                <a:effectLst/>
                <a:latin typeface="Arial" charset="0"/>
                <a:ea typeface="ＭＳ Ｐゴシック" charset="-128"/>
                <a:cs typeface="ＭＳ Ｐゴシック" charset="-128"/>
              </a:rPr>
              <a:t>H accepts a variable-length block of data </a:t>
            </a:r>
            <a:r>
              <a:rPr lang="en-US" sz="1200" i="1" kern="1200" dirty="0">
                <a:solidFill>
                  <a:schemeClr val="tx1"/>
                </a:solidFill>
                <a:effectLst/>
                <a:latin typeface="Arial" charset="0"/>
                <a:ea typeface="ＭＳ Ｐゴシック" charset="-128"/>
                <a:cs typeface="ＭＳ Ｐゴシック" charset="-128"/>
              </a:rPr>
              <a:t>M </a:t>
            </a:r>
            <a:r>
              <a:rPr lang="en-US" sz="1200" kern="1200" dirty="0">
                <a:solidFill>
                  <a:schemeClr val="tx1"/>
                </a:solidFill>
                <a:effectLst/>
                <a:latin typeface="Arial" charset="0"/>
                <a:ea typeface="ＭＳ Ｐゴシック" charset="-128"/>
                <a:cs typeface="ＭＳ Ｐゴシック" charset="-128"/>
              </a:rPr>
              <a:t>as input and produces a fixed-size result </a:t>
            </a:r>
            <a:r>
              <a:rPr lang="en-US" sz="1200" i="1" kern="1200" dirty="0">
                <a:solidFill>
                  <a:schemeClr val="tx1"/>
                </a:solidFill>
                <a:effectLst/>
                <a:latin typeface="Arial" charset="0"/>
                <a:ea typeface="ＭＳ Ｐゴシック" charset="-128"/>
                <a:cs typeface="ＭＳ Ｐゴシック" charset="-128"/>
              </a:rPr>
              <a:t>h </a:t>
            </a:r>
            <a:r>
              <a:rPr lang="en-US" sz="1200" kern="1200" dirty="0">
                <a:solidFill>
                  <a:schemeClr val="tx1"/>
                </a:solidFill>
                <a:effectLst/>
                <a:latin typeface="Arial" charset="0"/>
                <a:ea typeface="ＭＳ Ｐゴシック" charset="-128"/>
                <a:cs typeface="ＭＳ Ｐゴシック" charset="-128"/>
              </a:rPr>
              <a:t>= H(</a:t>
            </a:r>
            <a:r>
              <a:rPr lang="en-US" sz="1200" i="1" kern="1200" dirty="0">
                <a:solidFill>
                  <a:schemeClr val="tx1"/>
                </a:solidFill>
                <a:effectLst/>
                <a:latin typeface="Arial" charset="0"/>
                <a:ea typeface="ＭＳ Ｐゴシック" charset="-128"/>
                <a:cs typeface="ＭＳ Ｐゴシック" charset="-128"/>
              </a:rPr>
              <a:t>M</a:t>
            </a:r>
            <a:r>
              <a:rPr lang="en-US" sz="1200" kern="1200" dirty="0">
                <a:solidFill>
                  <a:schemeClr val="tx1"/>
                </a:solidFill>
                <a:effectLst/>
                <a:latin typeface="Arial" charset="0"/>
                <a:ea typeface="ＭＳ Ｐゴシック" charset="-128"/>
                <a:cs typeface="ＭＳ Ｐゴシック" charset="-128"/>
              </a:rPr>
              <a:t>), referred to as a </a:t>
            </a:r>
            <a:r>
              <a:rPr lang="en-US" sz="1200" b="1" kern="1200" dirty="0">
                <a:solidFill>
                  <a:schemeClr val="tx1"/>
                </a:solidFill>
                <a:effectLst/>
                <a:latin typeface="Arial" charset="0"/>
                <a:ea typeface="ＭＳ Ｐゴシック" charset="-128"/>
                <a:cs typeface="ＭＳ Ｐゴシック" charset="-128"/>
              </a:rPr>
              <a:t>hash value </a:t>
            </a:r>
            <a:r>
              <a:rPr lang="en-US" sz="1200" kern="1200" dirty="0">
                <a:solidFill>
                  <a:schemeClr val="tx1"/>
                </a:solidFill>
                <a:effectLst/>
                <a:latin typeface="Arial" charset="0"/>
                <a:ea typeface="ＭＳ Ｐゴシック" charset="-128"/>
                <a:cs typeface="ＭＳ Ｐゴシック" charset="-128"/>
              </a:rPr>
              <a:t>or a </a:t>
            </a:r>
            <a:r>
              <a:rPr lang="en-US" sz="1200" b="1" kern="1200" dirty="0">
                <a:solidFill>
                  <a:schemeClr val="tx1"/>
                </a:solidFill>
                <a:effectLst/>
                <a:latin typeface="Arial" charset="0"/>
                <a:ea typeface="ＭＳ Ｐゴシック" charset="-128"/>
                <a:cs typeface="ＭＳ Ｐゴシック" charset="-128"/>
              </a:rPr>
              <a:t>hash code</a:t>
            </a:r>
            <a:r>
              <a:rPr lang="en-US" sz="1200" kern="1200" dirty="0">
                <a:solidFill>
                  <a:schemeClr val="tx1"/>
                </a:solidFill>
                <a:effectLst/>
                <a:latin typeface="Arial" charset="0"/>
                <a:ea typeface="ＭＳ Ｐゴシック" charset="-128"/>
                <a:cs typeface="ＭＳ Ｐゴシック" charset="-128"/>
              </a:rPr>
              <a:t>. A “good” hash function has the property that the results of applying the function to a large set of inputs will produce outputs that are evenly distributed and apparently random. In general terms, the principal object of a hash function is data integrity. A change to any bit or bits in </a:t>
            </a:r>
            <a:r>
              <a:rPr lang="en-US" sz="1200" i="1" kern="1200" dirty="0">
                <a:solidFill>
                  <a:schemeClr val="tx1"/>
                </a:solidFill>
                <a:effectLst/>
                <a:latin typeface="Arial" charset="0"/>
                <a:ea typeface="ＭＳ Ｐゴシック" charset="-128"/>
                <a:cs typeface="ＭＳ Ｐゴシック" charset="-128"/>
              </a:rPr>
              <a:t>M </a:t>
            </a:r>
            <a:r>
              <a:rPr lang="en-US" sz="1200" kern="1200" dirty="0">
                <a:solidFill>
                  <a:schemeClr val="tx1"/>
                </a:solidFill>
                <a:effectLst/>
                <a:latin typeface="Arial" charset="0"/>
                <a:ea typeface="ＭＳ Ｐゴシック" charset="-128"/>
                <a:cs typeface="ＭＳ Ｐゴシック" charset="-128"/>
              </a:rPr>
              <a:t>results, with high probability, in a change to the hash value. </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kern="1200" dirty="0">
              <a:solidFill>
                <a:schemeClr val="tx1"/>
              </a:solidFill>
              <a:effectLst/>
              <a:latin typeface="Arial" charset="0"/>
              <a:ea typeface="ＭＳ Ｐゴシック" charset="-128"/>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Arial" charset="0"/>
                <a:ea typeface="ＭＳ Ｐゴシック" charset="-128"/>
                <a:cs typeface="ＭＳ Ｐゴシック" charset="-128"/>
              </a:rPr>
              <a:t>The kind of hash function needed for security applications is referred to as a </a:t>
            </a:r>
            <a:r>
              <a:rPr lang="en-US" sz="1200" b="1" kern="1200" dirty="0">
                <a:solidFill>
                  <a:schemeClr val="tx1"/>
                </a:solidFill>
                <a:effectLst/>
                <a:latin typeface="Arial" charset="0"/>
                <a:ea typeface="ＭＳ Ｐゴシック" charset="-128"/>
                <a:cs typeface="ＭＳ Ｐゴシック" charset="-128"/>
              </a:rPr>
              <a:t>cryptographic hash function</a:t>
            </a:r>
            <a:r>
              <a:rPr lang="en-US" sz="1200" kern="1200" dirty="0">
                <a:solidFill>
                  <a:schemeClr val="tx1"/>
                </a:solidFill>
                <a:effectLst/>
                <a:latin typeface="Arial" charset="0"/>
                <a:ea typeface="ＭＳ Ｐゴシック" charset="-128"/>
                <a:cs typeface="ＭＳ Ｐゴシック" charset="-128"/>
              </a:rPr>
              <a:t>. A cryptographic hash function is an algorithm for which it is computationally infeasible (because no attack is significantly more efficient than brute force) to find either (a) a data object that maps to a pre-specified hash result (the one-way property) or (b) two data objects that map to the same hash result (the collision-free property). Because of these characteristics, hash functions are often used to determine whether or not data has changed. </a:t>
            </a:r>
            <a:endParaRPr lang="en-US"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p:spPr>
        <p:txBody>
          <a:bodyPr/>
          <a:lstStyle/>
          <a:p>
            <a:fld id="{F0284054-E12D-3C42-9621-A1064B46B9DD}" type="slidenum">
              <a:rPr lang="en-AU">
                <a:latin typeface="Arial" pitchFamily="-84" charset="0"/>
              </a:rPr>
              <a:pPr/>
              <a:t>3</a:t>
            </a:fld>
            <a:endParaRPr lang="en-AU" dirty="0">
              <a:latin typeface="Arial" pitchFamily="-84" charset="0"/>
            </a:endParaRPr>
          </a:p>
        </p:txBody>
      </p:sp>
      <p:sp>
        <p:nvSpPr>
          <p:cNvPr id="23555" name="Rectangle 2"/>
          <p:cNvSpPr>
            <a:spLocks noGrp="1" noRot="1" noChangeAspect="1" noChangeArrowheads="1" noTextEdit="1"/>
          </p:cNvSpPr>
          <p:nvPr>
            <p:ph type="sldImg"/>
          </p:nvPr>
        </p:nvSpPr>
        <p:spPr>
          <a:xfrm>
            <a:off x="381000" y="685800"/>
            <a:ext cx="6096000" cy="3429000"/>
          </a:xfrm>
          <a:ln/>
        </p:spPr>
      </p:sp>
      <p:sp>
        <p:nvSpPr>
          <p:cNvPr id="23556" name="Rectangle 3"/>
          <p:cNvSpPr>
            <a:spLocks noGrp="1" noChangeArrowheads="1"/>
          </p:cNvSpPr>
          <p:nvPr>
            <p:ph type="body" idx="1"/>
          </p:nvPr>
        </p:nvSpPr>
        <p:spPr>
          <a:noFill/>
          <a:ln/>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Arial" charset="0"/>
                <a:ea typeface="ＭＳ Ｐゴシック" charset="-128"/>
                <a:cs typeface="ＭＳ Ｐゴシック" charset="-128"/>
              </a:rPr>
              <a:t>Message authentication is a mechanism or service used to verify the integrity of a message. Message authentication assures that data received are exactly as sent (i.e., there is no modification, insertion, deletion, or replay). In many cases, there is a requirement that the authentication mechanism assures that the purported identity of the sender is valid. When a hash function is used to provide message authentication, the hash function value is often referred to as a </a:t>
            </a:r>
            <a:r>
              <a:rPr lang="en-US" sz="1200" b="1" kern="1200" dirty="0">
                <a:solidFill>
                  <a:schemeClr val="tx1"/>
                </a:solidFill>
                <a:effectLst/>
                <a:latin typeface="Arial" charset="0"/>
                <a:ea typeface="ＭＳ Ｐゴシック" charset="-128"/>
                <a:cs typeface="ＭＳ Ｐゴシック" charset="-128"/>
              </a:rPr>
              <a:t>message digest.</a:t>
            </a:r>
            <a:endParaRPr lang="en-US" sz="1200" kern="1200" baseline="0" dirty="0">
              <a:solidFill>
                <a:schemeClr val="tx1"/>
              </a:solidFill>
              <a:latin typeface="Arial" charset="0"/>
              <a:ea typeface="ＭＳ Ｐゴシック" charset="-128"/>
              <a:cs typeface="ＭＳ Ｐゴシック" charset="-128"/>
            </a:endParaRPr>
          </a:p>
          <a:p>
            <a:endParaRPr lang="en-US" sz="1200" kern="1200" baseline="0" dirty="0">
              <a:solidFill>
                <a:schemeClr val="tx1"/>
              </a:solidFill>
              <a:latin typeface="Arial" charset="0"/>
              <a:ea typeface="ＭＳ Ｐゴシック" charset="-128"/>
              <a:cs typeface="ＭＳ Ｐゴシック" charset="-128"/>
            </a:endParaRPr>
          </a:p>
          <a:p>
            <a:endParaRPr lang="en-US" sz="1200" kern="1200" baseline="0" dirty="0">
              <a:solidFill>
                <a:schemeClr val="tx1"/>
              </a:solidFill>
              <a:latin typeface="Arial" charset="0"/>
              <a:ea typeface="ＭＳ Ｐゴシック" charset="-128"/>
              <a:cs typeface="ＭＳ Ｐゴシック" charset="-128"/>
            </a:endParaRPr>
          </a:p>
          <a:p>
            <a:r>
              <a:rPr lang="en-US" sz="1200" kern="1200" baseline="0" dirty="0">
                <a:solidFill>
                  <a:schemeClr val="tx1"/>
                </a:solidFill>
                <a:latin typeface="Arial" charset="0"/>
                <a:ea typeface="ＭＳ Ｐゴシック" charset="-128"/>
                <a:cs typeface="ＭＳ Ｐゴシック" charset="-128"/>
              </a:rPr>
              <a:t> The essence of the use of a hash function for message authentication is as</a:t>
            </a:r>
          </a:p>
          <a:p>
            <a:r>
              <a:rPr lang="en-US" sz="1200" kern="1200" baseline="0" dirty="0">
                <a:solidFill>
                  <a:schemeClr val="tx1"/>
                </a:solidFill>
                <a:latin typeface="Arial" charset="0"/>
                <a:ea typeface="ＭＳ Ｐゴシック" charset="-128"/>
                <a:cs typeface="ＭＳ Ｐゴシック" charset="-128"/>
              </a:rPr>
              <a:t>follows. The sender computes a hash value as a function of the bits in the message and transmits both the hash value and the message. The receiver performs the same hash calculation on the message bits and compares this value with the incoming hash value. If there is a mismatch, the receiver knows that the message (or possibly the hash value) has been altered (Figure 11.2a).</a:t>
            </a:r>
          </a:p>
          <a:p>
            <a:endParaRPr lang="en-US" sz="1200" kern="1200" baseline="0" dirty="0">
              <a:solidFill>
                <a:schemeClr val="tx1"/>
              </a:solidFill>
              <a:latin typeface="Arial" charset="0"/>
              <a:ea typeface="ＭＳ Ｐゴシック" charset="-128"/>
              <a:cs typeface="ＭＳ Ｐゴシック" charset="-128"/>
            </a:endParaRPr>
          </a:p>
          <a:p>
            <a:r>
              <a:rPr lang="en-US" sz="1200" kern="1200" baseline="0" dirty="0">
                <a:solidFill>
                  <a:schemeClr val="tx1"/>
                </a:solidFill>
                <a:latin typeface="Arial" charset="0"/>
                <a:ea typeface="ＭＳ Ｐゴシック" charset="-128"/>
                <a:cs typeface="ＭＳ Ｐゴシック" charset="-128"/>
              </a:rPr>
              <a:t>The hash function must be transmitted in a secure fashion. That is, the hash</a:t>
            </a:r>
          </a:p>
          <a:p>
            <a:r>
              <a:rPr lang="en-US" sz="1200" kern="1200" baseline="0" dirty="0">
                <a:solidFill>
                  <a:schemeClr val="tx1"/>
                </a:solidFill>
                <a:latin typeface="Arial" charset="0"/>
                <a:ea typeface="ＭＳ Ｐゴシック" charset="-128"/>
                <a:cs typeface="ＭＳ Ｐゴシック" charset="-128"/>
              </a:rPr>
              <a:t>function must be protected so that if an adversary alters or replaces the message,</a:t>
            </a:r>
          </a:p>
          <a:p>
            <a:r>
              <a:rPr lang="en-US" sz="1200" kern="1200" baseline="0" dirty="0">
                <a:solidFill>
                  <a:schemeClr val="tx1"/>
                </a:solidFill>
                <a:latin typeface="Arial" charset="0"/>
                <a:ea typeface="ＭＳ Ｐゴシック" charset="-128"/>
                <a:cs typeface="ＭＳ Ｐゴシック" charset="-128"/>
              </a:rPr>
              <a:t>it is not feasible for adversary to also alter the hash value to fool the receiver. This</a:t>
            </a:r>
          </a:p>
          <a:p>
            <a:r>
              <a:rPr lang="en-US" sz="1200" kern="1200" baseline="0" dirty="0">
                <a:solidFill>
                  <a:schemeClr val="tx1"/>
                </a:solidFill>
                <a:latin typeface="Arial" charset="0"/>
                <a:ea typeface="ＭＳ Ｐゴシック" charset="-128"/>
                <a:cs typeface="ＭＳ Ｐゴシック" charset="-128"/>
              </a:rPr>
              <a:t>type of attack is shown in Figure 11.2b. In this example, Alice transmits a data block and attaches a hash value. Darth intercepts the message, alters or replaces the data block, and calculates and attaches a new hash value. Bob receives the altered data with the new hash value and does not detect the change. To prevent this attack, the hash value generated by Alice must be protected.</a:t>
            </a:r>
            <a:endParaRPr lang="en-US" dirty="0">
              <a:latin typeface="Arial" pitchFamily="-84" charset="0"/>
              <a:ea typeface="ＭＳ Ｐゴシック" pitchFamily="-84" charset="-128"/>
              <a:cs typeface="ＭＳ Ｐゴシック" pitchFamily="-84" charset="-128"/>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Arial" charset="0"/>
                <a:ea typeface="ＭＳ Ｐゴシック" charset="-128"/>
                <a:cs typeface="ＭＳ Ｐゴシック" charset="-128"/>
              </a:rPr>
              <a:t>More commonly, message authentication is achieved using a </a:t>
            </a:r>
            <a:r>
              <a:rPr lang="en-US" sz="1200" b="1" kern="1200" dirty="0">
                <a:solidFill>
                  <a:schemeClr val="tx1"/>
                </a:solidFill>
                <a:effectLst/>
                <a:latin typeface="Arial" charset="0"/>
                <a:ea typeface="ＭＳ Ｐゴシック" charset="-128"/>
                <a:cs typeface="ＭＳ Ｐゴシック" charset="-128"/>
              </a:rPr>
              <a:t>message authentication code (MAC)</a:t>
            </a:r>
            <a:r>
              <a:rPr lang="en-US" sz="1200" kern="1200" dirty="0">
                <a:solidFill>
                  <a:schemeClr val="tx1"/>
                </a:solidFill>
                <a:effectLst/>
                <a:latin typeface="Arial" charset="0"/>
                <a:ea typeface="ＭＳ Ｐゴシック" charset="-128"/>
                <a:cs typeface="ＭＳ Ｐゴシック" charset="-128"/>
              </a:rPr>
              <a:t>, also known as a </a:t>
            </a:r>
            <a:r>
              <a:rPr lang="en-US" sz="1200" b="1" kern="1200" dirty="0">
                <a:solidFill>
                  <a:schemeClr val="tx1"/>
                </a:solidFill>
                <a:effectLst/>
                <a:latin typeface="Arial" charset="0"/>
                <a:ea typeface="ＭＳ Ｐゴシック" charset="-128"/>
                <a:cs typeface="ＭＳ Ｐゴシック" charset="-128"/>
              </a:rPr>
              <a:t>keyed hash function</a:t>
            </a:r>
            <a:r>
              <a:rPr lang="en-US" sz="1200" kern="1200" dirty="0">
                <a:solidFill>
                  <a:schemeClr val="tx1"/>
                </a:solidFill>
                <a:effectLst/>
                <a:latin typeface="Arial" charset="0"/>
                <a:ea typeface="ＭＳ Ｐゴシック" charset="-128"/>
                <a:cs typeface="ＭＳ Ｐゴシック" charset="-128"/>
              </a:rPr>
              <a:t>. Typically, MACs are used between two parties that share a secret key to authenticate information exchanged between those parties. A MAC function takes as input a secret key and a data block and produces a hash value, referred to as the MAC, which is associated with the protected message. If the integrity of the message needs to be checked, the MAC function can be applied to the message and the result compared with the associated MAC value. An attacker who alters the message will be unable to alter the associated MAC value without knowledge of the secret key. Note that the verifying party also knows who the sending party is because no one else knows the secret key. </a:t>
            </a:r>
            <a:endParaRPr lang="en-US" dirty="0">
              <a:effectLst/>
            </a:endParaRPr>
          </a:p>
          <a:p>
            <a:endParaRPr lang="en-US" sz="1200" b="0" kern="1200" baseline="0" dirty="0">
              <a:solidFill>
                <a:schemeClr val="tx1"/>
              </a:solidFill>
              <a:latin typeface="Arial" charset="0"/>
              <a:ea typeface="ＭＳ Ｐゴシック" charset="-128"/>
              <a:cs typeface="ＭＳ Ｐゴシック" charset="-128"/>
            </a:endParaRPr>
          </a:p>
          <a:p>
            <a:r>
              <a:rPr lang="en-US" sz="1200" kern="1200" dirty="0">
                <a:solidFill>
                  <a:schemeClr val="tx1"/>
                </a:solidFill>
                <a:effectLst/>
                <a:latin typeface="Arial" charset="0"/>
                <a:ea typeface="ＭＳ Ｐゴシック" charset="-128"/>
                <a:cs typeface="ＭＳ Ｐゴシック" charset="-128"/>
              </a:rPr>
              <a:t>Note that the combination of hashing and encryption results in an overall function that is, in fact, a MAC (Figure 11.3b). That is, E(</a:t>
            </a:r>
            <a:r>
              <a:rPr lang="en-US" sz="1200" i="1" kern="1200" dirty="0">
                <a:solidFill>
                  <a:schemeClr val="tx1"/>
                </a:solidFill>
                <a:effectLst/>
                <a:latin typeface="Arial" charset="0"/>
                <a:ea typeface="ＭＳ Ｐゴシック" charset="-128"/>
                <a:cs typeface="ＭＳ Ｐゴシック" charset="-128"/>
              </a:rPr>
              <a:t>K</a:t>
            </a:r>
            <a:r>
              <a:rPr lang="en-US" sz="1200" kern="1200" dirty="0">
                <a:solidFill>
                  <a:schemeClr val="tx1"/>
                </a:solidFill>
                <a:effectLst/>
                <a:latin typeface="Arial" charset="0"/>
                <a:ea typeface="ＭＳ Ｐゴシック" charset="-128"/>
                <a:cs typeface="ＭＳ Ｐゴシック" charset="-128"/>
              </a:rPr>
              <a:t>, H(</a:t>
            </a:r>
            <a:r>
              <a:rPr lang="en-US" sz="1200" i="1" kern="1200" dirty="0">
                <a:solidFill>
                  <a:schemeClr val="tx1"/>
                </a:solidFill>
                <a:effectLst/>
                <a:latin typeface="Arial" charset="0"/>
                <a:ea typeface="ＭＳ Ｐゴシック" charset="-128"/>
                <a:cs typeface="ＭＳ Ｐゴシック" charset="-128"/>
              </a:rPr>
              <a:t>M</a:t>
            </a:r>
            <a:r>
              <a:rPr lang="en-US" sz="1200" kern="1200" dirty="0">
                <a:solidFill>
                  <a:schemeClr val="tx1"/>
                </a:solidFill>
                <a:effectLst/>
                <a:latin typeface="Arial" charset="0"/>
                <a:ea typeface="ＭＳ Ｐゴシック" charset="-128"/>
                <a:cs typeface="ＭＳ Ｐゴシック" charset="-128"/>
              </a:rPr>
              <a:t>)) is a function of a variable-length message </a:t>
            </a:r>
            <a:r>
              <a:rPr lang="en-US" sz="1200" i="1" kern="1200" dirty="0">
                <a:solidFill>
                  <a:schemeClr val="tx1"/>
                </a:solidFill>
                <a:effectLst/>
                <a:latin typeface="Arial" charset="0"/>
                <a:ea typeface="ＭＳ Ｐゴシック" charset="-128"/>
                <a:cs typeface="ＭＳ Ｐゴシック" charset="-128"/>
              </a:rPr>
              <a:t>M </a:t>
            </a:r>
            <a:r>
              <a:rPr lang="en-US" sz="1200" kern="1200" dirty="0">
                <a:solidFill>
                  <a:schemeClr val="tx1"/>
                </a:solidFill>
                <a:effectLst/>
                <a:latin typeface="Arial" charset="0"/>
                <a:ea typeface="ＭＳ Ｐゴシック" charset="-128"/>
                <a:cs typeface="ＭＳ Ｐゴシック" charset="-128"/>
              </a:rPr>
              <a:t>and a secret key </a:t>
            </a:r>
            <a:r>
              <a:rPr lang="en-US" sz="1200" i="1" kern="1200" dirty="0">
                <a:solidFill>
                  <a:schemeClr val="tx1"/>
                </a:solidFill>
                <a:effectLst/>
                <a:latin typeface="Arial" charset="0"/>
                <a:ea typeface="ＭＳ Ｐゴシック" charset="-128"/>
                <a:cs typeface="ＭＳ Ｐゴシック" charset="-128"/>
              </a:rPr>
              <a:t>K</a:t>
            </a:r>
            <a:r>
              <a:rPr lang="en-US" sz="1200" kern="1200" dirty="0">
                <a:solidFill>
                  <a:schemeClr val="tx1"/>
                </a:solidFill>
                <a:effectLst/>
                <a:latin typeface="Arial" charset="0"/>
                <a:ea typeface="ＭＳ Ｐゴシック" charset="-128"/>
                <a:cs typeface="ＭＳ Ｐゴシック" charset="-128"/>
              </a:rPr>
              <a:t>, and it produces a fixed-size out- put that is secure against an opponent who does not know the secret key. In </a:t>
            </a:r>
            <a:r>
              <a:rPr lang="en-US" sz="1200" kern="1200" dirty="0" err="1">
                <a:solidFill>
                  <a:schemeClr val="tx1"/>
                </a:solidFill>
                <a:effectLst/>
                <a:latin typeface="Arial" charset="0"/>
                <a:ea typeface="ＭＳ Ｐゴシック" charset="-128"/>
                <a:cs typeface="ＭＳ Ｐゴシック" charset="-128"/>
              </a:rPr>
              <a:t>prac</a:t>
            </a:r>
            <a:r>
              <a:rPr lang="en-US" sz="1200" kern="1200" dirty="0">
                <a:solidFill>
                  <a:schemeClr val="tx1"/>
                </a:solidFill>
                <a:effectLst/>
                <a:latin typeface="Arial" charset="0"/>
                <a:ea typeface="ＭＳ Ｐゴシック" charset="-128"/>
                <a:cs typeface="ＭＳ Ｐゴシック" charset="-128"/>
              </a:rPr>
              <a:t>- tice, specific MAC algorithms are designed that are generally more efficient than an encryption algorithm. </a:t>
            </a:r>
            <a:endParaRPr lang="en-US" dirty="0">
              <a:effectLst/>
            </a:endParaRPr>
          </a:p>
        </p:txBody>
      </p:sp>
      <p:sp>
        <p:nvSpPr>
          <p:cNvPr id="4" name="Slide Number Placeholder 3"/>
          <p:cNvSpPr>
            <a:spLocks noGrp="1"/>
          </p:cNvSpPr>
          <p:nvPr>
            <p:ph type="sldNum" sz="quarter" idx="10"/>
          </p:nvPr>
        </p:nvSpPr>
        <p:spPr/>
        <p:txBody>
          <a:bodyPr/>
          <a:lstStyle/>
          <a:p>
            <a:pPr>
              <a:defRPr/>
            </a:pPr>
            <a:fld id="{E83E65D8-9B49-EC43-BBB1-0F187E663737}" type="slidenum">
              <a:rPr lang="en-AU" smtClean="0"/>
              <a:pPr>
                <a:defRPr/>
              </a:pPr>
              <a:t>4</a:t>
            </a:fld>
            <a:endParaRPr lang="en-AU"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a:noFill/>
        </p:spPr>
        <p:txBody>
          <a:bodyPr/>
          <a:lstStyle/>
          <a:p>
            <a:fld id="{03AD3A50-32C5-6040-9782-496820E555AB}" type="slidenum">
              <a:rPr lang="en-AU">
                <a:latin typeface="Arial" pitchFamily="-84" charset="0"/>
              </a:rPr>
              <a:pPr/>
              <a:t>5</a:t>
            </a:fld>
            <a:endParaRPr lang="en-AU" dirty="0">
              <a:latin typeface="Arial" pitchFamily="-84" charset="0"/>
            </a:endParaRPr>
          </a:p>
        </p:txBody>
      </p:sp>
      <p:sp>
        <p:nvSpPr>
          <p:cNvPr id="25603" name="Rectangle 2"/>
          <p:cNvSpPr>
            <a:spLocks noGrp="1" noRot="1" noChangeAspect="1" noChangeArrowheads="1" noTextEdit="1"/>
          </p:cNvSpPr>
          <p:nvPr>
            <p:ph type="sldImg"/>
          </p:nvPr>
        </p:nvSpPr>
        <p:spPr>
          <a:xfrm>
            <a:off x="381000" y="685800"/>
            <a:ext cx="6096000" cy="3429000"/>
          </a:xfrm>
          <a:ln/>
        </p:spPr>
      </p:sp>
      <p:sp>
        <p:nvSpPr>
          <p:cNvPr id="25604" name="Rectangle 3"/>
          <p:cNvSpPr>
            <a:spLocks noGrp="1" noChangeArrowheads="1"/>
          </p:cNvSpPr>
          <p:nvPr>
            <p:ph type="body" idx="1"/>
          </p:nvPr>
        </p:nvSpPr>
        <p:spPr>
          <a:noFill/>
          <a:ln/>
        </p:spPr>
        <p:txBody>
          <a:bodyPr/>
          <a:lstStyle/>
          <a:p>
            <a:r>
              <a:rPr lang="en-US" sz="1200" kern="1200" baseline="0" dirty="0">
                <a:solidFill>
                  <a:schemeClr val="tx1"/>
                </a:solidFill>
                <a:latin typeface="Arial" charset="0"/>
                <a:ea typeface="ＭＳ Ｐゴシック" charset="-128"/>
                <a:cs typeface="ＭＳ Ｐゴシック" charset="-128"/>
              </a:rPr>
              <a:t> </a:t>
            </a:r>
            <a:r>
              <a:rPr lang="en-US" sz="1200" b="0" kern="1200" baseline="0" dirty="0">
                <a:solidFill>
                  <a:schemeClr val="tx1"/>
                </a:solidFill>
                <a:latin typeface="Arial" charset="0"/>
                <a:ea typeface="ＭＳ Ｐゴシック" charset="-128"/>
                <a:cs typeface="ＭＳ Ｐゴシック" charset="-128"/>
              </a:rPr>
              <a:t>Figure 11.3 illustrates a variety of ways in which a hash code can be used to</a:t>
            </a:r>
          </a:p>
          <a:p>
            <a:r>
              <a:rPr lang="en-US" sz="1200" b="0" kern="1200" baseline="0" dirty="0">
                <a:solidFill>
                  <a:schemeClr val="tx1"/>
                </a:solidFill>
                <a:latin typeface="Arial" charset="0"/>
                <a:ea typeface="ＭＳ Ｐゴシック" charset="-128"/>
                <a:cs typeface="ＭＳ Ｐゴシック" charset="-128"/>
              </a:rPr>
              <a:t>provide message authentication, as follows:</a:t>
            </a:r>
          </a:p>
          <a:p>
            <a:endParaRPr lang="en-US" sz="1200" b="0" kern="1200" baseline="0" dirty="0">
              <a:solidFill>
                <a:schemeClr val="tx1"/>
              </a:solidFill>
              <a:latin typeface="Arial" charset="0"/>
              <a:ea typeface="ＭＳ Ｐゴシック" charset="-128"/>
              <a:cs typeface="ＭＳ Ｐゴシック" charset="-128"/>
            </a:endParaRPr>
          </a:p>
          <a:p>
            <a:r>
              <a:rPr lang="en-US" sz="1200" b="0" kern="1200" baseline="0" dirty="0">
                <a:solidFill>
                  <a:schemeClr val="tx1"/>
                </a:solidFill>
                <a:latin typeface="Arial" charset="0"/>
                <a:ea typeface="ＭＳ Ｐゴシック" charset="-128"/>
                <a:cs typeface="ＭＳ Ｐゴシック" charset="-128"/>
              </a:rPr>
              <a:t>a. The message plus concatenated hash code is encrypted using symmetric</a:t>
            </a:r>
          </a:p>
          <a:p>
            <a:r>
              <a:rPr lang="en-US" sz="1200" b="0" kern="1200" baseline="0" dirty="0">
                <a:solidFill>
                  <a:schemeClr val="tx1"/>
                </a:solidFill>
                <a:latin typeface="Arial" charset="0"/>
                <a:ea typeface="ＭＳ Ｐゴシック" charset="-128"/>
                <a:cs typeface="ＭＳ Ｐゴシック" charset="-128"/>
              </a:rPr>
              <a:t>encryption. Because only A and B share the secret key, the message must</a:t>
            </a:r>
          </a:p>
          <a:p>
            <a:r>
              <a:rPr lang="en-US" sz="1200" b="0" kern="1200" baseline="0" dirty="0">
                <a:solidFill>
                  <a:schemeClr val="tx1"/>
                </a:solidFill>
                <a:latin typeface="Arial" charset="0"/>
                <a:ea typeface="ＭＳ Ｐゴシック" charset="-128"/>
                <a:cs typeface="ＭＳ Ｐゴシック" charset="-128"/>
              </a:rPr>
              <a:t>have come from A and has not been altered. The hash code provides the structure or redundancy required to achieve authentication. Because encryption is</a:t>
            </a:r>
          </a:p>
          <a:p>
            <a:r>
              <a:rPr lang="en-US" sz="1200" b="0" kern="1200" baseline="0" dirty="0">
                <a:solidFill>
                  <a:schemeClr val="tx1"/>
                </a:solidFill>
                <a:latin typeface="Arial" charset="0"/>
                <a:ea typeface="ＭＳ Ｐゴシック" charset="-128"/>
                <a:cs typeface="ＭＳ Ｐゴシック" charset="-128"/>
              </a:rPr>
              <a:t>applied to the entire message plus hash code, confidentiality is also provided.</a:t>
            </a:r>
          </a:p>
          <a:p>
            <a:endParaRPr lang="en-US" sz="1200" b="0" kern="1200" baseline="0" dirty="0">
              <a:solidFill>
                <a:schemeClr val="tx1"/>
              </a:solidFill>
              <a:latin typeface="Arial" charset="0"/>
              <a:ea typeface="ＭＳ Ｐゴシック" charset="-128"/>
              <a:cs typeface="ＭＳ Ｐゴシック" charset="-128"/>
            </a:endParaRPr>
          </a:p>
          <a:p>
            <a:r>
              <a:rPr lang="en-US" sz="1200" b="0" kern="1200" baseline="0" dirty="0">
                <a:solidFill>
                  <a:schemeClr val="tx1"/>
                </a:solidFill>
                <a:latin typeface="Arial" charset="0"/>
                <a:ea typeface="ＭＳ Ｐゴシック" charset="-128"/>
                <a:cs typeface="ＭＳ Ｐゴシック" charset="-128"/>
              </a:rPr>
              <a:t>b. Only the hash code is encrypted, using symmetric encryption. This reduces the</a:t>
            </a:r>
          </a:p>
          <a:p>
            <a:r>
              <a:rPr lang="en-US" sz="1200" b="0" kern="1200" baseline="0" dirty="0">
                <a:solidFill>
                  <a:schemeClr val="tx1"/>
                </a:solidFill>
                <a:latin typeface="Arial" charset="0"/>
                <a:ea typeface="ＭＳ Ｐゴシック" charset="-128"/>
                <a:cs typeface="ＭＳ Ｐゴシック" charset="-128"/>
              </a:rPr>
              <a:t>processing burden for those applications that do not require confidentiality.</a:t>
            </a:r>
          </a:p>
          <a:p>
            <a:endParaRPr lang="en-US" sz="1200" b="0" kern="1200" baseline="0" dirty="0">
              <a:solidFill>
                <a:schemeClr val="tx1"/>
              </a:solidFill>
              <a:latin typeface="Arial" charset="0"/>
              <a:ea typeface="ＭＳ Ｐゴシック" charset="-128"/>
              <a:cs typeface="ＭＳ Ｐゴシック" charset="-128"/>
            </a:endParaRPr>
          </a:p>
          <a:p>
            <a:r>
              <a:rPr lang="en-US" sz="1200" b="0" kern="1200" baseline="0" dirty="0">
                <a:solidFill>
                  <a:schemeClr val="tx1"/>
                </a:solidFill>
                <a:latin typeface="Arial" charset="0"/>
                <a:ea typeface="ＭＳ Ｐゴシック" charset="-128"/>
                <a:cs typeface="ＭＳ Ｐゴシック" charset="-128"/>
              </a:rPr>
              <a:t>c. It is possible to use a hash function but no encryption for message authentication. The technique assumes that the two communicating parties share a common secret value S. A computes the hash value over the concatenation of M and S and appends the resulting hash value to M. Because B possesses S, it can recompute the hash value to verify. Because the secret value itself is not sent, an opponent cannot modify an intercepted message and cannot generate a false message.</a:t>
            </a:r>
          </a:p>
          <a:p>
            <a:endParaRPr lang="en-US" sz="1200" b="0" kern="1200" baseline="0" dirty="0">
              <a:solidFill>
                <a:schemeClr val="tx1"/>
              </a:solidFill>
              <a:latin typeface="Arial" charset="0"/>
              <a:ea typeface="ＭＳ Ｐゴシック" charset="-128"/>
              <a:cs typeface="ＭＳ Ｐゴシック" charset="-128"/>
            </a:endParaRPr>
          </a:p>
          <a:p>
            <a:r>
              <a:rPr lang="en-US" sz="1200" b="0" kern="1200" baseline="0" dirty="0">
                <a:solidFill>
                  <a:schemeClr val="tx1"/>
                </a:solidFill>
                <a:latin typeface="Arial" charset="0"/>
                <a:ea typeface="ＭＳ Ｐゴシック" charset="-128"/>
                <a:cs typeface="ＭＳ Ｐゴシック" charset="-128"/>
              </a:rPr>
              <a:t>d. Confidentiality can be added to the approach of method (c) by encrypting the</a:t>
            </a:r>
          </a:p>
          <a:p>
            <a:r>
              <a:rPr lang="en-US" sz="1200" b="0" kern="1200" baseline="0" dirty="0">
                <a:solidFill>
                  <a:schemeClr val="tx1"/>
                </a:solidFill>
                <a:latin typeface="Arial" charset="0"/>
                <a:ea typeface="ＭＳ Ｐゴシック" charset="-128"/>
                <a:cs typeface="ＭＳ Ｐゴシック" charset="-128"/>
              </a:rPr>
              <a:t>entire message plus the hash code.</a:t>
            </a:r>
          </a:p>
          <a:p>
            <a:endParaRPr lang="en-US" sz="1200" b="0" kern="1200" baseline="0" dirty="0">
              <a:solidFill>
                <a:schemeClr val="tx1"/>
              </a:solidFill>
              <a:latin typeface="Arial" charset="0"/>
              <a:ea typeface="ＭＳ Ｐゴシック" charset="-128"/>
              <a:cs typeface="ＭＳ Ｐゴシック" charset="-128"/>
            </a:endParaRPr>
          </a:p>
          <a:p>
            <a:r>
              <a:rPr lang="en-US" sz="1200" kern="1200" baseline="0" dirty="0">
                <a:solidFill>
                  <a:schemeClr val="tx1"/>
                </a:solidFill>
                <a:latin typeface="Arial" charset="0"/>
                <a:ea typeface="ＭＳ Ｐゴシック" charset="-128"/>
                <a:cs typeface="ＭＳ Ｐゴシック" charset="-128"/>
              </a:rPr>
              <a:t>When confidentiality is not required, method (b) has an advantage over</a:t>
            </a:r>
          </a:p>
          <a:p>
            <a:r>
              <a:rPr lang="en-US" sz="1200" kern="1200" baseline="0" dirty="0">
                <a:solidFill>
                  <a:schemeClr val="tx1"/>
                </a:solidFill>
                <a:latin typeface="Arial" charset="0"/>
                <a:ea typeface="ＭＳ Ｐゴシック" charset="-128"/>
                <a:cs typeface="ＭＳ Ｐゴシック" charset="-128"/>
              </a:rPr>
              <a:t>methods (a) and (d), which encrypts the entire message, in that less computation</a:t>
            </a:r>
          </a:p>
          <a:p>
            <a:r>
              <a:rPr lang="en-US" sz="1200" kern="1200" baseline="0" dirty="0">
                <a:solidFill>
                  <a:schemeClr val="tx1"/>
                </a:solidFill>
                <a:latin typeface="Arial" charset="0"/>
                <a:ea typeface="ＭＳ Ｐゴシック" charset="-128"/>
                <a:cs typeface="ＭＳ Ｐゴシック" charset="-128"/>
              </a:rPr>
              <a:t>is required. Nevertheless, there has been growing interest in techniques that</a:t>
            </a:r>
          </a:p>
          <a:p>
            <a:r>
              <a:rPr lang="en-US" sz="1200" kern="1200" baseline="0" dirty="0">
                <a:solidFill>
                  <a:schemeClr val="tx1"/>
                </a:solidFill>
                <a:latin typeface="Arial" charset="0"/>
                <a:ea typeface="ＭＳ Ｐゴシック" charset="-128"/>
                <a:cs typeface="ＭＳ Ｐゴシック" charset="-128"/>
              </a:rPr>
              <a:t>avoid encryption (Figure 11.3c). Several reasons for this interest are pointed out in</a:t>
            </a:r>
          </a:p>
          <a:p>
            <a:r>
              <a:rPr lang="en-US" sz="1200" kern="1200" baseline="0" dirty="0">
                <a:solidFill>
                  <a:schemeClr val="tx1"/>
                </a:solidFill>
                <a:latin typeface="Arial" charset="0"/>
                <a:ea typeface="ＭＳ Ｐゴシック" charset="-128"/>
                <a:cs typeface="ＭＳ Ｐゴシック" charset="-128"/>
              </a:rPr>
              <a:t>[TSUD92].</a:t>
            </a:r>
          </a:p>
          <a:p>
            <a:endParaRPr lang="en-US" sz="1200" kern="1200" baseline="0" dirty="0">
              <a:solidFill>
                <a:schemeClr val="tx1"/>
              </a:solidFill>
              <a:latin typeface="Arial" charset="0"/>
              <a:ea typeface="ＭＳ Ｐゴシック" charset="-128"/>
              <a:cs typeface="ＭＳ Ｐゴシック" charset="-128"/>
            </a:endParaRPr>
          </a:p>
          <a:p>
            <a:r>
              <a:rPr lang="en-US" sz="1200" kern="1200" baseline="0" dirty="0">
                <a:solidFill>
                  <a:schemeClr val="tx1"/>
                </a:solidFill>
                <a:latin typeface="Arial" charset="0"/>
                <a:ea typeface="ＭＳ Ｐゴシック" charset="-128"/>
                <a:cs typeface="ＭＳ Ｐゴシック" charset="-128"/>
              </a:rPr>
              <a:t>•  Encryption software is relatively slow. Even though the amount of data to be</a:t>
            </a:r>
          </a:p>
          <a:p>
            <a:r>
              <a:rPr lang="en-US" sz="1200" kern="1200" baseline="0" dirty="0">
                <a:solidFill>
                  <a:schemeClr val="tx1"/>
                </a:solidFill>
                <a:latin typeface="Arial" charset="0"/>
                <a:ea typeface="ＭＳ Ｐゴシック" charset="-128"/>
                <a:cs typeface="ＭＳ Ｐゴシック" charset="-128"/>
              </a:rPr>
              <a:t>encrypted per message is small, there may be a steady stream of messages into</a:t>
            </a:r>
          </a:p>
          <a:p>
            <a:r>
              <a:rPr lang="en-US" sz="1200" kern="1200" baseline="0" dirty="0">
                <a:solidFill>
                  <a:schemeClr val="tx1"/>
                </a:solidFill>
                <a:latin typeface="Arial" charset="0"/>
                <a:ea typeface="ＭＳ Ｐゴシック" charset="-128"/>
                <a:cs typeface="ＭＳ Ｐゴシック" charset="-128"/>
              </a:rPr>
              <a:t>and out of a system.</a:t>
            </a:r>
          </a:p>
          <a:p>
            <a:endParaRPr lang="en-US" sz="1200" kern="1200" baseline="0" dirty="0">
              <a:solidFill>
                <a:schemeClr val="tx1"/>
              </a:solidFill>
              <a:latin typeface="Arial" charset="0"/>
              <a:ea typeface="ＭＳ Ｐゴシック" charset="-128"/>
              <a:cs typeface="ＭＳ Ｐゴシック" charset="-128"/>
            </a:endParaRPr>
          </a:p>
          <a:p>
            <a:r>
              <a:rPr lang="en-US" sz="1200" kern="1200" baseline="0" dirty="0">
                <a:solidFill>
                  <a:schemeClr val="tx1"/>
                </a:solidFill>
                <a:latin typeface="Arial" charset="0"/>
                <a:ea typeface="ＭＳ Ｐゴシック" charset="-128"/>
                <a:cs typeface="ＭＳ Ｐゴシック" charset="-128"/>
              </a:rPr>
              <a:t>•  Encryption hardware costs are not negligible. Low-cost chip implementations</a:t>
            </a:r>
          </a:p>
          <a:p>
            <a:r>
              <a:rPr lang="en-US" sz="1200" kern="1200" baseline="0" dirty="0">
                <a:solidFill>
                  <a:schemeClr val="tx1"/>
                </a:solidFill>
                <a:latin typeface="Arial" charset="0"/>
                <a:ea typeface="ＭＳ Ｐゴシック" charset="-128"/>
                <a:cs typeface="ＭＳ Ｐゴシック" charset="-128"/>
              </a:rPr>
              <a:t>of DES are available, but the cost adds up if all nodes in a network must have</a:t>
            </a:r>
          </a:p>
          <a:p>
            <a:r>
              <a:rPr lang="en-US" sz="1200" kern="1200" baseline="0" dirty="0">
                <a:solidFill>
                  <a:schemeClr val="tx1"/>
                </a:solidFill>
                <a:latin typeface="Arial" charset="0"/>
                <a:ea typeface="ＭＳ Ｐゴシック" charset="-128"/>
                <a:cs typeface="ＭＳ Ｐゴシック" charset="-128"/>
              </a:rPr>
              <a:t>this capability.</a:t>
            </a:r>
          </a:p>
          <a:p>
            <a:endParaRPr lang="en-US" sz="1200" kern="1200" baseline="0" dirty="0">
              <a:solidFill>
                <a:schemeClr val="tx1"/>
              </a:solidFill>
              <a:latin typeface="Arial" charset="0"/>
              <a:ea typeface="ＭＳ Ｐゴシック" charset="-128"/>
              <a:cs typeface="ＭＳ Ｐゴシック" charset="-128"/>
            </a:endParaRPr>
          </a:p>
          <a:p>
            <a:r>
              <a:rPr lang="en-US" sz="1200" kern="1200" baseline="0" dirty="0">
                <a:solidFill>
                  <a:schemeClr val="tx1"/>
                </a:solidFill>
                <a:latin typeface="Arial" charset="0"/>
                <a:ea typeface="ＭＳ Ｐゴシック" charset="-128"/>
                <a:cs typeface="ＭＳ Ｐゴシック" charset="-128"/>
              </a:rPr>
              <a:t>•  Encryption hardware is optimized toward large data sizes. For small blocks</a:t>
            </a:r>
          </a:p>
          <a:p>
            <a:r>
              <a:rPr lang="en-US" sz="1200" kern="1200" baseline="0" dirty="0">
                <a:solidFill>
                  <a:schemeClr val="tx1"/>
                </a:solidFill>
                <a:latin typeface="Arial" charset="0"/>
                <a:ea typeface="ＭＳ Ｐゴシック" charset="-128"/>
                <a:cs typeface="ＭＳ Ｐゴシック" charset="-128"/>
              </a:rPr>
              <a:t>of data, a high proportion of the time is spent in initialization/invocation</a:t>
            </a:r>
          </a:p>
          <a:p>
            <a:r>
              <a:rPr lang="en-US" sz="1200" kern="1200" baseline="0" dirty="0">
                <a:solidFill>
                  <a:schemeClr val="tx1"/>
                </a:solidFill>
                <a:latin typeface="Arial" charset="0"/>
                <a:ea typeface="ＭＳ Ｐゴシック" charset="-128"/>
                <a:cs typeface="ＭＳ Ｐゴシック" charset="-128"/>
              </a:rPr>
              <a:t>overhead.</a:t>
            </a:r>
          </a:p>
          <a:p>
            <a:endParaRPr lang="en-US" sz="1200" kern="1200" baseline="0" dirty="0">
              <a:solidFill>
                <a:schemeClr val="tx1"/>
              </a:solidFill>
              <a:latin typeface="Arial" charset="0"/>
              <a:ea typeface="ＭＳ Ｐゴシック" charset="-128"/>
              <a:cs typeface="ＭＳ Ｐゴシック" charset="-128"/>
            </a:endParaRPr>
          </a:p>
          <a:p>
            <a:r>
              <a:rPr lang="en-US" sz="1200" kern="1200" baseline="0" dirty="0">
                <a:solidFill>
                  <a:schemeClr val="tx1"/>
                </a:solidFill>
                <a:latin typeface="Arial" charset="0"/>
                <a:ea typeface="ＭＳ Ｐゴシック" charset="-128"/>
                <a:cs typeface="ＭＳ Ｐゴシック" charset="-128"/>
              </a:rPr>
              <a:t>•  Encryption algorithms may be covered by patents, and there is a cost associated with licensing their use.</a:t>
            </a:r>
            <a:endParaRPr lang="en-US" b="0" dirty="0">
              <a:latin typeface="Arial" pitchFamily="-84" charset="0"/>
              <a:ea typeface="ＭＳ Ｐゴシック" pitchFamily="-84" charset="-128"/>
              <a:cs typeface="ＭＳ Ｐゴシック" pitchFamily="-84" charset="-128"/>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b="0" kern="1200" baseline="0" dirty="0">
                <a:solidFill>
                  <a:schemeClr val="tx1"/>
                </a:solidFill>
                <a:latin typeface="Arial" charset="0"/>
                <a:ea typeface="ＭＳ Ｐゴシック" charset="-128"/>
                <a:cs typeface="ＭＳ Ｐゴシック" charset="-128"/>
              </a:rPr>
              <a:t>Another important application, which is similar to the message authentication</a:t>
            </a:r>
          </a:p>
          <a:p>
            <a:r>
              <a:rPr lang="en-US" sz="1200" b="0" kern="1200" baseline="0" dirty="0">
                <a:solidFill>
                  <a:schemeClr val="tx1"/>
                </a:solidFill>
                <a:latin typeface="Arial" charset="0"/>
                <a:ea typeface="ＭＳ Ｐゴシック" charset="-128"/>
                <a:cs typeface="ＭＳ Ｐゴシック" charset="-128"/>
              </a:rPr>
              <a:t>application, is the </a:t>
            </a:r>
            <a:r>
              <a:rPr lang="en-US" sz="1200" b="1" kern="1200" baseline="0" dirty="0">
                <a:solidFill>
                  <a:schemeClr val="tx1"/>
                </a:solidFill>
                <a:latin typeface="Arial" charset="0"/>
                <a:ea typeface="ＭＳ Ｐゴシック" charset="-128"/>
                <a:cs typeface="ＭＳ Ｐゴシック" charset="-128"/>
              </a:rPr>
              <a:t>digital signature </a:t>
            </a:r>
            <a:r>
              <a:rPr lang="en-US" sz="1200" b="0" kern="1200" baseline="0" dirty="0">
                <a:solidFill>
                  <a:schemeClr val="tx1"/>
                </a:solidFill>
                <a:latin typeface="Arial" charset="0"/>
                <a:ea typeface="ＭＳ Ｐゴシック" charset="-128"/>
                <a:cs typeface="ＭＳ Ｐゴシック" charset="-128"/>
              </a:rPr>
              <a:t>. The operation of the digital signature is similar</a:t>
            </a:r>
          </a:p>
          <a:p>
            <a:r>
              <a:rPr lang="en-US" sz="1200" b="0" kern="1200" baseline="0" dirty="0">
                <a:solidFill>
                  <a:schemeClr val="tx1"/>
                </a:solidFill>
                <a:latin typeface="Arial" charset="0"/>
                <a:ea typeface="ＭＳ Ｐゴシック" charset="-128"/>
                <a:cs typeface="ＭＳ Ｐゴシック" charset="-128"/>
              </a:rPr>
              <a:t>to that of the MAC. In the case of the digital signature, the hash value of a message</a:t>
            </a:r>
          </a:p>
          <a:p>
            <a:r>
              <a:rPr lang="en-US" sz="1200" b="0" kern="1200" baseline="0" dirty="0">
                <a:solidFill>
                  <a:schemeClr val="tx1"/>
                </a:solidFill>
                <a:latin typeface="Arial" charset="0"/>
                <a:ea typeface="ＭＳ Ｐゴシック" charset="-128"/>
                <a:cs typeface="ＭＳ Ｐゴシック" charset="-128"/>
              </a:rPr>
              <a:t>is encrypted with a user’s private key. Anyone who knows the user’s public key</a:t>
            </a:r>
          </a:p>
          <a:p>
            <a:r>
              <a:rPr lang="en-US" sz="1200" b="0" kern="1200" baseline="0" dirty="0">
                <a:solidFill>
                  <a:schemeClr val="tx1"/>
                </a:solidFill>
                <a:latin typeface="Arial" charset="0"/>
                <a:ea typeface="ＭＳ Ｐゴシック" charset="-128"/>
                <a:cs typeface="ＭＳ Ｐゴシック" charset="-128"/>
              </a:rPr>
              <a:t>can verify the integrity of the message that is associated with the digital signature.</a:t>
            </a:r>
          </a:p>
          <a:p>
            <a:r>
              <a:rPr lang="en-US" sz="1200" b="0" kern="1200" baseline="0" dirty="0">
                <a:solidFill>
                  <a:schemeClr val="tx1"/>
                </a:solidFill>
                <a:latin typeface="Arial" charset="0"/>
                <a:ea typeface="ＭＳ Ｐゴシック" charset="-128"/>
                <a:cs typeface="ＭＳ Ｐゴシック" charset="-128"/>
              </a:rPr>
              <a:t>In this case, an attacker who wishes to alter the message would need to know the</a:t>
            </a:r>
          </a:p>
          <a:p>
            <a:r>
              <a:rPr lang="en-US" sz="1200" b="0" kern="1200" baseline="0" dirty="0">
                <a:solidFill>
                  <a:schemeClr val="tx1"/>
                </a:solidFill>
                <a:latin typeface="Arial" charset="0"/>
                <a:ea typeface="ＭＳ Ｐゴシック" charset="-128"/>
                <a:cs typeface="ＭＳ Ｐゴシック" charset="-128"/>
              </a:rPr>
              <a:t>user’s private key. As we shall see in Chapter 14, the implications of digital signatures go beyond just message authentication.</a:t>
            </a:r>
            <a:endParaRPr lang="en-US" b="0" dirty="0"/>
          </a:p>
        </p:txBody>
      </p:sp>
      <p:sp>
        <p:nvSpPr>
          <p:cNvPr id="4" name="Slide Number Placeholder 3"/>
          <p:cNvSpPr>
            <a:spLocks noGrp="1"/>
          </p:cNvSpPr>
          <p:nvPr>
            <p:ph type="sldNum" sz="quarter" idx="10"/>
          </p:nvPr>
        </p:nvSpPr>
        <p:spPr/>
        <p:txBody>
          <a:bodyPr/>
          <a:lstStyle/>
          <a:p>
            <a:pPr>
              <a:defRPr/>
            </a:pPr>
            <a:fld id="{E83E65D8-9B49-EC43-BBB1-0F187E663737}" type="slidenum">
              <a:rPr lang="en-AU" smtClean="0"/>
              <a:pPr>
                <a:defRPr/>
              </a:pPr>
              <a:t>6</a:t>
            </a:fld>
            <a:endParaRPr lang="en-AU"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Arial" charset="0"/>
                <a:ea typeface="ＭＳ Ｐゴシック" charset="-128"/>
                <a:cs typeface="ＭＳ Ｐゴシック" charset="-128"/>
              </a:rPr>
              <a:t>Figure 11.4 illustrates, in a simplified fashion, how a hash code is used to provide</a:t>
            </a:r>
          </a:p>
          <a:p>
            <a:r>
              <a:rPr lang="en-US" sz="1200" kern="1200" baseline="0" dirty="0">
                <a:solidFill>
                  <a:schemeClr val="tx1"/>
                </a:solidFill>
                <a:latin typeface="Arial" charset="0"/>
                <a:ea typeface="ＭＳ Ｐゴシック" charset="-128"/>
                <a:cs typeface="ＭＳ Ｐゴシック" charset="-128"/>
              </a:rPr>
              <a:t>a digital signature.</a:t>
            </a:r>
          </a:p>
          <a:p>
            <a:endParaRPr lang="en-US" sz="1200" kern="1200" baseline="0" dirty="0">
              <a:solidFill>
                <a:schemeClr val="tx1"/>
              </a:solidFill>
              <a:latin typeface="Arial" charset="0"/>
              <a:ea typeface="ＭＳ Ｐゴシック" charset="-128"/>
              <a:cs typeface="ＭＳ Ｐゴシック" charset="-128"/>
            </a:endParaRPr>
          </a:p>
          <a:p>
            <a:r>
              <a:rPr lang="en-US" sz="1200" kern="1200" baseline="0" dirty="0">
                <a:solidFill>
                  <a:schemeClr val="tx1"/>
                </a:solidFill>
                <a:latin typeface="Arial" charset="0"/>
                <a:ea typeface="ＭＳ Ｐゴシック" charset="-128"/>
                <a:cs typeface="ＭＳ Ｐゴシック" charset="-128"/>
              </a:rPr>
              <a:t>a.  The hash code is encrypted, using public-key encryption with the sender’s private key. As with Figure 11.3b, this provides authentication. It also provides a</a:t>
            </a:r>
          </a:p>
          <a:p>
            <a:r>
              <a:rPr lang="en-US" sz="1200" kern="1200" baseline="0" dirty="0">
                <a:solidFill>
                  <a:schemeClr val="tx1"/>
                </a:solidFill>
                <a:latin typeface="Arial" charset="0"/>
                <a:ea typeface="ＭＳ Ｐゴシック" charset="-128"/>
                <a:cs typeface="ＭＳ Ｐゴシック" charset="-128"/>
              </a:rPr>
              <a:t>digital signature, because only the sender could have produced the encrypted</a:t>
            </a:r>
          </a:p>
          <a:p>
            <a:r>
              <a:rPr lang="en-US" sz="1200" kern="1200" baseline="0" dirty="0">
                <a:solidFill>
                  <a:schemeClr val="tx1"/>
                </a:solidFill>
                <a:latin typeface="Arial" charset="0"/>
                <a:ea typeface="ＭＳ Ｐゴシック" charset="-128"/>
                <a:cs typeface="ＭＳ Ｐゴシック" charset="-128"/>
              </a:rPr>
              <a:t>hash code. In fact, this is the essence of the digital signature technique.</a:t>
            </a:r>
          </a:p>
          <a:p>
            <a:endParaRPr lang="en-US" sz="1200" kern="1200" baseline="0" dirty="0">
              <a:solidFill>
                <a:schemeClr val="tx1"/>
              </a:solidFill>
              <a:latin typeface="Arial" charset="0"/>
              <a:ea typeface="ＭＳ Ｐゴシック" charset="-128"/>
              <a:cs typeface="ＭＳ Ｐゴシック" charset="-128"/>
            </a:endParaRPr>
          </a:p>
          <a:p>
            <a:r>
              <a:rPr lang="en-US" sz="1200" kern="1200" baseline="0" dirty="0">
                <a:solidFill>
                  <a:schemeClr val="tx1"/>
                </a:solidFill>
                <a:latin typeface="Arial" charset="0"/>
                <a:ea typeface="ＭＳ Ｐゴシック" charset="-128"/>
                <a:cs typeface="ＭＳ Ｐゴシック" charset="-128"/>
              </a:rPr>
              <a:t>b.  If confidentiality as well as a digital signature is desired, then the message</a:t>
            </a:r>
          </a:p>
          <a:p>
            <a:r>
              <a:rPr lang="en-US" sz="1200" kern="1200" baseline="0" dirty="0">
                <a:solidFill>
                  <a:schemeClr val="tx1"/>
                </a:solidFill>
                <a:latin typeface="Arial" charset="0"/>
                <a:ea typeface="ＭＳ Ｐゴシック" charset="-128"/>
                <a:cs typeface="ＭＳ Ｐゴシック" charset="-128"/>
              </a:rPr>
              <a:t>plus the private-key-encrypted hash code can be encrypted using a symmetric</a:t>
            </a:r>
          </a:p>
          <a:p>
            <a:r>
              <a:rPr lang="en-US" sz="1200" kern="1200" baseline="0" dirty="0">
                <a:solidFill>
                  <a:schemeClr val="tx1"/>
                </a:solidFill>
                <a:latin typeface="Arial" charset="0"/>
                <a:ea typeface="ＭＳ Ｐゴシック" charset="-128"/>
                <a:cs typeface="ＭＳ Ｐゴシック" charset="-128"/>
              </a:rPr>
              <a:t>secret key. This is a common technique.</a:t>
            </a:r>
            <a:endParaRPr lang="en-US" dirty="0"/>
          </a:p>
        </p:txBody>
      </p:sp>
      <p:sp>
        <p:nvSpPr>
          <p:cNvPr id="4" name="Slide Number Placeholder 3"/>
          <p:cNvSpPr>
            <a:spLocks noGrp="1"/>
          </p:cNvSpPr>
          <p:nvPr>
            <p:ph type="sldNum" sz="quarter" idx="10"/>
          </p:nvPr>
        </p:nvSpPr>
        <p:spPr/>
        <p:txBody>
          <a:bodyPr/>
          <a:lstStyle/>
          <a:p>
            <a:pPr>
              <a:defRPr/>
            </a:pPr>
            <a:fld id="{E83E65D8-9B49-EC43-BBB1-0F187E663737}" type="slidenum">
              <a:rPr lang="en-AU" smtClean="0"/>
              <a:pPr>
                <a:defRPr/>
              </a:pPr>
              <a:t>7</a:t>
            </a:fld>
            <a:endParaRPr lang="en-AU"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dirty="0">
                <a:solidFill>
                  <a:schemeClr val="tx1"/>
                </a:solidFill>
                <a:effectLst/>
                <a:latin typeface="Arial" charset="0"/>
                <a:ea typeface="ＭＳ Ｐゴシック" charset="-128"/>
                <a:cs typeface="ＭＳ Ｐゴシック" charset="-128"/>
              </a:rPr>
              <a:t>Before proceeding, we need to define two terms. For a hash value </a:t>
            </a:r>
            <a:r>
              <a:rPr lang="en-US" sz="1200" i="1" kern="1200" dirty="0">
                <a:solidFill>
                  <a:schemeClr val="tx1"/>
                </a:solidFill>
                <a:effectLst/>
                <a:latin typeface="Arial" charset="0"/>
                <a:ea typeface="ＭＳ Ｐゴシック" charset="-128"/>
                <a:cs typeface="ＭＳ Ｐゴシック" charset="-128"/>
              </a:rPr>
              <a:t>h </a:t>
            </a:r>
            <a:r>
              <a:rPr lang="en-US" sz="1200" kern="1200" dirty="0">
                <a:solidFill>
                  <a:schemeClr val="tx1"/>
                </a:solidFill>
                <a:effectLst/>
                <a:latin typeface="Arial" charset="0"/>
                <a:ea typeface="ＭＳ Ｐゴシック" charset="-128"/>
                <a:cs typeface="ＭＳ Ｐゴシック" charset="-128"/>
              </a:rPr>
              <a:t>= H(</a:t>
            </a:r>
            <a:r>
              <a:rPr lang="en-US" sz="1200" i="1" kern="1200" dirty="0">
                <a:solidFill>
                  <a:schemeClr val="tx1"/>
                </a:solidFill>
                <a:effectLst/>
                <a:latin typeface="Arial" charset="0"/>
                <a:ea typeface="ＭＳ Ｐゴシック" charset="-128"/>
                <a:cs typeface="ＭＳ Ｐゴシック" charset="-128"/>
              </a:rPr>
              <a:t>x</a:t>
            </a:r>
            <a:r>
              <a:rPr lang="en-US" sz="1200" kern="1200" dirty="0">
                <a:solidFill>
                  <a:schemeClr val="tx1"/>
                </a:solidFill>
                <a:effectLst/>
                <a:latin typeface="Arial" charset="0"/>
                <a:ea typeface="ＭＳ Ｐゴシック" charset="-128"/>
                <a:cs typeface="ＭＳ Ｐゴシック" charset="-128"/>
              </a:rPr>
              <a:t>), we say that </a:t>
            </a:r>
            <a:r>
              <a:rPr lang="en-US" sz="1200" i="1" kern="1200" dirty="0">
                <a:solidFill>
                  <a:schemeClr val="tx1"/>
                </a:solidFill>
                <a:effectLst/>
                <a:latin typeface="Arial" charset="0"/>
                <a:ea typeface="ＭＳ Ｐゴシック" charset="-128"/>
                <a:cs typeface="ＭＳ Ｐゴシック" charset="-128"/>
              </a:rPr>
              <a:t>x </a:t>
            </a:r>
            <a:r>
              <a:rPr lang="en-US" sz="1200" kern="1200" dirty="0">
                <a:solidFill>
                  <a:schemeClr val="tx1"/>
                </a:solidFill>
                <a:effectLst/>
                <a:latin typeface="Arial" charset="0"/>
                <a:ea typeface="ＭＳ Ｐゴシック" charset="-128"/>
                <a:cs typeface="ＭＳ Ｐゴシック" charset="-128"/>
              </a:rPr>
              <a:t>is the </a:t>
            </a:r>
            <a:r>
              <a:rPr lang="en-US" sz="1200" b="1" kern="1200" dirty="0">
                <a:solidFill>
                  <a:schemeClr val="tx1"/>
                </a:solidFill>
                <a:effectLst/>
                <a:latin typeface="Arial" charset="0"/>
                <a:ea typeface="ＭＳ Ｐゴシック" charset="-128"/>
                <a:cs typeface="ＭＳ Ｐゴシック" charset="-128"/>
              </a:rPr>
              <a:t>preimage </a:t>
            </a:r>
            <a:r>
              <a:rPr lang="en-US" sz="1200" kern="1200" dirty="0">
                <a:solidFill>
                  <a:schemeClr val="tx1"/>
                </a:solidFill>
                <a:effectLst/>
                <a:latin typeface="Arial" charset="0"/>
                <a:ea typeface="ＭＳ Ｐゴシック" charset="-128"/>
                <a:cs typeface="ＭＳ Ｐゴシック" charset="-128"/>
              </a:rPr>
              <a:t>of </a:t>
            </a:r>
            <a:r>
              <a:rPr lang="en-US" sz="1200" i="1" kern="1200" dirty="0">
                <a:solidFill>
                  <a:schemeClr val="tx1"/>
                </a:solidFill>
                <a:effectLst/>
                <a:latin typeface="Arial" charset="0"/>
                <a:ea typeface="ＭＳ Ｐゴシック" charset="-128"/>
                <a:cs typeface="ＭＳ Ｐゴシック" charset="-128"/>
              </a:rPr>
              <a:t>h</a:t>
            </a:r>
            <a:r>
              <a:rPr lang="en-US" sz="1200" kern="1200" dirty="0">
                <a:solidFill>
                  <a:schemeClr val="tx1"/>
                </a:solidFill>
                <a:effectLst/>
                <a:latin typeface="Arial" charset="0"/>
                <a:ea typeface="ＭＳ Ｐゴシック" charset="-128"/>
                <a:cs typeface="ＭＳ Ｐゴシック" charset="-128"/>
              </a:rPr>
              <a:t>. That is, </a:t>
            </a:r>
            <a:r>
              <a:rPr lang="en-US" sz="1200" i="1" kern="1200" dirty="0">
                <a:solidFill>
                  <a:schemeClr val="tx1"/>
                </a:solidFill>
                <a:effectLst/>
                <a:latin typeface="Arial" charset="0"/>
                <a:ea typeface="ＭＳ Ｐゴシック" charset="-128"/>
                <a:cs typeface="ＭＳ Ｐゴシック" charset="-128"/>
              </a:rPr>
              <a:t>x </a:t>
            </a:r>
            <a:r>
              <a:rPr lang="en-US" sz="1200" kern="1200" dirty="0">
                <a:solidFill>
                  <a:schemeClr val="tx1"/>
                </a:solidFill>
                <a:effectLst/>
                <a:latin typeface="Arial" charset="0"/>
                <a:ea typeface="ＭＳ Ｐゴシック" charset="-128"/>
                <a:cs typeface="ＭＳ Ｐゴシック" charset="-128"/>
              </a:rPr>
              <a:t>is a data block whose hash value, using the function H, is </a:t>
            </a:r>
            <a:r>
              <a:rPr lang="en-US" sz="1200" i="1" kern="1200" dirty="0">
                <a:solidFill>
                  <a:schemeClr val="tx1"/>
                </a:solidFill>
                <a:effectLst/>
                <a:latin typeface="Arial" charset="0"/>
                <a:ea typeface="ＭＳ Ｐゴシック" charset="-128"/>
                <a:cs typeface="ＭＳ Ｐゴシック" charset="-128"/>
              </a:rPr>
              <a:t>h</a:t>
            </a:r>
            <a:r>
              <a:rPr lang="en-US" sz="1200" kern="1200" dirty="0">
                <a:solidFill>
                  <a:schemeClr val="tx1"/>
                </a:solidFill>
                <a:effectLst/>
                <a:latin typeface="Arial" charset="0"/>
                <a:ea typeface="ＭＳ Ｐゴシック" charset="-128"/>
                <a:cs typeface="ＭＳ Ｐゴシック" charset="-128"/>
              </a:rPr>
              <a:t>. Because H is a many-to-one mapping, for any given hash value </a:t>
            </a:r>
            <a:r>
              <a:rPr lang="en-US" sz="1200" i="1" kern="1200" dirty="0">
                <a:solidFill>
                  <a:schemeClr val="tx1"/>
                </a:solidFill>
                <a:effectLst/>
                <a:latin typeface="Arial" charset="0"/>
                <a:ea typeface="ＭＳ Ｐゴシック" charset="-128"/>
                <a:cs typeface="ＭＳ Ｐゴシック" charset="-128"/>
              </a:rPr>
              <a:t>h</a:t>
            </a:r>
            <a:r>
              <a:rPr lang="en-US" sz="1200" kern="1200" dirty="0">
                <a:solidFill>
                  <a:schemeClr val="tx1"/>
                </a:solidFill>
                <a:effectLst/>
                <a:latin typeface="Arial" charset="0"/>
                <a:ea typeface="ＭＳ Ｐゴシック" charset="-128"/>
                <a:cs typeface="ＭＳ Ｐゴシック" charset="-128"/>
              </a:rPr>
              <a:t>, there will in general be multiple preimages. A </a:t>
            </a:r>
            <a:r>
              <a:rPr lang="en-US" sz="1200" b="1" kern="1200" dirty="0">
                <a:solidFill>
                  <a:schemeClr val="tx1"/>
                </a:solidFill>
                <a:effectLst/>
                <a:latin typeface="Arial" charset="0"/>
                <a:ea typeface="ＭＳ Ｐゴシック" charset="-128"/>
                <a:cs typeface="ＭＳ Ｐゴシック" charset="-128"/>
              </a:rPr>
              <a:t>collision </a:t>
            </a:r>
            <a:r>
              <a:rPr lang="en-US" sz="1200" kern="1200" dirty="0">
                <a:solidFill>
                  <a:schemeClr val="tx1"/>
                </a:solidFill>
                <a:effectLst/>
                <a:latin typeface="Arial" charset="0"/>
                <a:ea typeface="ＭＳ Ｐゴシック" charset="-128"/>
                <a:cs typeface="ＭＳ Ｐゴシック" charset="-128"/>
              </a:rPr>
              <a:t>occurs if we have </a:t>
            </a:r>
            <a:r>
              <a:rPr lang="en-US" sz="1200" i="1" kern="1200" dirty="0">
                <a:solidFill>
                  <a:schemeClr val="tx1"/>
                </a:solidFill>
                <a:effectLst/>
                <a:latin typeface="Arial" charset="0"/>
                <a:ea typeface="ＭＳ Ｐゴシック" charset="-128"/>
                <a:cs typeface="ＭＳ Ｐゴシック" charset="-128"/>
              </a:rPr>
              <a:t>x </a:t>
            </a:r>
            <a:r>
              <a:rPr lang="en-US" sz="1200" kern="1200" dirty="0">
                <a:solidFill>
                  <a:schemeClr val="tx1"/>
                </a:solidFill>
                <a:effectLst/>
                <a:latin typeface="Arial" charset="0"/>
                <a:ea typeface="ＭＳ Ｐゴシック" charset="-128"/>
                <a:cs typeface="ＭＳ Ｐゴシック" charset="-128"/>
              </a:rPr>
              <a:t>≠ </a:t>
            </a:r>
            <a:r>
              <a:rPr lang="en-US" sz="1200" i="1" kern="1200" dirty="0">
                <a:solidFill>
                  <a:schemeClr val="tx1"/>
                </a:solidFill>
                <a:effectLst/>
                <a:latin typeface="Arial" charset="0"/>
                <a:ea typeface="ＭＳ Ｐゴシック" charset="-128"/>
                <a:cs typeface="ＭＳ Ｐゴシック" charset="-128"/>
              </a:rPr>
              <a:t>y </a:t>
            </a:r>
            <a:r>
              <a:rPr lang="en-US" sz="1200" kern="1200" dirty="0">
                <a:solidFill>
                  <a:schemeClr val="tx1"/>
                </a:solidFill>
                <a:effectLst/>
                <a:latin typeface="Arial" charset="0"/>
                <a:ea typeface="ＭＳ Ｐゴシック" charset="-128"/>
                <a:cs typeface="ＭＳ Ｐゴシック" charset="-128"/>
              </a:rPr>
              <a:t>and H(</a:t>
            </a:r>
            <a:r>
              <a:rPr lang="en-US" sz="1200" i="1" kern="1200" dirty="0">
                <a:solidFill>
                  <a:schemeClr val="tx1"/>
                </a:solidFill>
                <a:effectLst/>
                <a:latin typeface="Arial" charset="0"/>
                <a:ea typeface="ＭＳ Ｐゴシック" charset="-128"/>
                <a:cs typeface="ＭＳ Ｐゴシック" charset="-128"/>
              </a:rPr>
              <a:t>x</a:t>
            </a:r>
            <a:r>
              <a:rPr lang="en-US" sz="1200" kern="1200" dirty="0">
                <a:solidFill>
                  <a:schemeClr val="tx1"/>
                </a:solidFill>
                <a:effectLst/>
                <a:latin typeface="Arial" charset="0"/>
                <a:ea typeface="ＭＳ Ｐゴシック" charset="-128"/>
                <a:cs typeface="ＭＳ Ｐゴシック" charset="-128"/>
              </a:rPr>
              <a:t>) = H(</a:t>
            </a:r>
            <a:r>
              <a:rPr lang="en-US" sz="1200" i="1" kern="1200" dirty="0">
                <a:solidFill>
                  <a:schemeClr val="tx1"/>
                </a:solidFill>
                <a:effectLst/>
                <a:latin typeface="Arial" charset="0"/>
                <a:ea typeface="ＭＳ Ｐゴシック" charset="-128"/>
                <a:cs typeface="ＭＳ Ｐゴシック" charset="-128"/>
              </a:rPr>
              <a:t>y</a:t>
            </a:r>
            <a:r>
              <a:rPr lang="en-US" sz="1200" kern="1200" dirty="0">
                <a:solidFill>
                  <a:schemeClr val="tx1"/>
                </a:solidFill>
                <a:effectLst/>
                <a:latin typeface="Arial" charset="0"/>
                <a:ea typeface="ＭＳ Ｐゴシック" charset="-128"/>
                <a:cs typeface="ＭＳ Ｐゴシック" charset="-128"/>
              </a:rPr>
              <a:t>). Because we are using hash functions for data integrity, collisions are clearly undesirable. </a:t>
            </a:r>
            <a:endParaRPr lang="en-US" dirty="0"/>
          </a:p>
        </p:txBody>
      </p:sp>
      <p:sp>
        <p:nvSpPr>
          <p:cNvPr id="4" name="Slide Number Placeholder 3"/>
          <p:cNvSpPr>
            <a:spLocks noGrp="1"/>
          </p:cNvSpPr>
          <p:nvPr>
            <p:ph type="sldNum" sz="quarter" idx="10"/>
          </p:nvPr>
        </p:nvSpPr>
        <p:spPr/>
        <p:txBody>
          <a:bodyPr/>
          <a:lstStyle/>
          <a:p>
            <a:pPr>
              <a:defRPr/>
            </a:pPr>
            <a:fld id="{E83E65D8-9B49-EC43-BBB1-0F187E663737}" type="slidenum">
              <a:rPr lang="en-AU" smtClean="0"/>
              <a:pPr>
                <a:defRPr/>
              </a:pPr>
              <a:t>8</a:t>
            </a:fld>
            <a:endParaRPr lang="en-AU"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p:cNvSpPr>
          <p:nvPr>
            <p:ph type="sldImg"/>
          </p:nvPr>
        </p:nvSpPr>
        <p:spPr>
          <a:xfrm>
            <a:off x="381000" y="685800"/>
            <a:ext cx="6096000" cy="3429000"/>
          </a:xfrm>
          <a:ln/>
        </p:spPr>
      </p:sp>
      <p:sp>
        <p:nvSpPr>
          <p:cNvPr id="33795" name="Notes Placeholder 2"/>
          <p:cNvSpPr>
            <a:spLocks noGrp="1"/>
          </p:cNvSpPr>
          <p:nvPr>
            <p:ph type="body" idx="1"/>
          </p:nvPr>
        </p:nvSpPr>
        <p:spPr>
          <a:xfrm>
            <a:off x="457200" y="4343400"/>
            <a:ext cx="6019800" cy="4341813"/>
          </a:xfrm>
          <a:noFill/>
          <a:ln/>
        </p:spPr>
        <p:txBody>
          <a:bodyPr/>
          <a:lstStyle/>
          <a:p>
            <a:r>
              <a:rPr lang="en-US" sz="1200" kern="1200" baseline="0" dirty="0">
                <a:solidFill>
                  <a:schemeClr val="tx1"/>
                </a:solidFill>
                <a:latin typeface="Arial" charset="0"/>
                <a:ea typeface="ＭＳ Ｐゴシック" charset="-128"/>
                <a:cs typeface="ＭＳ Ｐゴシック" charset="-128"/>
              </a:rPr>
              <a:t> As with encryption algorithms, there are two categories of attacks on hash</a:t>
            </a:r>
          </a:p>
          <a:p>
            <a:r>
              <a:rPr lang="en-US" sz="1200" kern="1200" baseline="0" dirty="0">
                <a:solidFill>
                  <a:schemeClr val="tx1"/>
                </a:solidFill>
                <a:latin typeface="Arial" charset="0"/>
                <a:ea typeface="ＭＳ Ｐゴシック" charset="-128"/>
                <a:cs typeface="ＭＳ Ｐゴシック" charset="-128"/>
              </a:rPr>
              <a:t>functions: brute-force attacks and cryptanalysis. A brute-force attack does not depend on the specific algorithm but depends only on bit length. In the case of a hash function, a brute-force attack depends only on the bit length of the hash value. A cryptanalysis, in contrast, is an attack based on weaknesses in a particular cryptographic algorithm. </a:t>
            </a:r>
          </a:p>
          <a:p>
            <a:endParaRPr lang="en-US" sz="1200" kern="1200" baseline="0" dirty="0">
              <a:solidFill>
                <a:schemeClr val="tx1"/>
              </a:solidFill>
              <a:latin typeface="Arial" charset="0"/>
              <a:ea typeface="ＭＳ Ｐゴシック" charset="-128"/>
              <a:cs typeface="ＭＳ Ｐゴシック" charset="-128"/>
            </a:endParaRPr>
          </a:p>
          <a:p>
            <a:endParaRPr lang="en-US" sz="1200" kern="1200" baseline="0" dirty="0">
              <a:solidFill>
                <a:schemeClr val="tx1"/>
              </a:solidFill>
              <a:latin typeface="Arial" charset="0"/>
              <a:ea typeface="ＭＳ Ｐゴシック" charset="-128"/>
              <a:cs typeface="ＭＳ Ｐゴシック" charset="-128"/>
            </a:endParaRPr>
          </a:p>
          <a:p>
            <a:endParaRPr lang="en-US" sz="1200" kern="1200" baseline="0" dirty="0">
              <a:solidFill>
                <a:schemeClr val="tx1"/>
              </a:solidFill>
              <a:latin typeface="Arial" charset="0"/>
              <a:ea typeface="ＭＳ Ｐゴシック" charset="-128"/>
              <a:cs typeface="ＭＳ Ｐゴシック" charset="-128"/>
            </a:endParaRPr>
          </a:p>
          <a:p>
            <a:endParaRPr lang="en-US" dirty="0">
              <a:latin typeface="Arial" pitchFamily="-84" charset="0"/>
              <a:ea typeface="ＭＳ Ｐゴシック" pitchFamily="-84" charset="-128"/>
              <a:cs typeface="ＭＳ Ｐゴシック" pitchFamily="-84" charset="-128"/>
            </a:endParaRPr>
          </a:p>
        </p:txBody>
      </p:sp>
      <p:sp>
        <p:nvSpPr>
          <p:cNvPr id="33796" name="Slide Number Placeholder 3"/>
          <p:cNvSpPr>
            <a:spLocks noGrp="1"/>
          </p:cNvSpPr>
          <p:nvPr>
            <p:ph type="sldNum" sz="quarter" idx="5"/>
          </p:nvPr>
        </p:nvSpPr>
        <p:spPr>
          <a:noFill/>
        </p:spPr>
        <p:txBody>
          <a:bodyPr/>
          <a:lstStyle/>
          <a:p>
            <a:fld id="{56DF2600-5D05-8E4F-A181-08737FF03C5F}" type="slidenum">
              <a:rPr lang="en-AU" smtClean="0">
                <a:latin typeface="Arial" pitchFamily="-84" charset="0"/>
              </a:rPr>
              <a:pPr/>
              <a:t>9</a:t>
            </a:fld>
            <a:endParaRPr lang="en-AU" dirty="0">
              <a:latin typeface="Arial" pitchFamily="-8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p:spPr>
        <p:txBody>
          <a:bodyPr/>
          <a:lstStyle/>
          <a:p>
            <a:fld id="{C27248A7-0C3D-BE42-AD30-26B10311FFD1}" type="slidenum">
              <a:rPr lang="en-AU">
                <a:latin typeface="Arial" pitchFamily="-84" charset="0"/>
              </a:rPr>
              <a:pPr/>
              <a:t>11</a:t>
            </a:fld>
            <a:endParaRPr lang="en-AU" dirty="0">
              <a:latin typeface="Arial" pitchFamily="-84" charset="0"/>
            </a:endParaRPr>
          </a:p>
        </p:txBody>
      </p:sp>
      <p:sp>
        <p:nvSpPr>
          <p:cNvPr id="35843" name="Rectangle 2"/>
          <p:cNvSpPr>
            <a:spLocks noGrp="1" noRot="1" noChangeAspect="1" noChangeArrowheads="1" noTextEdit="1"/>
          </p:cNvSpPr>
          <p:nvPr>
            <p:ph type="sldImg"/>
          </p:nvPr>
        </p:nvSpPr>
        <p:spPr>
          <a:xfrm>
            <a:off x="381000" y="685800"/>
            <a:ext cx="6096000" cy="3429000"/>
          </a:xfrm>
          <a:ln/>
        </p:spPr>
      </p:sp>
      <p:sp>
        <p:nvSpPr>
          <p:cNvPr id="35844" name="Rectangle 3"/>
          <p:cNvSpPr>
            <a:spLocks noGrp="1" noChangeArrowheads="1"/>
          </p:cNvSpPr>
          <p:nvPr>
            <p:ph type="body" idx="1"/>
          </p:nvPr>
        </p:nvSpPr>
        <p:spPr>
          <a:noFill/>
          <a:ln/>
        </p:spPr>
        <p:txBody>
          <a:bodyPr/>
          <a:lstStyle/>
          <a:p>
            <a:r>
              <a:rPr lang="en-US" sz="1200" kern="1200" baseline="0" dirty="0">
                <a:solidFill>
                  <a:schemeClr val="tx1"/>
                </a:solidFill>
                <a:latin typeface="Arial" charset="0"/>
                <a:ea typeface="ＭＳ Ｐゴシック" charset="-128"/>
                <a:cs typeface="ＭＳ Ｐゴシック" charset="-128"/>
              </a:rPr>
              <a:t>For a collision resistant attack, an adversary wishes</a:t>
            </a:r>
          </a:p>
          <a:p>
            <a:r>
              <a:rPr lang="en-US" sz="1200" kern="1200" baseline="0" dirty="0">
                <a:solidFill>
                  <a:schemeClr val="tx1"/>
                </a:solidFill>
                <a:latin typeface="Arial" charset="0"/>
                <a:ea typeface="ＭＳ Ｐゴシック" charset="-128"/>
                <a:cs typeface="ＭＳ Ｐゴシック" charset="-128"/>
              </a:rPr>
              <a:t>to find two messages or data blocks,</a:t>
            </a:r>
            <a:r>
              <a:rPr lang="en-US" sz="1200" i="1" kern="1200" baseline="0" dirty="0">
                <a:solidFill>
                  <a:schemeClr val="tx1"/>
                </a:solidFill>
                <a:latin typeface="Arial" charset="0"/>
                <a:ea typeface="ＭＳ Ｐゴシック" charset="-128"/>
                <a:cs typeface="ＭＳ Ｐゴシック" charset="-128"/>
              </a:rPr>
              <a:t> x  </a:t>
            </a:r>
            <a:r>
              <a:rPr lang="en-US" sz="1200" kern="1200" baseline="0" dirty="0">
                <a:solidFill>
                  <a:schemeClr val="tx1"/>
                </a:solidFill>
                <a:latin typeface="Arial" charset="0"/>
                <a:ea typeface="ＭＳ Ｐゴシック" charset="-128"/>
                <a:cs typeface="ＭＳ Ｐゴシック" charset="-128"/>
              </a:rPr>
              <a:t>and </a:t>
            </a:r>
            <a:r>
              <a:rPr lang="en-US" sz="1200" i="1" kern="1200" baseline="0" dirty="0">
                <a:solidFill>
                  <a:schemeClr val="tx1"/>
                </a:solidFill>
                <a:latin typeface="Arial" charset="0"/>
                <a:ea typeface="ＭＳ Ｐゴシック" charset="-128"/>
                <a:cs typeface="ＭＳ Ｐゴシック" charset="-128"/>
              </a:rPr>
              <a:t>y</a:t>
            </a:r>
            <a:r>
              <a:rPr lang="en-US" sz="1200" kern="1200" baseline="0" dirty="0">
                <a:solidFill>
                  <a:schemeClr val="tx1"/>
                </a:solidFill>
                <a:latin typeface="Arial" charset="0"/>
                <a:ea typeface="ＭＳ Ｐゴシック" charset="-128"/>
                <a:cs typeface="ＭＳ Ｐゴシック" charset="-128"/>
              </a:rPr>
              <a:t> , that yield the same hash function:</a:t>
            </a:r>
          </a:p>
          <a:p>
            <a:r>
              <a:rPr lang="en-US" sz="1200" kern="1200" baseline="0" dirty="0">
                <a:solidFill>
                  <a:schemeClr val="tx1"/>
                </a:solidFill>
                <a:latin typeface="Arial" charset="0"/>
                <a:ea typeface="ＭＳ Ｐゴシック" charset="-128"/>
                <a:cs typeface="ＭＳ Ｐゴシック" charset="-128"/>
              </a:rPr>
              <a:t>H(</a:t>
            </a:r>
            <a:r>
              <a:rPr lang="en-US" sz="1200" i="1" kern="1200" baseline="0" dirty="0">
                <a:solidFill>
                  <a:schemeClr val="tx1"/>
                </a:solidFill>
                <a:latin typeface="Arial" charset="0"/>
                <a:ea typeface="ＭＳ Ｐゴシック" charset="-128"/>
                <a:cs typeface="ＭＳ Ｐゴシック" charset="-128"/>
              </a:rPr>
              <a:t>x</a:t>
            </a:r>
            <a:r>
              <a:rPr lang="en-US" sz="1200" kern="1200" baseline="0" dirty="0">
                <a:solidFill>
                  <a:schemeClr val="tx1"/>
                </a:solidFill>
                <a:latin typeface="Arial" charset="0"/>
                <a:ea typeface="ＭＳ Ｐゴシック" charset="-128"/>
                <a:cs typeface="ＭＳ Ｐゴシック" charset="-128"/>
              </a:rPr>
              <a:t>) =  H(</a:t>
            </a:r>
            <a:r>
              <a:rPr lang="en-US" sz="1200" i="1" kern="1200" baseline="0" dirty="0">
                <a:solidFill>
                  <a:schemeClr val="tx1"/>
                </a:solidFill>
                <a:latin typeface="Arial" charset="0"/>
                <a:ea typeface="ＭＳ Ｐゴシック" charset="-128"/>
                <a:cs typeface="ＭＳ Ｐゴシック" charset="-128"/>
              </a:rPr>
              <a:t>y</a:t>
            </a:r>
            <a:r>
              <a:rPr lang="en-US" sz="1200" kern="1200" baseline="0" dirty="0">
                <a:solidFill>
                  <a:schemeClr val="tx1"/>
                </a:solidFill>
                <a:latin typeface="Arial" charset="0"/>
                <a:ea typeface="ＭＳ Ｐゴシック" charset="-128"/>
                <a:cs typeface="ＭＳ Ｐゴシック" charset="-128"/>
              </a:rPr>
              <a:t>). This turns out to require considerably less effort than a preimage or</a:t>
            </a:r>
          </a:p>
          <a:p>
            <a:r>
              <a:rPr lang="en-US" sz="1200" kern="1200" baseline="0" dirty="0">
                <a:solidFill>
                  <a:schemeClr val="tx1"/>
                </a:solidFill>
                <a:latin typeface="Arial" charset="0"/>
                <a:ea typeface="ＭＳ Ｐゴシック" charset="-128"/>
                <a:cs typeface="ＭＳ Ｐゴシック" charset="-128"/>
              </a:rPr>
              <a:t>second preimage attack. The effort required is explained by a mathematical result</a:t>
            </a:r>
          </a:p>
          <a:p>
            <a:r>
              <a:rPr lang="en-US" sz="1200" kern="1200" baseline="0" dirty="0">
                <a:solidFill>
                  <a:schemeClr val="tx1"/>
                </a:solidFill>
                <a:latin typeface="Arial" charset="0"/>
                <a:ea typeface="ＭＳ Ｐゴシック" charset="-128"/>
                <a:cs typeface="ＭＳ Ｐゴシック" charset="-128"/>
              </a:rPr>
              <a:t>referred to as the </a:t>
            </a:r>
            <a:r>
              <a:rPr lang="en-US" sz="1200" b="1" kern="1200" baseline="0" dirty="0">
                <a:solidFill>
                  <a:schemeClr val="tx1"/>
                </a:solidFill>
                <a:latin typeface="Arial" charset="0"/>
                <a:ea typeface="ＭＳ Ｐゴシック" charset="-128"/>
                <a:cs typeface="ＭＳ Ｐゴシック" charset="-128"/>
              </a:rPr>
              <a:t>birthday paradox</a:t>
            </a:r>
            <a:r>
              <a:rPr lang="en-US" sz="1200" kern="1200" baseline="0" dirty="0">
                <a:solidFill>
                  <a:schemeClr val="tx1"/>
                </a:solidFill>
                <a:latin typeface="Arial" charset="0"/>
                <a:ea typeface="ＭＳ Ｐゴシック" charset="-128"/>
                <a:cs typeface="ＭＳ Ｐゴシック" charset="-128"/>
              </a:rPr>
              <a:t>. In essence, if we choose random variables from a uniform distribution in the range 0 through N -  1, then the probability that a</a:t>
            </a:r>
          </a:p>
          <a:p>
            <a:r>
              <a:rPr lang="en-US" sz="1200" kern="1200" baseline="0" dirty="0">
                <a:solidFill>
                  <a:schemeClr val="tx1"/>
                </a:solidFill>
                <a:latin typeface="Arial" charset="0"/>
                <a:ea typeface="ＭＳ Ｐゴシック" charset="-128"/>
                <a:cs typeface="ＭＳ Ｐゴシック" charset="-128"/>
              </a:rPr>
              <a:t>repeated element is encountered exceeds 0.5 after √</a:t>
            </a:r>
            <a:r>
              <a:rPr lang="en-US" sz="1200" b="0" kern="1200" baseline="0" dirty="0">
                <a:solidFill>
                  <a:schemeClr val="tx1"/>
                </a:solidFill>
                <a:latin typeface="Arial" charset="0"/>
                <a:ea typeface="ＭＳ Ｐゴシック" charset="-128"/>
                <a:cs typeface="ＭＳ Ｐゴシック" charset="-128"/>
              </a:rPr>
              <a:t>N  choices have been made.</a:t>
            </a:r>
          </a:p>
          <a:p>
            <a:r>
              <a:rPr lang="en-US" sz="1200" kern="1200" baseline="0" dirty="0">
                <a:solidFill>
                  <a:schemeClr val="tx1"/>
                </a:solidFill>
                <a:latin typeface="Arial" charset="0"/>
                <a:ea typeface="ＭＳ Ｐゴシック" charset="-128"/>
                <a:cs typeface="ＭＳ Ｐゴシック" charset="-128"/>
              </a:rPr>
              <a:t>Thus, for an </a:t>
            </a:r>
            <a:r>
              <a:rPr lang="en-US" sz="1200" i="1" kern="1200" baseline="0" dirty="0">
                <a:solidFill>
                  <a:schemeClr val="tx1"/>
                </a:solidFill>
                <a:latin typeface="Arial" charset="0"/>
                <a:ea typeface="ＭＳ Ｐゴシック" charset="-128"/>
                <a:cs typeface="ＭＳ Ｐゴシック" charset="-128"/>
              </a:rPr>
              <a:t>m</a:t>
            </a:r>
            <a:r>
              <a:rPr lang="en-US" sz="1200" kern="1200" baseline="0" dirty="0">
                <a:solidFill>
                  <a:schemeClr val="tx1"/>
                </a:solidFill>
                <a:latin typeface="Arial" charset="0"/>
                <a:ea typeface="ＭＳ Ｐゴシック" charset="-128"/>
                <a:cs typeface="ＭＳ Ｐゴシック" charset="-128"/>
              </a:rPr>
              <a:t>-bit hash value, if we pick data blocks at random, we can expect to</a:t>
            </a:r>
          </a:p>
          <a:p>
            <a:r>
              <a:rPr lang="en-US" sz="1200" kern="1200" baseline="0" dirty="0">
                <a:solidFill>
                  <a:schemeClr val="tx1"/>
                </a:solidFill>
                <a:latin typeface="Arial" charset="0"/>
                <a:ea typeface="ＭＳ Ｐゴシック" charset="-128"/>
                <a:cs typeface="ＭＳ Ｐゴシック" charset="-128"/>
              </a:rPr>
              <a:t>find two data blocks with the same hash value within √</a:t>
            </a:r>
            <a:r>
              <a:rPr lang="en-US" sz="1200" b="0" kern="1200" baseline="0" dirty="0">
                <a:solidFill>
                  <a:schemeClr val="tx1"/>
                </a:solidFill>
                <a:latin typeface="Arial" charset="0"/>
                <a:ea typeface="ＭＳ Ｐゴシック" charset="-128"/>
                <a:cs typeface="ＭＳ Ｐゴシック" charset="-128"/>
              </a:rPr>
              <a:t>2</a:t>
            </a:r>
            <a:r>
              <a:rPr lang="en-US" sz="1200" b="0" kern="1200" baseline="30000" dirty="0">
                <a:solidFill>
                  <a:schemeClr val="tx1"/>
                </a:solidFill>
                <a:latin typeface="Arial" charset="0"/>
                <a:ea typeface="ＭＳ Ｐゴシック" charset="-128"/>
                <a:cs typeface="ＭＳ Ｐゴシック" charset="-128"/>
              </a:rPr>
              <a:t>m</a:t>
            </a:r>
            <a:r>
              <a:rPr lang="en-US" sz="1200" b="0" kern="1200" baseline="0" dirty="0">
                <a:solidFill>
                  <a:schemeClr val="tx1"/>
                </a:solidFill>
                <a:latin typeface="Arial" charset="0"/>
                <a:ea typeface="ＭＳ Ｐゴシック" charset="-128"/>
                <a:cs typeface="ＭＳ Ｐゴシック" charset="-128"/>
              </a:rPr>
              <a:t> =  2</a:t>
            </a:r>
            <a:r>
              <a:rPr lang="en-US" sz="1200" b="0" kern="1200" baseline="30000" dirty="0">
                <a:solidFill>
                  <a:schemeClr val="tx1"/>
                </a:solidFill>
                <a:latin typeface="Arial" charset="0"/>
                <a:ea typeface="ＭＳ Ｐゴシック" charset="-128"/>
                <a:cs typeface="ＭＳ Ｐゴシック" charset="-128"/>
              </a:rPr>
              <a:t>m/2  </a:t>
            </a:r>
            <a:r>
              <a:rPr lang="en-US" sz="1200" b="0" kern="1200" baseline="0" dirty="0">
                <a:solidFill>
                  <a:schemeClr val="tx1"/>
                </a:solidFill>
                <a:latin typeface="Arial" charset="0"/>
                <a:ea typeface="ＭＳ Ｐゴシック" charset="-128"/>
                <a:cs typeface="ＭＳ Ｐゴシック" charset="-128"/>
              </a:rPr>
              <a:t>attempts. The</a:t>
            </a:r>
          </a:p>
          <a:p>
            <a:r>
              <a:rPr lang="en-US" sz="1200" kern="1200" baseline="0" dirty="0">
                <a:solidFill>
                  <a:schemeClr val="tx1"/>
                </a:solidFill>
                <a:latin typeface="Arial" charset="0"/>
                <a:ea typeface="ＭＳ Ｐゴシック" charset="-128"/>
                <a:cs typeface="ＭＳ Ｐゴシック" charset="-128"/>
              </a:rPr>
              <a:t>mathematical derivation of this result is found in Appendix E.</a:t>
            </a:r>
          </a:p>
          <a:p>
            <a:endParaRPr lang="en-US" sz="1200" kern="1200" baseline="0" dirty="0">
              <a:solidFill>
                <a:schemeClr val="tx1"/>
              </a:solidFill>
              <a:latin typeface="Arial" charset="0"/>
              <a:ea typeface="ＭＳ Ｐゴシック" charset="-128"/>
              <a:cs typeface="ＭＳ Ｐゴシック" charset="-128"/>
            </a:endParaRPr>
          </a:p>
          <a:p>
            <a:r>
              <a:rPr lang="en-US" sz="1200" kern="1200" baseline="0" dirty="0">
                <a:solidFill>
                  <a:schemeClr val="tx1"/>
                </a:solidFill>
                <a:latin typeface="Arial" charset="0"/>
                <a:ea typeface="ＭＳ Ｐゴシック" charset="-128"/>
                <a:cs typeface="ＭＳ Ｐゴシック" charset="-128"/>
              </a:rPr>
              <a:t> Yuval proposed the following strategy to exploit the birthday paradox in a</a:t>
            </a:r>
          </a:p>
          <a:p>
            <a:r>
              <a:rPr lang="en-US" sz="1200" kern="1200" baseline="0" dirty="0">
                <a:solidFill>
                  <a:schemeClr val="tx1"/>
                </a:solidFill>
                <a:latin typeface="Arial" charset="0"/>
                <a:ea typeface="ＭＳ Ｐゴシック" charset="-128"/>
                <a:cs typeface="ＭＳ Ｐゴシック" charset="-128"/>
              </a:rPr>
              <a:t>Collision resistant attack [YUVA79].</a:t>
            </a:r>
          </a:p>
          <a:p>
            <a:endParaRPr lang="en-US" sz="1200" kern="1200" baseline="0" dirty="0">
              <a:solidFill>
                <a:schemeClr val="tx1"/>
              </a:solidFill>
              <a:latin typeface="Arial" charset="0"/>
              <a:ea typeface="ＭＳ Ｐゴシック" charset="-128"/>
              <a:cs typeface="ＭＳ Ｐゴシック" charset="-128"/>
            </a:endParaRPr>
          </a:p>
          <a:p>
            <a:pPr marL="228600" indent="-228600">
              <a:buAutoNum type="arabicPeriod"/>
            </a:pPr>
            <a:r>
              <a:rPr lang="en-US" sz="1200" kern="1200" baseline="0" dirty="0">
                <a:solidFill>
                  <a:schemeClr val="tx1"/>
                </a:solidFill>
                <a:latin typeface="Arial" charset="0"/>
                <a:ea typeface="ＭＳ Ｐゴシック" charset="-128"/>
                <a:cs typeface="ＭＳ Ｐゴシック" charset="-128"/>
              </a:rPr>
              <a:t>The source, A, is prepared to sign a legitimate message </a:t>
            </a:r>
            <a:r>
              <a:rPr lang="en-US" sz="1200" i="1" kern="1200" baseline="0" dirty="0" err="1">
                <a:solidFill>
                  <a:schemeClr val="tx1"/>
                </a:solidFill>
                <a:latin typeface="Arial" charset="0"/>
                <a:ea typeface="ＭＳ Ｐゴシック" charset="-128"/>
                <a:cs typeface="ＭＳ Ｐゴシック" charset="-128"/>
              </a:rPr>
              <a:t>x</a:t>
            </a:r>
            <a:r>
              <a:rPr lang="en-US" sz="1200" kern="1200" baseline="0" dirty="0">
                <a:solidFill>
                  <a:schemeClr val="tx1"/>
                </a:solidFill>
                <a:latin typeface="Arial" charset="0"/>
                <a:ea typeface="ＭＳ Ｐゴシック" charset="-128"/>
                <a:cs typeface="ＭＳ Ｐゴシック" charset="-128"/>
              </a:rPr>
              <a:t> by appending the appropriate </a:t>
            </a:r>
            <a:r>
              <a:rPr lang="en-US" sz="1200" i="1" kern="1200" baseline="0" dirty="0" err="1">
                <a:solidFill>
                  <a:schemeClr val="tx1"/>
                </a:solidFill>
                <a:latin typeface="Arial" charset="0"/>
                <a:ea typeface="ＭＳ Ｐゴシック" charset="-128"/>
                <a:cs typeface="ＭＳ Ｐゴシック" charset="-128"/>
              </a:rPr>
              <a:t>m</a:t>
            </a:r>
            <a:r>
              <a:rPr lang="en-US" sz="1200" kern="1200" baseline="0" dirty="0">
                <a:solidFill>
                  <a:schemeClr val="tx1"/>
                </a:solidFill>
                <a:latin typeface="Arial" charset="0"/>
                <a:ea typeface="ＭＳ Ｐゴシック" charset="-128"/>
                <a:cs typeface="ＭＳ Ｐゴシック" charset="-128"/>
              </a:rPr>
              <a:t>-bit hash code and encrypting that hash code with A’s private key (Figure 11.4a).</a:t>
            </a:r>
          </a:p>
          <a:p>
            <a:pPr marL="228600" indent="-228600">
              <a:buAutoNum type="arabicPeriod"/>
            </a:pPr>
            <a:endParaRPr lang="en-US" sz="1200" kern="1200" baseline="0" dirty="0">
              <a:solidFill>
                <a:schemeClr val="tx1"/>
              </a:solidFill>
              <a:latin typeface="Arial" charset="0"/>
              <a:ea typeface="ＭＳ Ｐゴシック" charset="-128"/>
              <a:cs typeface="ＭＳ Ｐゴシック" charset="-128"/>
            </a:endParaRPr>
          </a:p>
          <a:p>
            <a:r>
              <a:rPr lang="en-US" sz="1200" kern="1200" baseline="0" dirty="0">
                <a:solidFill>
                  <a:schemeClr val="tx1"/>
                </a:solidFill>
                <a:latin typeface="Arial" charset="0"/>
                <a:ea typeface="ＭＳ Ｐゴシック" charset="-128"/>
                <a:cs typeface="ＭＳ Ｐゴシック" charset="-128"/>
              </a:rPr>
              <a:t>2.  The opponent generates 2</a:t>
            </a:r>
            <a:r>
              <a:rPr lang="en-US" sz="1200" kern="1200" baseline="30000" dirty="0">
                <a:solidFill>
                  <a:schemeClr val="tx1"/>
                </a:solidFill>
                <a:latin typeface="Arial" charset="0"/>
                <a:ea typeface="ＭＳ Ｐゴシック" charset="-128"/>
                <a:cs typeface="ＭＳ Ｐゴシック" charset="-128"/>
              </a:rPr>
              <a:t>m/2  </a:t>
            </a:r>
            <a:r>
              <a:rPr lang="en-US" sz="1200" kern="1200" baseline="0" dirty="0">
                <a:solidFill>
                  <a:schemeClr val="tx1"/>
                </a:solidFill>
                <a:latin typeface="Arial" charset="0"/>
                <a:ea typeface="ＭＳ Ｐゴシック" charset="-128"/>
                <a:cs typeface="ＭＳ Ｐゴシック" charset="-128"/>
              </a:rPr>
              <a:t>variations </a:t>
            </a:r>
            <a:r>
              <a:rPr lang="en-US" sz="1200" i="1" kern="1200" baseline="0" dirty="0" err="1">
                <a:solidFill>
                  <a:schemeClr val="tx1"/>
                </a:solidFill>
                <a:latin typeface="Arial" charset="0"/>
                <a:ea typeface="ＭＳ Ｐゴシック" charset="-128"/>
                <a:cs typeface="ＭＳ Ｐゴシック" charset="-128"/>
              </a:rPr>
              <a:t>x</a:t>
            </a:r>
            <a:r>
              <a:rPr lang="en-US" sz="1200" kern="1200" baseline="0" dirty="0">
                <a:solidFill>
                  <a:schemeClr val="tx1"/>
                </a:solidFill>
                <a:latin typeface="Arial" charset="0"/>
                <a:ea typeface="ＭＳ Ｐゴシック" charset="-128"/>
                <a:cs typeface="ＭＳ Ｐゴシック" charset="-128"/>
              </a:rPr>
              <a:t>’ of </a:t>
            </a:r>
            <a:r>
              <a:rPr lang="en-US" sz="1200" i="1" kern="1200" baseline="0" dirty="0" err="1">
                <a:solidFill>
                  <a:schemeClr val="tx1"/>
                </a:solidFill>
                <a:latin typeface="Arial" charset="0"/>
                <a:ea typeface="ＭＳ Ｐゴシック" charset="-128"/>
                <a:cs typeface="ＭＳ Ｐゴシック" charset="-128"/>
              </a:rPr>
              <a:t>x</a:t>
            </a:r>
            <a:r>
              <a:rPr lang="en-US" sz="1200" kern="1200" baseline="0" dirty="0">
                <a:solidFill>
                  <a:schemeClr val="tx1"/>
                </a:solidFill>
                <a:latin typeface="Arial" charset="0"/>
                <a:ea typeface="ＭＳ Ｐゴシック" charset="-128"/>
                <a:cs typeface="ＭＳ Ｐゴシック" charset="-128"/>
              </a:rPr>
              <a:t>, all of which convey essentially</a:t>
            </a:r>
          </a:p>
          <a:p>
            <a:r>
              <a:rPr lang="en-US" sz="1200" kern="1200" baseline="0" dirty="0">
                <a:solidFill>
                  <a:schemeClr val="tx1"/>
                </a:solidFill>
                <a:latin typeface="Arial" charset="0"/>
                <a:ea typeface="ＭＳ Ｐゴシック" charset="-128"/>
                <a:cs typeface="ＭＳ Ｐゴシック" charset="-128"/>
              </a:rPr>
              <a:t>the same meaning, and stores the messages and their hash values.</a:t>
            </a:r>
          </a:p>
          <a:p>
            <a:endParaRPr lang="en-US" sz="1200" kern="1200" baseline="0" dirty="0">
              <a:solidFill>
                <a:schemeClr val="tx1"/>
              </a:solidFill>
              <a:latin typeface="Arial" charset="0"/>
              <a:ea typeface="ＭＳ Ｐゴシック" charset="-128"/>
              <a:cs typeface="ＭＳ Ｐゴシック" charset="-128"/>
            </a:endParaRPr>
          </a:p>
          <a:p>
            <a:r>
              <a:rPr lang="en-US" sz="1200" kern="1200" baseline="0" dirty="0">
                <a:solidFill>
                  <a:schemeClr val="tx1"/>
                </a:solidFill>
                <a:latin typeface="Arial" charset="0"/>
                <a:ea typeface="ＭＳ Ｐゴシック" charset="-128"/>
                <a:cs typeface="ＭＳ Ｐゴシック" charset="-128"/>
              </a:rPr>
              <a:t>3.  The opponent prepares a fraudulent message </a:t>
            </a:r>
            <a:r>
              <a:rPr lang="en-US" sz="1200" kern="1200" baseline="0" dirty="0" err="1">
                <a:solidFill>
                  <a:schemeClr val="tx1"/>
                </a:solidFill>
                <a:latin typeface="Arial" charset="0"/>
                <a:ea typeface="ＭＳ Ｐゴシック" charset="-128"/>
                <a:cs typeface="ＭＳ Ｐゴシック" charset="-128"/>
              </a:rPr>
              <a:t>y</a:t>
            </a:r>
            <a:r>
              <a:rPr lang="en-US" sz="1200" kern="1200" baseline="0" dirty="0">
                <a:solidFill>
                  <a:schemeClr val="tx1"/>
                </a:solidFill>
                <a:latin typeface="Arial" charset="0"/>
                <a:ea typeface="ＭＳ Ｐゴシック" charset="-128"/>
                <a:cs typeface="ＭＳ Ｐゴシック" charset="-128"/>
              </a:rPr>
              <a:t> for which A’s signature is</a:t>
            </a:r>
          </a:p>
          <a:p>
            <a:r>
              <a:rPr lang="en-US" sz="1200" kern="1200" baseline="0" dirty="0">
                <a:solidFill>
                  <a:schemeClr val="tx1"/>
                </a:solidFill>
                <a:latin typeface="Arial" charset="0"/>
                <a:ea typeface="ＭＳ Ｐゴシック" charset="-128"/>
                <a:cs typeface="ＭＳ Ｐゴシック" charset="-128"/>
              </a:rPr>
              <a:t>desired.</a:t>
            </a:r>
          </a:p>
          <a:p>
            <a:endParaRPr lang="en-US" sz="1200" kern="1200" baseline="0" dirty="0">
              <a:solidFill>
                <a:schemeClr val="tx1"/>
              </a:solidFill>
              <a:latin typeface="Arial" charset="0"/>
              <a:ea typeface="ＭＳ Ｐゴシック" charset="-128"/>
              <a:cs typeface="ＭＳ Ｐゴシック" charset="-128"/>
            </a:endParaRPr>
          </a:p>
          <a:p>
            <a:r>
              <a:rPr lang="en-US" sz="1200" kern="1200" baseline="0" dirty="0">
                <a:solidFill>
                  <a:schemeClr val="tx1"/>
                </a:solidFill>
                <a:latin typeface="Arial" charset="0"/>
                <a:ea typeface="ＭＳ Ｐゴシック" charset="-128"/>
                <a:cs typeface="ＭＳ Ｐゴシック" charset="-128"/>
              </a:rPr>
              <a:t>4.  The opponent generates minor variations </a:t>
            </a:r>
            <a:r>
              <a:rPr lang="en-US" sz="1200" kern="1200" baseline="0" dirty="0" err="1">
                <a:solidFill>
                  <a:schemeClr val="tx1"/>
                </a:solidFill>
                <a:latin typeface="Arial" charset="0"/>
                <a:ea typeface="ＭＳ Ｐゴシック" charset="-128"/>
                <a:cs typeface="ＭＳ Ｐゴシック" charset="-128"/>
              </a:rPr>
              <a:t>y</a:t>
            </a:r>
            <a:r>
              <a:rPr lang="en-US" sz="1200" kern="1200" baseline="0" dirty="0">
                <a:solidFill>
                  <a:schemeClr val="tx1"/>
                </a:solidFill>
                <a:latin typeface="Arial" charset="0"/>
                <a:ea typeface="ＭＳ Ｐゴシック" charset="-128"/>
                <a:cs typeface="ＭＳ Ｐゴシック" charset="-128"/>
              </a:rPr>
              <a:t>’ of </a:t>
            </a:r>
            <a:r>
              <a:rPr lang="en-US" sz="1200" kern="1200" baseline="0" dirty="0" err="1">
                <a:solidFill>
                  <a:schemeClr val="tx1"/>
                </a:solidFill>
                <a:latin typeface="Arial" charset="0"/>
                <a:ea typeface="ＭＳ Ｐゴシック" charset="-128"/>
                <a:cs typeface="ＭＳ Ｐゴシック" charset="-128"/>
              </a:rPr>
              <a:t>y</a:t>
            </a:r>
            <a:r>
              <a:rPr lang="en-US" sz="1200" kern="1200" baseline="0" dirty="0">
                <a:solidFill>
                  <a:schemeClr val="tx1"/>
                </a:solidFill>
                <a:latin typeface="Arial" charset="0"/>
                <a:ea typeface="ＭＳ Ｐゴシック" charset="-128"/>
                <a:cs typeface="ＭＳ Ｐゴシック" charset="-128"/>
              </a:rPr>
              <a:t>, all of which convey essentially</a:t>
            </a:r>
          </a:p>
          <a:p>
            <a:r>
              <a:rPr lang="en-US" sz="1200" kern="1200" baseline="0" dirty="0">
                <a:solidFill>
                  <a:schemeClr val="tx1"/>
                </a:solidFill>
                <a:latin typeface="Arial" charset="0"/>
                <a:ea typeface="ＭＳ Ｐゴシック" charset="-128"/>
                <a:cs typeface="ＭＳ Ｐゴシック" charset="-128"/>
              </a:rPr>
              <a:t>the same meaning. For each </a:t>
            </a:r>
            <a:r>
              <a:rPr lang="en-US" sz="1200" kern="1200" baseline="0" dirty="0" err="1">
                <a:solidFill>
                  <a:schemeClr val="tx1"/>
                </a:solidFill>
                <a:latin typeface="Arial" charset="0"/>
                <a:ea typeface="ＭＳ Ｐゴシック" charset="-128"/>
                <a:cs typeface="ＭＳ Ｐゴシック" charset="-128"/>
              </a:rPr>
              <a:t>y</a:t>
            </a:r>
            <a:r>
              <a:rPr lang="en-US" sz="1200" kern="1200" baseline="0" dirty="0">
                <a:solidFill>
                  <a:schemeClr val="tx1"/>
                </a:solidFill>
                <a:latin typeface="Arial" charset="0"/>
                <a:ea typeface="ＭＳ Ｐゴシック" charset="-128"/>
                <a:cs typeface="ＭＳ Ｐゴシック" charset="-128"/>
              </a:rPr>
              <a:t>’, the opponent computes </a:t>
            </a:r>
            <a:r>
              <a:rPr lang="en-US" sz="1200" kern="1200" baseline="0" dirty="0" err="1">
                <a:solidFill>
                  <a:schemeClr val="tx1"/>
                </a:solidFill>
                <a:latin typeface="Arial" charset="0"/>
                <a:ea typeface="ＭＳ Ｐゴシック" charset="-128"/>
                <a:cs typeface="ＭＳ Ｐゴシック" charset="-128"/>
              </a:rPr>
              <a:t>H(y</a:t>
            </a:r>
            <a:r>
              <a:rPr lang="en-US" sz="1200" kern="1200" baseline="0" dirty="0">
                <a:solidFill>
                  <a:schemeClr val="tx1"/>
                </a:solidFill>
                <a:latin typeface="Arial" charset="0"/>
                <a:ea typeface="ＭＳ Ｐゴシック" charset="-128"/>
                <a:cs typeface="ＭＳ Ｐゴシック" charset="-128"/>
              </a:rPr>
              <a:t>’), checks</a:t>
            </a:r>
          </a:p>
          <a:p>
            <a:r>
              <a:rPr lang="en-US" sz="1200" kern="1200" baseline="0" dirty="0">
                <a:solidFill>
                  <a:schemeClr val="tx1"/>
                </a:solidFill>
                <a:latin typeface="Arial" charset="0"/>
                <a:ea typeface="ＭＳ Ｐゴシック" charset="-128"/>
                <a:cs typeface="ＭＳ Ｐゴシック" charset="-128"/>
              </a:rPr>
              <a:t>for matches with any of the </a:t>
            </a:r>
            <a:r>
              <a:rPr lang="en-US" sz="1200" kern="1200" baseline="0" dirty="0" err="1">
                <a:solidFill>
                  <a:schemeClr val="tx1"/>
                </a:solidFill>
                <a:latin typeface="Arial" charset="0"/>
                <a:ea typeface="ＭＳ Ｐゴシック" charset="-128"/>
                <a:cs typeface="ＭＳ Ｐゴシック" charset="-128"/>
              </a:rPr>
              <a:t>H(x</a:t>
            </a:r>
            <a:r>
              <a:rPr lang="en-US" sz="1200" kern="1200" baseline="0" dirty="0">
                <a:solidFill>
                  <a:schemeClr val="tx1"/>
                </a:solidFill>
                <a:latin typeface="Arial" charset="0"/>
                <a:ea typeface="ＭＳ Ｐゴシック" charset="-128"/>
                <a:cs typeface="ＭＳ Ｐゴシック" charset="-128"/>
              </a:rPr>
              <a:t>’) values, and continues until a match is found.</a:t>
            </a:r>
          </a:p>
          <a:p>
            <a:r>
              <a:rPr lang="en-US" sz="1200" kern="1200" baseline="0" dirty="0">
                <a:solidFill>
                  <a:schemeClr val="tx1"/>
                </a:solidFill>
                <a:latin typeface="Arial" charset="0"/>
                <a:ea typeface="ＭＳ Ｐゴシック" charset="-128"/>
                <a:cs typeface="ＭＳ Ｐゴシック" charset="-128"/>
              </a:rPr>
              <a:t>That is, the process continues until a </a:t>
            </a:r>
            <a:r>
              <a:rPr lang="en-US" sz="1200" kern="1200" baseline="0" dirty="0" err="1">
                <a:solidFill>
                  <a:schemeClr val="tx1"/>
                </a:solidFill>
                <a:latin typeface="Arial" charset="0"/>
                <a:ea typeface="ＭＳ Ｐゴシック" charset="-128"/>
                <a:cs typeface="ＭＳ Ｐゴシック" charset="-128"/>
              </a:rPr>
              <a:t>y</a:t>
            </a:r>
            <a:r>
              <a:rPr lang="en-US" sz="1200" kern="1200" baseline="0" dirty="0">
                <a:solidFill>
                  <a:schemeClr val="tx1"/>
                </a:solidFill>
                <a:latin typeface="Arial" charset="0"/>
                <a:ea typeface="ＭＳ Ｐゴシック" charset="-128"/>
                <a:cs typeface="ＭＳ Ｐゴシック" charset="-128"/>
              </a:rPr>
              <a:t>’ is generated with a hash value equal to</a:t>
            </a:r>
          </a:p>
          <a:p>
            <a:r>
              <a:rPr lang="en-US" sz="1200" kern="1200" baseline="0" dirty="0">
                <a:solidFill>
                  <a:schemeClr val="tx1"/>
                </a:solidFill>
                <a:latin typeface="Arial" charset="0"/>
                <a:ea typeface="ＭＳ Ｐゴシック" charset="-128"/>
                <a:cs typeface="ＭＳ Ｐゴシック" charset="-128"/>
              </a:rPr>
              <a:t>the hash value of one of the </a:t>
            </a:r>
            <a:r>
              <a:rPr lang="en-US" sz="1200" kern="1200" baseline="0" dirty="0" err="1">
                <a:solidFill>
                  <a:schemeClr val="tx1"/>
                </a:solidFill>
                <a:latin typeface="Arial" charset="0"/>
                <a:ea typeface="ＭＳ Ｐゴシック" charset="-128"/>
                <a:cs typeface="ＭＳ Ｐゴシック" charset="-128"/>
              </a:rPr>
              <a:t>x</a:t>
            </a:r>
            <a:r>
              <a:rPr lang="en-US" sz="1200" kern="1200" baseline="0" dirty="0">
                <a:solidFill>
                  <a:schemeClr val="tx1"/>
                </a:solidFill>
                <a:latin typeface="Arial" charset="0"/>
                <a:ea typeface="ＭＳ Ｐゴシック" charset="-128"/>
                <a:cs typeface="ＭＳ Ｐゴシック" charset="-128"/>
              </a:rPr>
              <a:t>’ values.</a:t>
            </a:r>
          </a:p>
          <a:p>
            <a:endParaRPr lang="en-US" sz="1200" kern="1200" baseline="0" dirty="0">
              <a:solidFill>
                <a:schemeClr val="tx1"/>
              </a:solidFill>
              <a:latin typeface="Arial" charset="0"/>
              <a:ea typeface="ＭＳ Ｐゴシック" charset="-128"/>
              <a:cs typeface="ＭＳ Ｐゴシック" charset="-128"/>
            </a:endParaRPr>
          </a:p>
          <a:p>
            <a:r>
              <a:rPr lang="en-US" sz="1200" kern="1200" baseline="0" dirty="0">
                <a:solidFill>
                  <a:schemeClr val="tx1"/>
                </a:solidFill>
                <a:latin typeface="Arial" charset="0"/>
                <a:ea typeface="ＭＳ Ｐゴシック" charset="-128"/>
                <a:cs typeface="ＭＳ Ｐゴシック" charset="-128"/>
              </a:rPr>
              <a:t>5.  The opponent offers the valid variation to A for signature. This signature can</a:t>
            </a:r>
          </a:p>
          <a:p>
            <a:r>
              <a:rPr lang="en-US" sz="1200" kern="1200" baseline="0" dirty="0">
                <a:solidFill>
                  <a:schemeClr val="tx1"/>
                </a:solidFill>
                <a:latin typeface="Arial" charset="0"/>
                <a:ea typeface="ＭＳ Ｐゴシック" charset="-128"/>
                <a:cs typeface="ＭＳ Ｐゴシック" charset="-128"/>
              </a:rPr>
              <a:t>then be attached to the fraudulent variation for transmission to the intended</a:t>
            </a:r>
          </a:p>
          <a:p>
            <a:r>
              <a:rPr lang="en-US" sz="1200" kern="1200" baseline="0" dirty="0">
                <a:solidFill>
                  <a:schemeClr val="tx1"/>
                </a:solidFill>
                <a:latin typeface="Arial" charset="0"/>
                <a:ea typeface="ＭＳ Ｐゴシック" charset="-128"/>
                <a:cs typeface="ＭＳ Ｐゴシック" charset="-128"/>
              </a:rPr>
              <a:t>recipient. Because the two variations have the same hash code, they will produce</a:t>
            </a:r>
          </a:p>
          <a:p>
            <a:r>
              <a:rPr lang="en-US" sz="1200" kern="1200" baseline="0" dirty="0">
                <a:solidFill>
                  <a:schemeClr val="tx1"/>
                </a:solidFill>
                <a:latin typeface="Arial" charset="0"/>
                <a:ea typeface="ＭＳ Ｐゴシック" charset="-128"/>
                <a:cs typeface="ＭＳ Ｐゴシック" charset="-128"/>
              </a:rPr>
              <a:t>the same signature; the opponent is assured of success even though the</a:t>
            </a:r>
          </a:p>
          <a:p>
            <a:r>
              <a:rPr lang="en-US" sz="1200" kern="1200" baseline="0" dirty="0">
                <a:solidFill>
                  <a:schemeClr val="tx1"/>
                </a:solidFill>
                <a:latin typeface="Arial" charset="0"/>
                <a:ea typeface="ＭＳ Ｐゴシック" charset="-128"/>
                <a:cs typeface="ＭＳ Ｐゴシック" charset="-128"/>
              </a:rPr>
              <a:t>encryption key is not known.</a:t>
            </a:r>
          </a:p>
          <a:p>
            <a:endParaRPr lang="en-US" sz="1200" kern="1200" baseline="0" dirty="0">
              <a:solidFill>
                <a:schemeClr val="tx1"/>
              </a:solidFill>
              <a:latin typeface="Arial" charset="0"/>
              <a:ea typeface="ＭＳ Ｐゴシック" charset="-128"/>
              <a:cs typeface="ＭＳ Ｐゴシック" charset="-128"/>
            </a:endParaRPr>
          </a:p>
          <a:p>
            <a:r>
              <a:rPr lang="en-US" sz="1200" kern="1200" baseline="0" dirty="0">
                <a:solidFill>
                  <a:schemeClr val="tx1"/>
                </a:solidFill>
                <a:latin typeface="Arial" charset="0"/>
                <a:ea typeface="ＭＳ Ｐゴシック" charset="-128"/>
                <a:cs typeface="ＭＳ Ｐゴシック" charset="-128"/>
              </a:rPr>
              <a:t> Thus, if a 64-bit hash code is used, the level of effort required is only on the</a:t>
            </a:r>
          </a:p>
          <a:p>
            <a:r>
              <a:rPr lang="en-US" sz="1200" kern="1200" baseline="0" dirty="0">
                <a:solidFill>
                  <a:schemeClr val="tx1"/>
                </a:solidFill>
                <a:latin typeface="Arial" charset="0"/>
                <a:ea typeface="ＭＳ Ｐゴシック" charset="-128"/>
                <a:cs typeface="ＭＳ Ｐゴシック" charset="-128"/>
              </a:rPr>
              <a:t>order of 2</a:t>
            </a:r>
            <a:r>
              <a:rPr lang="en-US" sz="1200" kern="1200" baseline="30000" dirty="0">
                <a:solidFill>
                  <a:schemeClr val="tx1"/>
                </a:solidFill>
                <a:latin typeface="Arial" charset="0"/>
                <a:ea typeface="ＭＳ Ｐゴシック" charset="-128"/>
                <a:cs typeface="ＭＳ Ｐゴシック" charset="-128"/>
              </a:rPr>
              <a:t>32</a:t>
            </a:r>
            <a:r>
              <a:rPr lang="en-US" sz="1200" kern="1200" baseline="0" dirty="0">
                <a:solidFill>
                  <a:schemeClr val="tx1"/>
                </a:solidFill>
                <a:latin typeface="Arial" charset="0"/>
                <a:ea typeface="ＭＳ Ｐゴシック" charset="-128"/>
                <a:cs typeface="ＭＳ Ｐゴシック" charset="-128"/>
              </a:rPr>
              <a:t>  [see Appendix E, Equation (E.7)].</a:t>
            </a:r>
          </a:p>
          <a:p>
            <a:endParaRPr lang="en-US" sz="1200" kern="1200" baseline="0" dirty="0">
              <a:solidFill>
                <a:schemeClr val="tx1"/>
              </a:solidFill>
              <a:latin typeface="Arial" charset="0"/>
              <a:ea typeface="ＭＳ Ｐゴシック" charset="-128"/>
              <a:cs typeface="ＭＳ Ｐゴシック" charset="-128"/>
            </a:endParaRPr>
          </a:p>
          <a:p>
            <a:r>
              <a:rPr lang="en-US" sz="1200" kern="1200" baseline="0" dirty="0">
                <a:solidFill>
                  <a:schemeClr val="tx1"/>
                </a:solidFill>
                <a:latin typeface="Arial" charset="0"/>
                <a:ea typeface="ＭＳ Ｐゴシック" charset="-128"/>
                <a:cs typeface="ＭＳ Ｐゴシック" charset="-128"/>
              </a:rPr>
              <a:t>The generation of many variations that convey the same meaning is not difficult.</a:t>
            </a:r>
          </a:p>
          <a:p>
            <a:r>
              <a:rPr lang="en-US" sz="1200" kern="1200" baseline="0" dirty="0">
                <a:solidFill>
                  <a:schemeClr val="tx1"/>
                </a:solidFill>
                <a:latin typeface="Arial" charset="0"/>
                <a:ea typeface="ＭＳ Ｐゴシック" charset="-128"/>
                <a:cs typeface="ＭＳ Ｐゴシック" charset="-128"/>
              </a:rPr>
              <a:t>For example, the opponent could insert a number of “space-space-backspace”</a:t>
            </a:r>
          </a:p>
          <a:p>
            <a:r>
              <a:rPr lang="en-US" sz="1200" kern="1200" baseline="0" dirty="0">
                <a:solidFill>
                  <a:schemeClr val="tx1"/>
                </a:solidFill>
                <a:latin typeface="Arial" charset="0"/>
                <a:ea typeface="ＭＳ Ｐゴシック" charset="-128"/>
                <a:cs typeface="ＭＳ Ｐゴシック" charset="-128"/>
              </a:rPr>
              <a:t>character pairs between words throughout the document. Variations could then</a:t>
            </a:r>
          </a:p>
          <a:p>
            <a:r>
              <a:rPr lang="en-US" sz="1200" kern="1200" baseline="0" dirty="0">
                <a:solidFill>
                  <a:schemeClr val="tx1"/>
                </a:solidFill>
                <a:latin typeface="Arial" charset="0"/>
                <a:ea typeface="ＭＳ Ｐゴシック" charset="-128"/>
                <a:cs typeface="ＭＳ Ｐゴシック" charset="-128"/>
              </a:rPr>
              <a:t>be generated by substituting “space-backspace-space” in selected instances.</a:t>
            </a:r>
          </a:p>
          <a:p>
            <a:endParaRPr lang="en-US" sz="1200" kern="1200" baseline="0" dirty="0">
              <a:solidFill>
                <a:schemeClr val="tx1"/>
              </a:solidFill>
              <a:latin typeface="Arial" charset="0"/>
              <a:ea typeface="ＭＳ Ｐゴシック" charset="-128"/>
              <a:cs typeface="ＭＳ Ｐゴシック" charset="-128"/>
            </a:endParaRPr>
          </a:p>
          <a:p>
            <a:r>
              <a:rPr lang="en-US" sz="1200" kern="1200" baseline="0" dirty="0">
                <a:solidFill>
                  <a:schemeClr val="tx1"/>
                </a:solidFill>
                <a:latin typeface="Arial" charset="0"/>
                <a:ea typeface="ＭＳ Ｐゴシック" charset="-128"/>
                <a:cs typeface="ＭＳ Ｐゴシック" charset="-128"/>
              </a:rPr>
              <a:t> Alternatively, the opponent could simply reword the message but retain the</a:t>
            </a:r>
          </a:p>
          <a:p>
            <a:r>
              <a:rPr lang="en-US" sz="1200" kern="1200" baseline="0" dirty="0">
                <a:solidFill>
                  <a:schemeClr val="tx1"/>
                </a:solidFill>
                <a:latin typeface="Arial" charset="0"/>
                <a:ea typeface="ＭＳ Ｐゴシック" charset="-128"/>
                <a:cs typeface="ＭＳ Ｐゴシック" charset="-128"/>
              </a:rPr>
              <a:t>Meaning.  Figure 11.7 provides an example.</a:t>
            </a:r>
          </a:p>
          <a:p>
            <a:endParaRPr lang="en-US" sz="1200" kern="1200" baseline="0" dirty="0">
              <a:solidFill>
                <a:schemeClr val="tx1"/>
              </a:solidFill>
              <a:latin typeface="Arial" charset="0"/>
              <a:ea typeface="ＭＳ Ｐゴシック" charset="-128"/>
              <a:cs typeface="ＭＳ Ｐゴシック" charset="-128"/>
            </a:endParaRPr>
          </a:p>
          <a:p>
            <a:r>
              <a:rPr lang="en-US" sz="1200" kern="1200" baseline="0" dirty="0">
                <a:solidFill>
                  <a:schemeClr val="tx1"/>
                </a:solidFill>
                <a:latin typeface="Arial" charset="0"/>
                <a:ea typeface="ＭＳ Ｐゴシック" charset="-128"/>
                <a:cs typeface="ＭＳ Ｐゴシック" charset="-128"/>
              </a:rPr>
              <a:t> To summarize, for a hash code of length </a:t>
            </a:r>
            <a:r>
              <a:rPr lang="en-US" sz="1200" b="0" i="1" kern="1200" baseline="0" dirty="0" err="1">
                <a:solidFill>
                  <a:schemeClr val="tx1"/>
                </a:solidFill>
                <a:latin typeface="Arial" charset="0"/>
                <a:ea typeface="ＭＳ Ｐゴシック" charset="-128"/>
                <a:cs typeface="ＭＳ Ｐゴシック" charset="-128"/>
              </a:rPr>
              <a:t>m</a:t>
            </a:r>
            <a:r>
              <a:rPr lang="en-US" sz="1200" b="0" kern="1200" baseline="0" dirty="0">
                <a:solidFill>
                  <a:schemeClr val="tx1"/>
                </a:solidFill>
                <a:latin typeface="Arial" charset="0"/>
                <a:ea typeface="ＭＳ Ｐゴシック" charset="-128"/>
                <a:cs typeface="ＭＳ Ｐゴシック" charset="-128"/>
              </a:rPr>
              <a:t>, the level of effort required, as we</a:t>
            </a:r>
          </a:p>
          <a:p>
            <a:r>
              <a:rPr lang="en-US" sz="1200" b="0" kern="1200" baseline="0" dirty="0">
                <a:solidFill>
                  <a:schemeClr val="tx1"/>
                </a:solidFill>
                <a:latin typeface="Arial" charset="0"/>
                <a:ea typeface="ＭＳ Ｐゴシック" charset="-128"/>
                <a:cs typeface="ＭＳ Ｐゴシック" charset="-128"/>
              </a:rPr>
              <a:t>have seen, is proportional to the following.</a:t>
            </a:r>
          </a:p>
          <a:p>
            <a:endParaRPr lang="en-US" sz="1200" b="0" kern="1200" baseline="0" dirty="0">
              <a:solidFill>
                <a:schemeClr val="tx1"/>
              </a:solidFill>
              <a:latin typeface="Arial" charset="0"/>
              <a:ea typeface="ＭＳ Ｐゴシック" charset="-128"/>
              <a:cs typeface="ＭＳ Ｐゴシック" charset="-128"/>
            </a:endParaRPr>
          </a:p>
          <a:p>
            <a:r>
              <a:rPr lang="en-US" sz="1200" b="0" kern="1200" baseline="0" dirty="0" err="1">
                <a:solidFill>
                  <a:schemeClr val="tx1"/>
                </a:solidFill>
                <a:latin typeface="Arial" charset="0"/>
                <a:ea typeface="ＭＳ Ｐゴシック" charset="-128"/>
                <a:cs typeface="ＭＳ Ｐゴシック" charset="-128"/>
              </a:rPr>
              <a:t>Preimage</a:t>
            </a:r>
            <a:r>
              <a:rPr lang="en-US" sz="1200" b="0" kern="1200" baseline="0" dirty="0">
                <a:solidFill>
                  <a:schemeClr val="tx1"/>
                </a:solidFill>
                <a:latin typeface="Arial" charset="0"/>
                <a:ea typeface="ＭＳ Ｐゴシック" charset="-128"/>
                <a:cs typeface="ＭＳ Ｐゴシック" charset="-128"/>
              </a:rPr>
              <a:t> resistant 		2</a:t>
            </a:r>
            <a:r>
              <a:rPr lang="en-US" sz="1600" kern="1200" baseline="30000" dirty="0">
                <a:solidFill>
                  <a:schemeClr val="tx2"/>
                </a:solidFill>
                <a:latin typeface="+mn-lt"/>
                <a:ea typeface="ＭＳ Ｐゴシック" pitchFamily="-84" charset="-128"/>
                <a:cs typeface="+mn-cs"/>
              </a:rPr>
              <a:t>m</a:t>
            </a:r>
          </a:p>
          <a:p>
            <a:r>
              <a:rPr lang="en-US" sz="1200" b="0" kern="1200" baseline="0" dirty="0">
                <a:solidFill>
                  <a:schemeClr val="tx1"/>
                </a:solidFill>
                <a:latin typeface="Arial" charset="0"/>
                <a:ea typeface="ＭＳ Ｐゴシック" charset="-128"/>
                <a:cs typeface="ＭＳ Ｐゴシック" charset="-128"/>
              </a:rPr>
              <a:t>Second </a:t>
            </a:r>
            <a:r>
              <a:rPr lang="en-US" sz="1200" b="0" kern="1200" baseline="0" dirty="0" err="1">
                <a:solidFill>
                  <a:schemeClr val="tx1"/>
                </a:solidFill>
                <a:latin typeface="Arial" charset="0"/>
                <a:ea typeface="ＭＳ Ｐゴシック" charset="-128"/>
                <a:cs typeface="ＭＳ Ｐゴシック" charset="-128"/>
              </a:rPr>
              <a:t>preimage</a:t>
            </a:r>
            <a:r>
              <a:rPr lang="en-US" sz="1200" b="0" kern="1200" baseline="0" dirty="0">
                <a:solidFill>
                  <a:schemeClr val="tx1"/>
                </a:solidFill>
                <a:latin typeface="Arial" charset="0"/>
                <a:ea typeface="ＭＳ Ｐゴシック" charset="-128"/>
                <a:cs typeface="ＭＳ Ｐゴシック" charset="-128"/>
              </a:rPr>
              <a:t> resistant		2</a:t>
            </a:r>
            <a:r>
              <a:rPr lang="en-US" sz="1600" kern="1200" baseline="30000" dirty="0">
                <a:solidFill>
                  <a:schemeClr val="tx2"/>
                </a:solidFill>
                <a:latin typeface="+mn-lt"/>
                <a:ea typeface="ＭＳ Ｐゴシック" pitchFamily="-84" charset="-128"/>
                <a:cs typeface="+mn-cs"/>
              </a:rPr>
              <a:t>m</a:t>
            </a:r>
          </a:p>
          <a:p>
            <a:r>
              <a:rPr lang="en-US" sz="1200" b="0" kern="1200" baseline="0" dirty="0">
                <a:solidFill>
                  <a:schemeClr val="tx1"/>
                </a:solidFill>
                <a:latin typeface="Arial" charset="0"/>
                <a:ea typeface="ＭＳ Ｐゴシック" charset="-128"/>
                <a:cs typeface="ＭＳ Ｐゴシック" charset="-128"/>
              </a:rPr>
              <a:t>Collision resistant 		2</a:t>
            </a:r>
            <a:r>
              <a:rPr lang="en-US" sz="1600" kern="1200" baseline="30000" dirty="0">
                <a:solidFill>
                  <a:schemeClr val="tx2"/>
                </a:solidFill>
                <a:latin typeface="+mn-lt"/>
                <a:ea typeface="ＭＳ Ｐゴシック" pitchFamily="-84" charset="-128"/>
                <a:cs typeface="+mn-cs"/>
              </a:rPr>
              <a:t>m/2</a:t>
            </a:r>
            <a:endParaRPr lang="en-AU" sz="1600" kern="1200" baseline="30000" dirty="0">
              <a:solidFill>
                <a:schemeClr val="tx2"/>
              </a:solidFill>
              <a:latin typeface="+mn-lt"/>
              <a:ea typeface="ＭＳ Ｐゴシック" pitchFamily="-84" charset="-128"/>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p:spPr>
        <p:txBody>
          <a:bodyPr/>
          <a:lstStyle/>
          <a:p>
            <a:fld id="{C27248A7-0C3D-BE42-AD30-26B10311FFD1}" type="slidenum">
              <a:rPr lang="en-AU">
                <a:latin typeface="Arial" pitchFamily="-84" charset="0"/>
              </a:rPr>
              <a:pPr/>
              <a:t>12</a:t>
            </a:fld>
            <a:endParaRPr lang="en-AU" dirty="0">
              <a:latin typeface="Arial" pitchFamily="-84" charset="0"/>
            </a:endParaRPr>
          </a:p>
        </p:txBody>
      </p:sp>
      <p:sp>
        <p:nvSpPr>
          <p:cNvPr id="35843" name="Rectangle 2"/>
          <p:cNvSpPr>
            <a:spLocks noGrp="1" noRot="1" noChangeAspect="1" noChangeArrowheads="1" noTextEdit="1"/>
          </p:cNvSpPr>
          <p:nvPr>
            <p:ph type="sldImg"/>
          </p:nvPr>
        </p:nvSpPr>
        <p:spPr>
          <a:xfrm>
            <a:off x="381000" y="685800"/>
            <a:ext cx="6096000" cy="3429000"/>
          </a:xfrm>
          <a:ln/>
        </p:spPr>
      </p:sp>
      <p:sp>
        <p:nvSpPr>
          <p:cNvPr id="35844" name="Rectangle 3"/>
          <p:cNvSpPr>
            <a:spLocks noGrp="1" noChangeArrowheads="1"/>
          </p:cNvSpPr>
          <p:nvPr>
            <p:ph type="body" idx="1"/>
          </p:nvPr>
        </p:nvSpPr>
        <p:spPr>
          <a:noFill/>
          <a:ln/>
        </p:spPr>
        <p:txBody>
          <a:bodyPr/>
          <a:lstStyle/>
          <a:p>
            <a:r>
              <a:rPr lang="en-US" sz="1200" kern="1200" baseline="0" dirty="0">
                <a:solidFill>
                  <a:schemeClr val="tx1"/>
                </a:solidFill>
                <a:latin typeface="Arial" charset="0"/>
                <a:ea typeface="ＭＳ Ｐゴシック" charset="-128"/>
                <a:cs typeface="ＭＳ Ｐゴシック" charset="-128"/>
              </a:rPr>
              <a:t>For a collision resistant attack, an adversary wishes</a:t>
            </a:r>
          </a:p>
          <a:p>
            <a:r>
              <a:rPr lang="en-US" sz="1200" kern="1200" baseline="0" dirty="0">
                <a:solidFill>
                  <a:schemeClr val="tx1"/>
                </a:solidFill>
                <a:latin typeface="Arial" charset="0"/>
                <a:ea typeface="ＭＳ Ｐゴシック" charset="-128"/>
                <a:cs typeface="ＭＳ Ｐゴシック" charset="-128"/>
              </a:rPr>
              <a:t>to find two messages or data blocks,</a:t>
            </a:r>
            <a:r>
              <a:rPr lang="en-US" sz="1200" i="1" kern="1200" baseline="0" dirty="0">
                <a:solidFill>
                  <a:schemeClr val="tx1"/>
                </a:solidFill>
                <a:latin typeface="Arial" charset="0"/>
                <a:ea typeface="ＭＳ Ｐゴシック" charset="-128"/>
                <a:cs typeface="ＭＳ Ｐゴシック" charset="-128"/>
              </a:rPr>
              <a:t> x  </a:t>
            </a:r>
            <a:r>
              <a:rPr lang="en-US" sz="1200" kern="1200" baseline="0" dirty="0">
                <a:solidFill>
                  <a:schemeClr val="tx1"/>
                </a:solidFill>
                <a:latin typeface="Arial" charset="0"/>
                <a:ea typeface="ＭＳ Ｐゴシック" charset="-128"/>
                <a:cs typeface="ＭＳ Ｐゴシック" charset="-128"/>
              </a:rPr>
              <a:t>and </a:t>
            </a:r>
            <a:r>
              <a:rPr lang="en-US" sz="1200" i="1" kern="1200" baseline="0" dirty="0">
                <a:solidFill>
                  <a:schemeClr val="tx1"/>
                </a:solidFill>
                <a:latin typeface="Arial" charset="0"/>
                <a:ea typeface="ＭＳ Ｐゴシック" charset="-128"/>
                <a:cs typeface="ＭＳ Ｐゴシック" charset="-128"/>
              </a:rPr>
              <a:t>y</a:t>
            </a:r>
            <a:r>
              <a:rPr lang="en-US" sz="1200" kern="1200" baseline="0" dirty="0">
                <a:solidFill>
                  <a:schemeClr val="tx1"/>
                </a:solidFill>
                <a:latin typeface="Arial" charset="0"/>
                <a:ea typeface="ＭＳ Ｐゴシック" charset="-128"/>
                <a:cs typeface="ＭＳ Ｐゴシック" charset="-128"/>
              </a:rPr>
              <a:t> , that yield the same hash function:</a:t>
            </a:r>
          </a:p>
          <a:p>
            <a:r>
              <a:rPr lang="en-US" sz="1200" kern="1200" baseline="0" dirty="0">
                <a:solidFill>
                  <a:schemeClr val="tx1"/>
                </a:solidFill>
                <a:latin typeface="Arial" charset="0"/>
                <a:ea typeface="ＭＳ Ｐゴシック" charset="-128"/>
                <a:cs typeface="ＭＳ Ｐゴシック" charset="-128"/>
              </a:rPr>
              <a:t>H(</a:t>
            </a:r>
            <a:r>
              <a:rPr lang="en-US" sz="1200" i="1" kern="1200" baseline="0" dirty="0">
                <a:solidFill>
                  <a:schemeClr val="tx1"/>
                </a:solidFill>
                <a:latin typeface="Arial" charset="0"/>
                <a:ea typeface="ＭＳ Ｐゴシック" charset="-128"/>
                <a:cs typeface="ＭＳ Ｐゴシック" charset="-128"/>
              </a:rPr>
              <a:t>x</a:t>
            </a:r>
            <a:r>
              <a:rPr lang="en-US" sz="1200" kern="1200" baseline="0" dirty="0">
                <a:solidFill>
                  <a:schemeClr val="tx1"/>
                </a:solidFill>
                <a:latin typeface="Arial" charset="0"/>
                <a:ea typeface="ＭＳ Ｐゴシック" charset="-128"/>
                <a:cs typeface="ＭＳ Ｐゴシック" charset="-128"/>
              </a:rPr>
              <a:t>) =  H(</a:t>
            </a:r>
            <a:r>
              <a:rPr lang="en-US" sz="1200" i="1" kern="1200" baseline="0" dirty="0">
                <a:solidFill>
                  <a:schemeClr val="tx1"/>
                </a:solidFill>
                <a:latin typeface="Arial" charset="0"/>
                <a:ea typeface="ＭＳ Ｐゴシック" charset="-128"/>
                <a:cs typeface="ＭＳ Ｐゴシック" charset="-128"/>
              </a:rPr>
              <a:t>y</a:t>
            </a:r>
            <a:r>
              <a:rPr lang="en-US" sz="1200" kern="1200" baseline="0" dirty="0">
                <a:solidFill>
                  <a:schemeClr val="tx1"/>
                </a:solidFill>
                <a:latin typeface="Arial" charset="0"/>
                <a:ea typeface="ＭＳ Ｐゴシック" charset="-128"/>
                <a:cs typeface="ＭＳ Ｐゴシック" charset="-128"/>
              </a:rPr>
              <a:t>). This turns out to require considerably less effort than a preimage or</a:t>
            </a:r>
          </a:p>
          <a:p>
            <a:r>
              <a:rPr lang="en-US" sz="1200" kern="1200" baseline="0" dirty="0">
                <a:solidFill>
                  <a:schemeClr val="tx1"/>
                </a:solidFill>
                <a:latin typeface="Arial" charset="0"/>
                <a:ea typeface="ＭＳ Ｐゴシック" charset="-128"/>
                <a:cs typeface="ＭＳ Ｐゴシック" charset="-128"/>
              </a:rPr>
              <a:t>second preimage attack. The effort required is explained by a mathematical result</a:t>
            </a:r>
          </a:p>
          <a:p>
            <a:r>
              <a:rPr lang="en-US" sz="1200" kern="1200" baseline="0" dirty="0">
                <a:solidFill>
                  <a:schemeClr val="tx1"/>
                </a:solidFill>
                <a:latin typeface="Arial" charset="0"/>
                <a:ea typeface="ＭＳ Ｐゴシック" charset="-128"/>
                <a:cs typeface="ＭＳ Ｐゴシック" charset="-128"/>
              </a:rPr>
              <a:t>referred to as the </a:t>
            </a:r>
            <a:r>
              <a:rPr lang="en-US" sz="1200" b="1" kern="1200" baseline="0" dirty="0">
                <a:solidFill>
                  <a:schemeClr val="tx1"/>
                </a:solidFill>
                <a:latin typeface="Arial" charset="0"/>
                <a:ea typeface="ＭＳ Ｐゴシック" charset="-128"/>
                <a:cs typeface="ＭＳ Ｐゴシック" charset="-128"/>
              </a:rPr>
              <a:t>birthday paradox</a:t>
            </a:r>
            <a:r>
              <a:rPr lang="en-US" sz="1200" kern="1200" baseline="0" dirty="0">
                <a:solidFill>
                  <a:schemeClr val="tx1"/>
                </a:solidFill>
                <a:latin typeface="Arial" charset="0"/>
                <a:ea typeface="ＭＳ Ｐゴシック" charset="-128"/>
                <a:cs typeface="ＭＳ Ｐゴシック" charset="-128"/>
              </a:rPr>
              <a:t>. In essence, if we choose random variables from a uniform distribution in the range 0 through N -  1, then the probability that a</a:t>
            </a:r>
          </a:p>
          <a:p>
            <a:r>
              <a:rPr lang="en-US" sz="1200" kern="1200" baseline="0" dirty="0">
                <a:solidFill>
                  <a:schemeClr val="tx1"/>
                </a:solidFill>
                <a:latin typeface="Arial" charset="0"/>
                <a:ea typeface="ＭＳ Ｐゴシック" charset="-128"/>
                <a:cs typeface="ＭＳ Ｐゴシック" charset="-128"/>
              </a:rPr>
              <a:t>repeated element is encountered exceeds 0.5 after √</a:t>
            </a:r>
            <a:r>
              <a:rPr lang="en-US" sz="1200" b="0" kern="1200" baseline="0" dirty="0">
                <a:solidFill>
                  <a:schemeClr val="tx1"/>
                </a:solidFill>
                <a:latin typeface="Arial" charset="0"/>
                <a:ea typeface="ＭＳ Ｐゴシック" charset="-128"/>
                <a:cs typeface="ＭＳ Ｐゴシック" charset="-128"/>
              </a:rPr>
              <a:t>N  choices have been made.</a:t>
            </a:r>
          </a:p>
          <a:p>
            <a:r>
              <a:rPr lang="en-US" sz="1200" kern="1200" baseline="0" dirty="0">
                <a:solidFill>
                  <a:schemeClr val="tx1"/>
                </a:solidFill>
                <a:latin typeface="Arial" charset="0"/>
                <a:ea typeface="ＭＳ Ｐゴシック" charset="-128"/>
                <a:cs typeface="ＭＳ Ｐゴシック" charset="-128"/>
              </a:rPr>
              <a:t>Thus, for an </a:t>
            </a:r>
            <a:r>
              <a:rPr lang="en-US" sz="1200" i="1" kern="1200" baseline="0" dirty="0">
                <a:solidFill>
                  <a:schemeClr val="tx1"/>
                </a:solidFill>
                <a:latin typeface="Arial" charset="0"/>
                <a:ea typeface="ＭＳ Ｐゴシック" charset="-128"/>
                <a:cs typeface="ＭＳ Ｐゴシック" charset="-128"/>
              </a:rPr>
              <a:t>m</a:t>
            </a:r>
            <a:r>
              <a:rPr lang="en-US" sz="1200" kern="1200" baseline="0" dirty="0">
                <a:solidFill>
                  <a:schemeClr val="tx1"/>
                </a:solidFill>
                <a:latin typeface="Arial" charset="0"/>
                <a:ea typeface="ＭＳ Ｐゴシック" charset="-128"/>
                <a:cs typeface="ＭＳ Ｐゴシック" charset="-128"/>
              </a:rPr>
              <a:t>-bit hash value, if we pick data blocks at random, we can expect to</a:t>
            </a:r>
          </a:p>
          <a:p>
            <a:r>
              <a:rPr lang="en-US" sz="1200" kern="1200" baseline="0" dirty="0">
                <a:solidFill>
                  <a:schemeClr val="tx1"/>
                </a:solidFill>
                <a:latin typeface="Arial" charset="0"/>
                <a:ea typeface="ＭＳ Ｐゴシック" charset="-128"/>
                <a:cs typeface="ＭＳ Ｐゴシック" charset="-128"/>
              </a:rPr>
              <a:t>find two data blocks with the same hash value within √</a:t>
            </a:r>
            <a:r>
              <a:rPr lang="en-US" sz="1200" b="0" kern="1200" baseline="0" dirty="0">
                <a:solidFill>
                  <a:schemeClr val="tx1"/>
                </a:solidFill>
                <a:latin typeface="Arial" charset="0"/>
                <a:ea typeface="ＭＳ Ｐゴシック" charset="-128"/>
                <a:cs typeface="ＭＳ Ｐゴシック" charset="-128"/>
              </a:rPr>
              <a:t>2</a:t>
            </a:r>
            <a:r>
              <a:rPr lang="en-US" sz="1200" b="0" kern="1200" baseline="30000" dirty="0">
                <a:solidFill>
                  <a:schemeClr val="tx1"/>
                </a:solidFill>
                <a:latin typeface="Arial" charset="0"/>
                <a:ea typeface="ＭＳ Ｐゴシック" charset="-128"/>
                <a:cs typeface="ＭＳ Ｐゴシック" charset="-128"/>
              </a:rPr>
              <a:t>m</a:t>
            </a:r>
            <a:r>
              <a:rPr lang="en-US" sz="1200" b="0" kern="1200" baseline="0" dirty="0">
                <a:solidFill>
                  <a:schemeClr val="tx1"/>
                </a:solidFill>
                <a:latin typeface="Arial" charset="0"/>
                <a:ea typeface="ＭＳ Ｐゴシック" charset="-128"/>
                <a:cs typeface="ＭＳ Ｐゴシック" charset="-128"/>
              </a:rPr>
              <a:t> =  2</a:t>
            </a:r>
            <a:r>
              <a:rPr lang="en-US" sz="1200" b="0" kern="1200" baseline="30000" dirty="0">
                <a:solidFill>
                  <a:schemeClr val="tx1"/>
                </a:solidFill>
                <a:latin typeface="Arial" charset="0"/>
                <a:ea typeface="ＭＳ Ｐゴシック" charset="-128"/>
                <a:cs typeface="ＭＳ Ｐゴシック" charset="-128"/>
              </a:rPr>
              <a:t>m/2  </a:t>
            </a:r>
            <a:r>
              <a:rPr lang="en-US" sz="1200" b="0" kern="1200" baseline="0" dirty="0">
                <a:solidFill>
                  <a:schemeClr val="tx1"/>
                </a:solidFill>
                <a:latin typeface="Arial" charset="0"/>
                <a:ea typeface="ＭＳ Ｐゴシック" charset="-128"/>
                <a:cs typeface="ＭＳ Ｐゴシック" charset="-128"/>
              </a:rPr>
              <a:t>attempts. The</a:t>
            </a:r>
          </a:p>
          <a:p>
            <a:r>
              <a:rPr lang="en-US" sz="1200" kern="1200" baseline="0" dirty="0">
                <a:solidFill>
                  <a:schemeClr val="tx1"/>
                </a:solidFill>
                <a:latin typeface="Arial" charset="0"/>
                <a:ea typeface="ＭＳ Ｐゴシック" charset="-128"/>
                <a:cs typeface="ＭＳ Ｐゴシック" charset="-128"/>
              </a:rPr>
              <a:t>mathematical derivation of this result is found in Appendix E.</a:t>
            </a:r>
          </a:p>
          <a:p>
            <a:endParaRPr lang="en-US" sz="1200" kern="1200" baseline="0" dirty="0">
              <a:solidFill>
                <a:schemeClr val="tx1"/>
              </a:solidFill>
              <a:latin typeface="Arial" charset="0"/>
              <a:ea typeface="ＭＳ Ｐゴシック" charset="-128"/>
              <a:cs typeface="ＭＳ Ｐゴシック" charset="-128"/>
            </a:endParaRPr>
          </a:p>
          <a:p>
            <a:r>
              <a:rPr lang="en-US" sz="1200" kern="1200" baseline="0" dirty="0">
                <a:solidFill>
                  <a:schemeClr val="tx1"/>
                </a:solidFill>
                <a:latin typeface="Arial" charset="0"/>
                <a:ea typeface="ＭＳ Ｐゴシック" charset="-128"/>
                <a:cs typeface="ＭＳ Ｐゴシック" charset="-128"/>
              </a:rPr>
              <a:t> Yuval proposed the following strategy to exploit the birthday paradox in a</a:t>
            </a:r>
          </a:p>
          <a:p>
            <a:r>
              <a:rPr lang="en-US" sz="1200" kern="1200" baseline="0" dirty="0">
                <a:solidFill>
                  <a:schemeClr val="tx1"/>
                </a:solidFill>
                <a:latin typeface="Arial" charset="0"/>
                <a:ea typeface="ＭＳ Ｐゴシック" charset="-128"/>
                <a:cs typeface="ＭＳ Ｐゴシック" charset="-128"/>
              </a:rPr>
              <a:t>Collision resistant attack [YUVA79].</a:t>
            </a:r>
          </a:p>
          <a:p>
            <a:endParaRPr lang="en-US" sz="1200" kern="1200" baseline="0" dirty="0">
              <a:solidFill>
                <a:schemeClr val="tx1"/>
              </a:solidFill>
              <a:latin typeface="Arial" charset="0"/>
              <a:ea typeface="ＭＳ Ｐゴシック" charset="-128"/>
              <a:cs typeface="ＭＳ Ｐゴシック" charset="-128"/>
            </a:endParaRPr>
          </a:p>
          <a:p>
            <a:pPr marL="228600" indent="-228600">
              <a:buAutoNum type="arabicPeriod"/>
            </a:pPr>
            <a:r>
              <a:rPr lang="en-US" sz="1200" kern="1200" baseline="0" dirty="0">
                <a:solidFill>
                  <a:schemeClr val="tx1"/>
                </a:solidFill>
                <a:latin typeface="Arial" charset="0"/>
                <a:ea typeface="ＭＳ Ｐゴシック" charset="-128"/>
                <a:cs typeface="ＭＳ Ｐゴシック" charset="-128"/>
              </a:rPr>
              <a:t>The source, A, is prepared to sign a legitimate message </a:t>
            </a:r>
            <a:r>
              <a:rPr lang="en-US" sz="1200" i="1" kern="1200" baseline="0" dirty="0" err="1">
                <a:solidFill>
                  <a:schemeClr val="tx1"/>
                </a:solidFill>
                <a:latin typeface="Arial" charset="0"/>
                <a:ea typeface="ＭＳ Ｐゴシック" charset="-128"/>
                <a:cs typeface="ＭＳ Ｐゴシック" charset="-128"/>
              </a:rPr>
              <a:t>x</a:t>
            </a:r>
            <a:r>
              <a:rPr lang="en-US" sz="1200" kern="1200" baseline="0" dirty="0">
                <a:solidFill>
                  <a:schemeClr val="tx1"/>
                </a:solidFill>
                <a:latin typeface="Arial" charset="0"/>
                <a:ea typeface="ＭＳ Ｐゴシック" charset="-128"/>
                <a:cs typeface="ＭＳ Ｐゴシック" charset="-128"/>
              </a:rPr>
              <a:t> by appending the appropriate </a:t>
            </a:r>
            <a:r>
              <a:rPr lang="en-US" sz="1200" i="1" kern="1200" baseline="0" dirty="0" err="1">
                <a:solidFill>
                  <a:schemeClr val="tx1"/>
                </a:solidFill>
                <a:latin typeface="Arial" charset="0"/>
                <a:ea typeface="ＭＳ Ｐゴシック" charset="-128"/>
                <a:cs typeface="ＭＳ Ｐゴシック" charset="-128"/>
              </a:rPr>
              <a:t>m</a:t>
            </a:r>
            <a:r>
              <a:rPr lang="en-US" sz="1200" kern="1200" baseline="0" dirty="0">
                <a:solidFill>
                  <a:schemeClr val="tx1"/>
                </a:solidFill>
                <a:latin typeface="Arial" charset="0"/>
                <a:ea typeface="ＭＳ Ｐゴシック" charset="-128"/>
                <a:cs typeface="ＭＳ Ｐゴシック" charset="-128"/>
              </a:rPr>
              <a:t>-bit hash code and encrypting that hash code with A’s private key (Figure 11.4a).</a:t>
            </a:r>
          </a:p>
          <a:p>
            <a:pPr marL="228600" indent="-228600">
              <a:buAutoNum type="arabicPeriod"/>
            </a:pPr>
            <a:endParaRPr lang="en-US" sz="1200" kern="1200" baseline="0" dirty="0">
              <a:solidFill>
                <a:schemeClr val="tx1"/>
              </a:solidFill>
              <a:latin typeface="Arial" charset="0"/>
              <a:ea typeface="ＭＳ Ｐゴシック" charset="-128"/>
              <a:cs typeface="ＭＳ Ｐゴシック" charset="-128"/>
            </a:endParaRPr>
          </a:p>
          <a:p>
            <a:r>
              <a:rPr lang="en-US" sz="1200" kern="1200" baseline="0" dirty="0">
                <a:solidFill>
                  <a:schemeClr val="tx1"/>
                </a:solidFill>
                <a:latin typeface="Arial" charset="0"/>
                <a:ea typeface="ＭＳ Ｐゴシック" charset="-128"/>
                <a:cs typeface="ＭＳ Ｐゴシック" charset="-128"/>
              </a:rPr>
              <a:t>2.  The opponent generates 2</a:t>
            </a:r>
            <a:r>
              <a:rPr lang="en-US" sz="1200" kern="1200" baseline="30000" dirty="0">
                <a:solidFill>
                  <a:schemeClr val="tx1"/>
                </a:solidFill>
                <a:latin typeface="Arial" charset="0"/>
                <a:ea typeface="ＭＳ Ｐゴシック" charset="-128"/>
                <a:cs typeface="ＭＳ Ｐゴシック" charset="-128"/>
              </a:rPr>
              <a:t>m/2  </a:t>
            </a:r>
            <a:r>
              <a:rPr lang="en-US" sz="1200" kern="1200" baseline="0" dirty="0">
                <a:solidFill>
                  <a:schemeClr val="tx1"/>
                </a:solidFill>
                <a:latin typeface="Arial" charset="0"/>
                <a:ea typeface="ＭＳ Ｐゴシック" charset="-128"/>
                <a:cs typeface="ＭＳ Ｐゴシック" charset="-128"/>
              </a:rPr>
              <a:t>variations </a:t>
            </a:r>
            <a:r>
              <a:rPr lang="en-US" sz="1200" i="1" kern="1200" baseline="0" dirty="0" err="1">
                <a:solidFill>
                  <a:schemeClr val="tx1"/>
                </a:solidFill>
                <a:latin typeface="Arial" charset="0"/>
                <a:ea typeface="ＭＳ Ｐゴシック" charset="-128"/>
                <a:cs typeface="ＭＳ Ｐゴシック" charset="-128"/>
              </a:rPr>
              <a:t>x</a:t>
            </a:r>
            <a:r>
              <a:rPr lang="en-US" sz="1200" kern="1200" baseline="0" dirty="0">
                <a:solidFill>
                  <a:schemeClr val="tx1"/>
                </a:solidFill>
                <a:latin typeface="Arial" charset="0"/>
                <a:ea typeface="ＭＳ Ｐゴシック" charset="-128"/>
                <a:cs typeface="ＭＳ Ｐゴシック" charset="-128"/>
              </a:rPr>
              <a:t>’ of </a:t>
            </a:r>
            <a:r>
              <a:rPr lang="en-US" sz="1200" i="1" kern="1200" baseline="0" dirty="0" err="1">
                <a:solidFill>
                  <a:schemeClr val="tx1"/>
                </a:solidFill>
                <a:latin typeface="Arial" charset="0"/>
                <a:ea typeface="ＭＳ Ｐゴシック" charset="-128"/>
                <a:cs typeface="ＭＳ Ｐゴシック" charset="-128"/>
              </a:rPr>
              <a:t>x</a:t>
            </a:r>
            <a:r>
              <a:rPr lang="en-US" sz="1200" kern="1200" baseline="0" dirty="0">
                <a:solidFill>
                  <a:schemeClr val="tx1"/>
                </a:solidFill>
                <a:latin typeface="Arial" charset="0"/>
                <a:ea typeface="ＭＳ Ｐゴシック" charset="-128"/>
                <a:cs typeface="ＭＳ Ｐゴシック" charset="-128"/>
              </a:rPr>
              <a:t>, all of which convey essentially</a:t>
            </a:r>
          </a:p>
          <a:p>
            <a:r>
              <a:rPr lang="en-US" sz="1200" kern="1200" baseline="0" dirty="0">
                <a:solidFill>
                  <a:schemeClr val="tx1"/>
                </a:solidFill>
                <a:latin typeface="Arial" charset="0"/>
                <a:ea typeface="ＭＳ Ｐゴシック" charset="-128"/>
                <a:cs typeface="ＭＳ Ｐゴシック" charset="-128"/>
              </a:rPr>
              <a:t>the same meaning, and stores the messages and their hash values.</a:t>
            </a:r>
          </a:p>
          <a:p>
            <a:endParaRPr lang="en-US" sz="1200" kern="1200" baseline="0" dirty="0">
              <a:solidFill>
                <a:schemeClr val="tx1"/>
              </a:solidFill>
              <a:latin typeface="Arial" charset="0"/>
              <a:ea typeface="ＭＳ Ｐゴシック" charset="-128"/>
              <a:cs typeface="ＭＳ Ｐゴシック" charset="-128"/>
            </a:endParaRPr>
          </a:p>
          <a:p>
            <a:r>
              <a:rPr lang="en-US" sz="1200" kern="1200" baseline="0" dirty="0">
                <a:solidFill>
                  <a:schemeClr val="tx1"/>
                </a:solidFill>
                <a:latin typeface="Arial" charset="0"/>
                <a:ea typeface="ＭＳ Ｐゴシック" charset="-128"/>
                <a:cs typeface="ＭＳ Ｐゴシック" charset="-128"/>
              </a:rPr>
              <a:t>3.  The opponent prepares a fraudulent message </a:t>
            </a:r>
            <a:r>
              <a:rPr lang="en-US" sz="1200" kern="1200" baseline="0" dirty="0" err="1">
                <a:solidFill>
                  <a:schemeClr val="tx1"/>
                </a:solidFill>
                <a:latin typeface="Arial" charset="0"/>
                <a:ea typeface="ＭＳ Ｐゴシック" charset="-128"/>
                <a:cs typeface="ＭＳ Ｐゴシック" charset="-128"/>
              </a:rPr>
              <a:t>y</a:t>
            </a:r>
            <a:r>
              <a:rPr lang="en-US" sz="1200" kern="1200" baseline="0" dirty="0">
                <a:solidFill>
                  <a:schemeClr val="tx1"/>
                </a:solidFill>
                <a:latin typeface="Arial" charset="0"/>
                <a:ea typeface="ＭＳ Ｐゴシック" charset="-128"/>
                <a:cs typeface="ＭＳ Ｐゴシック" charset="-128"/>
              </a:rPr>
              <a:t> for which A’s signature is</a:t>
            </a:r>
          </a:p>
          <a:p>
            <a:r>
              <a:rPr lang="en-US" sz="1200" kern="1200" baseline="0" dirty="0">
                <a:solidFill>
                  <a:schemeClr val="tx1"/>
                </a:solidFill>
                <a:latin typeface="Arial" charset="0"/>
                <a:ea typeface="ＭＳ Ｐゴシック" charset="-128"/>
                <a:cs typeface="ＭＳ Ｐゴシック" charset="-128"/>
              </a:rPr>
              <a:t>desired.</a:t>
            </a:r>
          </a:p>
          <a:p>
            <a:endParaRPr lang="en-US" sz="1200" kern="1200" baseline="0" dirty="0">
              <a:solidFill>
                <a:schemeClr val="tx1"/>
              </a:solidFill>
              <a:latin typeface="Arial" charset="0"/>
              <a:ea typeface="ＭＳ Ｐゴシック" charset="-128"/>
              <a:cs typeface="ＭＳ Ｐゴシック" charset="-128"/>
            </a:endParaRPr>
          </a:p>
          <a:p>
            <a:r>
              <a:rPr lang="en-US" sz="1200" kern="1200" baseline="0" dirty="0">
                <a:solidFill>
                  <a:schemeClr val="tx1"/>
                </a:solidFill>
                <a:latin typeface="Arial" charset="0"/>
                <a:ea typeface="ＭＳ Ｐゴシック" charset="-128"/>
                <a:cs typeface="ＭＳ Ｐゴシック" charset="-128"/>
              </a:rPr>
              <a:t>4.  The opponent generates minor variations </a:t>
            </a:r>
            <a:r>
              <a:rPr lang="en-US" sz="1200" kern="1200" baseline="0" dirty="0" err="1">
                <a:solidFill>
                  <a:schemeClr val="tx1"/>
                </a:solidFill>
                <a:latin typeface="Arial" charset="0"/>
                <a:ea typeface="ＭＳ Ｐゴシック" charset="-128"/>
                <a:cs typeface="ＭＳ Ｐゴシック" charset="-128"/>
              </a:rPr>
              <a:t>y</a:t>
            </a:r>
            <a:r>
              <a:rPr lang="en-US" sz="1200" kern="1200" baseline="0" dirty="0">
                <a:solidFill>
                  <a:schemeClr val="tx1"/>
                </a:solidFill>
                <a:latin typeface="Arial" charset="0"/>
                <a:ea typeface="ＭＳ Ｐゴシック" charset="-128"/>
                <a:cs typeface="ＭＳ Ｐゴシック" charset="-128"/>
              </a:rPr>
              <a:t>’ of </a:t>
            </a:r>
            <a:r>
              <a:rPr lang="en-US" sz="1200" kern="1200" baseline="0" dirty="0" err="1">
                <a:solidFill>
                  <a:schemeClr val="tx1"/>
                </a:solidFill>
                <a:latin typeface="Arial" charset="0"/>
                <a:ea typeface="ＭＳ Ｐゴシック" charset="-128"/>
                <a:cs typeface="ＭＳ Ｐゴシック" charset="-128"/>
              </a:rPr>
              <a:t>y</a:t>
            </a:r>
            <a:r>
              <a:rPr lang="en-US" sz="1200" kern="1200" baseline="0" dirty="0">
                <a:solidFill>
                  <a:schemeClr val="tx1"/>
                </a:solidFill>
                <a:latin typeface="Arial" charset="0"/>
                <a:ea typeface="ＭＳ Ｐゴシック" charset="-128"/>
                <a:cs typeface="ＭＳ Ｐゴシック" charset="-128"/>
              </a:rPr>
              <a:t>, all of which convey essentially</a:t>
            </a:r>
          </a:p>
          <a:p>
            <a:r>
              <a:rPr lang="en-US" sz="1200" kern="1200" baseline="0" dirty="0">
                <a:solidFill>
                  <a:schemeClr val="tx1"/>
                </a:solidFill>
                <a:latin typeface="Arial" charset="0"/>
                <a:ea typeface="ＭＳ Ｐゴシック" charset="-128"/>
                <a:cs typeface="ＭＳ Ｐゴシック" charset="-128"/>
              </a:rPr>
              <a:t>the same meaning. For each </a:t>
            </a:r>
            <a:r>
              <a:rPr lang="en-US" sz="1200" kern="1200" baseline="0" dirty="0" err="1">
                <a:solidFill>
                  <a:schemeClr val="tx1"/>
                </a:solidFill>
                <a:latin typeface="Arial" charset="0"/>
                <a:ea typeface="ＭＳ Ｐゴシック" charset="-128"/>
                <a:cs typeface="ＭＳ Ｐゴシック" charset="-128"/>
              </a:rPr>
              <a:t>y</a:t>
            </a:r>
            <a:r>
              <a:rPr lang="en-US" sz="1200" kern="1200" baseline="0" dirty="0">
                <a:solidFill>
                  <a:schemeClr val="tx1"/>
                </a:solidFill>
                <a:latin typeface="Arial" charset="0"/>
                <a:ea typeface="ＭＳ Ｐゴシック" charset="-128"/>
                <a:cs typeface="ＭＳ Ｐゴシック" charset="-128"/>
              </a:rPr>
              <a:t>’, the opponent computes </a:t>
            </a:r>
            <a:r>
              <a:rPr lang="en-US" sz="1200" kern="1200" baseline="0" dirty="0" err="1">
                <a:solidFill>
                  <a:schemeClr val="tx1"/>
                </a:solidFill>
                <a:latin typeface="Arial" charset="0"/>
                <a:ea typeface="ＭＳ Ｐゴシック" charset="-128"/>
                <a:cs typeface="ＭＳ Ｐゴシック" charset="-128"/>
              </a:rPr>
              <a:t>H(y</a:t>
            </a:r>
            <a:r>
              <a:rPr lang="en-US" sz="1200" kern="1200" baseline="0" dirty="0">
                <a:solidFill>
                  <a:schemeClr val="tx1"/>
                </a:solidFill>
                <a:latin typeface="Arial" charset="0"/>
                <a:ea typeface="ＭＳ Ｐゴシック" charset="-128"/>
                <a:cs typeface="ＭＳ Ｐゴシック" charset="-128"/>
              </a:rPr>
              <a:t>’), checks</a:t>
            </a:r>
          </a:p>
          <a:p>
            <a:r>
              <a:rPr lang="en-US" sz="1200" kern="1200" baseline="0" dirty="0">
                <a:solidFill>
                  <a:schemeClr val="tx1"/>
                </a:solidFill>
                <a:latin typeface="Arial" charset="0"/>
                <a:ea typeface="ＭＳ Ｐゴシック" charset="-128"/>
                <a:cs typeface="ＭＳ Ｐゴシック" charset="-128"/>
              </a:rPr>
              <a:t>for matches with any of the </a:t>
            </a:r>
            <a:r>
              <a:rPr lang="en-US" sz="1200" kern="1200" baseline="0" dirty="0" err="1">
                <a:solidFill>
                  <a:schemeClr val="tx1"/>
                </a:solidFill>
                <a:latin typeface="Arial" charset="0"/>
                <a:ea typeface="ＭＳ Ｐゴシック" charset="-128"/>
                <a:cs typeface="ＭＳ Ｐゴシック" charset="-128"/>
              </a:rPr>
              <a:t>H(x</a:t>
            </a:r>
            <a:r>
              <a:rPr lang="en-US" sz="1200" kern="1200" baseline="0" dirty="0">
                <a:solidFill>
                  <a:schemeClr val="tx1"/>
                </a:solidFill>
                <a:latin typeface="Arial" charset="0"/>
                <a:ea typeface="ＭＳ Ｐゴシック" charset="-128"/>
                <a:cs typeface="ＭＳ Ｐゴシック" charset="-128"/>
              </a:rPr>
              <a:t>’) values, and continues until a match is found.</a:t>
            </a:r>
          </a:p>
          <a:p>
            <a:r>
              <a:rPr lang="en-US" sz="1200" kern="1200" baseline="0" dirty="0">
                <a:solidFill>
                  <a:schemeClr val="tx1"/>
                </a:solidFill>
                <a:latin typeface="Arial" charset="0"/>
                <a:ea typeface="ＭＳ Ｐゴシック" charset="-128"/>
                <a:cs typeface="ＭＳ Ｐゴシック" charset="-128"/>
              </a:rPr>
              <a:t>That is, the process continues until a </a:t>
            </a:r>
            <a:r>
              <a:rPr lang="en-US" sz="1200" kern="1200" baseline="0" dirty="0" err="1">
                <a:solidFill>
                  <a:schemeClr val="tx1"/>
                </a:solidFill>
                <a:latin typeface="Arial" charset="0"/>
                <a:ea typeface="ＭＳ Ｐゴシック" charset="-128"/>
                <a:cs typeface="ＭＳ Ｐゴシック" charset="-128"/>
              </a:rPr>
              <a:t>y</a:t>
            </a:r>
            <a:r>
              <a:rPr lang="en-US" sz="1200" kern="1200" baseline="0" dirty="0">
                <a:solidFill>
                  <a:schemeClr val="tx1"/>
                </a:solidFill>
                <a:latin typeface="Arial" charset="0"/>
                <a:ea typeface="ＭＳ Ｐゴシック" charset="-128"/>
                <a:cs typeface="ＭＳ Ｐゴシック" charset="-128"/>
              </a:rPr>
              <a:t>’ is generated with a hash value equal to</a:t>
            </a:r>
          </a:p>
          <a:p>
            <a:r>
              <a:rPr lang="en-US" sz="1200" kern="1200" baseline="0" dirty="0">
                <a:solidFill>
                  <a:schemeClr val="tx1"/>
                </a:solidFill>
                <a:latin typeface="Arial" charset="0"/>
                <a:ea typeface="ＭＳ Ｐゴシック" charset="-128"/>
                <a:cs typeface="ＭＳ Ｐゴシック" charset="-128"/>
              </a:rPr>
              <a:t>the hash value of one of the </a:t>
            </a:r>
            <a:r>
              <a:rPr lang="en-US" sz="1200" kern="1200" baseline="0" dirty="0" err="1">
                <a:solidFill>
                  <a:schemeClr val="tx1"/>
                </a:solidFill>
                <a:latin typeface="Arial" charset="0"/>
                <a:ea typeface="ＭＳ Ｐゴシック" charset="-128"/>
                <a:cs typeface="ＭＳ Ｐゴシック" charset="-128"/>
              </a:rPr>
              <a:t>x</a:t>
            </a:r>
            <a:r>
              <a:rPr lang="en-US" sz="1200" kern="1200" baseline="0" dirty="0">
                <a:solidFill>
                  <a:schemeClr val="tx1"/>
                </a:solidFill>
                <a:latin typeface="Arial" charset="0"/>
                <a:ea typeface="ＭＳ Ｐゴシック" charset="-128"/>
                <a:cs typeface="ＭＳ Ｐゴシック" charset="-128"/>
              </a:rPr>
              <a:t>’ values.</a:t>
            </a:r>
          </a:p>
          <a:p>
            <a:endParaRPr lang="en-US" sz="1200" kern="1200" baseline="0" dirty="0">
              <a:solidFill>
                <a:schemeClr val="tx1"/>
              </a:solidFill>
              <a:latin typeface="Arial" charset="0"/>
              <a:ea typeface="ＭＳ Ｐゴシック" charset="-128"/>
              <a:cs typeface="ＭＳ Ｐゴシック" charset="-128"/>
            </a:endParaRPr>
          </a:p>
          <a:p>
            <a:r>
              <a:rPr lang="en-US" sz="1200" kern="1200" baseline="0" dirty="0">
                <a:solidFill>
                  <a:schemeClr val="tx1"/>
                </a:solidFill>
                <a:latin typeface="Arial" charset="0"/>
                <a:ea typeface="ＭＳ Ｐゴシック" charset="-128"/>
                <a:cs typeface="ＭＳ Ｐゴシック" charset="-128"/>
              </a:rPr>
              <a:t>5.  The opponent offers the valid variation to A for signature. This signature can</a:t>
            </a:r>
          </a:p>
          <a:p>
            <a:r>
              <a:rPr lang="en-US" sz="1200" kern="1200" baseline="0" dirty="0">
                <a:solidFill>
                  <a:schemeClr val="tx1"/>
                </a:solidFill>
                <a:latin typeface="Arial" charset="0"/>
                <a:ea typeface="ＭＳ Ｐゴシック" charset="-128"/>
                <a:cs typeface="ＭＳ Ｐゴシック" charset="-128"/>
              </a:rPr>
              <a:t>then be attached to the fraudulent variation for transmission to the intended</a:t>
            </a:r>
          </a:p>
          <a:p>
            <a:r>
              <a:rPr lang="en-US" sz="1200" kern="1200" baseline="0" dirty="0">
                <a:solidFill>
                  <a:schemeClr val="tx1"/>
                </a:solidFill>
                <a:latin typeface="Arial" charset="0"/>
                <a:ea typeface="ＭＳ Ｐゴシック" charset="-128"/>
                <a:cs typeface="ＭＳ Ｐゴシック" charset="-128"/>
              </a:rPr>
              <a:t>recipient. Because the two variations have the same hash code, they will produce</a:t>
            </a:r>
          </a:p>
          <a:p>
            <a:r>
              <a:rPr lang="en-US" sz="1200" kern="1200" baseline="0" dirty="0">
                <a:solidFill>
                  <a:schemeClr val="tx1"/>
                </a:solidFill>
                <a:latin typeface="Arial" charset="0"/>
                <a:ea typeface="ＭＳ Ｐゴシック" charset="-128"/>
                <a:cs typeface="ＭＳ Ｐゴシック" charset="-128"/>
              </a:rPr>
              <a:t>the same signature; the opponent is assured of success even though the</a:t>
            </a:r>
          </a:p>
          <a:p>
            <a:r>
              <a:rPr lang="en-US" sz="1200" kern="1200" baseline="0" dirty="0">
                <a:solidFill>
                  <a:schemeClr val="tx1"/>
                </a:solidFill>
                <a:latin typeface="Arial" charset="0"/>
                <a:ea typeface="ＭＳ Ｐゴシック" charset="-128"/>
                <a:cs typeface="ＭＳ Ｐゴシック" charset="-128"/>
              </a:rPr>
              <a:t>encryption key is not known.</a:t>
            </a:r>
          </a:p>
          <a:p>
            <a:endParaRPr lang="en-US" sz="1200" kern="1200" baseline="0" dirty="0">
              <a:solidFill>
                <a:schemeClr val="tx1"/>
              </a:solidFill>
              <a:latin typeface="Arial" charset="0"/>
              <a:ea typeface="ＭＳ Ｐゴシック" charset="-128"/>
              <a:cs typeface="ＭＳ Ｐゴシック" charset="-128"/>
            </a:endParaRPr>
          </a:p>
          <a:p>
            <a:r>
              <a:rPr lang="en-US" sz="1200" kern="1200" baseline="0" dirty="0">
                <a:solidFill>
                  <a:schemeClr val="tx1"/>
                </a:solidFill>
                <a:latin typeface="Arial" charset="0"/>
                <a:ea typeface="ＭＳ Ｐゴシック" charset="-128"/>
                <a:cs typeface="ＭＳ Ｐゴシック" charset="-128"/>
              </a:rPr>
              <a:t> Thus, if a 64-bit hash code is used, the level of effort required is only on the</a:t>
            </a:r>
          </a:p>
          <a:p>
            <a:r>
              <a:rPr lang="en-US" sz="1200" kern="1200" baseline="0" dirty="0">
                <a:solidFill>
                  <a:schemeClr val="tx1"/>
                </a:solidFill>
                <a:latin typeface="Arial" charset="0"/>
                <a:ea typeface="ＭＳ Ｐゴシック" charset="-128"/>
                <a:cs typeface="ＭＳ Ｐゴシック" charset="-128"/>
              </a:rPr>
              <a:t>order of 2</a:t>
            </a:r>
            <a:r>
              <a:rPr lang="en-US" sz="1200" kern="1200" baseline="30000" dirty="0">
                <a:solidFill>
                  <a:schemeClr val="tx1"/>
                </a:solidFill>
                <a:latin typeface="Arial" charset="0"/>
                <a:ea typeface="ＭＳ Ｐゴシック" charset="-128"/>
                <a:cs typeface="ＭＳ Ｐゴシック" charset="-128"/>
              </a:rPr>
              <a:t>32</a:t>
            </a:r>
            <a:r>
              <a:rPr lang="en-US" sz="1200" kern="1200" baseline="0" dirty="0">
                <a:solidFill>
                  <a:schemeClr val="tx1"/>
                </a:solidFill>
                <a:latin typeface="Arial" charset="0"/>
                <a:ea typeface="ＭＳ Ｐゴシック" charset="-128"/>
                <a:cs typeface="ＭＳ Ｐゴシック" charset="-128"/>
              </a:rPr>
              <a:t>  [see Appendix E, Equation (E.7)].</a:t>
            </a:r>
          </a:p>
          <a:p>
            <a:endParaRPr lang="en-US" sz="1200" kern="1200" baseline="0" dirty="0">
              <a:solidFill>
                <a:schemeClr val="tx1"/>
              </a:solidFill>
              <a:latin typeface="Arial" charset="0"/>
              <a:ea typeface="ＭＳ Ｐゴシック" charset="-128"/>
              <a:cs typeface="ＭＳ Ｐゴシック" charset="-128"/>
            </a:endParaRPr>
          </a:p>
          <a:p>
            <a:r>
              <a:rPr lang="en-US" sz="1200" kern="1200" baseline="0" dirty="0">
                <a:solidFill>
                  <a:schemeClr val="tx1"/>
                </a:solidFill>
                <a:latin typeface="Arial" charset="0"/>
                <a:ea typeface="ＭＳ Ｐゴシック" charset="-128"/>
                <a:cs typeface="ＭＳ Ｐゴシック" charset="-128"/>
              </a:rPr>
              <a:t>The generation of many variations that convey the same meaning is not difficult.</a:t>
            </a:r>
          </a:p>
          <a:p>
            <a:r>
              <a:rPr lang="en-US" sz="1200" kern="1200" baseline="0" dirty="0">
                <a:solidFill>
                  <a:schemeClr val="tx1"/>
                </a:solidFill>
                <a:latin typeface="Arial" charset="0"/>
                <a:ea typeface="ＭＳ Ｐゴシック" charset="-128"/>
                <a:cs typeface="ＭＳ Ｐゴシック" charset="-128"/>
              </a:rPr>
              <a:t>For example, the opponent could insert a number of “space-space-backspace”</a:t>
            </a:r>
          </a:p>
          <a:p>
            <a:r>
              <a:rPr lang="en-US" sz="1200" kern="1200" baseline="0" dirty="0">
                <a:solidFill>
                  <a:schemeClr val="tx1"/>
                </a:solidFill>
                <a:latin typeface="Arial" charset="0"/>
                <a:ea typeface="ＭＳ Ｐゴシック" charset="-128"/>
                <a:cs typeface="ＭＳ Ｐゴシック" charset="-128"/>
              </a:rPr>
              <a:t>character pairs between words throughout the document. Variations could then</a:t>
            </a:r>
          </a:p>
          <a:p>
            <a:r>
              <a:rPr lang="en-US" sz="1200" kern="1200" baseline="0" dirty="0">
                <a:solidFill>
                  <a:schemeClr val="tx1"/>
                </a:solidFill>
                <a:latin typeface="Arial" charset="0"/>
                <a:ea typeface="ＭＳ Ｐゴシック" charset="-128"/>
                <a:cs typeface="ＭＳ Ｐゴシック" charset="-128"/>
              </a:rPr>
              <a:t>be generated by substituting “space-backspace-space” in selected instances.</a:t>
            </a:r>
          </a:p>
          <a:p>
            <a:endParaRPr lang="en-US" sz="1200" kern="1200" baseline="0" dirty="0">
              <a:solidFill>
                <a:schemeClr val="tx1"/>
              </a:solidFill>
              <a:latin typeface="Arial" charset="0"/>
              <a:ea typeface="ＭＳ Ｐゴシック" charset="-128"/>
              <a:cs typeface="ＭＳ Ｐゴシック" charset="-128"/>
            </a:endParaRPr>
          </a:p>
          <a:p>
            <a:r>
              <a:rPr lang="en-US" sz="1200" kern="1200" baseline="0" dirty="0">
                <a:solidFill>
                  <a:schemeClr val="tx1"/>
                </a:solidFill>
                <a:latin typeface="Arial" charset="0"/>
                <a:ea typeface="ＭＳ Ｐゴシック" charset="-128"/>
                <a:cs typeface="ＭＳ Ｐゴシック" charset="-128"/>
              </a:rPr>
              <a:t> Alternatively, the opponent could simply reword the message but retain the</a:t>
            </a:r>
          </a:p>
          <a:p>
            <a:r>
              <a:rPr lang="en-US" sz="1200" kern="1200" baseline="0" dirty="0">
                <a:solidFill>
                  <a:schemeClr val="tx1"/>
                </a:solidFill>
                <a:latin typeface="Arial" charset="0"/>
                <a:ea typeface="ＭＳ Ｐゴシック" charset="-128"/>
                <a:cs typeface="ＭＳ Ｐゴシック" charset="-128"/>
              </a:rPr>
              <a:t>Meaning.  Figure 11.7 provides an example.</a:t>
            </a:r>
          </a:p>
          <a:p>
            <a:endParaRPr lang="en-US" sz="1200" kern="1200" baseline="0" dirty="0">
              <a:solidFill>
                <a:schemeClr val="tx1"/>
              </a:solidFill>
              <a:latin typeface="Arial" charset="0"/>
              <a:ea typeface="ＭＳ Ｐゴシック" charset="-128"/>
              <a:cs typeface="ＭＳ Ｐゴシック" charset="-128"/>
            </a:endParaRPr>
          </a:p>
          <a:p>
            <a:r>
              <a:rPr lang="en-US" sz="1200" kern="1200" baseline="0" dirty="0">
                <a:solidFill>
                  <a:schemeClr val="tx1"/>
                </a:solidFill>
                <a:latin typeface="Arial" charset="0"/>
                <a:ea typeface="ＭＳ Ｐゴシック" charset="-128"/>
                <a:cs typeface="ＭＳ Ｐゴシック" charset="-128"/>
              </a:rPr>
              <a:t> To summarize, for a hash code of length </a:t>
            </a:r>
            <a:r>
              <a:rPr lang="en-US" sz="1200" b="0" i="1" kern="1200" baseline="0" dirty="0" err="1">
                <a:solidFill>
                  <a:schemeClr val="tx1"/>
                </a:solidFill>
                <a:latin typeface="Arial" charset="0"/>
                <a:ea typeface="ＭＳ Ｐゴシック" charset="-128"/>
                <a:cs typeface="ＭＳ Ｐゴシック" charset="-128"/>
              </a:rPr>
              <a:t>m</a:t>
            </a:r>
            <a:r>
              <a:rPr lang="en-US" sz="1200" b="0" kern="1200" baseline="0" dirty="0">
                <a:solidFill>
                  <a:schemeClr val="tx1"/>
                </a:solidFill>
                <a:latin typeface="Arial" charset="0"/>
                <a:ea typeface="ＭＳ Ｐゴシック" charset="-128"/>
                <a:cs typeface="ＭＳ Ｐゴシック" charset="-128"/>
              </a:rPr>
              <a:t>, the level of effort required, as we</a:t>
            </a:r>
          </a:p>
          <a:p>
            <a:r>
              <a:rPr lang="en-US" sz="1200" b="0" kern="1200" baseline="0" dirty="0">
                <a:solidFill>
                  <a:schemeClr val="tx1"/>
                </a:solidFill>
                <a:latin typeface="Arial" charset="0"/>
                <a:ea typeface="ＭＳ Ｐゴシック" charset="-128"/>
                <a:cs typeface="ＭＳ Ｐゴシック" charset="-128"/>
              </a:rPr>
              <a:t>have seen, is proportional to the following.</a:t>
            </a:r>
          </a:p>
          <a:p>
            <a:endParaRPr lang="en-US" sz="1200" b="0" kern="1200" baseline="0" dirty="0">
              <a:solidFill>
                <a:schemeClr val="tx1"/>
              </a:solidFill>
              <a:latin typeface="Arial" charset="0"/>
              <a:ea typeface="ＭＳ Ｐゴシック" charset="-128"/>
              <a:cs typeface="ＭＳ Ｐゴシック" charset="-128"/>
            </a:endParaRPr>
          </a:p>
          <a:p>
            <a:r>
              <a:rPr lang="en-US" sz="1200" b="0" kern="1200" baseline="0" dirty="0" err="1">
                <a:solidFill>
                  <a:schemeClr val="tx1"/>
                </a:solidFill>
                <a:latin typeface="Arial" charset="0"/>
                <a:ea typeface="ＭＳ Ｐゴシック" charset="-128"/>
                <a:cs typeface="ＭＳ Ｐゴシック" charset="-128"/>
              </a:rPr>
              <a:t>Preimage</a:t>
            </a:r>
            <a:r>
              <a:rPr lang="en-US" sz="1200" b="0" kern="1200" baseline="0" dirty="0">
                <a:solidFill>
                  <a:schemeClr val="tx1"/>
                </a:solidFill>
                <a:latin typeface="Arial" charset="0"/>
                <a:ea typeface="ＭＳ Ｐゴシック" charset="-128"/>
                <a:cs typeface="ＭＳ Ｐゴシック" charset="-128"/>
              </a:rPr>
              <a:t> resistant 		2</a:t>
            </a:r>
            <a:r>
              <a:rPr lang="en-US" sz="1600" kern="1200" baseline="30000" dirty="0">
                <a:solidFill>
                  <a:schemeClr val="tx2"/>
                </a:solidFill>
                <a:latin typeface="+mn-lt"/>
                <a:ea typeface="ＭＳ Ｐゴシック" pitchFamily="-84" charset="-128"/>
                <a:cs typeface="+mn-cs"/>
              </a:rPr>
              <a:t>m</a:t>
            </a:r>
          </a:p>
          <a:p>
            <a:r>
              <a:rPr lang="en-US" sz="1200" b="0" kern="1200" baseline="0" dirty="0">
                <a:solidFill>
                  <a:schemeClr val="tx1"/>
                </a:solidFill>
                <a:latin typeface="Arial" charset="0"/>
                <a:ea typeface="ＭＳ Ｐゴシック" charset="-128"/>
                <a:cs typeface="ＭＳ Ｐゴシック" charset="-128"/>
              </a:rPr>
              <a:t>Second </a:t>
            </a:r>
            <a:r>
              <a:rPr lang="en-US" sz="1200" b="0" kern="1200" baseline="0" dirty="0" err="1">
                <a:solidFill>
                  <a:schemeClr val="tx1"/>
                </a:solidFill>
                <a:latin typeface="Arial" charset="0"/>
                <a:ea typeface="ＭＳ Ｐゴシック" charset="-128"/>
                <a:cs typeface="ＭＳ Ｐゴシック" charset="-128"/>
              </a:rPr>
              <a:t>preimage</a:t>
            </a:r>
            <a:r>
              <a:rPr lang="en-US" sz="1200" b="0" kern="1200" baseline="0" dirty="0">
                <a:solidFill>
                  <a:schemeClr val="tx1"/>
                </a:solidFill>
                <a:latin typeface="Arial" charset="0"/>
                <a:ea typeface="ＭＳ Ｐゴシック" charset="-128"/>
                <a:cs typeface="ＭＳ Ｐゴシック" charset="-128"/>
              </a:rPr>
              <a:t> resistant		2</a:t>
            </a:r>
            <a:r>
              <a:rPr lang="en-US" sz="1600" kern="1200" baseline="30000" dirty="0">
                <a:solidFill>
                  <a:schemeClr val="tx2"/>
                </a:solidFill>
                <a:latin typeface="+mn-lt"/>
                <a:ea typeface="ＭＳ Ｐゴシック" pitchFamily="-84" charset="-128"/>
                <a:cs typeface="+mn-cs"/>
              </a:rPr>
              <a:t>m</a:t>
            </a:r>
          </a:p>
          <a:p>
            <a:r>
              <a:rPr lang="en-US" sz="1200" b="0" kern="1200" baseline="0" dirty="0">
                <a:solidFill>
                  <a:schemeClr val="tx1"/>
                </a:solidFill>
                <a:latin typeface="Arial" charset="0"/>
                <a:ea typeface="ＭＳ Ｐゴシック" charset="-128"/>
                <a:cs typeface="ＭＳ Ｐゴシック" charset="-128"/>
              </a:rPr>
              <a:t>Collision resistant 		2</a:t>
            </a:r>
            <a:r>
              <a:rPr lang="en-US" sz="1600" kern="1200" baseline="30000" dirty="0">
                <a:solidFill>
                  <a:schemeClr val="tx2"/>
                </a:solidFill>
                <a:latin typeface="+mn-lt"/>
                <a:ea typeface="ＭＳ Ｐゴシック" pitchFamily="-84" charset="-128"/>
                <a:cs typeface="+mn-cs"/>
              </a:rPr>
              <a:t>m/2</a:t>
            </a:r>
            <a:endParaRPr lang="en-AU" sz="1600" kern="1200" baseline="30000" dirty="0">
              <a:solidFill>
                <a:schemeClr val="tx2"/>
              </a:solidFill>
              <a:latin typeface="+mn-lt"/>
              <a:ea typeface="ＭＳ Ｐゴシック" pitchFamily="-84" charset="-128"/>
              <a:cs typeface="+mn-cs"/>
            </a:endParaRPr>
          </a:p>
        </p:txBody>
      </p:sp>
    </p:spTree>
    <p:extLst>
      <p:ext uri="{BB962C8B-B14F-4D97-AF65-F5344CB8AC3E}">
        <p14:creationId xmlns:p14="http://schemas.microsoft.com/office/powerpoint/2010/main" val="19647296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1031"/>
          <p:cNvSpPr>
            <a:spLocks noGrp="1" noChangeArrowheads="1"/>
          </p:cNvSpPr>
          <p:nvPr>
            <p:ph type="sldNum" sz="quarter" idx="5"/>
          </p:nvPr>
        </p:nvSpPr>
        <p:spPr>
          <a:noFill/>
        </p:spPr>
        <p:txBody>
          <a:bodyPr/>
          <a:lstStyle/>
          <a:p>
            <a:fld id="{AEFDFB2B-967D-2347-9C52-094724F4DA56}" type="slidenum">
              <a:rPr lang="en-AU">
                <a:latin typeface="Arial" pitchFamily="-84" charset="0"/>
              </a:rPr>
              <a:pPr/>
              <a:t>13</a:t>
            </a:fld>
            <a:endParaRPr lang="en-AU" dirty="0">
              <a:latin typeface="Arial" pitchFamily="-84" charset="0"/>
            </a:endParaRPr>
          </a:p>
        </p:txBody>
      </p:sp>
      <p:sp>
        <p:nvSpPr>
          <p:cNvPr id="41987" name="Rectangle 2"/>
          <p:cNvSpPr>
            <a:spLocks noGrp="1" noRot="1" noChangeAspect="1" noChangeArrowheads="1" noTextEdit="1"/>
          </p:cNvSpPr>
          <p:nvPr>
            <p:ph type="sldImg"/>
          </p:nvPr>
        </p:nvSpPr>
        <p:spPr>
          <a:xfrm>
            <a:off x="381000" y="685800"/>
            <a:ext cx="6096000" cy="3429000"/>
          </a:xfrm>
          <a:ln/>
        </p:spPr>
      </p:sp>
      <p:sp>
        <p:nvSpPr>
          <p:cNvPr id="41988" name="Rectangle 3"/>
          <p:cNvSpPr>
            <a:spLocks noGrp="1" noChangeArrowheads="1"/>
          </p:cNvSpPr>
          <p:nvPr>
            <p:ph type="body" idx="1"/>
          </p:nvPr>
        </p:nvSpPr>
        <p:spPr>
          <a:noFill/>
          <a:ln/>
        </p:spPr>
        <p:txBody>
          <a:bodyPr/>
          <a:lstStyle/>
          <a:p>
            <a:r>
              <a:rPr lang="en-US" sz="1200" b="0" kern="1200" baseline="0" dirty="0">
                <a:solidFill>
                  <a:schemeClr val="tx1"/>
                </a:solidFill>
                <a:latin typeface="Arial" charset="0"/>
                <a:ea typeface="ＭＳ Ｐゴシック" charset="-128"/>
                <a:cs typeface="ＭＳ Ｐゴシック" charset="-128"/>
              </a:rPr>
              <a:t> In recent years, the most widely used hash function has been the Secure Hash</a:t>
            </a:r>
          </a:p>
          <a:p>
            <a:r>
              <a:rPr lang="en-US" sz="1200" b="0" kern="1200" baseline="0" dirty="0">
                <a:solidFill>
                  <a:schemeClr val="tx1"/>
                </a:solidFill>
                <a:latin typeface="Arial" charset="0"/>
                <a:ea typeface="ＭＳ Ｐゴシック" charset="-128"/>
                <a:cs typeface="ＭＳ Ｐゴシック" charset="-128"/>
              </a:rPr>
              <a:t>Algorithm (SHA). Indeed, because virtually every other widely used hash function</a:t>
            </a:r>
          </a:p>
          <a:p>
            <a:r>
              <a:rPr lang="en-US" sz="1200" b="0" kern="1200" baseline="0" dirty="0">
                <a:solidFill>
                  <a:schemeClr val="tx1"/>
                </a:solidFill>
                <a:latin typeface="Arial" charset="0"/>
                <a:ea typeface="ＭＳ Ｐゴシック" charset="-128"/>
                <a:cs typeface="ＭＳ Ｐゴシック" charset="-128"/>
              </a:rPr>
              <a:t>had been found to have substantial cryptanalytic weaknesses, SHA was more or</a:t>
            </a:r>
          </a:p>
          <a:p>
            <a:r>
              <a:rPr lang="en-US" sz="1200" b="0" kern="1200" baseline="0" dirty="0">
                <a:solidFill>
                  <a:schemeClr val="tx1"/>
                </a:solidFill>
                <a:latin typeface="Arial" charset="0"/>
                <a:ea typeface="ＭＳ Ｐゴシック" charset="-128"/>
                <a:cs typeface="ＭＳ Ｐゴシック" charset="-128"/>
              </a:rPr>
              <a:t>less the last remaining standardized hash algorithm by 2005. SHA was developed</a:t>
            </a:r>
          </a:p>
          <a:p>
            <a:r>
              <a:rPr lang="en-US" sz="1200" b="0" kern="1200" baseline="0" dirty="0">
                <a:solidFill>
                  <a:schemeClr val="tx1"/>
                </a:solidFill>
                <a:latin typeface="Arial" charset="0"/>
                <a:ea typeface="ＭＳ Ｐゴシック" charset="-128"/>
                <a:cs typeface="ＭＳ Ｐゴシック" charset="-128"/>
              </a:rPr>
              <a:t>by the National Institute of Standards and Technology (NIST) and published as a</a:t>
            </a:r>
          </a:p>
          <a:p>
            <a:r>
              <a:rPr lang="en-US" sz="1200" b="0" kern="1200" baseline="0" dirty="0">
                <a:solidFill>
                  <a:schemeClr val="tx1"/>
                </a:solidFill>
                <a:latin typeface="Arial" charset="0"/>
                <a:ea typeface="ＭＳ Ｐゴシック" charset="-128"/>
                <a:cs typeface="ＭＳ Ｐゴシック" charset="-128"/>
              </a:rPr>
              <a:t>federal information processing standard (FIPS 180) in 1993. When weaknesses were discovered in SHA, now known as </a:t>
            </a:r>
            <a:r>
              <a:rPr lang="en-US" sz="1200" b="1" kern="1200" baseline="0" dirty="0">
                <a:solidFill>
                  <a:schemeClr val="tx1"/>
                </a:solidFill>
                <a:latin typeface="Arial" charset="0"/>
                <a:ea typeface="ＭＳ Ｐゴシック" charset="-128"/>
                <a:cs typeface="ＭＳ Ｐゴシック" charset="-128"/>
              </a:rPr>
              <a:t>SHA-0, </a:t>
            </a:r>
            <a:r>
              <a:rPr lang="en-US" sz="1200" b="0" kern="1200" baseline="0" dirty="0">
                <a:solidFill>
                  <a:schemeClr val="tx1"/>
                </a:solidFill>
                <a:latin typeface="Arial" charset="0"/>
                <a:ea typeface="ＭＳ Ｐゴシック" charset="-128"/>
                <a:cs typeface="ＭＳ Ｐゴシック" charset="-128"/>
              </a:rPr>
              <a:t>a revised version was issued as FIPS 180-1 in 1995 and is referred to as </a:t>
            </a:r>
            <a:r>
              <a:rPr lang="en-US" sz="1200" b="1" kern="1200" baseline="0" dirty="0">
                <a:solidFill>
                  <a:schemeClr val="tx1"/>
                </a:solidFill>
                <a:latin typeface="Arial" charset="0"/>
                <a:ea typeface="ＭＳ Ｐゴシック" charset="-128"/>
                <a:cs typeface="ＭＳ Ｐゴシック" charset="-128"/>
              </a:rPr>
              <a:t>SHA-1</a:t>
            </a:r>
            <a:r>
              <a:rPr lang="en-US" sz="1200" b="0" kern="1200" baseline="0" dirty="0">
                <a:solidFill>
                  <a:schemeClr val="tx1"/>
                </a:solidFill>
                <a:latin typeface="Arial" charset="0"/>
                <a:ea typeface="ＭＳ Ｐゴシック" charset="-128"/>
                <a:cs typeface="ＭＳ Ｐゴシック" charset="-128"/>
              </a:rPr>
              <a:t>. The actual standards document is entitled “Secure Hash Standard.” SHA is based on the hash function </a:t>
            </a:r>
            <a:r>
              <a:rPr lang="en-US" sz="1200" b="1" kern="1200" baseline="0" dirty="0">
                <a:solidFill>
                  <a:schemeClr val="tx1"/>
                </a:solidFill>
                <a:latin typeface="Arial" charset="0"/>
                <a:ea typeface="ＭＳ Ｐゴシック" charset="-128"/>
                <a:cs typeface="ＭＳ Ｐゴシック" charset="-128"/>
              </a:rPr>
              <a:t>MD4</a:t>
            </a:r>
            <a:r>
              <a:rPr lang="en-US" sz="1200" b="0" kern="1200" baseline="0" dirty="0">
                <a:solidFill>
                  <a:schemeClr val="tx1"/>
                </a:solidFill>
                <a:latin typeface="Arial" charset="0"/>
                <a:ea typeface="ＭＳ Ｐゴシック" charset="-128"/>
                <a:cs typeface="ＭＳ Ｐゴシック" charset="-128"/>
              </a:rPr>
              <a:t>, and its design closely models MD4.</a:t>
            </a:r>
          </a:p>
          <a:p>
            <a:endParaRPr lang="en-US" sz="1200" b="0" kern="1200" baseline="0" dirty="0">
              <a:solidFill>
                <a:schemeClr val="tx1"/>
              </a:solidFill>
              <a:latin typeface="Arial" charset="0"/>
              <a:ea typeface="ＭＳ Ｐゴシック" charset="-128"/>
              <a:cs typeface="ＭＳ Ｐゴシック" charset="-128"/>
            </a:endParaRPr>
          </a:p>
          <a:p>
            <a:r>
              <a:rPr lang="en-US" sz="1200" kern="1200" baseline="0" dirty="0">
                <a:solidFill>
                  <a:schemeClr val="tx1"/>
                </a:solidFill>
                <a:latin typeface="Arial" charset="0"/>
                <a:ea typeface="ＭＳ Ｐゴシック" charset="-128"/>
                <a:cs typeface="ＭＳ Ｐゴシック" charset="-128"/>
              </a:rPr>
              <a:t> SHA-1 produces a hash value of 160 bits. In 2002, NIST produced a revised</a:t>
            </a:r>
          </a:p>
          <a:p>
            <a:r>
              <a:rPr lang="en-US" sz="1200" kern="1200" baseline="0" dirty="0">
                <a:solidFill>
                  <a:schemeClr val="tx1"/>
                </a:solidFill>
                <a:latin typeface="Arial" charset="0"/>
                <a:ea typeface="ＭＳ Ｐゴシック" charset="-128"/>
                <a:cs typeface="ＭＳ Ｐゴシック" charset="-128"/>
              </a:rPr>
              <a:t>version of the standard, FIPS 180-2, that defined three new versions of SHA, with</a:t>
            </a:r>
          </a:p>
          <a:p>
            <a:r>
              <a:rPr lang="en-US" sz="1200" kern="1200" baseline="0" dirty="0">
                <a:solidFill>
                  <a:schemeClr val="tx1"/>
                </a:solidFill>
                <a:latin typeface="Arial" charset="0"/>
                <a:ea typeface="ＭＳ Ｐゴシック" charset="-128"/>
                <a:cs typeface="ＭＳ Ｐゴシック" charset="-128"/>
              </a:rPr>
              <a:t>hash value lengths of 256, 384, and 512 bits, known as SHA-256, SHA-384, and</a:t>
            </a:r>
          </a:p>
          <a:p>
            <a:r>
              <a:rPr lang="en-US" sz="1200" kern="1200" baseline="0" dirty="0">
                <a:solidFill>
                  <a:schemeClr val="tx1"/>
                </a:solidFill>
                <a:latin typeface="Arial" charset="0"/>
                <a:ea typeface="ＭＳ Ｐゴシック" charset="-128"/>
                <a:cs typeface="ＭＳ Ｐゴシック" charset="-128"/>
              </a:rPr>
              <a:t>SHA-512, respectively. Collectively, these hash algorithms are known as </a:t>
            </a:r>
            <a:r>
              <a:rPr lang="en-US" sz="1200" b="1" kern="1200" baseline="0" dirty="0">
                <a:solidFill>
                  <a:schemeClr val="tx1"/>
                </a:solidFill>
                <a:latin typeface="Arial" charset="0"/>
                <a:ea typeface="ＭＳ Ｐゴシック" charset="-128"/>
                <a:cs typeface="ＭＳ Ｐゴシック" charset="-128"/>
              </a:rPr>
              <a:t>SHA-2 </a:t>
            </a:r>
            <a:r>
              <a:rPr lang="en-US" sz="1200" kern="1200" baseline="0" dirty="0">
                <a:solidFill>
                  <a:schemeClr val="tx1"/>
                </a:solidFill>
                <a:latin typeface="Arial" charset="0"/>
                <a:ea typeface="ＭＳ Ｐゴシック" charset="-128"/>
                <a:cs typeface="ＭＳ Ｐゴシック" charset="-128"/>
              </a:rPr>
              <a:t>.</a:t>
            </a:r>
          </a:p>
          <a:p>
            <a:r>
              <a:rPr lang="en-US" sz="1200" kern="1200" baseline="0" dirty="0">
                <a:solidFill>
                  <a:schemeClr val="tx1"/>
                </a:solidFill>
                <a:latin typeface="Arial" charset="0"/>
                <a:ea typeface="ＭＳ Ｐゴシック" charset="-128"/>
                <a:cs typeface="ＭＳ Ｐゴシック" charset="-128"/>
              </a:rPr>
              <a:t>These new versions have the same underlying structure and use the same types of modular arithmetic and logical binary operations as SHA-1.</a:t>
            </a:r>
            <a:endParaRPr lang="en-US" sz="1200" b="0" kern="1200" baseline="0" dirty="0">
              <a:solidFill>
                <a:schemeClr val="tx1"/>
              </a:solidFill>
              <a:latin typeface="Arial" charset="0"/>
              <a:ea typeface="ＭＳ Ｐゴシック" charset="-128"/>
              <a:cs typeface="ＭＳ Ｐゴシック" charset="-128"/>
            </a:endParaRPr>
          </a:p>
          <a:p>
            <a:endParaRPr lang="en-AU" b="0" dirty="0">
              <a:latin typeface="Arial" pitchFamily="-84" charset="0"/>
              <a:ea typeface="ＭＳ Ｐゴシック" pitchFamily="-84" charset="-128"/>
              <a:cs typeface="ＭＳ Ｐゴシック" pitchFamily="-84" charset="-128"/>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p:cNvSpPr>
            <a:spLocks noGrp="1" noRot="1" noChangeAspect="1"/>
          </p:cNvSpPr>
          <p:nvPr>
            <p:ph type="sldImg"/>
          </p:nvPr>
        </p:nvSpPr>
        <p:spPr>
          <a:xfrm>
            <a:off x="381000" y="685800"/>
            <a:ext cx="6096000" cy="3429000"/>
          </a:xfrm>
          <a:ln/>
        </p:spPr>
      </p:sp>
      <p:sp>
        <p:nvSpPr>
          <p:cNvPr id="46083" name="Notes Placeholder 2"/>
          <p:cNvSpPr>
            <a:spLocks noGrp="1"/>
          </p:cNvSpPr>
          <p:nvPr>
            <p:ph type="body" idx="1"/>
          </p:nvPr>
        </p:nvSpPr>
        <p:spPr>
          <a:noFill/>
          <a:ln/>
        </p:spPr>
        <p:txBody>
          <a:bodyPr/>
          <a:lstStyle/>
          <a:p>
            <a:r>
              <a:rPr lang="en-US" sz="1200" kern="1200" baseline="0" dirty="0">
                <a:solidFill>
                  <a:schemeClr val="tx1"/>
                </a:solidFill>
                <a:latin typeface="Arial" charset="0"/>
                <a:ea typeface="ＭＳ Ｐゴシック" charset="-128"/>
                <a:cs typeface="ＭＳ Ｐゴシック" charset="-128"/>
              </a:rPr>
              <a:t> A revised document was issued as FIP PUB 180-3 in 2008, which added a 224-bit version (Table 11.3). </a:t>
            </a:r>
            <a:r>
              <a:rPr lang="en-US" sz="1200" kern="1200" dirty="0">
                <a:solidFill>
                  <a:schemeClr val="tx1"/>
                </a:solidFill>
                <a:effectLst/>
                <a:latin typeface="Arial" charset="0"/>
                <a:ea typeface="ＭＳ Ｐゴシック" charset="-128"/>
                <a:cs typeface="ＭＳ Ｐゴシック" charset="-128"/>
              </a:rPr>
              <a:t>SHA-1 and SHA-2 are also specified in RFC 6234, which essentially duplicates the material in FIPS 180-3 but adds a C code implementation. </a:t>
            </a:r>
            <a:endParaRPr lang="en-US" dirty="0"/>
          </a:p>
          <a:p>
            <a:endParaRPr lang="en-US" sz="1200" kern="1200" baseline="0" dirty="0">
              <a:solidFill>
                <a:schemeClr val="tx1"/>
              </a:solidFill>
              <a:latin typeface="Arial" charset="0"/>
              <a:ea typeface="ＭＳ Ｐゴシック" charset="-128"/>
              <a:cs typeface="ＭＳ Ｐゴシック" charset="-128"/>
            </a:endParaRPr>
          </a:p>
          <a:p>
            <a:r>
              <a:rPr lang="en-US" sz="1200" kern="1200" dirty="0">
                <a:solidFill>
                  <a:schemeClr val="tx1"/>
                </a:solidFill>
                <a:effectLst/>
                <a:latin typeface="Arial" charset="0"/>
                <a:ea typeface="ＭＳ Ｐゴシック" charset="-128"/>
                <a:cs typeface="ＭＳ Ｐゴシック" charset="-128"/>
              </a:rPr>
              <a:t>In 2005, NIST announced the intention to phase out approval of SHA-1 and move to a reliance on SHA-2 by 2010. Despite this, SHA-1 continued to be used for digital signature and other applications by numerous applications, such as web browsers. The reluctance to go through the expense and effort of transitioning to SHA-2 has been overcome by a breakthrough announced by are search team in 2017[STEV17,CONS17].The team demonstrated that SHA-1 collision attacks have finally become practical by pro- viding the first known instance of a collision. In total, the computational effort spent is equivalent to 263.1 SHA-1 compressions and took approximately 6500 CPU years and 100 GPU years. As a result, Microsoft, Google, Apple, and Mozilla have all announced that their respective browsers have stopped accepting SHA-1 SSL certificates in 2017. </a:t>
            </a:r>
            <a:endParaRPr lang="en-US" dirty="0"/>
          </a:p>
        </p:txBody>
      </p:sp>
      <p:sp>
        <p:nvSpPr>
          <p:cNvPr id="46084" name="Slide Number Placeholder 3"/>
          <p:cNvSpPr>
            <a:spLocks noGrp="1"/>
          </p:cNvSpPr>
          <p:nvPr>
            <p:ph type="sldNum" sz="quarter" idx="5"/>
          </p:nvPr>
        </p:nvSpPr>
        <p:spPr>
          <a:noFill/>
        </p:spPr>
        <p:txBody>
          <a:bodyPr/>
          <a:lstStyle/>
          <a:p>
            <a:fld id="{488178CB-0DBC-3C49-8795-EFDBF16EC5FC}" type="slidenum">
              <a:rPr lang="en-AU" smtClean="0">
                <a:latin typeface="Arial" pitchFamily="-84" charset="0"/>
              </a:rPr>
              <a:pPr/>
              <a:t>14</a:t>
            </a:fld>
            <a:endParaRPr lang="en-AU" dirty="0">
              <a:latin typeface="Arial" pitchFamily="-8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p:cNvSpPr>
          <p:nvPr>
            <p:ph type="sldImg"/>
          </p:nvPr>
        </p:nvSpPr>
        <p:spPr>
          <a:xfrm>
            <a:off x="381000" y="685800"/>
            <a:ext cx="6096000" cy="3429000"/>
          </a:xfrm>
          <a:ln/>
        </p:spPr>
      </p:sp>
      <p:sp>
        <p:nvSpPr>
          <p:cNvPr id="37891" name="Notes Placeholder 2"/>
          <p:cNvSpPr>
            <a:spLocks noGrp="1"/>
          </p:cNvSpPr>
          <p:nvPr>
            <p:ph type="body" idx="1"/>
          </p:nvPr>
        </p:nvSpPr>
        <p:spPr>
          <a:xfrm>
            <a:off x="457200" y="4343400"/>
            <a:ext cx="6019800" cy="4114800"/>
          </a:xfrm>
          <a:noFill/>
          <a:ln/>
        </p:spPr>
        <p:txBody>
          <a:bodyPr/>
          <a:lstStyle/>
          <a:p>
            <a:r>
              <a:rPr lang="en-US" sz="1200" b="0" kern="1200" baseline="0" dirty="0">
                <a:solidFill>
                  <a:schemeClr val="tx1"/>
                </a:solidFill>
                <a:latin typeface="Arial" charset="0"/>
                <a:ea typeface="ＭＳ Ｐゴシック" charset="-128"/>
                <a:cs typeface="ＭＳ Ｐゴシック" charset="-128"/>
              </a:rPr>
              <a:t> In recent years, there has been considerable effort, and some successes,</a:t>
            </a:r>
          </a:p>
          <a:p>
            <a:r>
              <a:rPr lang="en-US" sz="1200" b="0" kern="1200" baseline="0" dirty="0">
                <a:solidFill>
                  <a:schemeClr val="tx1"/>
                </a:solidFill>
                <a:latin typeface="Arial" charset="0"/>
                <a:ea typeface="ＭＳ Ｐゴシック" charset="-128"/>
                <a:cs typeface="ＭＳ Ｐゴシック" charset="-128"/>
              </a:rPr>
              <a:t>in developing cryptanalytic attacks on hash functions. To understand these, we</a:t>
            </a:r>
          </a:p>
          <a:p>
            <a:r>
              <a:rPr lang="en-US" sz="1200" b="0" kern="1200" baseline="0" dirty="0">
                <a:solidFill>
                  <a:schemeClr val="tx1"/>
                </a:solidFill>
                <a:latin typeface="Arial" charset="0"/>
                <a:ea typeface="ＭＳ Ｐゴシック" charset="-128"/>
                <a:cs typeface="ＭＳ Ｐゴシック" charset="-128"/>
              </a:rPr>
              <a:t>need to look at the overall structure of a typical secure hash function, indicated in</a:t>
            </a:r>
          </a:p>
          <a:p>
            <a:r>
              <a:rPr lang="en-US" sz="1200" b="0" kern="1200" baseline="0" dirty="0">
                <a:solidFill>
                  <a:schemeClr val="tx1"/>
                </a:solidFill>
                <a:latin typeface="Arial" charset="0"/>
                <a:ea typeface="ＭＳ Ｐゴシック" charset="-128"/>
                <a:cs typeface="ＭＳ Ｐゴシック" charset="-128"/>
              </a:rPr>
              <a:t>Figure 11.8. This structure, referred to as an iterated hash function, was proposed</a:t>
            </a:r>
          </a:p>
          <a:p>
            <a:r>
              <a:rPr lang="en-US" sz="1200" b="0" kern="1200" baseline="0" dirty="0">
                <a:solidFill>
                  <a:schemeClr val="tx1"/>
                </a:solidFill>
                <a:latin typeface="Arial" charset="0"/>
                <a:ea typeface="ＭＳ Ｐゴシック" charset="-128"/>
                <a:cs typeface="ＭＳ Ｐゴシック" charset="-128"/>
              </a:rPr>
              <a:t>by Merkle [MERK79, MERK89] and is the structure of most hash functions in use</a:t>
            </a:r>
          </a:p>
          <a:p>
            <a:r>
              <a:rPr lang="en-US" sz="1200" b="0" kern="1200" baseline="0" dirty="0">
                <a:solidFill>
                  <a:schemeClr val="tx1"/>
                </a:solidFill>
                <a:latin typeface="Arial" charset="0"/>
                <a:ea typeface="ＭＳ Ｐゴシック" charset="-128"/>
                <a:cs typeface="ＭＳ Ｐゴシック" charset="-128"/>
              </a:rPr>
              <a:t>today, including SHA, which is discussed later in this chapter. The hash function</a:t>
            </a:r>
          </a:p>
          <a:p>
            <a:r>
              <a:rPr lang="en-US" sz="1200" b="0" kern="1200" baseline="0" dirty="0">
                <a:solidFill>
                  <a:schemeClr val="tx1"/>
                </a:solidFill>
                <a:latin typeface="Arial" charset="0"/>
                <a:ea typeface="ＭＳ Ｐゴシック" charset="-128"/>
                <a:cs typeface="ＭＳ Ｐゴシック" charset="-128"/>
              </a:rPr>
              <a:t>takes an input message and partitions it into </a:t>
            </a:r>
            <a:r>
              <a:rPr lang="en-US" sz="1200" b="0" i="1" kern="1200" baseline="0" dirty="0">
                <a:solidFill>
                  <a:schemeClr val="tx1"/>
                </a:solidFill>
                <a:latin typeface="Arial" charset="0"/>
                <a:ea typeface="ＭＳ Ｐゴシック" charset="-128"/>
                <a:cs typeface="ＭＳ Ｐゴシック" charset="-128"/>
              </a:rPr>
              <a:t>L</a:t>
            </a:r>
            <a:r>
              <a:rPr lang="en-US" sz="1200" b="0" kern="1200" baseline="0" dirty="0">
                <a:solidFill>
                  <a:schemeClr val="tx1"/>
                </a:solidFill>
                <a:latin typeface="Arial" charset="0"/>
                <a:ea typeface="ＭＳ Ｐゴシック" charset="-128"/>
                <a:cs typeface="ＭＳ Ｐゴシック" charset="-128"/>
              </a:rPr>
              <a:t> fixed-sized blocks of </a:t>
            </a:r>
            <a:r>
              <a:rPr lang="en-US" sz="1200" b="0" i="1" kern="1200" baseline="0" dirty="0">
                <a:solidFill>
                  <a:schemeClr val="tx1"/>
                </a:solidFill>
                <a:latin typeface="Arial" charset="0"/>
                <a:ea typeface="ＭＳ Ｐゴシック" charset="-128"/>
                <a:cs typeface="ＭＳ Ｐゴシック" charset="-128"/>
              </a:rPr>
              <a:t>b</a:t>
            </a:r>
            <a:r>
              <a:rPr lang="en-US" sz="1200" b="0" kern="1200" baseline="0" dirty="0">
                <a:solidFill>
                  <a:schemeClr val="tx1"/>
                </a:solidFill>
                <a:latin typeface="Arial" charset="0"/>
                <a:ea typeface="ＭＳ Ｐゴシック" charset="-128"/>
                <a:cs typeface="ＭＳ Ｐゴシック" charset="-128"/>
              </a:rPr>
              <a:t>  bits each.</a:t>
            </a:r>
          </a:p>
          <a:p>
            <a:r>
              <a:rPr lang="en-US" sz="1200" b="0" kern="1200" baseline="0" dirty="0">
                <a:solidFill>
                  <a:schemeClr val="tx1"/>
                </a:solidFill>
                <a:latin typeface="Arial" charset="0"/>
                <a:ea typeface="ＭＳ Ｐゴシック" charset="-128"/>
                <a:cs typeface="ＭＳ Ｐゴシック" charset="-128"/>
              </a:rPr>
              <a:t>If necessary, the final block is padded to b  bits. The final block also includes the</a:t>
            </a:r>
          </a:p>
          <a:p>
            <a:r>
              <a:rPr lang="en-US" sz="1200" b="0" kern="1200" baseline="0" dirty="0">
                <a:solidFill>
                  <a:schemeClr val="tx1"/>
                </a:solidFill>
                <a:latin typeface="Arial" charset="0"/>
                <a:ea typeface="ＭＳ Ｐゴシック" charset="-128"/>
                <a:cs typeface="ＭＳ Ｐゴシック" charset="-128"/>
              </a:rPr>
              <a:t>value of the total length of the input to the hash function. The inclusion of the</a:t>
            </a:r>
          </a:p>
          <a:p>
            <a:r>
              <a:rPr lang="en-US" sz="1200" b="0" kern="1200" baseline="0" dirty="0">
                <a:solidFill>
                  <a:schemeClr val="tx1"/>
                </a:solidFill>
                <a:latin typeface="Arial" charset="0"/>
                <a:ea typeface="ＭＳ Ｐゴシック" charset="-128"/>
                <a:cs typeface="ＭＳ Ｐゴシック" charset="-128"/>
              </a:rPr>
              <a:t>length makes the job of the opponent more difficult. Either the opponent must</a:t>
            </a:r>
          </a:p>
          <a:p>
            <a:r>
              <a:rPr lang="en-US" sz="1200" b="0" kern="1200" baseline="0" dirty="0">
                <a:solidFill>
                  <a:schemeClr val="tx1"/>
                </a:solidFill>
                <a:latin typeface="Arial" charset="0"/>
                <a:ea typeface="ＭＳ Ｐゴシック" charset="-128"/>
                <a:cs typeface="ＭＳ Ｐゴシック" charset="-128"/>
              </a:rPr>
              <a:t>find two messages of equal length that hash to the same value or two messages of differing lengths that, together with their length values, hash to the same value.</a:t>
            </a:r>
          </a:p>
          <a:p>
            <a:endParaRPr lang="en-US" sz="1200" b="0" kern="1200" baseline="0" dirty="0">
              <a:solidFill>
                <a:schemeClr val="tx1"/>
              </a:solidFill>
              <a:latin typeface="Arial" charset="0"/>
              <a:ea typeface="ＭＳ Ｐゴシック" charset="-128"/>
              <a:cs typeface="ＭＳ Ｐゴシック" charset="-128"/>
            </a:endParaRPr>
          </a:p>
          <a:p>
            <a:r>
              <a:rPr lang="en-US" sz="1200" b="0" kern="1200" baseline="0" dirty="0">
                <a:solidFill>
                  <a:schemeClr val="tx1"/>
                </a:solidFill>
                <a:latin typeface="Arial" charset="0"/>
                <a:ea typeface="ＭＳ Ｐゴシック" charset="-128"/>
                <a:cs typeface="ＭＳ Ｐゴシック" charset="-128"/>
              </a:rPr>
              <a:t> The hash algorithm involves repeated use of a </a:t>
            </a:r>
            <a:r>
              <a:rPr lang="en-US" sz="1200" b="1" kern="1200" baseline="0" dirty="0">
                <a:solidFill>
                  <a:schemeClr val="tx1"/>
                </a:solidFill>
                <a:latin typeface="Arial" charset="0"/>
                <a:ea typeface="ＭＳ Ｐゴシック" charset="-128"/>
                <a:cs typeface="ＭＳ Ｐゴシック" charset="-128"/>
              </a:rPr>
              <a:t>compression</a:t>
            </a:r>
            <a:r>
              <a:rPr lang="en-US" sz="1200" b="0" kern="1200" baseline="0" dirty="0">
                <a:solidFill>
                  <a:schemeClr val="tx1"/>
                </a:solidFill>
                <a:latin typeface="Arial" charset="0"/>
                <a:ea typeface="ＭＳ Ｐゴシック" charset="-128"/>
                <a:cs typeface="ＭＳ Ｐゴシック" charset="-128"/>
              </a:rPr>
              <a:t> </a:t>
            </a:r>
            <a:r>
              <a:rPr lang="en-US" sz="1200" b="1" kern="1200" baseline="0" dirty="0">
                <a:solidFill>
                  <a:schemeClr val="tx1"/>
                </a:solidFill>
                <a:latin typeface="Arial" charset="0"/>
                <a:ea typeface="ＭＳ Ｐゴシック" charset="-128"/>
                <a:cs typeface="ＭＳ Ｐゴシック" charset="-128"/>
              </a:rPr>
              <a:t>function</a:t>
            </a:r>
            <a:r>
              <a:rPr lang="en-US" sz="1200" b="0" kern="1200" baseline="0" dirty="0">
                <a:solidFill>
                  <a:schemeClr val="tx1"/>
                </a:solidFill>
                <a:latin typeface="Arial" charset="0"/>
                <a:ea typeface="ＭＳ Ｐゴシック" charset="-128"/>
                <a:cs typeface="ＭＳ Ｐゴシック" charset="-128"/>
              </a:rPr>
              <a:t>, </a:t>
            </a:r>
            <a:r>
              <a:rPr lang="en-US" sz="1200" b="0" kern="1200" baseline="0" dirty="0" err="1">
                <a:solidFill>
                  <a:schemeClr val="tx1"/>
                </a:solidFill>
                <a:latin typeface="Arial" charset="0"/>
                <a:ea typeface="ＭＳ Ｐゴシック" charset="-128"/>
                <a:cs typeface="ＭＳ Ｐゴシック" charset="-128"/>
              </a:rPr>
              <a:t>f</a:t>
            </a:r>
            <a:r>
              <a:rPr lang="en-US" sz="1200" b="0" kern="1200" baseline="0" dirty="0">
                <a:solidFill>
                  <a:schemeClr val="tx1"/>
                </a:solidFill>
                <a:latin typeface="Arial" charset="0"/>
                <a:ea typeface="ＭＳ Ｐゴシック" charset="-128"/>
                <a:cs typeface="ＭＳ Ｐゴシック" charset="-128"/>
              </a:rPr>
              <a:t>, that</a:t>
            </a:r>
          </a:p>
          <a:p>
            <a:r>
              <a:rPr lang="en-US" sz="1200" b="0" kern="1200" baseline="0" dirty="0">
                <a:solidFill>
                  <a:schemeClr val="tx1"/>
                </a:solidFill>
                <a:latin typeface="Arial" charset="0"/>
                <a:ea typeface="ＭＳ Ｐゴシック" charset="-128"/>
                <a:cs typeface="ＭＳ Ｐゴシック" charset="-128"/>
              </a:rPr>
              <a:t>takes two inputs (an </a:t>
            </a:r>
            <a:r>
              <a:rPr lang="en-US" sz="1200" b="0" i="1" kern="1200" baseline="0" dirty="0">
                <a:solidFill>
                  <a:schemeClr val="tx1"/>
                </a:solidFill>
                <a:latin typeface="Arial" charset="0"/>
                <a:ea typeface="ＭＳ Ｐゴシック" charset="-128"/>
                <a:cs typeface="ＭＳ Ｐゴシック" charset="-128"/>
              </a:rPr>
              <a:t>n</a:t>
            </a:r>
            <a:r>
              <a:rPr lang="en-US" sz="1200" b="0" kern="1200" baseline="0" dirty="0">
                <a:solidFill>
                  <a:schemeClr val="tx1"/>
                </a:solidFill>
                <a:latin typeface="Arial" charset="0"/>
                <a:ea typeface="ＭＳ Ｐゴシック" charset="-128"/>
                <a:cs typeface="ＭＳ Ｐゴシック" charset="-128"/>
              </a:rPr>
              <a:t>-bit input from the previous step, called the </a:t>
            </a:r>
            <a:r>
              <a:rPr lang="en-US" sz="1200" b="0" i="1" kern="1200" baseline="0" dirty="0">
                <a:solidFill>
                  <a:schemeClr val="tx1"/>
                </a:solidFill>
                <a:latin typeface="Arial" charset="0"/>
                <a:ea typeface="ＭＳ Ｐゴシック" charset="-128"/>
                <a:cs typeface="ＭＳ Ｐゴシック" charset="-128"/>
              </a:rPr>
              <a:t>chaining variable</a:t>
            </a:r>
            <a:r>
              <a:rPr lang="en-US" sz="1200" b="0" kern="1200" baseline="0" dirty="0">
                <a:solidFill>
                  <a:schemeClr val="tx1"/>
                </a:solidFill>
                <a:latin typeface="Arial" charset="0"/>
                <a:ea typeface="ＭＳ Ｐゴシック" charset="-128"/>
                <a:cs typeface="ＭＳ Ｐゴシック" charset="-128"/>
              </a:rPr>
              <a:t>, and a </a:t>
            </a:r>
            <a:r>
              <a:rPr lang="en-US" sz="1200" b="0" i="1" kern="1200" baseline="0" dirty="0">
                <a:solidFill>
                  <a:schemeClr val="tx1"/>
                </a:solidFill>
                <a:latin typeface="Arial" charset="0"/>
                <a:ea typeface="ＭＳ Ｐゴシック" charset="-128"/>
                <a:cs typeface="ＭＳ Ｐゴシック" charset="-128"/>
              </a:rPr>
              <a:t>b</a:t>
            </a:r>
            <a:r>
              <a:rPr lang="en-US" sz="1200" b="0" kern="1200" baseline="0" dirty="0">
                <a:solidFill>
                  <a:schemeClr val="tx1"/>
                </a:solidFill>
                <a:latin typeface="Arial" charset="0"/>
                <a:ea typeface="ＭＳ Ｐゴシック" charset="-128"/>
                <a:cs typeface="ＭＳ Ｐゴシック" charset="-128"/>
              </a:rPr>
              <a:t>-bit block) and produces an </a:t>
            </a:r>
            <a:r>
              <a:rPr lang="en-US" sz="1200" b="0" i="1" kern="1200" baseline="0" dirty="0">
                <a:solidFill>
                  <a:schemeClr val="tx1"/>
                </a:solidFill>
                <a:latin typeface="Arial" charset="0"/>
                <a:ea typeface="ＭＳ Ｐゴシック" charset="-128"/>
                <a:cs typeface="ＭＳ Ｐゴシック" charset="-128"/>
              </a:rPr>
              <a:t>n</a:t>
            </a:r>
            <a:r>
              <a:rPr lang="en-US" sz="1200" b="0" kern="1200" baseline="0" dirty="0">
                <a:solidFill>
                  <a:schemeClr val="tx1"/>
                </a:solidFill>
                <a:latin typeface="Arial" charset="0"/>
                <a:ea typeface="ＭＳ Ｐゴシック" charset="-128"/>
                <a:cs typeface="ＭＳ Ｐゴシック" charset="-128"/>
              </a:rPr>
              <a:t>-bit output. At the start of hashing, the chaining variable has an initial value that is specified as part of the algorithm. The final </a:t>
            </a:r>
            <a:r>
              <a:rPr lang="en-US" sz="1200" kern="1200" baseline="0" dirty="0">
                <a:solidFill>
                  <a:schemeClr val="tx1"/>
                </a:solidFill>
                <a:latin typeface="Arial" charset="0"/>
                <a:ea typeface="ＭＳ Ｐゴシック" charset="-128"/>
                <a:cs typeface="ＭＳ Ｐゴシック" charset="-128"/>
              </a:rPr>
              <a:t>value of the chaining variable is the hash value.</a:t>
            </a:r>
            <a:endParaRPr lang="en-US" b="0" dirty="0">
              <a:latin typeface="Arial" pitchFamily="-84" charset="0"/>
              <a:ea typeface="ＭＳ Ｐゴシック" pitchFamily="-84" charset="-128"/>
              <a:cs typeface="ＭＳ Ｐゴシック" pitchFamily="-84" charset="-128"/>
            </a:endParaRPr>
          </a:p>
        </p:txBody>
      </p:sp>
      <p:sp>
        <p:nvSpPr>
          <p:cNvPr id="37892" name="Slide Number Placeholder 3"/>
          <p:cNvSpPr>
            <a:spLocks noGrp="1"/>
          </p:cNvSpPr>
          <p:nvPr>
            <p:ph type="sldNum" sz="quarter" idx="5"/>
          </p:nvPr>
        </p:nvSpPr>
        <p:spPr>
          <a:noFill/>
        </p:spPr>
        <p:txBody>
          <a:bodyPr/>
          <a:lstStyle/>
          <a:p>
            <a:fld id="{877E4939-CD6A-2B48-B88C-687E529A775F}" type="slidenum">
              <a:rPr lang="en-AU" smtClean="0">
                <a:latin typeface="Arial" pitchFamily="-84" charset="0"/>
              </a:rPr>
              <a:pPr/>
              <a:t>15</a:t>
            </a:fld>
            <a:endParaRPr lang="en-AU" dirty="0">
              <a:latin typeface="Arial" pitchFamily="-8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1031"/>
          <p:cNvSpPr>
            <a:spLocks noGrp="1" noChangeArrowheads="1"/>
          </p:cNvSpPr>
          <p:nvPr>
            <p:ph type="sldNum" sz="quarter" idx="5"/>
          </p:nvPr>
        </p:nvSpPr>
        <p:spPr>
          <a:noFill/>
        </p:spPr>
        <p:txBody>
          <a:bodyPr/>
          <a:lstStyle/>
          <a:p>
            <a:fld id="{52949735-5420-BD45-AC21-09153687CD99}" type="slidenum">
              <a:rPr lang="en-AU">
                <a:latin typeface="Arial" pitchFamily="-84" charset="0"/>
              </a:rPr>
              <a:pPr/>
              <a:t>16</a:t>
            </a:fld>
            <a:endParaRPr lang="en-AU" dirty="0">
              <a:latin typeface="Arial" pitchFamily="-84" charset="0"/>
            </a:endParaRPr>
          </a:p>
        </p:txBody>
      </p:sp>
      <p:sp>
        <p:nvSpPr>
          <p:cNvPr id="48131" name="Rectangle 2"/>
          <p:cNvSpPr>
            <a:spLocks noGrp="1" noRot="1" noChangeAspect="1" noChangeArrowheads="1" noTextEdit="1"/>
          </p:cNvSpPr>
          <p:nvPr>
            <p:ph type="sldImg"/>
          </p:nvPr>
        </p:nvSpPr>
        <p:spPr>
          <a:xfrm>
            <a:off x="381000" y="685800"/>
            <a:ext cx="6096000" cy="3429000"/>
          </a:xfrm>
          <a:ln/>
        </p:spPr>
      </p:sp>
      <p:sp>
        <p:nvSpPr>
          <p:cNvPr id="48132" name="Rectangle 3"/>
          <p:cNvSpPr>
            <a:spLocks noGrp="1" noChangeArrowheads="1"/>
          </p:cNvSpPr>
          <p:nvPr>
            <p:ph type="body" idx="1"/>
          </p:nvPr>
        </p:nvSpPr>
        <p:spPr>
          <a:noFill/>
          <a:ln/>
        </p:spPr>
        <p:txBody>
          <a:bodyPr/>
          <a:lstStyle/>
          <a:p>
            <a:r>
              <a:rPr lang="en-US" sz="1200" kern="1200" dirty="0">
                <a:solidFill>
                  <a:schemeClr val="tx1"/>
                </a:solidFill>
                <a:effectLst/>
                <a:latin typeface="Arial" charset="0"/>
                <a:ea typeface="ＭＳ Ｐゴシック" charset="-128"/>
                <a:cs typeface="ＭＳ Ｐゴシック" charset="-128"/>
              </a:rPr>
              <a:t>The algorithm takes as input a message with a maximum length of less than 2128 bits and produces as output a 512-bit message digest. The input is processed in 1024-bit blocks. Figure 11.9 depicts the overall processing of a message to produce a digest. This follows the general structure depicted in Figure 11.8. The processing consists of the following steps. </a:t>
            </a:r>
            <a:endParaRPr lang="en-US" dirty="0"/>
          </a:p>
          <a:p>
            <a:endParaRPr lang="en-US" sz="1200" kern="1200" baseline="0" dirty="0">
              <a:solidFill>
                <a:schemeClr val="tx1"/>
              </a:solidFill>
              <a:latin typeface="Arial" charset="0"/>
              <a:ea typeface="ＭＳ Ｐゴシック" charset="-128"/>
              <a:cs typeface="ＭＳ Ｐゴシック" charset="-128"/>
            </a:endParaRPr>
          </a:p>
          <a:p>
            <a:r>
              <a:rPr lang="en-US" sz="1200" b="1" kern="1200" baseline="0" dirty="0">
                <a:solidFill>
                  <a:schemeClr val="tx1"/>
                </a:solidFill>
                <a:latin typeface="Arial" charset="0"/>
                <a:ea typeface="ＭＳ Ｐゴシック" charset="-128"/>
                <a:cs typeface="ＭＳ Ｐゴシック" charset="-128"/>
              </a:rPr>
              <a:t>Step 1 Append padding bits</a:t>
            </a:r>
            <a:r>
              <a:rPr lang="en-US" sz="1200" kern="1200" baseline="0" dirty="0">
                <a:solidFill>
                  <a:schemeClr val="tx1"/>
                </a:solidFill>
                <a:latin typeface="Arial" charset="0"/>
                <a:ea typeface="ＭＳ Ｐゴシック" charset="-128"/>
                <a:cs typeface="ＭＳ Ｐゴシック" charset="-128"/>
              </a:rPr>
              <a:t>.  The message is padded so that its length is congruent to 896 modulo 1024 [length =  896(mod 1024)]. Padding is always added, even if the message is already of the desired length. Thus, the number of</a:t>
            </a:r>
          </a:p>
          <a:p>
            <a:r>
              <a:rPr lang="en-US" sz="1200" kern="1200" baseline="0" dirty="0">
                <a:solidFill>
                  <a:schemeClr val="tx1"/>
                </a:solidFill>
                <a:latin typeface="Arial" charset="0"/>
                <a:ea typeface="ＭＳ Ｐゴシック" charset="-128"/>
                <a:cs typeface="ＭＳ Ｐゴシック" charset="-128"/>
              </a:rPr>
              <a:t>padding bits is in the range of 1 to 1024. The padding consists of a single 1</a:t>
            </a:r>
          </a:p>
          <a:p>
            <a:r>
              <a:rPr lang="en-US" sz="1200" kern="1200" baseline="0" dirty="0">
                <a:solidFill>
                  <a:schemeClr val="tx1"/>
                </a:solidFill>
                <a:latin typeface="Arial" charset="0"/>
                <a:ea typeface="ＭＳ Ｐゴシック" charset="-128"/>
                <a:cs typeface="ＭＳ Ｐゴシック" charset="-128"/>
              </a:rPr>
              <a:t>bit followed by the necessary number of 0 bits.</a:t>
            </a:r>
          </a:p>
          <a:p>
            <a:endParaRPr lang="en-US" sz="1200" kern="1200" baseline="0" dirty="0">
              <a:solidFill>
                <a:schemeClr val="tx1"/>
              </a:solidFill>
              <a:latin typeface="Arial" charset="0"/>
              <a:ea typeface="ＭＳ Ｐゴシック" charset="-128"/>
              <a:cs typeface="ＭＳ Ｐゴシック" charset="-128"/>
            </a:endParaRPr>
          </a:p>
          <a:p>
            <a:r>
              <a:rPr lang="en-US" sz="1200" b="1" kern="1200" baseline="0" dirty="0">
                <a:solidFill>
                  <a:schemeClr val="tx1"/>
                </a:solidFill>
                <a:latin typeface="Arial" charset="0"/>
                <a:ea typeface="ＭＳ Ｐゴシック" charset="-128"/>
                <a:cs typeface="ＭＳ Ｐゴシック" charset="-128"/>
              </a:rPr>
              <a:t>Step 2 Append length</a:t>
            </a:r>
            <a:r>
              <a:rPr lang="en-US" sz="1200" kern="1200" baseline="0" dirty="0">
                <a:solidFill>
                  <a:schemeClr val="tx1"/>
                </a:solidFill>
                <a:latin typeface="Arial" charset="0"/>
                <a:ea typeface="ＭＳ Ｐゴシック" charset="-128"/>
                <a:cs typeface="ＭＳ Ｐゴシック" charset="-128"/>
              </a:rPr>
              <a:t>.  A block of 128 bits is appended to the message. This block is treated as an unsigned 128-bit integer (most significant byte first) and</a:t>
            </a:r>
          </a:p>
          <a:p>
            <a:r>
              <a:rPr lang="en-US" sz="1200" kern="1200" baseline="0" dirty="0">
                <a:solidFill>
                  <a:schemeClr val="tx1"/>
                </a:solidFill>
                <a:latin typeface="Arial" charset="0"/>
                <a:ea typeface="ＭＳ Ｐゴシック" charset="-128"/>
                <a:cs typeface="ＭＳ Ｐゴシック" charset="-128"/>
              </a:rPr>
              <a:t>contains the length of the original message (before the padding).</a:t>
            </a:r>
          </a:p>
          <a:p>
            <a:endParaRPr lang="en-US" sz="1200" kern="1200" baseline="0" dirty="0">
              <a:solidFill>
                <a:schemeClr val="tx1"/>
              </a:solidFill>
              <a:latin typeface="Arial" charset="0"/>
              <a:ea typeface="ＭＳ Ｐゴシック" charset="-128"/>
              <a:cs typeface="ＭＳ Ｐゴシック" charset="-128"/>
            </a:endParaRPr>
          </a:p>
          <a:p>
            <a:r>
              <a:rPr lang="en-US" sz="1200" kern="1200" baseline="0" dirty="0">
                <a:solidFill>
                  <a:schemeClr val="tx1"/>
                </a:solidFill>
                <a:latin typeface="Arial" charset="0"/>
                <a:ea typeface="ＭＳ Ｐゴシック" charset="-128"/>
                <a:cs typeface="ＭＳ Ｐゴシック" charset="-128"/>
              </a:rPr>
              <a:t> The outcome of the first two steps yields a message that is an integer</a:t>
            </a:r>
          </a:p>
          <a:p>
            <a:r>
              <a:rPr lang="en-US" sz="1200" b="0" kern="1200" baseline="0" dirty="0">
                <a:solidFill>
                  <a:schemeClr val="tx1"/>
                </a:solidFill>
                <a:latin typeface="Arial" charset="0"/>
                <a:ea typeface="ＭＳ Ｐゴシック" charset="-128"/>
                <a:cs typeface="ＭＳ Ｐゴシック" charset="-128"/>
              </a:rPr>
              <a:t>multiple of 1024 bits in length. In Figure 11.9, the expanded message is</a:t>
            </a:r>
          </a:p>
          <a:p>
            <a:r>
              <a:rPr lang="en-US" sz="1200" b="0" kern="1200" baseline="0" dirty="0">
                <a:solidFill>
                  <a:schemeClr val="tx1"/>
                </a:solidFill>
                <a:latin typeface="Arial" charset="0"/>
                <a:ea typeface="ＭＳ Ｐゴシック" charset="-128"/>
                <a:cs typeface="ＭＳ Ｐゴシック" charset="-128"/>
              </a:rPr>
              <a:t>represented as the sequence of 1024-bit blocks </a:t>
            </a:r>
            <a:r>
              <a:rPr lang="en-US" sz="1200" b="0" i="1" kern="1200" baseline="0" dirty="0">
                <a:solidFill>
                  <a:schemeClr val="tx1"/>
                </a:solidFill>
                <a:latin typeface="Arial" charset="0"/>
                <a:ea typeface="ＭＳ Ｐゴシック" charset="-128"/>
                <a:cs typeface="ＭＳ Ｐゴシック" charset="-128"/>
              </a:rPr>
              <a:t>M</a:t>
            </a:r>
            <a:r>
              <a:rPr lang="en-US" sz="1200" b="0" i="1" kern="1200" baseline="-25000" dirty="0">
                <a:solidFill>
                  <a:schemeClr val="tx1"/>
                </a:solidFill>
                <a:latin typeface="Arial" charset="0"/>
                <a:ea typeface="ＭＳ Ｐゴシック" charset="-128"/>
                <a:cs typeface="ＭＳ Ｐゴシック" charset="-128"/>
              </a:rPr>
              <a:t>1</a:t>
            </a:r>
            <a:r>
              <a:rPr lang="en-US" sz="1200" b="0" i="1" kern="1200" baseline="0" dirty="0">
                <a:solidFill>
                  <a:schemeClr val="tx1"/>
                </a:solidFill>
                <a:latin typeface="Arial" charset="0"/>
                <a:ea typeface="ＭＳ Ｐゴシック" charset="-128"/>
                <a:cs typeface="ＭＳ Ｐゴシック" charset="-128"/>
              </a:rPr>
              <a:t> , M</a:t>
            </a:r>
            <a:r>
              <a:rPr lang="en-US" sz="1200" b="0" i="1" kern="1200" baseline="-25000" dirty="0">
                <a:solidFill>
                  <a:schemeClr val="tx1"/>
                </a:solidFill>
                <a:latin typeface="Arial" charset="0"/>
                <a:ea typeface="ＭＳ Ｐゴシック" charset="-128"/>
                <a:cs typeface="ＭＳ Ｐゴシック" charset="-128"/>
              </a:rPr>
              <a:t>2</a:t>
            </a:r>
            <a:r>
              <a:rPr lang="en-US" sz="1200" b="0" i="1" kern="1200" baseline="0" dirty="0">
                <a:solidFill>
                  <a:schemeClr val="tx1"/>
                </a:solidFill>
                <a:latin typeface="Arial" charset="0"/>
                <a:ea typeface="ＭＳ Ｐゴシック" charset="-128"/>
                <a:cs typeface="ＭＳ Ｐゴシック" charset="-128"/>
              </a:rPr>
              <a:t> , . . .  , M</a:t>
            </a:r>
            <a:r>
              <a:rPr lang="en-US" sz="1200" b="0" i="1" kern="1200" baseline="-25000" dirty="0">
                <a:solidFill>
                  <a:schemeClr val="tx1"/>
                </a:solidFill>
                <a:latin typeface="Arial" charset="0"/>
                <a:ea typeface="ＭＳ Ｐゴシック" charset="-128"/>
                <a:cs typeface="ＭＳ Ｐゴシック" charset="-128"/>
              </a:rPr>
              <a:t>N</a:t>
            </a:r>
            <a:r>
              <a:rPr lang="en-US" sz="1200" b="0" i="1" kern="1200" baseline="0" dirty="0">
                <a:solidFill>
                  <a:schemeClr val="tx1"/>
                </a:solidFill>
                <a:latin typeface="Arial" charset="0"/>
                <a:ea typeface="ＭＳ Ｐゴシック" charset="-128"/>
                <a:cs typeface="ＭＳ Ｐゴシック" charset="-128"/>
              </a:rPr>
              <a:t> </a:t>
            </a:r>
            <a:r>
              <a:rPr lang="en-US" sz="1200" b="0" kern="1200" baseline="0" dirty="0">
                <a:solidFill>
                  <a:schemeClr val="tx1"/>
                </a:solidFill>
                <a:latin typeface="Arial" charset="0"/>
                <a:ea typeface="ＭＳ Ｐゴシック" charset="-128"/>
                <a:cs typeface="ＭＳ Ｐゴシック" charset="-128"/>
              </a:rPr>
              <a:t>, so that the</a:t>
            </a:r>
          </a:p>
          <a:p>
            <a:r>
              <a:rPr lang="en-US" sz="1200" b="0" kern="1200" baseline="0" dirty="0">
                <a:solidFill>
                  <a:schemeClr val="tx1"/>
                </a:solidFill>
                <a:latin typeface="Arial" charset="0"/>
                <a:ea typeface="ＭＳ Ｐゴシック" charset="-128"/>
                <a:cs typeface="ＭＳ Ｐゴシック" charset="-128"/>
              </a:rPr>
              <a:t>total length of the expanded message is </a:t>
            </a:r>
            <a:r>
              <a:rPr lang="en-US" sz="1200" b="0" i="1" kern="1200" baseline="0" dirty="0">
                <a:solidFill>
                  <a:schemeClr val="tx1"/>
                </a:solidFill>
                <a:latin typeface="Arial" charset="0"/>
                <a:ea typeface="ＭＳ Ｐゴシック" charset="-128"/>
                <a:cs typeface="ＭＳ Ｐゴシック" charset="-128"/>
              </a:rPr>
              <a:t>N</a:t>
            </a:r>
            <a:r>
              <a:rPr lang="en-US" sz="1200" b="0" kern="1200" baseline="0" dirty="0">
                <a:solidFill>
                  <a:schemeClr val="tx1"/>
                </a:solidFill>
                <a:latin typeface="Arial" charset="0"/>
                <a:ea typeface="ＭＳ Ｐゴシック" charset="-128"/>
                <a:cs typeface="ＭＳ Ｐゴシック" charset="-128"/>
              </a:rPr>
              <a:t> * 1024 bits.</a:t>
            </a:r>
          </a:p>
          <a:p>
            <a:endParaRPr lang="en-US" sz="1200" b="0" kern="1200" baseline="0" dirty="0">
              <a:solidFill>
                <a:schemeClr val="tx1"/>
              </a:solidFill>
              <a:latin typeface="Arial" charset="0"/>
              <a:ea typeface="ＭＳ Ｐゴシック" charset="-128"/>
              <a:cs typeface="ＭＳ Ｐゴシック" charset="-128"/>
            </a:endParaRPr>
          </a:p>
          <a:p>
            <a:r>
              <a:rPr lang="en-US" sz="1200" b="1" kern="1200" baseline="0" dirty="0">
                <a:solidFill>
                  <a:schemeClr val="tx1"/>
                </a:solidFill>
                <a:latin typeface="Arial" charset="0"/>
                <a:ea typeface="ＭＳ Ｐゴシック" charset="-128"/>
                <a:cs typeface="ＭＳ Ｐゴシック" charset="-128"/>
              </a:rPr>
              <a:t>Step 3 Initialize hash buffer.</a:t>
            </a:r>
            <a:r>
              <a:rPr lang="en-US" sz="1200" b="0" kern="1200" baseline="0" dirty="0">
                <a:solidFill>
                  <a:schemeClr val="tx1"/>
                </a:solidFill>
                <a:latin typeface="Arial" charset="0"/>
                <a:ea typeface="ＭＳ Ｐゴシック" charset="-128"/>
                <a:cs typeface="ＭＳ Ｐゴシック" charset="-128"/>
              </a:rPr>
              <a:t>  A 512-bit buffer is used to hold intermediate</a:t>
            </a:r>
          </a:p>
          <a:p>
            <a:r>
              <a:rPr lang="en-US" sz="1200" kern="1200" baseline="0" dirty="0">
                <a:solidFill>
                  <a:schemeClr val="tx1"/>
                </a:solidFill>
                <a:latin typeface="Arial" charset="0"/>
                <a:ea typeface="ＭＳ Ｐゴシック" charset="-128"/>
                <a:cs typeface="ＭＳ Ｐゴシック" charset="-128"/>
              </a:rPr>
              <a:t> and final results of the hash function. The buffer can be represented as eight 64-bit registers (a, b, c, d, e, f, g, h)</a:t>
            </a:r>
            <a:r>
              <a:rPr lang="en-US" sz="1200" b="0" kern="1200" baseline="0" dirty="0">
                <a:solidFill>
                  <a:schemeClr val="tx1"/>
                </a:solidFill>
                <a:latin typeface="Arial" charset="0"/>
                <a:ea typeface="ＭＳ Ｐゴシック" charset="-128"/>
                <a:cs typeface="ＭＳ Ｐゴシック" charset="-128"/>
              </a:rPr>
              <a:t>. These registers are initialized to the following</a:t>
            </a:r>
          </a:p>
          <a:p>
            <a:r>
              <a:rPr lang="en-US" sz="1200" b="0" kern="1200" baseline="0" dirty="0">
                <a:solidFill>
                  <a:schemeClr val="tx1"/>
                </a:solidFill>
                <a:latin typeface="Arial" charset="0"/>
                <a:ea typeface="ＭＳ Ｐゴシック" charset="-128"/>
                <a:cs typeface="ＭＳ Ｐゴシック" charset="-128"/>
              </a:rPr>
              <a:t>64-bit integers (hexadecimal values):</a:t>
            </a:r>
          </a:p>
          <a:p>
            <a:endParaRPr lang="en-US" sz="1200" b="0" kern="1200" baseline="0" dirty="0">
              <a:solidFill>
                <a:schemeClr val="tx1"/>
              </a:solidFill>
              <a:latin typeface="Arial" charset="0"/>
              <a:ea typeface="ＭＳ Ｐゴシック" charset="-128"/>
              <a:cs typeface="ＭＳ Ｐゴシック" charset="-128"/>
            </a:endParaRPr>
          </a:p>
          <a:p>
            <a:r>
              <a:rPr lang="en-US" sz="1200" b="0" kern="1200" baseline="0" dirty="0">
                <a:solidFill>
                  <a:schemeClr val="tx1"/>
                </a:solidFill>
                <a:latin typeface="Arial" charset="0"/>
                <a:ea typeface="ＭＳ Ｐゴシック" charset="-128"/>
                <a:cs typeface="ＭＳ Ｐゴシック" charset="-128"/>
              </a:rPr>
              <a:t>a = 6A09E667F3BCC908 		</a:t>
            </a:r>
            <a:r>
              <a:rPr lang="en-US" sz="1200" b="0" kern="1200" baseline="0" dirty="0" err="1">
                <a:solidFill>
                  <a:schemeClr val="tx1"/>
                </a:solidFill>
                <a:latin typeface="Arial" charset="0"/>
                <a:ea typeface="ＭＳ Ｐゴシック" charset="-128"/>
                <a:cs typeface="ＭＳ Ｐゴシック" charset="-128"/>
              </a:rPr>
              <a:t>e</a:t>
            </a:r>
            <a:r>
              <a:rPr lang="en-US" sz="1200" b="0" kern="1200" baseline="0" dirty="0">
                <a:solidFill>
                  <a:schemeClr val="tx1"/>
                </a:solidFill>
                <a:latin typeface="Arial" charset="0"/>
                <a:ea typeface="ＭＳ Ｐゴシック" charset="-128"/>
                <a:cs typeface="ＭＳ Ｐゴシック" charset="-128"/>
              </a:rPr>
              <a:t> = 510E527FADE682D1</a:t>
            </a:r>
          </a:p>
          <a:p>
            <a:r>
              <a:rPr lang="en-US" sz="1200" b="0" kern="1200" baseline="0" dirty="0" err="1">
                <a:solidFill>
                  <a:schemeClr val="tx1"/>
                </a:solidFill>
                <a:latin typeface="Arial" charset="0"/>
                <a:ea typeface="ＭＳ Ｐゴシック" charset="-128"/>
                <a:cs typeface="ＭＳ Ｐゴシック" charset="-128"/>
              </a:rPr>
              <a:t>b</a:t>
            </a:r>
            <a:r>
              <a:rPr lang="en-US" sz="1200" b="0" kern="1200" baseline="0" dirty="0">
                <a:solidFill>
                  <a:schemeClr val="tx1"/>
                </a:solidFill>
                <a:latin typeface="Arial" charset="0"/>
                <a:ea typeface="ＭＳ Ｐゴシック" charset="-128"/>
                <a:cs typeface="ＭＳ Ｐゴシック" charset="-128"/>
              </a:rPr>
              <a:t> = BB67AE8584CAA73B	 	</a:t>
            </a:r>
            <a:r>
              <a:rPr lang="en-US" sz="1200" b="0" kern="1200" baseline="0" dirty="0" err="1">
                <a:solidFill>
                  <a:schemeClr val="tx1"/>
                </a:solidFill>
                <a:latin typeface="Arial" charset="0"/>
                <a:ea typeface="ＭＳ Ｐゴシック" charset="-128"/>
                <a:cs typeface="ＭＳ Ｐゴシック" charset="-128"/>
              </a:rPr>
              <a:t>f</a:t>
            </a:r>
            <a:r>
              <a:rPr lang="en-US" sz="1200" b="0" kern="1200" baseline="0" dirty="0">
                <a:solidFill>
                  <a:schemeClr val="tx1"/>
                </a:solidFill>
                <a:latin typeface="Arial" charset="0"/>
                <a:ea typeface="ＭＳ Ｐゴシック" charset="-128"/>
                <a:cs typeface="ＭＳ Ｐゴシック" charset="-128"/>
              </a:rPr>
              <a:t> = 9B05688C2B3E6C1F</a:t>
            </a:r>
          </a:p>
          <a:p>
            <a:r>
              <a:rPr lang="en-US" sz="1200" b="0" kern="1200" baseline="0" dirty="0" err="1">
                <a:solidFill>
                  <a:schemeClr val="tx1"/>
                </a:solidFill>
                <a:latin typeface="Arial" charset="0"/>
                <a:ea typeface="ＭＳ Ｐゴシック" charset="-128"/>
                <a:cs typeface="ＭＳ Ｐゴシック" charset="-128"/>
              </a:rPr>
              <a:t>c</a:t>
            </a:r>
            <a:r>
              <a:rPr lang="en-US" sz="1200" b="0" kern="1200" baseline="0" dirty="0">
                <a:solidFill>
                  <a:schemeClr val="tx1"/>
                </a:solidFill>
                <a:latin typeface="Arial" charset="0"/>
                <a:ea typeface="ＭＳ Ｐゴシック" charset="-128"/>
                <a:cs typeface="ＭＳ Ｐゴシック" charset="-128"/>
              </a:rPr>
              <a:t> = 3C6EF372FE94F82B 		</a:t>
            </a:r>
            <a:r>
              <a:rPr lang="en-US" sz="1200" b="0" kern="1200" baseline="0" dirty="0" err="1">
                <a:solidFill>
                  <a:schemeClr val="tx1"/>
                </a:solidFill>
                <a:latin typeface="Arial" charset="0"/>
                <a:ea typeface="ＭＳ Ｐゴシック" charset="-128"/>
                <a:cs typeface="ＭＳ Ｐゴシック" charset="-128"/>
              </a:rPr>
              <a:t>g</a:t>
            </a:r>
            <a:r>
              <a:rPr lang="en-US" sz="1200" b="0" kern="1200" baseline="0" dirty="0">
                <a:solidFill>
                  <a:schemeClr val="tx1"/>
                </a:solidFill>
                <a:latin typeface="Arial" charset="0"/>
                <a:ea typeface="ＭＳ Ｐゴシック" charset="-128"/>
                <a:cs typeface="ＭＳ Ｐゴシック" charset="-128"/>
              </a:rPr>
              <a:t> = 1F83D9ABFB41BD6B</a:t>
            </a:r>
          </a:p>
          <a:p>
            <a:r>
              <a:rPr lang="en-US" sz="1200" b="0" kern="1200" baseline="0" dirty="0" err="1">
                <a:solidFill>
                  <a:schemeClr val="tx1"/>
                </a:solidFill>
                <a:latin typeface="Arial" charset="0"/>
                <a:ea typeface="ＭＳ Ｐゴシック" charset="-128"/>
                <a:cs typeface="ＭＳ Ｐゴシック" charset="-128"/>
              </a:rPr>
              <a:t>d</a:t>
            </a:r>
            <a:r>
              <a:rPr lang="en-US" sz="1200" b="0" kern="1200" baseline="0" dirty="0">
                <a:solidFill>
                  <a:schemeClr val="tx1"/>
                </a:solidFill>
                <a:latin typeface="Arial" charset="0"/>
                <a:ea typeface="ＭＳ Ｐゴシック" charset="-128"/>
                <a:cs typeface="ＭＳ Ｐゴシック" charset="-128"/>
              </a:rPr>
              <a:t> = A54FF53A5F1D36F1 		</a:t>
            </a:r>
            <a:r>
              <a:rPr lang="en-US" sz="1200" b="0" kern="1200" baseline="0" dirty="0" err="1">
                <a:solidFill>
                  <a:schemeClr val="tx1"/>
                </a:solidFill>
                <a:latin typeface="Arial" charset="0"/>
                <a:ea typeface="ＭＳ Ｐゴシック" charset="-128"/>
                <a:cs typeface="ＭＳ Ｐゴシック" charset="-128"/>
              </a:rPr>
              <a:t>h</a:t>
            </a:r>
            <a:r>
              <a:rPr lang="en-US" sz="1200" b="0" kern="1200" baseline="0" dirty="0">
                <a:solidFill>
                  <a:schemeClr val="tx1"/>
                </a:solidFill>
                <a:latin typeface="Arial" charset="0"/>
                <a:ea typeface="ＭＳ Ｐゴシック" charset="-128"/>
                <a:cs typeface="ＭＳ Ｐゴシック" charset="-128"/>
              </a:rPr>
              <a:t> = 5BE0CD19137E2179</a:t>
            </a:r>
          </a:p>
          <a:p>
            <a:endParaRPr lang="en-US" sz="1200" b="0" kern="1200" baseline="0" dirty="0">
              <a:solidFill>
                <a:schemeClr val="tx1"/>
              </a:solidFill>
              <a:latin typeface="Arial" charset="0"/>
              <a:ea typeface="ＭＳ Ｐゴシック" charset="-128"/>
              <a:cs typeface="ＭＳ Ｐゴシック" charset="-128"/>
            </a:endParaRPr>
          </a:p>
          <a:p>
            <a:r>
              <a:rPr lang="en-US" sz="1200" kern="1200" dirty="0">
                <a:solidFill>
                  <a:schemeClr val="tx1"/>
                </a:solidFill>
                <a:effectLst/>
                <a:latin typeface="Arial" charset="0"/>
                <a:ea typeface="ＭＳ Ｐゴシック" charset="-128"/>
                <a:cs typeface="ＭＳ Ｐゴシック" charset="-128"/>
              </a:rPr>
              <a:t>These words were obtained by taking the first sixty-four bits of the </a:t>
            </a:r>
            <a:r>
              <a:rPr lang="en-US" sz="1200" kern="1200" dirty="0" err="1">
                <a:solidFill>
                  <a:schemeClr val="tx1"/>
                </a:solidFill>
                <a:effectLst/>
                <a:latin typeface="Arial" charset="0"/>
                <a:ea typeface="ＭＳ Ｐゴシック" charset="-128"/>
                <a:cs typeface="ＭＳ Ｐゴシック" charset="-128"/>
              </a:rPr>
              <a:t>frac</a:t>
            </a:r>
            <a:r>
              <a:rPr lang="en-US" sz="1200" kern="1200" dirty="0">
                <a:solidFill>
                  <a:schemeClr val="tx1"/>
                </a:solidFill>
                <a:effectLst/>
                <a:latin typeface="Arial" charset="0"/>
                <a:ea typeface="ＭＳ Ｐゴシック" charset="-128"/>
                <a:cs typeface="ＭＳ Ｐゴシック" charset="-128"/>
              </a:rPr>
              <a:t>- </a:t>
            </a:r>
            <a:r>
              <a:rPr lang="en-US" sz="1200" kern="1200" dirty="0" err="1">
                <a:solidFill>
                  <a:schemeClr val="tx1"/>
                </a:solidFill>
                <a:effectLst/>
                <a:latin typeface="Arial" charset="0"/>
                <a:ea typeface="ＭＳ Ｐゴシック" charset="-128"/>
                <a:cs typeface="ＭＳ Ｐゴシック" charset="-128"/>
              </a:rPr>
              <a:t>tional</a:t>
            </a:r>
            <a:r>
              <a:rPr lang="en-US" sz="1200" kern="1200" dirty="0">
                <a:solidFill>
                  <a:schemeClr val="tx1"/>
                </a:solidFill>
                <a:effectLst/>
                <a:latin typeface="Arial" charset="0"/>
                <a:ea typeface="ＭＳ Ｐゴシック" charset="-128"/>
                <a:cs typeface="ＭＳ Ｐゴシック" charset="-128"/>
              </a:rPr>
              <a:t> parts of the square roots of the first eight prime numbers. The </a:t>
            </a:r>
            <a:r>
              <a:rPr lang="en-US" sz="1200" kern="1200" dirty="0" err="1">
                <a:solidFill>
                  <a:schemeClr val="tx1"/>
                </a:solidFill>
                <a:effectLst/>
                <a:latin typeface="Arial" charset="0"/>
                <a:ea typeface="ＭＳ Ｐゴシック" charset="-128"/>
                <a:cs typeface="ＭＳ Ｐゴシック" charset="-128"/>
              </a:rPr>
              <a:t>val</a:t>
            </a:r>
            <a:r>
              <a:rPr lang="en-US" sz="1200" kern="1200" dirty="0">
                <a:solidFill>
                  <a:schemeClr val="tx1"/>
                </a:solidFill>
                <a:effectLst/>
                <a:latin typeface="Arial" charset="0"/>
                <a:ea typeface="ＭＳ Ｐゴシック" charset="-128"/>
                <a:cs typeface="ＭＳ Ｐゴシック" charset="-128"/>
              </a:rPr>
              <a:t>- </a:t>
            </a:r>
            <a:r>
              <a:rPr lang="en-US" sz="1200" kern="1200" dirty="0" err="1">
                <a:solidFill>
                  <a:schemeClr val="tx1"/>
                </a:solidFill>
                <a:effectLst/>
                <a:latin typeface="Arial" charset="0"/>
                <a:ea typeface="ＭＳ Ｐゴシック" charset="-128"/>
                <a:cs typeface="ＭＳ Ｐゴシック" charset="-128"/>
              </a:rPr>
              <a:t>ues</a:t>
            </a:r>
            <a:r>
              <a:rPr lang="en-US" sz="1200" kern="1200" dirty="0">
                <a:solidFill>
                  <a:schemeClr val="tx1"/>
                </a:solidFill>
                <a:effectLst/>
                <a:latin typeface="Arial" charset="0"/>
                <a:ea typeface="ＭＳ Ｐゴシック" charset="-128"/>
                <a:cs typeface="ＭＳ Ｐゴシック" charset="-128"/>
              </a:rPr>
              <a:t> are stored in </a:t>
            </a:r>
            <a:r>
              <a:rPr lang="en-US" sz="1200" b="1" kern="1200" dirty="0">
                <a:solidFill>
                  <a:schemeClr val="tx1"/>
                </a:solidFill>
                <a:effectLst/>
                <a:latin typeface="Arial" charset="0"/>
                <a:ea typeface="ＭＳ Ｐゴシック" charset="-128"/>
                <a:cs typeface="ＭＳ Ｐゴシック" charset="-128"/>
              </a:rPr>
              <a:t>big-endian format</a:t>
            </a:r>
            <a:r>
              <a:rPr lang="en-US" sz="1200" kern="1200" dirty="0">
                <a:solidFill>
                  <a:schemeClr val="tx1"/>
                </a:solidFill>
                <a:effectLst/>
                <a:latin typeface="Arial" charset="0"/>
                <a:ea typeface="ＭＳ Ｐゴシック" charset="-128"/>
                <a:cs typeface="ＭＳ Ｐゴシック" charset="-128"/>
              </a:rPr>
              <a:t>, which is the most significant byte of a word in the low-address (leftmost) byte position. In contrast, in </a:t>
            </a:r>
            <a:r>
              <a:rPr lang="en-US" sz="1200" b="1" kern="1200" dirty="0">
                <a:solidFill>
                  <a:schemeClr val="tx1"/>
                </a:solidFill>
                <a:effectLst/>
                <a:latin typeface="Arial" charset="0"/>
                <a:ea typeface="ＭＳ Ｐゴシック" charset="-128"/>
                <a:cs typeface="ＭＳ Ｐゴシック" charset="-128"/>
              </a:rPr>
              <a:t>little-endian format</a:t>
            </a:r>
            <a:r>
              <a:rPr lang="en-US" sz="1200" kern="1200" dirty="0">
                <a:solidFill>
                  <a:schemeClr val="tx1"/>
                </a:solidFill>
                <a:effectLst/>
                <a:latin typeface="Arial" charset="0"/>
                <a:ea typeface="ＭＳ Ｐゴシック" charset="-128"/>
                <a:cs typeface="ＭＳ Ｐゴシック" charset="-128"/>
              </a:rPr>
              <a:t>, the least significant byte is stored in the lowest address. </a:t>
            </a:r>
            <a:endParaRPr lang="en-US" dirty="0"/>
          </a:p>
          <a:p>
            <a:endParaRPr lang="en-US" sz="1200" b="0" kern="1200" baseline="0" dirty="0">
              <a:solidFill>
                <a:schemeClr val="tx1"/>
              </a:solidFill>
              <a:latin typeface="Arial" charset="0"/>
              <a:ea typeface="ＭＳ Ｐゴシック" charset="-128"/>
              <a:cs typeface="ＭＳ Ｐゴシック" charset="-128"/>
            </a:endParaRPr>
          </a:p>
          <a:p>
            <a:r>
              <a:rPr lang="en-US" sz="1200" b="1" kern="1200" baseline="0" dirty="0">
                <a:solidFill>
                  <a:schemeClr val="tx1"/>
                </a:solidFill>
                <a:latin typeface="Arial" charset="0"/>
                <a:ea typeface="ＭＳ Ｐゴシック" charset="-128"/>
                <a:cs typeface="ＭＳ Ｐゴシック" charset="-128"/>
              </a:rPr>
              <a:t> Step 4 Process message in 1024-bit (128-word) blocks. </a:t>
            </a:r>
            <a:r>
              <a:rPr lang="en-US" sz="1200" kern="1200" baseline="0" dirty="0">
                <a:solidFill>
                  <a:schemeClr val="tx1"/>
                </a:solidFill>
                <a:latin typeface="Arial" charset="0"/>
                <a:ea typeface="ＭＳ Ｐゴシック" charset="-128"/>
                <a:cs typeface="ＭＳ Ｐゴシック" charset="-128"/>
              </a:rPr>
              <a:t>The heart of the algorithm is a module that consists of 80 rounds; this module is labeled F in Figure 11.9. The logic is illustrated in Figure 11.10.</a:t>
            </a:r>
          </a:p>
          <a:p>
            <a:endParaRPr lang="en-US" sz="1200" kern="1200" baseline="0" dirty="0">
              <a:solidFill>
                <a:schemeClr val="tx1"/>
              </a:solidFill>
              <a:latin typeface="Arial" charset="0"/>
              <a:ea typeface="ＭＳ Ｐゴシック" charset="-128"/>
              <a:cs typeface="ＭＳ Ｐゴシック" charset="-128"/>
            </a:endParaRPr>
          </a:p>
          <a:p>
            <a:r>
              <a:rPr lang="en-US" sz="1200" kern="1200" baseline="0" dirty="0">
                <a:solidFill>
                  <a:schemeClr val="tx1"/>
                </a:solidFill>
                <a:latin typeface="Arial" charset="0"/>
                <a:ea typeface="ＭＳ Ｐゴシック" charset="-128"/>
                <a:cs typeface="ＭＳ Ｐゴシック" charset="-128"/>
              </a:rPr>
              <a:t> Each round takes as input the 512-bit buffer value, </a:t>
            </a:r>
            <a:r>
              <a:rPr lang="en-US" sz="1200" kern="1200" baseline="0" dirty="0" err="1">
                <a:solidFill>
                  <a:schemeClr val="tx1"/>
                </a:solidFill>
                <a:latin typeface="Arial" charset="0"/>
                <a:ea typeface="ＭＳ Ｐゴシック" charset="-128"/>
                <a:cs typeface="ＭＳ Ｐゴシック" charset="-128"/>
              </a:rPr>
              <a:t>abcdefgh</a:t>
            </a:r>
            <a:r>
              <a:rPr lang="en-US" sz="1200" kern="1200" baseline="0" dirty="0">
                <a:solidFill>
                  <a:schemeClr val="tx1"/>
                </a:solidFill>
                <a:latin typeface="Arial" charset="0"/>
                <a:ea typeface="ＭＳ Ｐゴシック" charset="-128"/>
                <a:cs typeface="ＭＳ Ｐゴシック" charset="-128"/>
              </a:rPr>
              <a:t>, and</a:t>
            </a:r>
          </a:p>
          <a:p>
            <a:r>
              <a:rPr lang="en-US" sz="1200" kern="1200" baseline="0" dirty="0">
                <a:solidFill>
                  <a:schemeClr val="tx1"/>
                </a:solidFill>
                <a:latin typeface="Arial" charset="0"/>
                <a:ea typeface="ＭＳ Ｐゴシック" charset="-128"/>
                <a:cs typeface="ＭＳ Ｐゴシック" charset="-128"/>
              </a:rPr>
              <a:t>updates the contents of the buffer. At input to the first round, the buffer</a:t>
            </a:r>
          </a:p>
          <a:p>
            <a:r>
              <a:rPr lang="en-US" sz="1200" kern="1200" baseline="0" dirty="0">
                <a:solidFill>
                  <a:schemeClr val="tx1"/>
                </a:solidFill>
                <a:latin typeface="Arial" charset="0"/>
                <a:ea typeface="ＭＳ Ｐゴシック" charset="-128"/>
                <a:cs typeface="ＭＳ Ｐゴシック" charset="-128"/>
              </a:rPr>
              <a:t>has the value of the intermediate hash </a:t>
            </a:r>
            <a:r>
              <a:rPr lang="en-US" sz="1200" b="0" kern="1200" baseline="0" dirty="0">
                <a:solidFill>
                  <a:schemeClr val="tx1"/>
                </a:solidFill>
                <a:latin typeface="Arial" charset="0"/>
                <a:ea typeface="ＭＳ Ｐゴシック" charset="-128"/>
                <a:cs typeface="ＭＳ Ｐゴシック" charset="-128"/>
              </a:rPr>
              <a:t>value, </a:t>
            </a:r>
            <a:r>
              <a:rPr lang="en-US" sz="1200" b="0" i="1" kern="1200" baseline="0" dirty="0">
                <a:solidFill>
                  <a:schemeClr val="tx1"/>
                </a:solidFill>
                <a:latin typeface="Arial" charset="0"/>
                <a:ea typeface="ＭＳ Ｐゴシック" charset="-128"/>
                <a:cs typeface="ＭＳ Ｐゴシック" charset="-128"/>
              </a:rPr>
              <a:t>H</a:t>
            </a:r>
            <a:r>
              <a:rPr lang="en-US" sz="1200" b="0" i="1" kern="1200" baseline="-25000" dirty="0">
                <a:solidFill>
                  <a:schemeClr val="tx1"/>
                </a:solidFill>
                <a:latin typeface="Arial" charset="0"/>
                <a:ea typeface="ＭＳ Ｐゴシック" charset="-128"/>
                <a:cs typeface="ＭＳ Ｐゴシック" charset="-128"/>
              </a:rPr>
              <a:t>i-</a:t>
            </a:r>
            <a:r>
              <a:rPr lang="en-US" sz="1200" b="0" kern="1200" baseline="-25000" dirty="0">
                <a:solidFill>
                  <a:schemeClr val="tx1"/>
                </a:solidFill>
                <a:latin typeface="Arial" charset="0"/>
                <a:ea typeface="ＭＳ Ｐゴシック" charset="-128"/>
                <a:cs typeface="ＭＳ Ｐゴシック" charset="-128"/>
              </a:rPr>
              <a:t>1 </a:t>
            </a:r>
            <a:r>
              <a:rPr lang="en-US" sz="1200" b="0" kern="1200" baseline="0" dirty="0">
                <a:solidFill>
                  <a:schemeClr val="tx1"/>
                </a:solidFill>
                <a:latin typeface="Arial" charset="0"/>
                <a:ea typeface="ＭＳ Ｐゴシック" charset="-128"/>
                <a:cs typeface="ＭＳ Ｐゴシック" charset="-128"/>
              </a:rPr>
              <a:t>. Each round </a:t>
            </a:r>
            <a:r>
              <a:rPr lang="en-US" sz="1200" b="0" i="1" kern="1200" baseline="0" dirty="0" err="1">
                <a:solidFill>
                  <a:schemeClr val="tx1"/>
                </a:solidFill>
                <a:latin typeface="Arial" charset="0"/>
                <a:ea typeface="ＭＳ Ｐゴシック" charset="-128"/>
                <a:cs typeface="ＭＳ Ｐゴシック" charset="-128"/>
              </a:rPr>
              <a:t>t</a:t>
            </a:r>
            <a:r>
              <a:rPr lang="en-US" sz="1200" b="0" kern="1200" baseline="0" dirty="0">
                <a:solidFill>
                  <a:schemeClr val="tx1"/>
                </a:solidFill>
                <a:latin typeface="Arial" charset="0"/>
                <a:ea typeface="ＭＳ Ｐゴシック" charset="-128"/>
                <a:cs typeface="ＭＳ Ｐゴシック" charset="-128"/>
              </a:rPr>
              <a:t> makes</a:t>
            </a:r>
          </a:p>
          <a:p>
            <a:r>
              <a:rPr lang="en-US" sz="1200" b="0" kern="1200" baseline="0" dirty="0">
                <a:solidFill>
                  <a:schemeClr val="tx1"/>
                </a:solidFill>
                <a:latin typeface="Arial" charset="0"/>
                <a:ea typeface="ＭＳ Ｐゴシック" charset="-128"/>
                <a:cs typeface="ＭＳ Ｐゴシック" charset="-128"/>
              </a:rPr>
              <a:t>use of a 64-bit value </a:t>
            </a:r>
            <a:r>
              <a:rPr lang="en-US" sz="1200" b="0" i="1" kern="1200" baseline="0" dirty="0">
                <a:solidFill>
                  <a:schemeClr val="tx1"/>
                </a:solidFill>
                <a:latin typeface="Arial" charset="0"/>
                <a:ea typeface="ＭＳ Ｐゴシック" charset="-128"/>
                <a:cs typeface="ＭＳ Ｐゴシック" charset="-128"/>
              </a:rPr>
              <a:t>W</a:t>
            </a:r>
            <a:r>
              <a:rPr lang="en-US" sz="1200" b="0" kern="1200" baseline="-25000" dirty="0">
                <a:solidFill>
                  <a:schemeClr val="tx1"/>
                </a:solidFill>
                <a:latin typeface="Arial" charset="0"/>
                <a:ea typeface="ＭＳ Ｐゴシック" charset="-128"/>
                <a:cs typeface="ＭＳ Ｐゴシック" charset="-128"/>
              </a:rPr>
              <a:t>t</a:t>
            </a:r>
            <a:r>
              <a:rPr lang="en-US" sz="1200" b="0" kern="1200" baseline="0" dirty="0">
                <a:solidFill>
                  <a:schemeClr val="tx1"/>
                </a:solidFill>
                <a:latin typeface="Arial" charset="0"/>
                <a:ea typeface="ＭＳ Ｐゴシック" charset="-128"/>
                <a:cs typeface="ＭＳ Ｐゴシック" charset="-128"/>
              </a:rPr>
              <a:t>, derived from the current 1024-bit block being processed</a:t>
            </a:r>
          </a:p>
          <a:p>
            <a:r>
              <a:rPr lang="en-US" sz="1200" b="0" kern="1200" baseline="0" dirty="0">
                <a:solidFill>
                  <a:schemeClr val="tx1"/>
                </a:solidFill>
                <a:latin typeface="Arial" charset="0"/>
                <a:ea typeface="ＭＳ Ｐゴシック" charset="-128"/>
                <a:cs typeface="ＭＳ Ｐゴシック" charset="-128"/>
              </a:rPr>
              <a:t>(</a:t>
            </a:r>
            <a:r>
              <a:rPr lang="en-US" sz="1200" b="0" i="1" kern="1200" baseline="0" dirty="0">
                <a:solidFill>
                  <a:schemeClr val="tx1"/>
                </a:solidFill>
                <a:latin typeface="Arial" charset="0"/>
                <a:ea typeface="ＭＳ Ｐゴシック" charset="-128"/>
                <a:cs typeface="ＭＳ Ｐゴシック" charset="-128"/>
              </a:rPr>
              <a:t>M</a:t>
            </a:r>
            <a:r>
              <a:rPr lang="en-US" sz="1200" b="0" i="1" kern="1200" baseline="-25000" dirty="0">
                <a:solidFill>
                  <a:schemeClr val="tx1"/>
                </a:solidFill>
                <a:latin typeface="Arial" charset="0"/>
                <a:ea typeface="ＭＳ Ｐゴシック" charset="-128"/>
                <a:cs typeface="ＭＳ Ｐゴシック" charset="-128"/>
              </a:rPr>
              <a:t>i</a:t>
            </a:r>
            <a:r>
              <a:rPr lang="en-US" sz="1200" b="0" kern="1200" baseline="0" dirty="0">
                <a:solidFill>
                  <a:schemeClr val="tx1"/>
                </a:solidFill>
                <a:latin typeface="Arial" charset="0"/>
                <a:ea typeface="ＭＳ Ｐゴシック" charset="-128"/>
                <a:cs typeface="ＭＳ Ｐゴシック" charset="-128"/>
              </a:rPr>
              <a:t> ). These values are derived using a message schedule described</a:t>
            </a:r>
          </a:p>
          <a:p>
            <a:r>
              <a:rPr lang="en-US" sz="1200" b="0" kern="1200" baseline="0" dirty="0">
                <a:solidFill>
                  <a:schemeClr val="tx1"/>
                </a:solidFill>
                <a:latin typeface="Arial" charset="0"/>
                <a:ea typeface="ＭＳ Ｐゴシック" charset="-128"/>
                <a:cs typeface="ＭＳ Ｐゴシック" charset="-128"/>
              </a:rPr>
              <a:t>subsequently. Each round also makes use of an additive constant </a:t>
            </a:r>
            <a:r>
              <a:rPr lang="en-US" sz="1200" b="0" i="1" kern="1200" baseline="0" dirty="0">
                <a:solidFill>
                  <a:schemeClr val="tx1"/>
                </a:solidFill>
                <a:latin typeface="Arial" charset="0"/>
                <a:ea typeface="ＭＳ Ｐゴシック" charset="-128"/>
                <a:cs typeface="ＭＳ Ｐゴシック" charset="-128"/>
              </a:rPr>
              <a:t>K</a:t>
            </a:r>
            <a:r>
              <a:rPr lang="en-US" sz="1200" b="0" i="1" kern="1200" baseline="-25000" dirty="0">
                <a:solidFill>
                  <a:schemeClr val="tx1"/>
                </a:solidFill>
                <a:latin typeface="Arial" charset="0"/>
                <a:ea typeface="ＭＳ Ｐゴシック" charset="-128"/>
                <a:cs typeface="ＭＳ Ｐゴシック" charset="-128"/>
              </a:rPr>
              <a:t>t</a:t>
            </a:r>
            <a:r>
              <a:rPr lang="en-US" sz="1200" b="0" kern="1200" baseline="0" dirty="0">
                <a:solidFill>
                  <a:schemeClr val="tx1"/>
                </a:solidFill>
                <a:latin typeface="Arial" charset="0"/>
                <a:ea typeface="ＭＳ Ｐゴシック" charset="-128"/>
                <a:cs typeface="ＭＳ Ｐゴシック" charset="-128"/>
              </a:rPr>
              <a:t> , where</a:t>
            </a:r>
          </a:p>
          <a:p>
            <a:r>
              <a:rPr lang="en-US" sz="1200" b="0" kern="1200" baseline="0" dirty="0">
                <a:solidFill>
                  <a:schemeClr val="tx1"/>
                </a:solidFill>
                <a:latin typeface="Arial" charset="0"/>
                <a:ea typeface="ＭＳ Ｐゴシック" charset="-128"/>
                <a:cs typeface="ＭＳ Ｐゴシック" charset="-128"/>
              </a:rPr>
              <a:t>0 </a:t>
            </a:r>
            <a:r>
              <a:rPr lang="en-US" sz="1200" b="0" i="1" kern="1200" baseline="0" dirty="0">
                <a:solidFill>
                  <a:schemeClr val="tx1"/>
                </a:solidFill>
                <a:latin typeface="Arial" charset="0"/>
                <a:ea typeface="ＭＳ Ｐゴシック" charset="-128"/>
                <a:cs typeface="ＭＳ Ｐゴシック" charset="-128"/>
              </a:rPr>
              <a:t>≤ </a:t>
            </a:r>
            <a:r>
              <a:rPr lang="en-US" sz="1200" b="0" i="1" kern="1200" baseline="0" dirty="0" err="1">
                <a:solidFill>
                  <a:schemeClr val="tx1"/>
                </a:solidFill>
                <a:latin typeface="Arial" charset="0"/>
                <a:ea typeface="ＭＳ Ｐゴシック" charset="-128"/>
                <a:cs typeface="ＭＳ Ｐゴシック" charset="-128"/>
              </a:rPr>
              <a:t>t</a:t>
            </a:r>
            <a:r>
              <a:rPr lang="en-US" sz="1200" b="0" kern="1200" baseline="0" dirty="0">
                <a:solidFill>
                  <a:schemeClr val="tx1"/>
                </a:solidFill>
                <a:latin typeface="Arial" charset="0"/>
                <a:ea typeface="ＭＳ Ｐゴシック" charset="-128"/>
                <a:cs typeface="ＭＳ Ｐゴシック" charset="-128"/>
              </a:rPr>
              <a:t> ≤ 79 indicates one of the 80 rounds. These words represent the first</a:t>
            </a:r>
          </a:p>
          <a:p>
            <a:r>
              <a:rPr lang="en-US" sz="1200" b="0" kern="1200" baseline="0" dirty="0">
                <a:solidFill>
                  <a:schemeClr val="tx1"/>
                </a:solidFill>
                <a:latin typeface="Arial" charset="0"/>
                <a:ea typeface="ＭＳ Ｐゴシック" charset="-128"/>
                <a:cs typeface="ＭＳ Ｐゴシック" charset="-128"/>
              </a:rPr>
              <a:t>64 bits of the fractional parts of the cube roots of the first 80 prime </a:t>
            </a:r>
            <a:r>
              <a:rPr lang="en-US" sz="1200" kern="1200" baseline="0" dirty="0">
                <a:solidFill>
                  <a:schemeClr val="tx1"/>
                </a:solidFill>
                <a:latin typeface="Arial" charset="0"/>
                <a:ea typeface="ＭＳ Ｐゴシック" charset="-128"/>
                <a:cs typeface="ＭＳ Ｐゴシック" charset="-128"/>
              </a:rPr>
              <a:t>numbers.</a:t>
            </a:r>
          </a:p>
          <a:p>
            <a:endParaRPr lang="en-AU" b="0" dirty="0">
              <a:latin typeface="Arial" pitchFamily="-84" charset="0"/>
              <a:ea typeface="ＭＳ Ｐゴシック" pitchFamily="-84" charset="-128"/>
              <a:cs typeface="ＭＳ Ｐゴシック" pitchFamily="-84" charset="-128"/>
            </a:endParaRPr>
          </a:p>
          <a:p>
            <a:r>
              <a:rPr lang="en-US" sz="1200" b="1" kern="1200" baseline="0" dirty="0">
                <a:solidFill>
                  <a:schemeClr val="tx1"/>
                </a:solidFill>
                <a:latin typeface="Arial" charset="0"/>
                <a:ea typeface="ＭＳ Ｐゴシック" charset="-128"/>
                <a:cs typeface="ＭＳ Ｐゴシック" charset="-128"/>
              </a:rPr>
              <a:t> Step 5 Output. </a:t>
            </a:r>
            <a:r>
              <a:rPr lang="en-US" sz="1200" kern="1200" baseline="0" dirty="0">
                <a:solidFill>
                  <a:schemeClr val="tx1"/>
                </a:solidFill>
                <a:latin typeface="Arial" charset="0"/>
                <a:ea typeface="ＭＳ Ｐゴシック" charset="-128"/>
                <a:cs typeface="ＭＳ Ｐゴシック" charset="-128"/>
              </a:rPr>
              <a:t>After all </a:t>
            </a:r>
            <a:r>
              <a:rPr lang="en-US" sz="1200" i="1" kern="1200" baseline="0" dirty="0">
                <a:solidFill>
                  <a:schemeClr val="tx1"/>
                </a:solidFill>
                <a:latin typeface="Arial" charset="0"/>
                <a:ea typeface="ＭＳ Ｐゴシック" charset="-128"/>
                <a:cs typeface="ＭＳ Ｐゴシック" charset="-128"/>
              </a:rPr>
              <a:t>N</a:t>
            </a:r>
            <a:r>
              <a:rPr lang="en-US" sz="1200" kern="1200" baseline="0" dirty="0">
                <a:solidFill>
                  <a:schemeClr val="tx1"/>
                </a:solidFill>
                <a:latin typeface="Arial" charset="0"/>
                <a:ea typeface="ＭＳ Ｐゴシック" charset="-128"/>
                <a:cs typeface="ＭＳ Ｐゴシック" charset="-128"/>
              </a:rPr>
              <a:t> 1024-bit blocks have been processed, the output from</a:t>
            </a:r>
          </a:p>
          <a:p>
            <a:r>
              <a:rPr lang="en-US" sz="1200" kern="1200" baseline="0" dirty="0">
                <a:solidFill>
                  <a:schemeClr val="tx1"/>
                </a:solidFill>
                <a:latin typeface="Arial" charset="0"/>
                <a:ea typeface="ＭＳ Ｐゴシック" charset="-128"/>
                <a:cs typeface="ＭＳ Ｐゴシック" charset="-128"/>
              </a:rPr>
              <a:t>the </a:t>
            </a:r>
            <a:r>
              <a:rPr lang="en-US" sz="1200" i="1" kern="1200" baseline="0" dirty="0">
                <a:solidFill>
                  <a:schemeClr val="tx1"/>
                </a:solidFill>
                <a:latin typeface="Arial" charset="0"/>
                <a:ea typeface="ＭＳ Ｐゴシック" charset="-128"/>
                <a:cs typeface="ＭＳ Ｐゴシック" charset="-128"/>
              </a:rPr>
              <a:t>N</a:t>
            </a:r>
            <a:r>
              <a:rPr lang="en-US" sz="1200" kern="1200" baseline="0" dirty="0">
                <a:solidFill>
                  <a:schemeClr val="tx1"/>
                </a:solidFill>
                <a:latin typeface="Arial" charset="0"/>
                <a:ea typeface="ＭＳ Ｐゴシック" charset="-128"/>
                <a:cs typeface="ＭＳ Ｐゴシック" charset="-128"/>
              </a:rPr>
              <a:t>th stage is the 512-bit message digest.</a:t>
            </a:r>
            <a:endParaRPr lang="en-AU" b="0" dirty="0">
              <a:latin typeface="Arial" pitchFamily="-84" charset="0"/>
              <a:ea typeface="ＭＳ Ｐゴシック" pitchFamily="-84" charset="-128"/>
              <a:cs typeface="ＭＳ Ｐゴシック" pitchFamily="-84" charset="-128"/>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1031"/>
          <p:cNvSpPr>
            <a:spLocks noGrp="1" noChangeArrowheads="1"/>
          </p:cNvSpPr>
          <p:nvPr>
            <p:ph type="sldNum" sz="quarter" idx="5"/>
          </p:nvPr>
        </p:nvSpPr>
        <p:spPr>
          <a:noFill/>
        </p:spPr>
        <p:txBody>
          <a:bodyPr/>
          <a:lstStyle/>
          <a:p>
            <a:fld id="{52949735-5420-BD45-AC21-09153687CD99}" type="slidenum">
              <a:rPr lang="en-AU">
                <a:latin typeface="Arial" pitchFamily="-84" charset="0"/>
              </a:rPr>
              <a:pPr/>
              <a:t>17</a:t>
            </a:fld>
            <a:endParaRPr lang="en-AU" dirty="0">
              <a:latin typeface="Arial" pitchFamily="-84" charset="0"/>
            </a:endParaRPr>
          </a:p>
        </p:txBody>
      </p:sp>
      <p:sp>
        <p:nvSpPr>
          <p:cNvPr id="48131" name="Rectangle 2"/>
          <p:cNvSpPr>
            <a:spLocks noGrp="1" noRot="1" noChangeAspect="1" noChangeArrowheads="1" noTextEdit="1"/>
          </p:cNvSpPr>
          <p:nvPr>
            <p:ph type="sldImg"/>
          </p:nvPr>
        </p:nvSpPr>
        <p:spPr>
          <a:xfrm>
            <a:off x="381000" y="685800"/>
            <a:ext cx="6096000" cy="3429000"/>
          </a:xfrm>
          <a:ln/>
        </p:spPr>
      </p:sp>
      <p:sp>
        <p:nvSpPr>
          <p:cNvPr id="48132" name="Rectangle 3"/>
          <p:cNvSpPr>
            <a:spLocks noGrp="1" noChangeArrowheads="1"/>
          </p:cNvSpPr>
          <p:nvPr>
            <p:ph type="body" idx="1"/>
          </p:nvPr>
        </p:nvSpPr>
        <p:spPr>
          <a:noFill/>
          <a:ln/>
        </p:spPr>
        <p:txBody>
          <a:bodyPr/>
          <a:lstStyle/>
          <a:p>
            <a:r>
              <a:rPr lang="en-US" sz="1200" kern="1200" dirty="0">
                <a:solidFill>
                  <a:schemeClr val="tx1"/>
                </a:solidFill>
                <a:effectLst/>
                <a:latin typeface="Arial" charset="0"/>
                <a:ea typeface="ＭＳ Ｐゴシック" charset="-128"/>
                <a:cs typeface="ＭＳ Ｐゴシック" charset="-128"/>
              </a:rPr>
              <a:t>The algorithm takes as input a message with a maximum length of less than 2128 bits and produces as output a 512-bit message digest. The input is processed in 1024-bit blocks. Figure 11.9 depicts the overall processing of a message to produce a digest. This follows the general structure depicted in Figure 11.8. The processing consists of the following steps. </a:t>
            </a:r>
            <a:endParaRPr lang="en-US" dirty="0"/>
          </a:p>
          <a:p>
            <a:endParaRPr lang="en-US" sz="1200" kern="1200" baseline="0" dirty="0">
              <a:solidFill>
                <a:schemeClr val="tx1"/>
              </a:solidFill>
              <a:latin typeface="Arial" charset="0"/>
              <a:ea typeface="ＭＳ Ｐゴシック" charset="-128"/>
              <a:cs typeface="ＭＳ Ｐゴシック" charset="-128"/>
            </a:endParaRPr>
          </a:p>
          <a:p>
            <a:r>
              <a:rPr lang="en-US" sz="1200" b="1" kern="1200" baseline="0" dirty="0">
                <a:solidFill>
                  <a:schemeClr val="tx1"/>
                </a:solidFill>
                <a:latin typeface="Arial" charset="0"/>
                <a:ea typeface="ＭＳ Ｐゴシック" charset="-128"/>
                <a:cs typeface="ＭＳ Ｐゴシック" charset="-128"/>
              </a:rPr>
              <a:t>Step 1 Append padding bits</a:t>
            </a:r>
            <a:r>
              <a:rPr lang="en-US" sz="1200" kern="1200" baseline="0" dirty="0">
                <a:solidFill>
                  <a:schemeClr val="tx1"/>
                </a:solidFill>
                <a:latin typeface="Arial" charset="0"/>
                <a:ea typeface="ＭＳ Ｐゴシック" charset="-128"/>
                <a:cs typeface="ＭＳ Ｐゴシック" charset="-128"/>
              </a:rPr>
              <a:t>.  The message is padded so that its length is congruent to 896 modulo 1024 [length =  896(mod 1024)]. Padding is always added, even if the message is already of the desired length. Thus, the number of</a:t>
            </a:r>
          </a:p>
          <a:p>
            <a:r>
              <a:rPr lang="en-US" sz="1200" kern="1200" baseline="0" dirty="0">
                <a:solidFill>
                  <a:schemeClr val="tx1"/>
                </a:solidFill>
                <a:latin typeface="Arial" charset="0"/>
                <a:ea typeface="ＭＳ Ｐゴシック" charset="-128"/>
                <a:cs typeface="ＭＳ Ｐゴシック" charset="-128"/>
              </a:rPr>
              <a:t>padding bits is in the range of 1 to 1024. The padding consists of a single 1</a:t>
            </a:r>
          </a:p>
          <a:p>
            <a:r>
              <a:rPr lang="en-US" sz="1200" kern="1200" baseline="0" dirty="0">
                <a:solidFill>
                  <a:schemeClr val="tx1"/>
                </a:solidFill>
                <a:latin typeface="Arial" charset="0"/>
                <a:ea typeface="ＭＳ Ｐゴシック" charset="-128"/>
                <a:cs typeface="ＭＳ Ｐゴシック" charset="-128"/>
              </a:rPr>
              <a:t>bit followed by the necessary number of 0 bits.</a:t>
            </a:r>
          </a:p>
          <a:p>
            <a:endParaRPr lang="en-US" sz="1200" kern="1200" baseline="0" dirty="0">
              <a:solidFill>
                <a:schemeClr val="tx1"/>
              </a:solidFill>
              <a:latin typeface="Arial" charset="0"/>
              <a:ea typeface="ＭＳ Ｐゴシック" charset="-128"/>
              <a:cs typeface="ＭＳ Ｐゴシック" charset="-128"/>
            </a:endParaRPr>
          </a:p>
          <a:p>
            <a:r>
              <a:rPr lang="en-US" sz="1200" b="1" kern="1200" baseline="0" dirty="0">
                <a:solidFill>
                  <a:schemeClr val="tx1"/>
                </a:solidFill>
                <a:latin typeface="Arial" charset="0"/>
                <a:ea typeface="ＭＳ Ｐゴシック" charset="-128"/>
                <a:cs typeface="ＭＳ Ｐゴシック" charset="-128"/>
              </a:rPr>
              <a:t>Step 2 Append length</a:t>
            </a:r>
            <a:r>
              <a:rPr lang="en-US" sz="1200" kern="1200" baseline="0" dirty="0">
                <a:solidFill>
                  <a:schemeClr val="tx1"/>
                </a:solidFill>
                <a:latin typeface="Arial" charset="0"/>
                <a:ea typeface="ＭＳ Ｐゴシック" charset="-128"/>
                <a:cs typeface="ＭＳ Ｐゴシック" charset="-128"/>
              </a:rPr>
              <a:t>.  A block of 128 bits is appended to the message. This block is treated as an unsigned 128-bit integer (most significant byte first) and</a:t>
            </a:r>
          </a:p>
          <a:p>
            <a:r>
              <a:rPr lang="en-US" sz="1200" kern="1200" baseline="0" dirty="0">
                <a:solidFill>
                  <a:schemeClr val="tx1"/>
                </a:solidFill>
                <a:latin typeface="Arial" charset="0"/>
                <a:ea typeface="ＭＳ Ｐゴシック" charset="-128"/>
                <a:cs typeface="ＭＳ Ｐゴシック" charset="-128"/>
              </a:rPr>
              <a:t>contains the length of the original message (before the padding).</a:t>
            </a:r>
          </a:p>
          <a:p>
            <a:endParaRPr lang="en-US" sz="1200" kern="1200" baseline="0" dirty="0">
              <a:solidFill>
                <a:schemeClr val="tx1"/>
              </a:solidFill>
              <a:latin typeface="Arial" charset="0"/>
              <a:ea typeface="ＭＳ Ｐゴシック" charset="-128"/>
              <a:cs typeface="ＭＳ Ｐゴシック" charset="-128"/>
            </a:endParaRPr>
          </a:p>
          <a:p>
            <a:r>
              <a:rPr lang="en-US" sz="1200" kern="1200" baseline="0" dirty="0">
                <a:solidFill>
                  <a:schemeClr val="tx1"/>
                </a:solidFill>
                <a:latin typeface="Arial" charset="0"/>
                <a:ea typeface="ＭＳ Ｐゴシック" charset="-128"/>
                <a:cs typeface="ＭＳ Ｐゴシック" charset="-128"/>
              </a:rPr>
              <a:t> The outcome of the first two steps yields a message that is an integer</a:t>
            </a:r>
          </a:p>
          <a:p>
            <a:r>
              <a:rPr lang="en-US" sz="1200" b="0" kern="1200" baseline="0" dirty="0">
                <a:solidFill>
                  <a:schemeClr val="tx1"/>
                </a:solidFill>
                <a:latin typeface="Arial" charset="0"/>
                <a:ea typeface="ＭＳ Ｐゴシック" charset="-128"/>
                <a:cs typeface="ＭＳ Ｐゴシック" charset="-128"/>
              </a:rPr>
              <a:t>multiple of 1024 bits in length. In Figure 11.9, the expanded message is</a:t>
            </a:r>
          </a:p>
          <a:p>
            <a:r>
              <a:rPr lang="en-US" sz="1200" b="0" kern="1200" baseline="0" dirty="0">
                <a:solidFill>
                  <a:schemeClr val="tx1"/>
                </a:solidFill>
                <a:latin typeface="Arial" charset="0"/>
                <a:ea typeface="ＭＳ Ｐゴシック" charset="-128"/>
                <a:cs typeface="ＭＳ Ｐゴシック" charset="-128"/>
              </a:rPr>
              <a:t>represented as the sequence of 1024-bit blocks </a:t>
            </a:r>
            <a:r>
              <a:rPr lang="en-US" sz="1200" b="0" i="1" kern="1200" baseline="0" dirty="0">
                <a:solidFill>
                  <a:schemeClr val="tx1"/>
                </a:solidFill>
                <a:latin typeface="Arial" charset="0"/>
                <a:ea typeface="ＭＳ Ｐゴシック" charset="-128"/>
                <a:cs typeface="ＭＳ Ｐゴシック" charset="-128"/>
              </a:rPr>
              <a:t>M</a:t>
            </a:r>
            <a:r>
              <a:rPr lang="en-US" sz="1200" b="0" i="1" kern="1200" baseline="-25000" dirty="0">
                <a:solidFill>
                  <a:schemeClr val="tx1"/>
                </a:solidFill>
                <a:latin typeface="Arial" charset="0"/>
                <a:ea typeface="ＭＳ Ｐゴシック" charset="-128"/>
                <a:cs typeface="ＭＳ Ｐゴシック" charset="-128"/>
              </a:rPr>
              <a:t>1</a:t>
            </a:r>
            <a:r>
              <a:rPr lang="en-US" sz="1200" b="0" i="1" kern="1200" baseline="0" dirty="0">
                <a:solidFill>
                  <a:schemeClr val="tx1"/>
                </a:solidFill>
                <a:latin typeface="Arial" charset="0"/>
                <a:ea typeface="ＭＳ Ｐゴシック" charset="-128"/>
                <a:cs typeface="ＭＳ Ｐゴシック" charset="-128"/>
              </a:rPr>
              <a:t> , M</a:t>
            </a:r>
            <a:r>
              <a:rPr lang="en-US" sz="1200" b="0" i="1" kern="1200" baseline="-25000" dirty="0">
                <a:solidFill>
                  <a:schemeClr val="tx1"/>
                </a:solidFill>
                <a:latin typeface="Arial" charset="0"/>
                <a:ea typeface="ＭＳ Ｐゴシック" charset="-128"/>
                <a:cs typeface="ＭＳ Ｐゴシック" charset="-128"/>
              </a:rPr>
              <a:t>2</a:t>
            </a:r>
            <a:r>
              <a:rPr lang="en-US" sz="1200" b="0" i="1" kern="1200" baseline="0" dirty="0">
                <a:solidFill>
                  <a:schemeClr val="tx1"/>
                </a:solidFill>
                <a:latin typeface="Arial" charset="0"/>
                <a:ea typeface="ＭＳ Ｐゴシック" charset="-128"/>
                <a:cs typeface="ＭＳ Ｐゴシック" charset="-128"/>
              </a:rPr>
              <a:t> , . . .  , M</a:t>
            </a:r>
            <a:r>
              <a:rPr lang="en-US" sz="1200" b="0" i="1" kern="1200" baseline="-25000" dirty="0">
                <a:solidFill>
                  <a:schemeClr val="tx1"/>
                </a:solidFill>
                <a:latin typeface="Arial" charset="0"/>
                <a:ea typeface="ＭＳ Ｐゴシック" charset="-128"/>
                <a:cs typeface="ＭＳ Ｐゴシック" charset="-128"/>
              </a:rPr>
              <a:t>N</a:t>
            </a:r>
            <a:r>
              <a:rPr lang="en-US" sz="1200" b="0" i="1" kern="1200" baseline="0" dirty="0">
                <a:solidFill>
                  <a:schemeClr val="tx1"/>
                </a:solidFill>
                <a:latin typeface="Arial" charset="0"/>
                <a:ea typeface="ＭＳ Ｐゴシック" charset="-128"/>
                <a:cs typeface="ＭＳ Ｐゴシック" charset="-128"/>
              </a:rPr>
              <a:t> </a:t>
            </a:r>
            <a:r>
              <a:rPr lang="en-US" sz="1200" b="0" kern="1200" baseline="0" dirty="0">
                <a:solidFill>
                  <a:schemeClr val="tx1"/>
                </a:solidFill>
                <a:latin typeface="Arial" charset="0"/>
                <a:ea typeface="ＭＳ Ｐゴシック" charset="-128"/>
                <a:cs typeface="ＭＳ Ｐゴシック" charset="-128"/>
              </a:rPr>
              <a:t>, so that the</a:t>
            </a:r>
          </a:p>
          <a:p>
            <a:r>
              <a:rPr lang="en-US" sz="1200" b="0" kern="1200" baseline="0" dirty="0">
                <a:solidFill>
                  <a:schemeClr val="tx1"/>
                </a:solidFill>
                <a:latin typeface="Arial" charset="0"/>
                <a:ea typeface="ＭＳ Ｐゴシック" charset="-128"/>
                <a:cs typeface="ＭＳ Ｐゴシック" charset="-128"/>
              </a:rPr>
              <a:t>total length of the expanded message is </a:t>
            </a:r>
            <a:r>
              <a:rPr lang="en-US" sz="1200" b="0" i="1" kern="1200" baseline="0" dirty="0">
                <a:solidFill>
                  <a:schemeClr val="tx1"/>
                </a:solidFill>
                <a:latin typeface="Arial" charset="0"/>
                <a:ea typeface="ＭＳ Ｐゴシック" charset="-128"/>
                <a:cs typeface="ＭＳ Ｐゴシック" charset="-128"/>
              </a:rPr>
              <a:t>N</a:t>
            </a:r>
            <a:r>
              <a:rPr lang="en-US" sz="1200" b="0" kern="1200" baseline="0" dirty="0">
                <a:solidFill>
                  <a:schemeClr val="tx1"/>
                </a:solidFill>
                <a:latin typeface="Arial" charset="0"/>
                <a:ea typeface="ＭＳ Ｐゴシック" charset="-128"/>
                <a:cs typeface="ＭＳ Ｐゴシック" charset="-128"/>
              </a:rPr>
              <a:t> * 1024 bits.</a:t>
            </a:r>
          </a:p>
          <a:p>
            <a:endParaRPr lang="en-US" sz="1200" b="0" kern="1200" baseline="0" dirty="0">
              <a:solidFill>
                <a:schemeClr val="tx1"/>
              </a:solidFill>
              <a:latin typeface="Arial" charset="0"/>
              <a:ea typeface="ＭＳ Ｐゴシック" charset="-128"/>
              <a:cs typeface="ＭＳ Ｐゴシック" charset="-128"/>
            </a:endParaRPr>
          </a:p>
          <a:p>
            <a:r>
              <a:rPr lang="en-US" sz="1200" b="1" kern="1200" baseline="0" dirty="0">
                <a:solidFill>
                  <a:schemeClr val="tx1"/>
                </a:solidFill>
                <a:latin typeface="Arial" charset="0"/>
                <a:ea typeface="ＭＳ Ｐゴシック" charset="-128"/>
                <a:cs typeface="ＭＳ Ｐゴシック" charset="-128"/>
              </a:rPr>
              <a:t>Step 3 Initialize hash buffer.</a:t>
            </a:r>
            <a:r>
              <a:rPr lang="en-US" sz="1200" b="0" kern="1200" baseline="0" dirty="0">
                <a:solidFill>
                  <a:schemeClr val="tx1"/>
                </a:solidFill>
                <a:latin typeface="Arial" charset="0"/>
                <a:ea typeface="ＭＳ Ｐゴシック" charset="-128"/>
                <a:cs typeface="ＭＳ Ｐゴシック" charset="-128"/>
              </a:rPr>
              <a:t>  A 512-bit buffer is used to hold intermediate</a:t>
            </a:r>
          </a:p>
          <a:p>
            <a:r>
              <a:rPr lang="en-US" sz="1200" kern="1200" baseline="0" dirty="0">
                <a:solidFill>
                  <a:schemeClr val="tx1"/>
                </a:solidFill>
                <a:latin typeface="Arial" charset="0"/>
                <a:ea typeface="ＭＳ Ｐゴシック" charset="-128"/>
                <a:cs typeface="ＭＳ Ｐゴシック" charset="-128"/>
              </a:rPr>
              <a:t> and final results of the hash function. The buffer can be represented as eight 64-bit registers (a, b, c, d, e, f, g, h)</a:t>
            </a:r>
            <a:r>
              <a:rPr lang="en-US" sz="1200" b="0" kern="1200" baseline="0" dirty="0">
                <a:solidFill>
                  <a:schemeClr val="tx1"/>
                </a:solidFill>
                <a:latin typeface="Arial" charset="0"/>
                <a:ea typeface="ＭＳ Ｐゴシック" charset="-128"/>
                <a:cs typeface="ＭＳ Ｐゴシック" charset="-128"/>
              </a:rPr>
              <a:t>. These registers are initialized to the following</a:t>
            </a:r>
          </a:p>
          <a:p>
            <a:r>
              <a:rPr lang="en-US" sz="1200" b="0" kern="1200" baseline="0" dirty="0">
                <a:solidFill>
                  <a:schemeClr val="tx1"/>
                </a:solidFill>
                <a:latin typeface="Arial" charset="0"/>
                <a:ea typeface="ＭＳ Ｐゴシック" charset="-128"/>
                <a:cs typeface="ＭＳ Ｐゴシック" charset="-128"/>
              </a:rPr>
              <a:t>64-bit integers (hexadecimal values):</a:t>
            </a:r>
          </a:p>
          <a:p>
            <a:endParaRPr lang="en-US" sz="1200" b="0" kern="1200" baseline="0" dirty="0">
              <a:solidFill>
                <a:schemeClr val="tx1"/>
              </a:solidFill>
              <a:latin typeface="Arial" charset="0"/>
              <a:ea typeface="ＭＳ Ｐゴシック" charset="-128"/>
              <a:cs typeface="ＭＳ Ｐゴシック" charset="-128"/>
            </a:endParaRPr>
          </a:p>
          <a:p>
            <a:r>
              <a:rPr lang="en-US" sz="1200" b="0" kern="1200" baseline="0" dirty="0">
                <a:solidFill>
                  <a:schemeClr val="tx1"/>
                </a:solidFill>
                <a:latin typeface="Arial" charset="0"/>
                <a:ea typeface="ＭＳ Ｐゴシック" charset="-128"/>
                <a:cs typeface="ＭＳ Ｐゴシック" charset="-128"/>
              </a:rPr>
              <a:t>a = 6A09E667F3BCC908 		</a:t>
            </a:r>
            <a:r>
              <a:rPr lang="en-US" sz="1200" b="0" kern="1200" baseline="0" dirty="0" err="1">
                <a:solidFill>
                  <a:schemeClr val="tx1"/>
                </a:solidFill>
                <a:latin typeface="Arial" charset="0"/>
                <a:ea typeface="ＭＳ Ｐゴシック" charset="-128"/>
                <a:cs typeface="ＭＳ Ｐゴシック" charset="-128"/>
              </a:rPr>
              <a:t>e</a:t>
            </a:r>
            <a:r>
              <a:rPr lang="en-US" sz="1200" b="0" kern="1200" baseline="0" dirty="0">
                <a:solidFill>
                  <a:schemeClr val="tx1"/>
                </a:solidFill>
                <a:latin typeface="Arial" charset="0"/>
                <a:ea typeface="ＭＳ Ｐゴシック" charset="-128"/>
                <a:cs typeface="ＭＳ Ｐゴシック" charset="-128"/>
              </a:rPr>
              <a:t> = 510E527FADE682D1</a:t>
            </a:r>
          </a:p>
          <a:p>
            <a:r>
              <a:rPr lang="en-US" sz="1200" b="0" kern="1200" baseline="0" dirty="0" err="1">
                <a:solidFill>
                  <a:schemeClr val="tx1"/>
                </a:solidFill>
                <a:latin typeface="Arial" charset="0"/>
                <a:ea typeface="ＭＳ Ｐゴシック" charset="-128"/>
                <a:cs typeface="ＭＳ Ｐゴシック" charset="-128"/>
              </a:rPr>
              <a:t>b</a:t>
            </a:r>
            <a:r>
              <a:rPr lang="en-US" sz="1200" b="0" kern="1200" baseline="0" dirty="0">
                <a:solidFill>
                  <a:schemeClr val="tx1"/>
                </a:solidFill>
                <a:latin typeface="Arial" charset="0"/>
                <a:ea typeface="ＭＳ Ｐゴシック" charset="-128"/>
                <a:cs typeface="ＭＳ Ｐゴシック" charset="-128"/>
              </a:rPr>
              <a:t> = BB67AE8584CAA73B	 	</a:t>
            </a:r>
            <a:r>
              <a:rPr lang="en-US" sz="1200" b="0" kern="1200" baseline="0" dirty="0" err="1">
                <a:solidFill>
                  <a:schemeClr val="tx1"/>
                </a:solidFill>
                <a:latin typeface="Arial" charset="0"/>
                <a:ea typeface="ＭＳ Ｐゴシック" charset="-128"/>
                <a:cs typeface="ＭＳ Ｐゴシック" charset="-128"/>
              </a:rPr>
              <a:t>f</a:t>
            </a:r>
            <a:r>
              <a:rPr lang="en-US" sz="1200" b="0" kern="1200" baseline="0" dirty="0">
                <a:solidFill>
                  <a:schemeClr val="tx1"/>
                </a:solidFill>
                <a:latin typeface="Arial" charset="0"/>
                <a:ea typeface="ＭＳ Ｐゴシック" charset="-128"/>
                <a:cs typeface="ＭＳ Ｐゴシック" charset="-128"/>
              </a:rPr>
              <a:t> = 9B05688C2B3E6C1F</a:t>
            </a:r>
          </a:p>
          <a:p>
            <a:r>
              <a:rPr lang="en-US" sz="1200" b="0" kern="1200" baseline="0" dirty="0" err="1">
                <a:solidFill>
                  <a:schemeClr val="tx1"/>
                </a:solidFill>
                <a:latin typeface="Arial" charset="0"/>
                <a:ea typeface="ＭＳ Ｐゴシック" charset="-128"/>
                <a:cs typeface="ＭＳ Ｐゴシック" charset="-128"/>
              </a:rPr>
              <a:t>c</a:t>
            </a:r>
            <a:r>
              <a:rPr lang="en-US" sz="1200" b="0" kern="1200" baseline="0" dirty="0">
                <a:solidFill>
                  <a:schemeClr val="tx1"/>
                </a:solidFill>
                <a:latin typeface="Arial" charset="0"/>
                <a:ea typeface="ＭＳ Ｐゴシック" charset="-128"/>
                <a:cs typeface="ＭＳ Ｐゴシック" charset="-128"/>
              </a:rPr>
              <a:t> = 3C6EF372FE94F82B 		</a:t>
            </a:r>
            <a:r>
              <a:rPr lang="en-US" sz="1200" b="0" kern="1200" baseline="0" dirty="0" err="1">
                <a:solidFill>
                  <a:schemeClr val="tx1"/>
                </a:solidFill>
                <a:latin typeface="Arial" charset="0"/>
                <a:ea typeface="ＭＳ Ｐゴシック" charset="-128"/>
                <a:cs typeface="ＭＳ Ｐゴシック" charset="-128"/>
              </a:rPr>
              <a:t>g</a:t>
            </a:r>
            <a:r>
              <a:rPr lang="en-US" sz="1200" b="0" kern="1200" baseline="0" dirty="0">
                <a:solidFill>
                  <a:schemeClr val="tx1"/>
                </a:solidFill>
                <a:latin typeface="Arial" charset="0"/>
                <a:ea typeface="ＭＳ Ｐゴシック" charset="-128"/>
                <a:cs typeface="ＭＳ Ｐゴシック" charset="-128"/>
              </a:rPr>
              <a:t> = 1F83D9ABFB41BD6B</a:t>
            </a:r>
          </a:p>
          <a:p>
            <a:r>
              <a:rPr lang="en-US" sz="1200" b="0" kern="1200" baseline="0" dirty="0" err="1">
                <a:solidFill>
                  <a:schemeClr val="tx1"/>
                </a:solidFill>
                <a:latin typeface="Arial" charset="0"/>
                <a:ea typeface="ＭＳ Ｐゴシック" charset="-128"/>
                <a:cs typeface="ＭＳ Ｐゴシック" charset="-128"/>
              </a:rPr>
              <a:t>d</a:t>
            </a:r>
            <a:r>
              <a:rPr lang="en-US" sz="1200" b="0" kern="1200" baseline="0" dirty="0">
                <a:solidFill>
                  <a:schemeClr val="tx1"/>
                </a:solidFill>
                <a:latin typeface="Arial" charset="0"/>
                <a:ea typeface="ＭＳ Ｐゴシック" charset="-128"/>
                <a:cs typeface="ＭＳ Ｐゴシック" charset="-128"/>
              </a:rPr>
              <a:t> = A54FF53A5F1D36F1 		</a:t>
            </a:r>
            <a:r>
              <a:rPr lang="en-US" sz="1200" b="0" kern="1200" baseline="0" dirty="0" err="1">
                <a:solidFill>
                  <a:schemeClr val="tx1"/>
                </a:solidFill>
                <a:latin typeface="Arial" charset="0"/>
                <a:ea typeface="ＭＳ Ｐゴシック" charset="-128"/>
                <a:cs typeface="ＭＳ Ｐゴシック" charset="-128"/>
              </a:rPr>
              <a:t>h</a:t>
            </a:r>
            <a:r>
              <a:rPr lang="en-US" sz="1200" b="0" kern="1200" baseline="0" dirty="0">
                <a:solidFill>
                  <a:schemeClr val="tx1"/>
                </a:solidFill>
                <a:latin typeface="Arial" charset="0"/>
                <a:ea typeface="ＭＳ Ｐゴシック" charset="-128"/>
                <a:cs typeface="ＭＳ Ｐゴシック" charset="-128"/>
              </a:rPr>
              <a:t> = 5BE0CD19137E2179</a:t>
            </a:r>
          </a:p>
          <a:p>
            <a:endParaRPr lang="en-US" sz="1200" b="0" kern="1200" baseline="0" dirty="0">
              <a:solidFill>
                <a:schemeClr val="tx1"/>
              </a:solidFill>
              <a:latin typeface="Arial" charset="0"/>
              <a:ea typeface="ＭＳ Ｐゴシック" charset="-128"/>
              <a:cs typeface="ＭＳ Ｐゴシック" charset="-128"/>
            </a:endParaRPr>
          </a:p>
          <a:p>
            <a:r>
              <a:rPr lang="en-US" sz="1200" kern="1200" dirty="0">
                <a:solidFill>
                  <a:schemeClr val="tx1"/>
                </a:solidFill>
                <a:effectLst/>
                <a:latin typeface="Arial" charset="0"/>
                <a:ea typeface="ＭＳ Ｐゴシック" charset="-128"/>
                <a:cs typeface="ＭＳ Ｐゴシック" charset="-128"/>
              </a:rPr>
              <a:t>These words were obtained by taking the first sixty-four bits of the </a:t>
            </a:r>
            <a:r>
              <a:rPr lang="en-US" sz="1200" kern="1200" dirty="0" err="1">
                <a:solidFill>
                  <a:schemeClr val="tx1"/>
                </a:solidFill>
                <a:effectLst/>
                <a:latin typeface="Arial" charset="0"/>
                <a:ea typeface="ＭＳ Ｐゴシック" charset="-128"/>
                <a:cs typeface="ＭＳ Ｐゴシック" charset="-128"/>
              </a:rPr>
              <a:t>frac</a:t>
            </a:r>
            <a:r>
              <a:rPr lang="en-US" sz="1200" kern="1200" dirty="0">
                <a:solidFill>
                  <a:schemeClr val="tx1"/>
                </a:solidFill>
                <a:effectLst/>
                <a:latin typeface="Arial" charset="0"/>
                <a:ea typeface="ＭＳ Ｐゴシック" charset="-128"/>
                <a:cs typeface="ＭＳ Ｐゴシック" charset="-128"/>
              </a:rPr>
              <a:t>- </a:t>
            </a:r>
            <a:r>
              <a:rPr lang="en-US" sz="1200" kern="1200" dirty="0" err="1">
                <a:solidFill>
                  <a:schemeClr val="tx1"/>
                </a:solidFill>
                <a:effectLst/>
                <a:latin typeface="Arial" charset="0"/>
                <a:ea typeface="ＭＳ Ｐゴシック" charset="-128"/>
                <a:cs typeface="ＭＳ Ｐゴシック" charset="-128"/>
              </a:rPr>
              <a:t>tional</a:t>
            </a:r>
            <a:r>
              <a:rPr lang="en-US" sz="1200" kern="1200" dirty="0">
                <a:solidFill>
                  <a:schemeClr val="tx1"/>
                </a:solidFill>
                <a:effectLst/>
                <a:latin typeface="Arial" charset="0"/>
                <a:ea typeface="ＭＳ Ｐゴシック" charset="-128"/>
                <a:cs typeface="ＭＳ Ｐゴシック" charset="-128"/>
              </a:rPr>
              <a:t> parts of the square roots of the first eight prime numbers. The </a:t>
            </a:r>
            <a:r>
              <a:rPr lang="en-US" sz="1200" kern="1200" dirty="0" err="1">
                <a:solidFill>
                  <a:schemeClr val="tx1"/>
                </a:solidFill>
                <a:effectLst/>
                <a:latin typeface="Arial" charset="0"/>
                <a:ea typeface="ＭＳ Ｐゴシック" charset="-128"/>
                <a:cs typeface="ＭＳ Ｐゴシック" charset="-128"/>
              </a:rPr>
              <a:t>val</a:t>
            </a:r>
            <a:r>
              <a:rPr lang="en-US" sz="1200" kern="1200" dirty="0">
                <a:solidFill>
                  <a:schemeClr val="tx1"/>
                </a:solidFill>
                <a:effectLst/>
                <a:latin typeface="Arial" charset="0"/>
                <a:ea typeface="ＭＳ Ｐゴシック" charset="-128"/>
                <a:cs typeface="ＭＳ Ｐゴシック" charset="-128"/>
              </a:rPr>
              <a:t>- </a:t>
            </a:r>
            <a:r>
              <a:rPr lang="en-US" sz="1200" kern="1200" dirty="0" err="1">
                <a:solidFill>
                  <a:schemeClr val="tx1"/>
                </a:solidFill>
                <a:effectLst/>
                <a:latin typeface="Arial" charset="0"/>
                <a:ea typeface="ＭＳ Ｐゴシック" charset="-128"/>
                <a:cs typeface="ＭＳ Ｐゴシック" charset="-128"/>
              </a:rPr>
              <a:t>ues</a:t>
            </a:r>
            <a:r>
              <a:rPr lang="en-US" sz="1200" kern="1200" dirty="0">
                <a:solidFill>
                  <a:schemeClr val="tx1"/>
                </a:solidFill>
                <a:effectLst/>
                <a:latin typeface="Arial" charset="0"/>
                <a:ea typeface="ＭＳ Ｐゴシック" charset="-128"/>
                <a:cs typeface="ＭＳ Ｐゴシック" charset="-128"/>
              </a:rPr>
              <a:t> are stored in </a:t>
            </a:r>
            <a:r>
              <a:rPr lang="en-US" sz="1200" b="1" kern="1200" dirty="0">
                <a:solidFill>
                  <a:schemeClr val="tx1"/>
                </a:solidFill>
                <a:effectLst/>
                <a:latin typeface="Arial" charset="0"/>
                <a:ea typeface="ＭＳ Ｐゴシック" charset="-128"/>
                <a:cs typeface="ＭＳ Ｐゴシック" charset="-128"/>
              </a:rPr>
              <a:t>big-endian format</a:t>
            </a:r>
            <a:r>
              <a:rPr lang="en-US" sz="1200" kern="1200" dirty="0">
                <a:solidFill>
                  <a:schemeClr val="tx1"/>
                </a:solidFill>
                <a:effectLst/>
                <a:latin typeface="Arial" charset="0"/>
                <a:ea typeface="ＭＳ Ｐゴシック" charset="-128"/>
                <a:cs typeface="ＭＳ Ｐゴシック" charset="-128"/>
              </a:rPr>
              <a:t>, which is the most significant byte of a word in the low-address (leftmost) byte position. In contrast, in </a:t>
            </a:r>
            <a:r>
              <a:rPr lang="en-US" sz="1200" b="1" kern="1200" dirty="0">
                <a:solidFill>
                  <a:schemeClr val="tx1"/>
                </a:solidFill>
                <a:effectLst/>
                <a:latin typeface="Arial" charset="0"/>
                <a:ea typeface="ＭＳ Ｐゴシック" charset="-128"/>
                <a:cs typeface="ＭＳ Ｐゴシック" charset="-128"/>
              </a:rPr>
              <a:t>little-endian format</a:t>
            </a:r>
            <a:r>
              <a:rPr lang="en-US" sz="1200" kern="1200" dirty="0">
                <a:solidFill>
                  <a:schemeClr val="tx1"/>
                </a:solidFill>
                <a:effectLst/>
                <a:latin typeface="Arial" charset="0"/>
                <a:ea typeface="ＭＳ Ｐゴシック" charset="-128"/>
                <a:cs typeface="ＭＳ Ｐゴシック" charset="-128"/>
              </a:rPr>
              <a:t>, the least significant byte is stored in the lowest address. </a:t>
            </a:r>
            <a:endParaRPr lang="en-US" dirty="0"/>
          </a:p>
          <a:p>
            <a:endParaRPr lang="en-US" sz="1200" b="0" kern="1200" baseline="0" dirty="0">
              <a:solidFill>
                <a:schemeClr val="tx1"/>
              </a:solidFill>
              <a:latin typeface="Arial" charset="0"/>
              <a:ea typeface="ＭＳ Ｐゴシック" charset="-128"/>
              <a:cs typeface="ＭＳ Ｐゴシック" charset="-128"/>
            </a:endParaRPr>
          </a:p>
          <a:p>
            <a:r>
              <a:rPr lang="en-US" sz="1200" b="1" kern="1200" baseline="0" dirty="0">
                <a:solidFill>
                  <a:schemeClr val="tx1"/>
                </a:solidFill>
                <a:latin typeface="Arial" charset="0"/>
                <a:ea typeface="ＭＳ Ｐゴシック" charset="-128"/>
                <a:cs typeface="ＭＳ Ｐゴシック" charset="-128"/>
              </a:rPr>
              <a:t> Step 4 Process message in 1024-bit (128-word) blocks. </a:t>
            </a:r>
            <a:r>
              <a:rPr lang="en-US" sz="1200" kern="1200" baseline="0" dirty="0">
                <a:solidFill>
                  <a:schemeClr val="tx1"/>
                </a:solidFill>
                <a:latin typeface="Arial" charset="0"/>
                <a:ea typeface="ＭＳ Ｐゴシック" charset="-128"/>
                <a:cs typeface="ＭＳ Ｐゴシック" charset="-128"/>
              </a:rPr>
              <a:t>The heart of the algorithm is a module that consists of 80 rounds; this module is labeled F in Figure 11.9. The logic is illustrated in Figure 11.10.</a:t>
            </a:r>
          </a:p>
          <a:p>
            <a:endParaRPr lang="en-US" sz="1200" kern="1200" baseline="0" dirty="0">
              <a:solidFill>
                <a:schemeClr val="tx1"/>
              </a:solidFill>
              <a:latin typeface="Arial" charset="0"/>
              <a:ea typeface="ＭＳ Ｐゴシック" charset="-128"/>
              <a:cs typeface="ＭＳ Ｐゴシック" charset="-128"/>
            </a:endParaRPr>
          </a:p>
          <a:p>
            <a:r>
              <a:rPr lang="en-US" sz="1200" kern="1200" baseline="0" dirty="0">
                <a:solidFill>
                  <a:schemeClr val="tx1"/>
                </a:solidFill>
                <a:latin typeface="Arial" charset="0"/>
                <a:ea typeface="ＭＳ Ｐゴシック" charset="-128"/>
                <a:cs typeface="ＭＳ Ｐゴシック" charset="-128"/>
              </a:rPr>
              <a:t> Each round takes as input the 512-bit buffer value, </a:t>
            </a:r>
            <a:r>
              <a:rPr lang="en-US" sz="1200" kern="1200" baseline="0" dirty="0" err="1">
                <a:solidFill>
                  <a:schemeClr val="tx1"/>
                </a:solidFill>
                <a:latin typeface="Arial" charset="0"/>
                <a:ea typeface="ＭＳ Ｐゴシック" charset="-128"/>
                <a:cs typeface="ＭＳ Ｐゴシック" charset="-128"/>
              </a:rPr>
              <a:t>abcdefgh</a:t>
            </a:r>
            <a:r>
              <a:rPr lang="en-US" sz="1200" kern="1200" baseline="0" dirty="0">
                <a:solidFill>
                  <a:schemeClr val="tx1"/>
                </a:solidFill>
                <a:latin typeface="Arial" charset="0"/>
                <a:ea typeface="ＭＳ Ｐゴシック" charset="-128"/>
                <a:cs typeface="ＭＳ Ｐゴシック" charset="-128"/>
              </a:rPr>
              <a:t>, and</a:t>
            </a:r>
          </a:p>
          <a:p>
            <a:r>
              <a:rPr lang="en-US" sz="1200" kern="1200" baseline="0" dirty="0">
                <a:solidFill>
                  <a:schemeClr val="tx1"/>
                </a:solidFill>
                <a:latin typeface="Arial" charset="0"/>
                <a:ea typeface="ＭＳ Ｐゴシック" charset="-128"/>
                <a:cs typeface="ＭＳ Ｐゴシック" charset="-128"/>
              </a:rPr>
              <a:t>updates the contents of the buffer. At input to the first round, the buffer</a:t>
            </a:r>
          </a:p>
          <a:p>
            <a:r>
              <a:rPr lang="en-US" sz="1200" kern="1200" baseline="0" dirty="0">
                <a:solidFill>
                  <a:schemeClr val="tx1"/>
                </a:solidFill>
                <a:latin typeface="Arial" charset="0"/>
                <a:ea typeface="ＭＳ Ｐゴシック" charset="-128"/>
                <a:cs typeface="ＭＳ Ｐゴシック" charset="-128"/>
              </a:rPr>
              <a:t>has the value of the intermediate hash </a:t>
            </a:r>
            <a:r>
              <a:rPr lang="en-US" sz="1200" b="0" kern="1200" baseline="0" dirty="0">
                <a:solidFill>
                  <a:schemeClr val="tx1"/>
                </a:solidFill>
                <a:latin typeface="Arial" charset="0"/>
                <a:ea typeface="ＭＳ Ｐゴシック" charset="-128"/>
                <a:cs typeface="ＭＳ Ｐゴシック" charset="-128"/>
              </a:rPr>
              <a:t>value, </a:t>
            </a:r>
            <a:r>
              <a:rPr lang="en-US" sz="1200" b="0" i="1" kern="1200" baseline="0" dirty="0">
                <a:solidFill>
                  <a:schemeClr val="tx1"/>
                </a:solidFill>
                <a:latin typeface="Arial" charset="0"/>
                <a:ea typeface="ＭＳ Ｐゴシック" charset="-128"/>
                <a:cs typeface="ＭＳ Ｐゴシック" charset="-128"/>
              </a:rPr>
              <a:t>H</a:t>
            </a:r>
            <a:r>
              <a:rPr lang="en-US" sz="1200" b="0" i="1" kern="1200" baseline="-25000" dirty="0">
                <a:solidFill>
                  <a:schemeClr val="tx1"/>
                </a:solidFill>
                <a:latin typeface="Arial" charset="0"/>
                <a:ea typeface="ＭＳ Ｐゴシック" charset="-128"/>
                <a:cs typeface="ＭＳ Ｐゴシック" charset="-128"/>
              </a:rPr>
              <a:t>i-</a:t>
            </a:r>
            <a:r>
              <a:rPr lang="en-US" sz="1200" b="0" kern="1200" baseline="-25000" dirty="0">
                <a:solidFill>
                  <a:schemeClr val="tx1"/>
                </a:solidFill>
                <a:latin typeface="Arial" charset="0"/>
                <a:ea typeface="ＭＳ Ｐゴシック" charset="-128"/>
                <a:cs typeface="ＭＳ Ｐゴシック" charset="-128"/>
              </a:rPr>
              <a:t>1 </a:t>
            </a:r>
            <a:r>
              <a:rPr lang="en-US" sz="1200" b="0" kern="1200" baseline="0" dirty="0">
                <a:solidFill>
                  <a:schemeClr val="tx1"/>
                </a:solidFill>
                <a:latin typeface="Arial" charset="0"/>
                <a:ea typeface="ＭＳ Ｐゴシック" charset="-128"/>
                <a:cs typeface="ＭＳ Ｐゴシック" charset="-128"/>
              </a:rPr>
              <a:t>. Each round </a:t>
            </a:r>
            <a:r>
              <a:rPr lang="en-US" sz="1200" b="0" i="1" kern="1200" baseline="0" dirty="0" err="1">
                <a:solidFill>
                  <a:schemeClr val="tx1"/>
                </a:solidFill>
                <a:latin typeface="Arial" charset="0"/>
                <a:ea typeface="ＭＳ Ｐゴシック" charset="-128"/>
                <a:cs typeface="ＭＳ Ｐゴシック" charset="-128"/>
              </a:rPr>
              <a:t>t</a:t>
            </a:r>
            <a:r>
              <a:rPr lang="en-US" sz="1200" b="0" kern="1200" baseline="0" dirty="0">
                <a:solidFill>
                  <a:schemeClr val="tx1"/>
                </a:solidFill>
                <a:latin typeface="Arial" charset="0"/>
                <a:ea typeface="ＭＳ Ｐゴシック" charset="-128"/>
                <a:cs typeface="ＭＳ Ｐゴシック" charset="-128"/>
              </a:rPr>
              <a:t> makes</a:t>
            </a:r>
          </a:p>
          <a:p>
            <a:r>
              <a:rPr lang="en-US" sz="1200" b="0" kern="1200" baseline="0" dirty="0">
                <a:solidFill>
                  <a:schemeClr val="tx1"/>
                </a:solidFill>
                <a:latin typeface="Arial" charset="0"/>
                <a:ea typeface="ＭＳ Ｐゴシック" charset="-128"/>
                <a:cs typeface="ＭＳ Ｐゴシック" charset="-128"/>
              </a:rPr>
              <a:t>use of a 64-bit value </a:t>
            </a:r>
            <a:r>
              <a:rPr lang="en-US" sz="1200" b="0" i="1" kern="1200" baseline="0" dirty="0">
                <a:solidFill>
                  <a:schemeClr val="tx1"/>
                </a:solidFill>
                <a:latin typeface="Arial" charset="0"/>
                <a:ea typeface="ＭＳ Ｐゴシック" charset="-128"/>
                <a:cs typeface="ＭＳ Ｐゴシック" charset="-128"/>
              </a:rPr>
              <a:t>W</a:t>
            </a:r>
            <a:r>
              <a:rPr lang="en-US" sz="1200" b="0" kern="1200" baseline="-25000" dirty="0">
                <a:solidFill>
                  <a:schemeClr val="tx1"/>
                </a:solidFill>
                <a:latin typeface="Arial" charset="0"/>
                <a:ea typeface="ＭＳ Ｐゴシック" charset="-128"/>
                <a:cs typeface="ＭＳ Ｐゴシック" charset="-128"/>
              </a:rPr>
              <a:t>t</a:t>
            </a:r>
            <a:r>
              <a:rPr lang="en-US" sz="1200" b="0" kern="1200" baseline="0" dirty="0">
                <a:solidFill>
                  <a:schemeClr val="tx1"/>
                </a:solidFill>
                <a:latin typeface="Arial" charset="0"/>
                <a:ea typeface="ＭＳ Ｐゴシック" charset="-128"/>
                <a:cs typeface="ＭＳ Ｐゴシック" charset="-128"/>
              </a:rPr>
              <a:t>, derived from the current 1024-bit block being processed</a:t>
            </a:r>
          </a:p>
          <a:p>
            <a:r>
              <a:rPr lang="en-US" sz="1200" b="0" kern="1200" baseline="0" dirty="0">
                <a:solidFill>
                  <a:schemeClr val="tx1"/>
                </a:solidFill>
                <a:latin typeface="Arial" charset="0"/>
                <a:ea typeface="ＭＳ Ｐゴシック" charset="-128"/>
                <a:cs typeface="ＭＳ Ｐゴシック" charset="-128"/>
              </a:rPr>
              <a:t>(</a:t>
            </a:r>
            <a:r>
              <a:rPr lang="en-US" sz="1200" b="0" i="1" kern="1200" baseline="0" dirty="0">
                <a:solidFill>
                  <a:schemeClr val="tx1"/>
                </a:solidFill>
                <a:latin typeface="Arial" charset="0"/>
                <a:ea typeface="ＭＳ Ｐゴシック" charset="-128"/>
                <a:cs typeface="ＭＳ Ｐゴシック" charset="-128"/>
              </a:rPr>
              <a:t>M</a:t>
            </a:r>
            <a:r>
              <a:rPr lang="en-US" sz="1200" b="0" i="1" kern="1200" baseline="-25000" dirty="0">
                <a:solidFill>
                  <a:schemeClr val="tx1"/>
                </a:solidFill>
                <a:latin typeface="Arial" charset="0"/>
                <a:ea typeface="ＭＳ Ｐゴシック" charset="-128"/>
                <a:cs typeface="ＭＳ Ｐゴシック" charset="-128"/>
              </a:rPr>
              <a:t>i</a:t>
            </a:r>
            <a:r>
              <a:rPr lang="en-US" sz="1200" b="0" kern="1200" baseline="0" dirty="0">
                <a:solidFill>
                  <a:schemeClr val="tx1"/>
                </a:solidFill>
                <a:latin typeface="Arial" charset="0"/>
                <a:ea typeface="ＭＳ Ｐゴシック" charset="-128"/>
                <a:cs typeface="ＭＳ Ｐゴシック" charset="-128"/>
              </a:rPr>
              <a:t> ). These values are derived using a message schedule described</a:t>
            </a:r>
          </a:p>
          <a:p>
            <a:r>
              <a:rPr lang="en-US" sz="1200" b="0" kern="1200" baseline="0" dirty="0">
                <a:solidFill>
                  <a:schemeClr val="tx1"/>
                </a:solidFill>
                <a:latin typeface="Arial" charset="0"/>
                <a:ea typeface="ＭＳ Ｐゴシック" charset="-128"/>
                <a:cs typeface="ＭＳ Ｐゴシック" charset="-128"/>
              </a:rPr>
              <a:t>subsequently. Each round also makes use of an additive constant </a:t>
            </a:r>
            <a:r>
              <a:rPr lang="en-US" sz="1200" b="0" i="1" kern="1200" baseline="0" dirty="0">
                <a:solidFill>
                  <a:schemeClr val="tx1"/>
                </a:solidFill>
                <a:latin typeface="Arial" charset="0"/>
                <a:ea typeface="ＭＳ Ｐゴシック" charset="-128"/>
                <a:cs typeface="ＭＳ Ｐゴシック" charset="-128"/>
              </a:rPr>
              <a:t>K</a:t>
            </a:r>
            <a:r>
              <a:rPr lang="en-US" sz="1200" b="0" i="1" kern="1200" baseline="-25000" dirty="0">
                <a:solidFill>
                  <a:schemeClr val="tx1"/>
                </a:solidFill>
                <a:latin typeface="Arial" charset="0"/>
                <a:ea typeface="ＭＳ Ｐゴシック" charset="-128"/>
                <a:cs typeface="ＭＳ Ｐゴシック" charset="-128"/>
              </a:rPr>
              <a:t>t</a:t>
            </a:r>
            <a:r>
              <a:rPr lang="en-US" sz="1200" b="0" kern="1200" baseline="0" dirty="0">
                <a:solidFill>
                  <a:schemeClr val="tx1"/>
                </a:solidFill>
                <a:latin typeface="Arial" charset="0"/>
                <a:ea typeface="ＭＳ Ｐゴシック" charset="-128"/>
                <a:cs typeface="ＭＳ Ｐゴシック" charset="-128"/>
              </a:rPr>
              <a:t> , where</a:t>
            </a:r>
          </a:p>
          <a:p>
            <a:r>
              <a:rPr lang="en-US" sz="1200" b="0" kern="1200" baseline="0" dirty="0">
                <a:solidFill>
                  <a:schemeClr val="tx1"/>
                </a:solidFill>
                <a:latin typeface="Arial" charset="0"/>
                <a:ea typeface="ＭＳ Ｐゴシック" charset="-128"/>
                <a:cs typeface="ＭＳ Ｐゴシック" charset="-128"/>
              </a:rPr>
              <a:t>0 </a:t>
            </a:r>
            <a:r>
              <a:rPr lang="en-US" sz="1200" b="0" i="1" kern="1200" baseline="0" dirty="0">
                <a:solidFill>
                  <a:schemeClr val="tx1"/>
                </a:solidFill>
                <a:latin typeface="Arial" charset="0"/>
                <a:ea typeface="ＭＳ Ｐゴシック" charset="-128"/>
                <a:cs typeface="ＭＳ Ｐゴシック" charset="-128"/>
              </a:rPr>
              <a:t>≤ </a:t>
            </a:r>
            <a:r>
              <a:rPr lang="en-US" sz="1200" b="0" i="1" kern="1200" baseline="0" dirty="0" err="1">
                <a:solidFill>
                  <a:schemeClr val="tx1"/>
                </a:solidFill>
                <a:latin typeface="Arial" charset="0"/>
                <a:ea typeface="ＭＳ Ｐゴシック" charset="-128"/>
                <a:cs typeface="ＭＳ Ｐゴシック" charset="-128"/>
              </a:rPr>
              <a:t>t</a:t>
            </a:r>
            <a:r>
              <a:rPr lang="en-US" sz="1200" b="0" kern="1200" baseline="0" dirty="0">
                <a:solidFill>
                  <a:schemeClr val="tx1"/>
                </a:solidFill>
                <a:latin typeface="Arial" charset="0"/>
                <a:ea typeface="ＭＳ Ｐゴシック" charset="-128"/>
                <a:cs typeface="ＭＳ Ｐゴシック" charset="-128"/>
              </a:rPr>
              <a:t> ≤ 79 indicates one of the 80 rounds. These words represent the first</a:t>
            </a:r>
          </a:p>
          <a:p>
            <a:r>
              <a:rPr lang="en-US" sz="1200" b="0" kern="1200" baseline="0" dirty="0">
                <a:solidFill>
                  <a:schemeClr val="tx1"/>
                </a:solidFill>
                <a:latin typeface="Arial" charset="0"/>
                <a:ea typeface="ＭＳ Ｐゴシック" charset="-128"/>
                <a:cs typeface="ＭＳ Ｐゴシック" charset="-128"/>
              </a:rPr>
              <a:t>64 bits of the fractional parts of the cube roots of the first 80 prime </a:t>
            </a:r>
            <a:r>
              <a:rPr lang="en-US" sz="1200" kern="1200" baseline="0" dirty="0">
                <a:solidFill>
                  <a:schemeClr val="tx1"/>
                </a:solidFill>
                <a:latin typeface="Arial" charset="0"/>
                <a:ea typeface="ＭＳ Ｐゴシック" charset="-128"/>
                <a:cs typeface="ＭＳ Ｐゴシック" charset="-128"/>
              </a:rPr>
              <a:t>numbers.</a:t>
            </a:r>
          </a:p>
          <a:p>
            <a:endParaRPr lang="en-AU" b="0" dirty="0">
              <a:latin typeface="Arial" pitchFamily="-84" charset="0"/>
              <a:ea typeface="ＭＳ Ｐゴシック" pitchFamily="-84" charset="-128"/>
              <a:cs typeface="ＭＳ Ｐゴシック" pitchFamily="-84" charset="-128"/>
            </a:endParaRPr>
          </a:p>
          <a:p>
            <a:r>
              <a:rPr lang="en-US" sz="1200" b="1" kern="1200" baseline="0" dirty="0">
                <a:solidFill>
                  <a:schemeClr val="tx1"/>
                </a:solidFill>
                <a:latin typeface="Arial" charset="0"/>
                <a:ea typeface="ＭＳ Ｐゴシック" charset="-128"/>
                <a:cs typeface="ＭＳ Ｐゴシック" charset="-128"/>
              </a:rPr>
              <a:t> Step 5 Output. </a:t>
            </a:r>
            <a:r>
              <a:rPr lang="en-US" sz="1200" kern="1200" baseline="0" dirty="0">
                <a:solidFill>
                  <a:schemeClr val="tx1"/>
                </a:solidFill>
                <a:latin typeface="Arial" charset="0"/>
                <a:ea typeface="ＭＳ Ｐゴシック" charset="-128"/>
                <a:cs typeface="ＭＳ Ｐゴシック" charset="-128"/>
              </a:rPr>
              <a:t>After all </a:t>
            </a:r>
            <a:r>
              <a:rPr lang="en-US" sz="1200" i="1" kern="1200" baseline="0" dirty="0">
                <a:solidFill>
                  <a:schemeClr val="tx1"/>
                </a:solidFill>
                <a:latin typeface="Arial" charset="0"/>
                <a:ea typeface="ＭＳ Ｐゴシック" charset="-128"/>
                <a:cs typeface="ＭＳ Ｐゴシック" charset="-128"/>
              </a:rPr>
              <a:t>N</a:t>
            </a:r>
            <a:r>
              <a:rPr lang="en-US" sz="1200" kern="1200" baseline="0" dirty="0">
                <a:solidFill>
                  <a:schemeClr val="tx1"/>
                </a:solidFill>
                <a:latin typeface="Arial" charset="0"/>
                <a:ea typeface="ＭＳ Ｐゴシック" charset="-128"/>
                <a:cs typeface="ＭＳ Ｐゴシック" charset="-128"/>
              </a:rPr>
              <a:t> 1024-bit blocks have been processed, the output from</a:t>
            </a:r>
          </a:p>
          <a:p>
            <a:r>
              <a:rPr lang="en-US" sz="1200" kern="1200" baseline="0" dirty="0">
                <a:solidFill>
                  <a:schemeClr val="tx1"/>
                </a:solidFill>
                <a:latin typeface="Arial" charset="0"/>
                <a:ea typeface="ＭＳ Ｐゴシック" charset="-128"/>
                <a:cs typeface="ＭＳ Ｐゴシック" charset="-128"/>
              </a:rPr>
              <a:t>the </a:t>
            </a:r>
            <a:r>
              <a:rPr lang="en-US" sz="1200" i="1" kern="1200" baseline="0" dirty="0">
                <a:solidFill>
                  <a:schemeClr val="tx1"/>
                </a:solidFill>
                <a:latin typeface="Arial" charset="0"/>
                <a:ea typeface="ＭＳ Ｐゴシック" charset="-128"/>
                <a:cs typeface="ＭＳ Ｐゴシック" charset="-128"/>
              </a:rPr>
              <a:t>N</a:t>
            </a:r>
            <a:r>
              <a:rPr lang="en-US" sz="1200" kern="1200" baseline="0" dirty="0">
                <a:solidFill>
                  <a:schemeClr val="tx1"/>
                </a:solidFill>
                <a:latin typeface="Arial" charset="0"/>
                <a:ea typeface="ＭＳ Ｐゴシック" charset="-128"/>
                <a:cs typeface="ＭＳ Ｐゴシック" charset="-128"/>
              </a:rPr>
              <a:t>th stage is the 512-bit message digest.</a:t>
            </a:r>
            <a:endParaRPr lang="en-AU" b="0" dirty="0">
              <a:latin typeface="Arial" pitchFamily="-84" charset="0"/>
              <a:ea typeface="ＭＳ Ｐゴシック" pitchFamily="-84" charset="-128"/>
              <a:cs typeface="ＭＳ Ｐゴシック" pitchFamily="-84" charset="-128"/>
            </a:endParaRPr>
          </a:p>
        </p:txBody>
      </p:sp>
    </p:spTree>
    <p:extLst>
      <p:ext uri="{BB962C8B-B14F-4D97-AF65-F5344CB8AC3E}">
        <p14:creationId xmlns:p14="http://schemas.microsoft.com/office/powerpoint/2010/main" val="9693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1031"/>
          <p:cNvSpPr>
            <a:spLocks noGrp="1" noChangeArrowheads="1"/>
          </p:cNvSpPr>
          <p:nvPr>
            <p:ph type="sldNum" sz="quarter" idx="5"/>
          </p:nvPr>
        </p:nvSpPr>
        <p:spPr>
          <a:noFill/>
        </p:spPr>
        <p:txBody>
          <a:bodyPr/>
          <a:lstStyle/>
          <a:p>
            <a:fld id="{52949735-5420-BD45-AC21-09153687CD99}" type="slidenum">
              <a:rPr lang="en-AU">
                <a:latin typeface="Arial" pitchFamily="-84" charset="0"/>
              </a:rPr>
              <a:pPr/>
              <a:t>18</a:t>
            </a:fld>
            <a:endParaRPr lang="en-AU" dirty="0">
              <a:latin typeface="Arial" pitchFamily="-84" charset="0"/>
            </a:endParaRPr>
          </a:p>
        </p:txBody>
      </p:sp>
      <p:sp>
        <p:nvSpPr>
          <p:cNvPr id="48131" name="Rectangle 2"/>
          <p:cNvSpPr>
            <a:spLocks noGrp="1" noRot="1" noChangeAspect="1" noChangeArrowheads="1" noTextEdit="1"/>
          </p:cNvSpPr>
          <p:nvPr>
            <p:ph type="sldImg"/>
          </p:nvPr>
        </p:nvSpPr>
        <p:spPr>
          <a:xfrm>
            <a:off x="381000" y="685800"/>
            <a:ext cx="6096000" cy="3429000"/>
          </a:xfrm>
          <a:ln/>
        </p:spPr>
      </p:sp>
      <p:sp>
        <p:nvSpPr>
          <p:cNvPr id="48132" name="Rectangle 3"/>
          <p:cNvSpPr>
            <a:spLocks noGrp="1" noChangeArrowheads="1"/>
          </p:cNvSpPr>
          <p:nvPr>
            <p:ph type="body" idx="1"/>
          </p:nvPr>
        </p:nvSpPr>
        <p:spPr>
          <a:noFill/>
          <a:ln/>
        </p:spPr>
        <p:txBody>
          <a:bodyPr/>
          <a:lstStyle/>
          <a:p>
            <a:r>
              <a:rPr lang="en-US" sz="1200" kern="1200" dirty="0">
                <a:solidFill>
                  <a:schemeClr val="tx1"/>
                </a:solidFill>
                <a:effectLst/>
                <a:latin typeface="Arial" charset="0"/>
                <a:ea typeface="ＭＳ Ｐゴシック" charset="-128"/>
                <a:cs typeface="ＭＳ Ｐゴシック" charset="-128"/>
              </a:rPr>
              <a:t>The algorithm takes as input a message with a maximum length of less than 2128 bits and produces as output a 512-bit message digest. The input is processed in 1024-bit blocks. Figure 11.9 depicts the overall processing of a message to produce a digest. This follows the general structure depicted in Figure 11.8. The processing consists of the following steps. </a:t>
            </a:r>
            <a:endParaRPr lang="en-US" dirty="0"/>
          </a:p>
          <a:p>
            <a:endParaRPr lang="en-US" sz="1200" kern="1200" baseline="0" dirty="0">
              <a:solidFill>
                <a:schemeClr val="tx1"/>
              </a:solidFill>
              <a:latin typeface="Arial" charset="0"/>
              <a:ea typeface="ＭＳ Ｐゴシック" charset="-128"/>
              <a:cs typeface="ＭＳ Ｐゴシック" charset="-128"/>
            </a:endParaRPr>
          </a:p>
          <a:p>
            <a:r>
              <a:rPr lang="en-US" sz="1200" b="1" kern="1200" baseline="0" dirty="0">
                <a:solidFill>
                  <a:schemeClr val="tx1"/>
                </a:solidFill>
                <a:latin typeface="Arial" charset="0"/>
                <a:ea typeface="ＭＳ Ｐゴシック" charset="-128"/>
                <a:cs typeface="ＭＳ Ｐゴシック" charset="-128"/>
              </a:rPr>
              <a:t>Step 1 Append padding bits</a:t>
            </a:r>
            <a:r>
              <a:rPr lang="en-US" sz="1200" kern="1200" baseline="0" dirty="0">
                <a:solidFill>
                  <a:schemeClr val="tx1"/>
                </a:solidFill>
                <a:latin typeface="Arial" charset="0"/>
                <a:ea typeface="ＭＳ Ｐゴシック" charset="-128"/>
                <a:cs typeface="ＭＳ Ｐゴシック" charset="-128"/>
              </a:rPr>
              <a:t>.  The message is padded so that its length is congruent to 896 modulo 1024 [length =  896(mod 1024)]. Padding is always added, even if the message is already of the desired length. Thus, the number of</a:t>
            </a:r>
          </a:p>
          <a:p>
            <a:r>
              <a:rPr lang="en-US" sz="1200" kern="1200" baseline="0" dirty="0">
                <a:solidFill>
                  <a:schemeClr val="tx1"/>
                </a:solidFill>
                <a:latin typeface="Arial" charset="0"/>
                <a:ea typeface="ＭＳ Ｐゴシック" charset="-128"/>
                <a:cs typeface="ＭＳ Ｐゴシック" charset="-128"/>
              </a:rPr>
              <a:t>padding bits is in the range of 1 to 1024. The padding consists of a single 1</a:t>
            </a:r>
          </a:p>
          <a:p>
            <a:r>
              <a:rPr lang="en-US" sz="1200" kern="1200" baseline="0" dirty="0">
                <a:solidFill>
                  <a:schemeClr val="tx1"/>
                </a:solidFill>
                <a:latin typeface="Arial" charset="0"/>
                <a:ea typeface="ＭＳ Ｐゴシック" charset="-128"/>
                <a:cs typeface="ＭＳ Ｐゴシック" charset="-128"/>
              </a:rPr>
              <a:t>bit followed by the necessary number of 0 bits.</a:t>
            </a:r>
          </a:p>
          <a:p>
            <a:endParaRPr lang="en-US" sz="1200" kern="1200" baseline="0" dirty="0">
              <a:solidFill>
                <a:schemeClr val="tx1"/>
              </a:solidFill>
              <a:latin typeface="Arial" charset="0"/>
              <a:ea typeface="ＭＳ Ｐゴシック" charset="-128"/>
              <a:cs typeface="ＭＳ Ｐゴシック" charset="-128"/>
            </a:endParaRPr>
          </a:p>
          <a:p>
            <a:r>
              <a:rPr lang="en-US" sz="1200" b="1" kern="1200" baseline="0" dirty="0">
                <a:solidFill>
                  <a:schemeClr val="tx1"/>
                </a:solidFill>
                <a:latin typeface="Arial" charset="0"/>
                <a:ea typeface="ＭＳ Ｐゴシック" charset="-128"/>
                <a:cs typeface="ＭＳ Ｐゴシック" charset="-128"/>
              </a:rPr>
              <a:t>Step 2 Append length</a:t>
            </a:r>
            <a:r>
              <a:rPr lang="en-US" sz="1200" kern="1200" baseline="0" dirty="0">
                <a:solidFill>
                  <a:schemeClr val="tx1"/>
                </a:solidFill>
                <a:latin typeface="Arial" charset="0"/>
                <a:ea typeface="ＭＳ Ｐゴシック" charset="-128"/>
                <a:cs typeface="ＭＳ Ｐゴシック" charset="-128"/>
              </a:rPr>
              <a:t>.  A block of 128 bits is appended to the message. This block is treated as an unsigned 128-bit integer (most significant byte first) and</a:t>
            </a:r>
          </a:p>
          <a:p>
            <a:r>
              <a:rPr lang="en-US" sz="1200" kern="1200" baseline="0" dirty="0">
                <a:solidFill>
                  <a:schemeClr val="tx1"/>
                </a:solidFill>
                <a:latin typeface="Arial" charset="0"/>
                <a:ea typeface="ＭＳ Ｐゴシック" charset="-128"/>
                <a:cs typeface="ＭＳ Ｐゴシック" charset="-128"/>
              </a:rPr>
              <a:t>contains the length of the original message (before the padding).</a:t>
            </a:r>
          </a:p>
          <a:p>
            <a:endParaRPr lang="en-US" sz="1200" kern="1200" baseline="0" dirty="0">
              <a:solidFill>
                <a:schemeClr val="tx1"/>
              </a:solidFill>
              <a:latin typeface="Arial" charset="0"/>
              <a:ea typeface="ＭＳ Ｐゴシック" charset="-128"/>
              <a:cs typeface="ＭＳ Ｐゴシック" charset="-128"/>
            </a:endParaRPr>
          </a:p>
          <a:p>
            <a:r>
              <a:rPr lang="en-US" sz="1200" kern="1200" baseline="0" dirty="0">
                <a:solidFill>
                  <a:schemeClr val="tx1"/>
                </a:solidFill>
                <a:latin typeface="Arial" charset="0"/>
                <a:ea typeface="ＭＳ Ｐゴシック" charset="-128"/>
                <a:cs typeface="ＭＳ Ｐゴシック" charset="-128"/>
              </a:rPr>
              <a:t> The outcome of the first two steps yields a message that is an integer</a:t>
            </a:r>
          </a:p>
          <a:p>
            <a:r>
              <a:rPr lang="en-US" sz="1200" b="0" kern="1200" baseline="0" dirty="0">
                <a:solidFill>
                  <a:schemeClr val="tx1"/>
                </a:solidFill>
                <a:latin typeface="Arial" charset="0"/>
                <a:ea typeface="ＭＳ Ｐゴシック" charset="-128"/>
                <a:cs typeface="ＭＳ Ｐゴシック" charset="-128"/>
              </a:rPr>
              <a:t>multiple of 1024 bits in length. In Figure 11.9, the expanded message is</a:t>
            </a:r>
          </a:p>
          <a:p>
            <a:r>
              <a:rPr lang="en-US" sz="1200" b="0" kern="1200" baseline="0" dirty="0">
                <a:solidFill>
                  <a:schemeClr val="tx1"/>
                </a:solidFill>
                <a:latin typeface="Arial" charset="0"/>
                <a:ea typeface="ＭＳ Ｐゴシック" charset="-128"/>
                <a:cs typeface="ＭＳ Ｐゴシック" charset="-128"/>
              </a:rPr>
              <a:t>represented as the sequence of 1024-bit blocks </a:t>
            </a:r>
            <a:r>
              <a:rPr lang="en-US" sz="1200" b="0" i="1" kern="1200" baseline="0" dirty="0">
                <a:solidFill>
                  <a:schemeClr val="tx1"/>
                </a:solidFill>
                <a:latin typeface="Arial" charset="0"/>
                <a:ea typeface="ＭＳ Ｐゴシック" charset="-128"/>
                <a:cs typeface="ＭＳ Ｐゴシック" charset="-128"/>
              </a:rPr>
              <a:t>M</a:t>
            </a:r>
            <a:r>
              <a:rPr lang="en-US" sz="1200" b="0" i="1" kern="1200" baseline="-25000" dirty="0">
                <a:solidFill>
                  <a:schemeClr val="tx1"/>
                </a:solidFill>
                <a:latin typeface="Arial" charset="0"/>
                <a:ea typeface="ＭＳ Ｐゴシック" charset="-128"/>
                <a:cs typeface="ＭＳ Ｐゴシック" charset="-128"/>
              </a:rPr>
              <a:t>1</a:t>
            </a:r>
            <a:r>
              <a:rPr lang="en-US" sz="1200" b="0" i="1" kern="1200" baseline="0" dirty="0">
                <a:solidFill>
                  <a:schemeClr val="tx1"/>
                </a:solidFill>
                <a:latin typeface="Arial" charset="0"/>
                <a:ea typeface="ＭＳ Ｐゴシック" charset="-128"/>
                <a:cs typeface="ＭＳ Ｐゴシック" charset="-128"/>
              </a:rPr>
              <a:t> , M</a:t>
            </a:r>
            <a:r>
              <a:rPr lang="en-US" sz="1200" b="0" i="1" kern="1200" baseline="-25000" dirty="0">
                <a:solidFill>
                  <a:schemeClr val="tx1"/>
                </a:solidFill>
                <a:latin typeface="Arial" charset="0"/>
                <a:ea typeface="ＭＳ Ｐゴシック" charset="-128"/>
                <a:cs typeface="ＭＳ Ｐゴシック" charset="-128"/>
              </a:rPr>
              <a:t>2</a:t>
            </a:r>
            <a:r>
              <a:rPr lang="en-US" sz="1200" b="0" i="1" kern="1200" baseline="0" dirty="0">
                <a:solidFill>
                  <a:schemeClr val="tx1"/>
                </a:solidFill>
                <a:latin typeface="Arial" charset="0"/>
                <a:ea typeface="ＭＳ Ｐゴシック" charset="-128"/>
                <a:cs typeface="ＭＳ Ｐゴシック" charset="-128"/>
              </a:rPr>
              <a:t> , . . .  , M</a:t>
            </a:r>
            <a:r>
              <a:rPr lang="en-US" sz="1200" b="0" i="1" kern="1200" baseline="-25000" dirty="0">
                <a:solidFill>
                  <a:schemeClr val="tx1"/>
                </a:solidFill>
                <a:latin typeface="Arial" charset="0"/>
                <a:ea typeface="ＭＳ Ｐゴシック" charset="-128"/>
                <a:cs typeface="ＭＳ Ｐゴシック" charset="-128"/>
              </a:rPr>
              <a:t>N</a:t>
            </a:r>
            <a:r>
              <a:rPr lang="en-US" sz="1200" b="0" i="1" kern="1200" baseline="0" dirty="0">
                <a:solidFill>
                  <a:schemeClr val="tx1"/>
                </a:solidFill>
                <a:latin typeface="Arial" charset="0"/>
                <a:ea typeface="ＭＳ Ｐゴシック" charset="-128"/>
                <a:cs typeface="ＭＳ Ｐゴシック" charset="-128"/>
              </a:rPr>
              <a:t> </a:t>
            </a:r>
            <a:r>
              <a:rPr lang="en-US" sz="1200" b="0" kern="1200" baseline="0" dirty="0">
                <a:solidFill>
                  <a:schemeClr val="tx1"/>
                </a:solidFill>
                <a:latin typeface="Arial" charset="0"/>
                <a:ea typeface="ＭＳ Ｐゴシック" charset="-128"/>
                <a:cs typeface="ＭＳ Ｐゴシック" charset="-128"/>
              </a:rPr>
              <a:t>, so that the</a:t>
            </a:r>
          </a:p>
          <a:p>
            <a:r>
              <a:rPr lang="en-US" sz="1200" b="0" kern="1200" baseline="0" dirty="0">
                <a:solidFill>
                  <a:schemeClr val="tx1"/>
                </a:solidFill>
                <a:latin typeface="Arial" charset="0"/>
                <a:ea typeface="ＭＳ Ｐゴシック" charset="-128"/>
                <a:cs typeface="ＭＳ Ｐゴシック" charset="-128"/>
              </a:rPr>
              <a:t>total length of the expanded message is </a:t>
            </a:r>
            <a:r>
              <a:rPr lang="en-US" sz="1200" b="0" i="1" kern="1200" baseline="0" dirty="0">
                <a:solidFill>
                  <a:schemeClr val="tx1"/>
                </a:solidFill>
                <a:latin typeface="Arial" charset="0"/>
                <a:ea typeface="ＭＳ Ｐゴシック" charset="-128"/>
                <a:cs typeface="ＭＳ Ｐゴシック" charset="-128"/>
              </a:rPr>
              <a:t>N</a:t>
            </a:r>
            <a:r>
              <a:rPr lang="en-US" sz="1200" b="0" kern="1200" baseline="0" dirty="0">
                <a:solidFill>
                  <a:schemeClr val="tx1"/>
                </a:solidFill>
                <a:latin typeface="Arial" charset="0"/>
                <a:ea typeface="ＭＳ Ｐゴシック" charset="-128"/>
                <a:cs typeface="ＭＳ Ｐゴシック" charset="-128"/>
              </a:rPr>
              <a:t> * 1024 bits.</a:t>
            </a:r>
          </a:p>
          <a:p>
            <a:endParaRPr lang="en-US" sz="1200" b="0" kern="1200" baseline="0" dirty="0">
              <a:solidFill>
                <a:schemeClr val="tx1"/>
              </a:solidFill>
              <a:latin typeface="Arial" charset="0"/>
              <a:ea typeface="ＭＳ Ｐゴシック" charset="-128"/>
              <a:cs typeface="ＭＳ Ｐゴシック" charset="-128"/>
            </a:endParaRPr>
          </a:p>
          <a:p>
            <a:r>
              <a:rPr lang="en-US" sz="1200" b="1" kern="1200" baseline="0" dirty="0">
                <a:solidFill>
                  <a:schemeClr val="tx1"/>
                </a:solidFill>
                <a:latin typeface="Arial" charset="0"/>
                <a:ea typeface="ＭＳ Ｐゴシック" charset="-128"/>
                <a:cs typeface="ＭＳ Ｐゴシック" charset="-128"/>
              </a:rPr>
              <a:t>Step 3 Initialize hash buffer.</a:t>
            </a:r>
            <a:r>
              <a:rPr lang="en-US" sz="1200" b="0" kern="1200" baseline="0" dirty="0">
                <a:solidFill>
                  <a:schemeClr val="tx1"/>
                </a:solidFill>
                <a:latin typeface="Arial" charset="0"/>
                <a:ea typeface="ＭＳ Ｐゴシック" charset="-128"/>
                <a:cs typeface="ＭＳ Ｐゴシック" charset="-128"/>
              </a:rPr>
              <a:t>  A 512-bit buffer is used to hold intermediate</a:t>
            </a:r>
          </a:p>
          <a:p>
            <a:r>
              <a:rPr lang="en-US" sz="1200" kern="1200" baseline="0" dirty="0">
                <a:solidFill>
                  <a:schemeClr val="tx1"/>
                </a:solidFill>
                <a:latin typeface="Arial" charset="0"/>
                <a:ea typeface="ＭＳ Ｐゴシック" charset="-128"/>
                <a:cs typeface="ＭＳ Ｐゴシック" charset="-128"/>
              </a:rPr>
              <a:t> and final results of the hash function. The buffer can be represented as eight 64-bit registers (a, b, c, d, e, f, g, h)</a:t>
            </a:r>
            <a:r>
              <a:rPr lang="en-US" sz="1200" b="0" kern="1200" baseline="0" dirty="0">
                <a:solidFill>
                  <a:schemeClr val="tx1"/>
                </a:solidFill>
                <a:latin typeface="Arial" charset="0"/>
                <a:ea typeface="ＭＳ Ｐゴシック" charset="-128"/>
                <a:cs typeface="ＭＳ Ｐゴシック" charset="-128"/>
              </a:rPr>
              <a:t>. These registers are initialized to the following</a:t>
            </a:r>
          </a:p>
          <a:p>
            <a:r>
              <a:rPr lang="en-US" sz="1200" b="0" kern="1200" baseline="0" dirty="0">
                <a:solidFill>
                  <a:schemeClr val="tx1"/>
                </a:solidFill>
                <a:latin typeface="Arial" charset="0"/>
                <a:ea typeface="ＭＳ Ｐゴシック" charset="-128"/>
                <a:cs typeface="ＭＳ Ｐゴシック" charset="-128"/>
              </a:rPr>
              <a:t>64-bit integers (hexadecimal values):</a:t>
            </a:r>
          </a:p>
          <a:p>
            <a:endParaRPr lang="en-US" sz="1200" b="0" kern="1200" baseline="0" dirty="0">
              <a:solidFill>
                <a:schemeClr val="tx1"/>
              </a:solidFill>
              <a:latin typeface="Arial" charset="0"/>
              <a:ea typeface="ＭＳ Ｐゴシック" charset="-128"/>
              <a:cs typeface="ＭＳ Ｐゴシック" charset="-128"/>
            </a:endParaRPr>
          </a:p>
          <a:p>
            <a:r>
              <a:rPr lang="en-US" sz="1200" b="0" kern="1200" baseline="0" dirty="0">
                <a:solidFill>
                  <a:schemeClr val="tx1"/>
                </a:solidFill>
                <a:latin typeface="Arial" charset="0"/>
                <a:ea typeface="ＭＳ Ｐゴシック" charset="-128"/>
                <a:cs typeface="ＭＳ Ｐゴシック" charset="-128"/>
              </a:rPr>
              <a:t>a = 6A09E667F3BCC908 		</a:t>
            </a:r>
            <a:r>
              <a:rPr lang="en-US" sz="1200" b="0" kern="1200" baseline="0" dirty="0" err="1">
                <a:solidFill>
                  <a:schemeClr val="tx1"/>
                </a:solidFill>
                <a:latin typeface="Arial" charset="0"/>
                <a:ea typeface="ＭＳ Ｐゴシック" charset="-128"/>
                <a:cs typeface="ＭＳ Ｐゴシック" charset="-128"/>
              </a:rPr>
              <a:t>e</a:t>
            </a:r>
            <a:r>
              <a:rPr lang="en-US" sz="1200" b="0" kern="1200" baseline="0" dirty="0">
                <a:solidFill>
                  <a:schemeClr val="tx1"/>
                </a:solidFill>
                <a:latin typeface="Arial" charset="0"/>
                <a:ea typeface="ＭＳ Ｐゴシック" charset="-128"/>
                <a:cs typeface="ＭＳ Ｐゴシック" charset="-128"/>
              </a:rPr>
              <a:t> = 510E527FADE682D1</a:t>
            </a:r>
          </a:p>
          <a:p>
            <a:r>
              <a:rPr lang="en-US" sz="1200" b="0" kern="1200" baseline="0" dirty="0" err="1">
                <a:solidFill>
                  <a:schemeClr val="tx1"/>
                </a:solidFill>
                <a:latin typeface="Arial" charset="0"/>
                <a:ea typeface="ＭＳ Ｐゴシック" charset="-128"/>
                <a:cs typeface="ＭＳ Ｐゴシック" charset="-128"/>
              </a:rPr>
              <a:t>b</a:t>
            </a:r>
            <a:r>
              <a:rPr lang="en-US" sz="1200" b="0" kern="1200" baseline="0" dirty="0">
                <a:solidFill>
                  <a:schemeClr val="tx1"/>
                </a:solidFill>
                <a:latin typeface="Arial" charset="0"/>
                <a:ea typeface="ＭＳ Ｐゴシック" charset="-128"/>
                <a:cs typeface="ＭＳ Ｐゴシック" charset="-128"/>
              </a:rPr>
              <a:t> = BB67AE8584CAA73B	 	</a:t>
            </a:r>
            <a:r>
              <a:rPr lang="en-US" sz="1200" b="0" kern="1200" baseline="0" dirty="0" err="1">
                <a:solidFill>
                  <a:schemeClr val="tx1"/>
                </a:solidFill>
                <a:latin typeface="Arial" charset="0"/>
                <a:ea typeface="ＭＳ Ｐゴシック" charset="-128"/>
                <a:cs typeface="ＭＳ Ｐゴシック" charset="-128"/>
              </a:rPr>
              <a:t>f</a:t>
            </a:r>
            <a:r>
              <a:rPr lang="en-US" sz="1200" b="0" kern="1200" baseline="0" dirty="0">
                <a:solidFill>
                  <a:schemeClr val="tx1"/>
                </a:solidFill>
                <a:latin typeface="Arial" charset="0"/>
                <a:ea typeface="ＭＳ Ｐゴシック" charset="-128"/>
                <a:cs typeface="ＭＳ Ｐゴシック" charset="-128"/>
              </a:rPr>
              <a:t> = 9B05688C2B3E6C1F</a:t>
            </a:r>
          </a:p>
          <a:p>
            <a:r>
              <a:rPr lang="en-US" sz="1200" b="0" kern="1200" baseline="0" dirty="0" err="1">
                <a:solidFill>
                  <a:schemeClr val="tx1"/>
                </a:solidFill>
                <a:latin typeface="Arial" charset="0"/>
                <a:ea typeface="ＭＳ Ｐゴシック" charset="-128"/>
                <a:cs typeface="ＭＳ Ｐゴシック" charset="-128"/>
              </a:rPr>
              <a:t>c</a:t>
            </a:r>
            <a:r>
              <a:rPr lang="en-US" sz="1200" b="0" kern="1200" baseline="0" dirty="0">
                <a:solidFill>
                  <a:schemeClr val="tx1"/>
                </a:solidFill>
                <a:latin typeface="Arial" charset="0"/>
                <a:ea typeface="ＭＳ Ｐゴシック" charset="-128"/>
                <a:cs typeface="ＭＳ Ｐゴシック" charset="-128"/>
              </a:rPr>
              <a:t> = 3C6EF372FE94F82B 		</a:t>
            </a:r>
            <a:r>
              <a:rPr lang="en-US" sz="1200" b="0" kern="1200" baseline="0" dirty="0" err="1">
                <a:solidFill>
                  <a:schemeClr val="tx1"/>
                </a:solidFill>
                <a:latin typeface="Arial" charset="0"/>
                <a:ea typeface="ＭＳ Ｐゴシック" charset="-128"/>
                <a:cs typeface="ＭＳ Ｐゴシック" charset="-128"/>
              </a:rPr>
              <a:t>g</a:t>
            </a:r>
            <a:r>
              <a:rPr lang="en-US" sz="1200" b="0" kern="1200" baseline="0" dirty="0">
                <a:solidFill>
                  <a:schemeClr val="tx1"/>
                </a:solidFill>
                <a:latin typeface="Arial" charset="0"/>
                <a:ea typeface="ＭＳ Ｐゴシック" charset="-128"/>
                <a:cs typeface="ＭＳ Ｐゴシック" charset="-128"/>
              </a:rPr>
              <a:t> = 1F83D9ABFB41BD6B</a:t>
            </a:r>
          </a:p>
          <a:p>
            <a:r>
              <a:rPr lang="en-US" sz="1200" b="0" kern="1200" baseline="0" dirty="0" err="1">
                <a:solidFill>
                  <a:schemeClr val="tx1"/>
                </a:solidFill>
                <a:latin typeface="Arial" charset="0"/>
                <a:ea typeface="ＭＳ Ｐゴシック" charset="-128"/>
                <a:cs typeface="ＭＳ Ｐゴシック" charset="-128"/>
              </a:rPr>
              <a:t>d</a:t>
            </a:r>
            <a:r>
              <a:rPr lang="en-US" sz="1200" b="0" kern="1200" baseline="0" dirty="0">
                <a:solidFill>
                  <a:schemeClr val="tx1"/>
                </a:solidFill>
                <a:latin typeface="Arial" charset="0"/>
                <a:ea typeface="ＭＳ Ｐゴシック" charset="-128"/>
                <a:cs typeface="ＭＳ Ｐゴシック" charset="-128"/>
              </a:rPr>
              <a:t> = A54FF53A5F1D36F1 		</a:t>
            </a:r>
            <a:r>
              <a:rPr lang="en-US" sz="1200" b="0" kern="1200" baseline="0" dirty="0" err="1">
                <a:solidFill>
                  <a:schemeClr val="tx1"/>
                </a:solidFill>
                <a:latin typeface="Arial" charset="0"/>
                <a:ea typeface="ＭＳ Ｐゴシック" charset="-128"/>
                <a:cs typeface="ＭＳ Ｐゴシック" charset="-128"/>
              </a:rPr>
              <a:t>h</a:t>
            </a:r>
            <a:r>
              <a:rPr lang="en-US" sz="1200" b="0" kern="1200" baseline="0" dirty="0">
                <a:solidFill>
                  <a:schemeClr val="tx1"/>
                </a:solidFill>
                <a:latin typeface="Arial" charset="0"/>
                <a:ea typeface="ＭＳ Ｐゴシック" charset="-128"/>
                <a:cs typeface="ＭＳ Ｐゴシック" charset="-128"/>
              </a:rPr>
              <a:t> = 5BE0CD19137E2179</a:t>
            </a:r>
          </a:p>
          <a:p>
            <a:endParaRPr lang="en-US" sz="1200" b="0" kern="1200" baseline="0" dirty="0">
              <a:solidFill>
                <a:schemeClr val="tx1"/>
              </a:solidFill>
              <a:latin typeface="Arial" charset="0"/>
              <a:ea typeface="ＭＳ Ｐゴシック" charset="-128"/>
              <a:cs typeface="ＭＳ Ｐゴシック" charset="-128"/>
            </a:endParaRPr>
          </a:p>
          <a:p>
            <a:r>
              <a:rPr lang="en-US" sz="1200" kern="1200" dirty="0">
                <a:solidFill>
                  <a:schemeClr val="tx1"/>
                </a:solidFill>
                <a:effectLst/>
                <a:latin typeface="Arial" charset="0"/>
                <a:ea typeface="ＭＳ Ｐゴシック" charset="-128"/>
                <a:cs typeface="ＭＳ Ｐゴシック" charset="-128"/>
              </a:rPr>
              <a:t>These words were obtained by taking the first sixty-four bits of the </a:t>
            </a:r>
            <a:r>
              <a:rPr lang="en-US" sz="1200" kern="1200" dirty="0" err="1">
                <a:solidFill>
                  <a:schemeClr val="tx1"/>
                </a:solidFill>
                <a:effectLst/>
                <a:latin typeface="Arial" charset="0"/>
                <a:ea typeface="ＭＳ Ｐゴシック" charset="-128"/>
                <a:cs typeface="ＭＳ Ｐゴシック" charset="-128"/>
              </a:rPr>
              <a:t>frac</a:t>
            </a:r>
            <a:r>
              <a:rPr lang="en-US" sz="1200" kern="1200" dirty="0">
                <a:solidFill>
                  <a:schemeClr val="tx1"/>
                </a:solidFill>
                <a:effectLst/>
                <a:latin typeface="Arial" charset="0"/>
                <a:ea typeface="ＭＳ Ｐゴシック" charset="-128"/>
                <a:cs typeface="ＭＳ Ｐゴシック" charset="-128"/>
              </a:rPr>
              <a:t>- </a:t>
            </a:r>
            <a:r>
              <a:rPr lang="en-US" sz="1200" kern="1200" dirty="0" err="1">
                <a:solidFill>
                  <a:schemeClr val="tx1"/>
                </a:solidFill>
                <a:effectLst/>
                <a:latin typeface="Arial" charset="0"/>
                <a:ea typeface="ＭＳ Ｐゴシック" charset="-128"/>
                <a:cs typeface="ＭＳ Ｐゴシック" charset="-128"/>
              </a:rPr>
              <a:t>tional</a:t>
            </a:r>
            <a:r>
              <a:rPr lang="en-US" sz="1200" kern="1200" dirty="0">
                <a:solidFill>
                  <a:schemeClr val="tx1"/>
                </a:solidFill>
                <a:effectLst/>
                <a:latin typeface="Arial" charset="0"/>
                <a:ea typeface="ＭＳ Ｐゴシック" charset="-128"/>
                <a:cs typeface="ＭＳ Ｐゴシック" charset="-128"/>
              </a:rPr>
              <a:t> parts of the square roots of the first eight prime numbers. The </a:t>
            </a:r>
            <a:r>
              <a:rPr lang="en-US" sz="1200" kern="1200" dirty="0" err="1">
                <a:solidFill>
                  <a:schemeClr val="tx1"/>
                </a:solidFill>
                <a:effectLst/>
                <a:latin typeface="Arial" charset="0"/>
                <a:ea typeface="ＭＳ Ｐゴシック" charset="-128"/>
                <a:cs typeface="ＭＳ Ｐゴシック" charset="-128"/>
              </a:rPr>
              <a:t>val</a:t>
            </a:r>
            <a:r>
              <a:rPr lang="en-US" sz="1200" kern="1200" dirty="0">
                <a:solidFill>
                  <a:schemeClr val="tx1"/>
                </a:solidFill>
                <a:effectLst/>
                <a:latin typeface="Arial" charset="0"/>
                <a:ea typeface="ＭＳ Ｐゴシック" charset="-128"/>
                <a:cs typeface="ＭＳ Ｐゴシック" charset="-128"/>
              </a:rPr>
              <a:t>- </a:t>
            </a:r>
            <a:r>
              <a:rPr lang="en-US" sz="1200" kern="1200" dirty="0" err="1">
                <a:solidFill>
                  <a:schemeClr val="tx1"/>
                </a:solidFill>
                <a:effectLst/>
                <a:latin typeface="Arial" charset="0"/>
                <a:ea typeface="ＭＳ Ｐゴシック" charset="-128"/>
                <a:cs typeface="ＭＳ Ｐゴシック" charset="-128"/>
              </a:rPr>
              <a:t>ues</a:t>
            </a:r>
            <a:r>
              <a:rPr lang="en-US" sz="1200" kern="1200" dirty="0">
                <a:solidFill>
                  <a:schemeClr val="tx1"/>
                </a:solidFill>
                <a:effectLst/>
                <a:latin typeface="Arial" charset="0"/>
                <a:ea typeface="ＭＳ Ｐゴシック" charset="-128"/>
                <a:cs typeface="ＭＳ Ｐゴシック" charset="-128"/>
              </a:rPr>
              <a:t> are stored in </a:t>
            </a:r>
            <a:r>
              <a:rPr lang="en-US" sz="1200" b="1" kern="1200" dirty="0">
                <a:solidFill>
                  <a:schemeClr val="tx1"/>
                </a:solidFill>
                <a:effectLst/>
                <a:latin typeface="Arial" charset="0"/>
                <a:ea typeface="ＭＳ Ｐゴシック" charset="-128"/>
                <a:cs typeface="ＭＳ Ｐゴシック" charset="-128"/>
              </a:rPr>
              <a:t>big-endian format</a:t>
            </a:r>
            <a:r>
              <a:rPr lang="en-US" sz="1200" kern="1200" dirty="0">
                <a:solidFill>
                  <a:schemeClr val="tx1"/>
                </a:solidFill>
                <a:effectLst/>
                <a:latin typeface="Arial" charset="0"/>
                <a:ea typeface="ＭＳ Ｐゴシック" charset="-128"/>
                <a:cs typeface="ＭＳ Ｐゴシック" charset="-128"/>
              </a:rPr>
              <a:t>, which is the most significant byte of a word in the low-address (leftmost) byte position. In contrast, in </a:t>
            </a:r>
            <a:r>
              <a:rPr lang="en-US" sz="1200" b="1" kern="1200" dirty="0">
                <a:solidFill>
                  <a:schemeClr val="tx1"/>
                </a:solidFill>
                <a:effectLst/>
                <a:latin typeface="Arial" charset="0"/>
                <a:ea typeface="ＭＳ Ｐゴシック" charset="-128"/>
                <a:cs typeface="ＭＳ Ｐゴシック" charset="-128"/>
              </a:rPr>
              <a:t>little-endian format</a:t>
            </a:r>
            <a:r>
              <a:rPr lang="en-US" sz="1200" kern="1200" dirty="0">
                <a:solidFill>
                  <a:schemeClr val="tx1"/>
                </a:solidFill>
                <a:effectLst/>
                <a:latin typeface="Arial" charset="0"/>
                <a:ea typeface="ＭＳ Ｐゴシック" charset="-128"/>
                <a:cs typeface="ＭＳ Ｐゴシック" charset="-128"/>
              </a:rPr>
              <a:t>, the least significant byte is stored in the lowest address. </a:t>
            </a:r>
            <a:endParaRPr lang="en-US" dirty="0"/>
          </a:p>
          <a:p>
            <a:endParaRPr lang="en-US" sz="1200" b="0" kern="1200" baseline="0" dirty="0">
              <a:solidFill>
                <a:schemeClr val="tx1"/>
              </a:solidFill>
              <a:latin typeface="Arial" charset="0"/>
              <a:ea typeface="ＭＳ Ｐゴシック" charset="-128"/>
              <a:cs typeface="ＭＳ Ｐゴシック" charset="-128"/>
            </a:endParaRPr>
          </a:p>
          <a:p>
            <a:r>
              <a:rPr lang="en-US" sz="1200" b="1" kern="1200" baseline="0" dirty="0">
                <a:solidFill>
                  <a:schemeClr val="tx1"/>
                </a:solidFill>
                <a:latin typeface="Arial" charset="0"/>
                <a:ea typeface="ＭＳ Ｐゴシック" charset="-128"/>
                <a:cs typeface="ＭＳ Ｐゴシック" charset="-128"/>
              </a:rPr>
              <a:t> Step 4 Process message in 1024-bit (128-word) blocks. </a:t>
            </a:r>
            <a:r>
              <a:rPr lang="en-US" sz="1200" kern="1200" baseline="0" dirty="0">
                <a:solidFill>
                  <a:schemeClr val="tx1"/>
                </a:solidFill>
                <a:latin typeface="Arial" charset="0"/>
                <a:ea typeface="ＭＳ Ｐゴシック" charset="-128"/>
                <a:cs typeface="ＭＳ Ｐゴシック" charset="-128"/>
              </a:rPr>
              <a:t>The heart of the algorithm is a module that consists of 80 rounds; this module is labeled F in Figure 11.9. The logic is illustrated in Figure 11.10.</a:t>
            </a:r>
          </a:p>
          <a:p>
            <a:endParaRPr lang="en-US" sz="1200" kern="1200" baseline="0" dirty="0">
              <a:solidFill>
                <a:schemeClr val="tx1"/>
              </a:solidFill>
              <a:latin typeface="Arial" charset="0"/>
              <a:ea typeface="ＭＳ Ｐゴシック" charset="-128"/>
              <a:cs typeface="ＭＳ Ｐゴシック" charset="-128"/>
            </a:endParaRPr>
          </a:p>
          <a:p>
            <a:r>
              <a:rPr lang="en-US" sz="1200" kern="1200" baseline="0" dirty="0">
                <a:solidFill>
                  <a:schemeClr val="tx1"/>
                </a:solidFill>
                <a:latin typeface="Arial" charset="0"/>
                <a:ea typeface="ＭＳ Ｐゴシック" charset="-128"/>
                <a:cs typeface="ＭＳ Ｐゴシック" charset="-128"/>
              </a:rPr>
              <a:t> Each round takes as input the 512-bit buffer value, </a:t>
            </a:r>
            <a:r>
              <a:rPr lang="en-US" sz="1200" kern="1200" baseline="0" dirty="0" err="1">
                <a:solidFill>
                  <a:schemeClr val="tx1"/>
                </a:solidFill>
                <a:latin typeface="Arial" charset="0"/>
                <a:ea typeface="ＭＳ Ｐゴシック" charset="-128"/>
                <a:cs typeface="ＭＳ Ｐゴシック" charset="-128"/>
              </a:rPr>
              <a:t>abcdefgh</a:t>
            </a:r>
            <a:r>
              <a:rPr lang="en-US" sz="1200" kern="1200" baseline="0" dirty="0">
                <a:solidFill>
                  <a:schemeClr val="tx1"/>
                </a:solidFill>
                <a:latin typeface="Arial" charset="0"/>
                <a:ea typeface="ＭＳ Ｐゴシック" charset="-128"/>
                <a:cs typeface="ＭＳ Ｐゴシック" charset="-128"/>
              </a:rPr>
              <a:t>, and</a:t>
            </a:r>
          </a:p>
          <a:p>
            <a:r>
              <a:rPr lang="en-US" sz="1200" kern="1200" baseline="0" dirty="0">
                <a:solidFill>
                  <a:schemeClr val="tx1"/>
                </a:solidFill>
                <a:latin typeface="Arial" charset="0"/>
                <a:ea typeface="ＭＳ Ｐゴシック" charset="-128"/>
                <a:cs typeface="ＭＳ Ｐゴシック" charset="-128"/>
              </a:rPr>
              <a:t>updates the contents of the buffer. At input to the first round, the buffer</a:t>
            </a:r>
          </a:p>
          <a:p>
            <a:r>
              <a:rPr lang="en-US" sz="1200" kern="1200" baseline="0" dirty="0">
                <a:solidFill>
                  <a:schemeClr val="tx1"/>
                </a:solidFill>
                <a:latin typeface="Arial" charset="0"/>
                <a:ea typeface="ＭＳ Ｐゴシック" charset="-128"/>
                <a:cs typeface="ＭＳ Ｐゴシック" charset="-128"/>
              </a:rPr>
              <a:t>has the value of the intermediate hash </a:t>
            </a:r>
            <a:r>
              <a:rPr lang="en-US" sz="1200" b="0" kern="1200" baseline="0" dirty="0">
                <a:solidFill>
                  <a:schemeClr val="tx1"/>
                </a:solidFill>
                <a:latin typeface="Arial" charset="0"/>
                <a:ea typeface="ＭＳ Ｐゴシック" charset="-128"/>
                <a:cs typeface="ＭＳ Ｐゴシック" charset="-128"/>
              </a:rPr>
              <a:t>value, </a:t>
            </a:r>
            <a:r>
              <a:rPr lang="en-US" sz="1200" b="0" i="1" kern="1200" baseline="0" dirty="0">
                <a:solidFill>
                  <a:schemeClr val="tx1"/>
                </a:solidFill>
                <a:latin typeface="Arial" charset="0"/>
                <a:ea typeface="ＭＳ Ｐゴシック" charset="-128"/>
                <a:cs typeface="ＭＳ Ｐゴシック" charset="-128"/>
              </a:rPr>
              <a:t>H</a:t>
            </a:r>
            <a:r>
              <a:rPr lang="en-US" sz="1200" b="0" i="1" kern="1200" baseline="-25000" dirty="0">
                <a:solidFill>
                  <a:schemeClr val="tx1"/>
                </a:solidFill>
                <a:latin typeface="Arial" charset="0"/>
                <a:ea typeface="ＭＳ Ｐゴシック" charset="-128"/>
                <a:cs typeface="ＭＳ Ｐゴシック" charset="-128"/>
              </a:rPr>
              <a:t>i-</a:t>
            </a:r>
            <a:r>
              <a:rPr lang="en-US" sz="1200" b="0" kern="1200" baseline="-25000" dirty="0">
                <a:solidFill>
                  <a:schemeClr val="tx1"/>
                </a:solidFill>
                <a:latin typeface="Arial" charset="0"/>
                <a:ea typeface="ＭＳ Ｐゴシック" charset="-128"/>
                <a:cs typeface="ＭＳ Ｐゴシック" charset="-128"/>
              </a:rPr>
              <a:t>1 </a:t>
            </a:r>
            <a:r>
              <a:rPr lang="en-US" sz="1200" b="0" kern="1200" baseline="0" dirty="0">
                <a:solidFill>
                  <a:schemeClr val="tx1"/>
                </a:solidFill>
                <a:latin typeface="Arial" charset="0"/>
                <a:ea typeface="ＭＳ Ｐゴシック" charset="-128"/>
                <a:cs typeface="ＭＳ Ｐゴシック" charset="-128"/>
              </a:rPr>
              <a:t>. Each round </a:t>
            </a:r>
            <a:r>
              <a:rPr lang="en-US" sz="1200" b="0" i="1" kern="1200" baseline="0" dirty="0" err="1">
                <a:solidFill>
                  <a:schemeClr val="tx1"/>
                </a:solidFill>
                <a:latin typeface="Arial" charset="0"/>
                <a:ea typeface="ＭＳ Ｐゴシック" charset="-128"/>
                <a:cs typeface="ＭＳ Ｐゴシック" charset="-128"/>
              </a:rPr>
              <a:t>t</a:t>
            </a:r>
            <a:r>
              <a:rPr lang="en-US" sz="1200" b="0" kern="1200" baseline="0" dirty="0">
                <a:solidFill>
                  <a:schemeClr val="tx1"/>
                </a:solidFill>
                <a:latin typeface="Arial" charset="0"/>
                <a:ea typeface="ＭＳ Ｐゴシック" charset="-128"/>
                <a:cs typeface="ＭＳ Ｐゴシック" charset="-128"/>
              </a:rPr>
              <a:t> makes</a:t>
            </a:r>
          </a:p>
          <a:p>
            <a:r>
              <a:rPr lang="en-US" sz="1200" b="0" kern="1200" baseline="0" dirty="0">
                <a:solidFill>
                  <a:schemeClr val="tx1"/>
                </a:solidFill>
                <a:latin typeface="Arial" charset="0"/>
                <a:ea typeface="ＭＳ Ｐゴシック" charset="-128"/>
                <a:cs typeface="ＭＳ Ｐゴシック" charset="-128"/>
              </a:rPr>
              <a:t>use of a 64-bit value </a:t>
            </a:r>
            <a:r>
              <a:rPr lang="en-US" sz="1200" b="0" i="1" kern="1200" baseline="0" dirty="0">
                <a:solidFill>
                  <a:schemeClr val="tx1"/>
                </a:solidFill>
                <a:latin typeface="Arial" charset="0"/>
                <a:ea typeface="ＭＳ Ｐゴシック" charset="-128"/>
                <a:cs typeface="ＭＳ Ｐゴシック" charset="-128"/>
              </a:rPr>
              <a:t>W</a:t>
            </a:r>
            <a:r>
              <a:rPr lang="en-US" sz="1200" b="0" kern="1200" baseline="-25000" dirty="0">
                <a:solidFill>
                  <a:schemeClr val="tx1"/>
                </a:solidFill>
                <a:latin typeface="Arial" charset="0"/>
                <a:ea typeface="ＭＳ Ｐゴシック" charset="-128"/>
                <a:cs typeface="ＭＳ Ｐゴシック" charset="-128"/>
              </a:rPr>
              <a:t>t</a:t>
            </a:r>
            <a:r>
              <a:rPr lang="en-US" sz="1200" b="0" kern="1200" baseline="0" dirty="0">
                <a:solidFill>
                  <a:schemeClr val="tx1"/>
                </a:solidFill>
                <a:latin typeface="Arial" charset="0"/>
                <a:ea typeface="ＭＳ Ｐゴシック" charset="-128"/>
                <a:cs typeface="ＭＳ Ｐゴシック" charset="-128"/>
              </a:rPr>
              <a:t>, derived from the current 1024-bit block being processed</a:t>
            </a:r>
          </a:p>
          <a:p>
            <a:r>
              <a:rPr lang="en-US" sz="1200" b="0" kern="1200" baseline="0" dirty="0">
                <a:solidFill>
                  <a:schemeClr val="tx1"/>
                </a:solidFill>
                <a:latin typeface="Arial" charset="0"/>
                <a:ea typeface="ＭＳ Ｐゴシック" charset="-128"/>
                <a:cs typeface="ＭＳ Ｐゴシック" charset="-128"/>
              </a:rPr>
              <a:t>(</a:t>
            </a:r>
            <a:r>
              <a:rPr lang="en-US" sz="1200" b="0" i="1" kern="1200" baseline="0" dirty="0">
                <a:solidFill>
                  <a:schemeClr val="tx1"/>
                </a:solidFill>
                <a:latin typeface="Arial" charset="0"/>
                <a:ea typeface="ＭＳ Ｐゴシック" charset="-128"/>
                <a:cs typeface="ＭＳ Ｐゴシック" charset="-128"/>
              </a:rPr>
              <a:t>M</a:t>
            </a:r>
            <a:r>
              <a:rPr lang="en-US" sz="1200" b="0" i="1" kern="1200" baseline="-25000" dirty="0">
                <a:solidFill>
                  <a:schemeClr val="tx1"/>
                </a:solidFill>
                <a:latin typeface="Arial" charset="0"/>
                <a:ea typeface="ＭＳ Ｐゴシック" charset="-128"/>
                <a:cs typeface="ＭＳ Ｐゴシック" charset="-128"/>
              </a:rPr>
              <a:t>i</a:t>
            </a:r>
            <a:r>
              <a:rPr lang="en-US" sz="1200" b="0" kern="1200" baseline="0" dirty="0">
                <a:solidFill>
                  <a:schemeClr val="tx1"/>
                </a:solidFill>
                <a:latin typeface="Arial" charset="0"/>
                <a:ea typeface="ＭＳ Ｐゴシック" charset="-128"/>
                <a:cs typeface="ＭＳ Ｐゴシック" charset="-128"/>
              </a:rPr>
              <a:t> ). These values are derived using a message schedule described</a:t>
            </a:r>
          </a:p>
          <a:p>
            <a:r>
              <a:rPr lang="en-US" sz="1200" b="0" kern="1200" baseline="0" dirty="0">
                <a:solidFill>
                  <a:schemeClr val="tx1"/>
                </a:solidFill>
                <a:latin typeface="Arial" charset="0"/>
                <a:ea typeface="ＭＳ Ｐゴシック" charset="-128"/>
                <a:cs typeface="ＭＳ Ｐゴシック" charset="-128"/>
              </a:rPr>
              <a:t>subsequently. Each round also makes use of an additive constant </a:t>
            </a:r>
            <a:r>
              <a:rPr lang="en-US" sz="1200" b="0" i="1" kern="1200" baseline="0" dirty="0">
                <a:solidFill>
                  <a:schemeClr val="tx1"/>
                </a:solidFill>
                <a:latin typeface="Arial" charset="0"/>
                <a:ea typeface="ＭＳ Ｐゴシック" charset="-128"/>
                <a:cs typeface="ＭＳ Ｐゴシック" charset="-128"/>
              </a:rPr>
              <a:t>K</a:t>
            </a:r>
            <a:r>
              <a:rPr lang="en-US" sz="1200" b="0" i="1" kern="1200" baseline="-25000" dirty="0">
                <a:solidFill>
                  <a:schemeClr val="tx1"/>
                </a:solidFill>
                <a:latin typeface="Arial" charset="0"/>
                <a:ea typeface="ＭＳ Ｐゴシック" charset="-128"/>
                <a:cs typeface="ＭＳ Ｐゴシック" charset="-128"/>
              </a:rPr>
              <a:t>t</a:t>
            </a:r>
            <a:r>
              <a:rPr lang="en-US" sz="1200" b="0" kern="1200" baseline="0" dirty="0">
                <a:solidFill>
                  <a:schemeClr val="tx1"/>
                </a:solidFill>
                <a:latin typeface="Arial" charset="0"/>
                <a:ea typeface="ＭＳ Ｐゴシック" charset="-128"/>
                <a:cs typeface="ＭＳ Ｐゴシック" charset="-128"/>
              </a:rPr>
              <a:t> , where</a:t>
            </a:r>
          </a:p>
          <a:p>
            <a:r>
              <a:rPr lang="en-US" sz="1200" b="0" kern="1200" baseline="0" dirty="0">
                <a:solidFill>
                  <a:schemeClr val="tx1"/>
                </a:solidFill>
                <a:latin typeface="Arial" charset="0"/>
                <a:ea typeface="ＭＳ Ｐゴシック" charset="-128"/>
                <a:cs typeface="ＭＳ Ｐゴシック" charset="-128"/>
              </a:rPr>
              <a:t>0 </a:t>
            </a:r>
            <a:r>
              <a:rPr lang="en-US" sz="1200" b="0" i="1" kern="1200" baseline="0" dirty="0">
                <a:solidFill>
                  <a:schemeClr val="tx1"/>
                </a:solidFill>
                <a:latin typeface="Arial" charset="0"/>
                <a:ea typeface="ＭＳ Ｐゴシック" charset="-128"/>
                <a:cs typeface="ＭＳ Ｐゴシック" charset="-128"/>
              </a:rPr>
              <a:t>≤ </a:t>
            </a:r>
            <a:r>
              <a:rPr lang="en-US" sz="1200" b="0" i="1" kern="1200" baseline="0" dirty="0" err="1">
                <a:solidFill>
                  <a:schemeClr val="tx1"/>
                </a:solidFill>
                <a:latin typeface="Arial" charset="0"/>
                <a:ea typeface="ＭＳ Ｐゴシック" charset="-128"/>
                <a:cs typeface="ＭＳ Ｐゴシック" charset="-128"/>
              </a:rPr>
              <a:t>t</a:t>
            </a:r>
            <a:r>
              <a:rPr lang="en-US" sz="1200" b="0" kern="1200" baseline="0" dirty="0">
                <a:solidFill>
                  <a:schemeClr val="tx1"/>
                </a:solidFill>
                <a:latin typeface="Arial" charset="0"/>
                <a:ea typeface="ＭＳ Ｐゴシック" charset="-128"/>
                <a:cs typeface="ＭＳ Ｐゴシック" charset="-128"/>
              </a:rPr>
              <a:t> ≤ 79 indicates one of the 80 rounds. These words represent the first</a:t>
            </a:r>
          </a:p>
          <a:p>
            <a:r>
              <a:rPr lang="en-US" sz="1200" b="0" kern="1200" baseline="0" dirty="0">
                <a:solidFill>
                  <a:schemeClr val="tx1"/>
                </a:solidFill>
                <a:latin typeface="Arial" charset="0"/>
                <a:ea typeface="ＭＳ Ｐゴシック" charset="-128"/>
                <a:cs typeface="ＭＳ Ｐゴシック" charset="-128"/>
              </a:rPr>
              <a:t>64 bits of the fractional parts of the cube roots of the first 80 prime </a:t>
            </a:r>
            <a:r>
              <a:rPr lang="en-US" sz="1200" kern="1200" baseline="0" dirty="0">
                <a:solidFill>
                  <a:schemeClr val="tx1"/>
                </a:solidFill>
                <a:latin typeface="Arial" charset="0"/>
                <a:ea typeface="ＭＳ Ｐゴシック" charset="-128"/>
                <a:cs typeface="ＭＳ Ｐゴシック" charset="-128"/>
              </a:rPr>
              <a:t>numbers.</a:t>
            </a:r>
          </a:p>
          <a:p>
            <a:endParaRPr lang="en-AU" b="0" dirty="0">
              <a:latin typeface="Arial" pitchFamily="-84" charset="0"/>
              <a:ea typeface="ＭＳ Ｐゴシック" pitchFamily="-84" charset="-128"/>
              <a:cs typeface="ＭＳ Ｐゴシック" pitchFamily="-84" charset="-128"/>
            </a:endParaRPr>
          </a:p>
          <a:p>
            <a:r>
              <a:rPr lang="en-US" sz="1200" b="1" kern="1200" baseline="0" dirty="0">
                <a:solidFill>
                  <a:schemeClr val="tx1"/>
                </a:solidFill>
                <a:latin typeface="Arial" charset="0"/>
                <a:ea typeface="ＭＳ Ｐゴシック" charset="-128"/>
                <a:cs typeface="ＭＳ Ｐゴシック" charset="-128"/>
              </a:rPr>
              <a:t> Step 5 Output. </a:t>
            </a:r>
            <a:r>
              <a:rPr lang="en-US" sz="1200" kern="1200" baseline="0" dirty="0">
                <a:solidFill>
                  <a:schemeClr val="tx1"/>
                </a:solidFill>
                <a:latin typeface="Arial" charset="0"/>
                <a:ea typeface="ＭＳ Ｐゴシック" charset="-128"/>
                <a:cs typeface="ＭＳ Ｐゴシック" charset="-128"/>
              </a:rPr>
              <a:t>After all </a:t>
            </a:r>
            <a:r>
              <a:rPr lang="en-US" sz="1200" i="1" kern="1200" baseline="0" dirty="0">
                <a:solidFill>
                  <a:schemeClr val="tx1"/>
                </a:solidFill>
                <a:latin typeface="Arial" charset="0"/>
                <a:ea typeface="ＭＳ Ｐゴシック" charset="-128"/>
                <a:cs typeface="ＭＳ Ｐゴシック" charset="-128"/>
              </a:rPr>
              <a:t>N</a:t>
            </a:r>
            <a:r>
              <a:rPr lang="en-US" sz="1200" kern="1200" baseline="0" dirty="0">
                <a:solidFill>
                  <a:schemeClr val="tx1"/>
                </a:solidFill>
                <a:latin typeface="Arial" charset="0"/>
                <a:ea typeface="ＭＳ Ｐゴシック" charset="-128"/>
                <a:cs typeface="ＭＳ Ｐゴシック" charset="-128"/>
              </a:rPr>
              <a:t> 1024-bit blocks have been processed, the output from</a:t>
            </a:r>
          </a:p>
          <a:p>
            <a:r>
              <a:rPr lang="en-US" sz="1200" kern="1200" baseline="0" dirty="0">
                <a:solidFill>
                  <a:schemeClr val="tx1"/>
                </a:solidFill>
                <a:latin typeface="Arial" charset="0"/>
                <a:ea typeface="ＭＳ Ｐゴシック" charset="-128"/>
                <a:cs typeface="ＭＳ Ｐゴシック" charset="-128"/>
              </a:rPr>
              <a:t>the </a:t>
            </a:r>
            <a:r>
              <a:rPr lang="en-US" sz="1200" i="1" kern="1200" baseline="0" dirty="0">
                <a:solidFill>
                  <a:schemeClr val="tx1"/>
                </a:solidFill>
                <a:latin typeface="Arial" charset="0"/>
                <a:ea typeface="ＭＳ Ｐゴシック" charset="-128"/>
                <a:cs typeface="ＭＳ Ｐゴシック" charset="-128"/>
              </a:rPr>
              <a:t>N</a:t>
            </a:r>
            <a:r>
              <a:rPr lang="en-US" sz="1200" kern="1200" baseline="0" dirty="0">
                <a:solidFill>
                  <a:schemeClr val="tx1"/>
                </a:solidFill>
                <a:latin typeface="Arial" charset="0"/>
                <a:ea typeface="ＭＳ Ｐゴシック" charset="-128"/>
                <a:cs typeface="ＭＳ Ｐゴシック" charset="-128"/>
              </a:rPr>
              <a:t>th stage is the 512-bit message digest.</a:t>
            </a:r>
            <a:endParaRPr lang="en-AU" b="0" dirty="0">
              <a:latin typeface="Arial" pitchFamily="-84" charset="0"/>
              <a:ea typeface="ＭＳ Ｐゴシック" pitchFamily="-84" charset="-128"/>
              <a:cs typeface="ＭＳ Ｐゴシック" pitchFamily="-84" charset="-128"/>
            </a:endParaRPr>
          </a:p>
        </p:txBody>
      </p:sp>
    </p:spTree>
    <p:extLst>
      <p:ext uri="{BB962C8B-B14F-4D97-AF65-F5344CB8AC3E}">
        <p14:creationId xmlns:p14="http://schemas.microsoft.com/office/powerpoint/2010/main" val="16335233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1031"/>
          <p:cNvSpPr>
            <a:spLocks noGrp="1" noChangeArrowheads="1"/>
          </p:cNvSpPr>
          <p:nvPr>
            <p:ph type="sldNum" sz="quarter" idx="5"/>
          </p:nvPr>
        </p:nvSpPr>
        <p:spPr>
          <a:noFill/>
        </p:spPr>
        <p:txBody>
          <a:bodyPr/>
          <a:lstStyle/>
          <a:p>
            <a:fld id="{52949735-5420-BD45-AC21-09153687CD99}" type="slidenum">
              <a:rPr lang="en-AU">
                <a:latin typeface="Arial" pitchFamily="-84" charset="0"/>
              </a:rPr>
              <a:pPr/>
              <a:t>19</a:t>
            </a:fld>
            <a:endParaRPr lang="en-AU" dirty="0">
              <a:latin typeface="Arial" pitchFamily="-84" charset="0"/>
            </a:endParaRPr>
          </a:p>
        </p:txBody>
      </p:sp>
      <p:sp>
        <p:nvSpPr>
          <p:cNvPr id="48131" name="Rectangle 2"/>
          <p:cNvSpPr>
            <a:spLocks noGrp="1" noRot="1" noChangeAspect="1" noChangeArrowheads="1" noTextEdit="1"/>
          </p:cNvSpPr>
          <p:nvPr>
            <p:ph type="sldImg"/>
          </p:nvPr>
        </p:nvSpPr>
        <p:spPr>
          <a:xfrm>
            <a:off x="381000" y="685800"/>
            <a:ext cx="6096000" cy="3429000"/>
          </a:xfrm>
          <a:ln/>
        </p:spPr>
      </p:sp>
      <p:sp>
        <p:nvSpPr>
          <p:cNvPr id="48132" name="Rectangle 3"/>
          <p:cNvSpPr>
            <a:spLocks noGrp="1" noChangeArrowheads="1"/>
          </p:cNvSpPr>
          <p:nvPr>
            <p:ph type="body" idx="1"/>
          </p:nvPr>
        </p:nvSpPr>
        <p:spPr>
          <a:noFill/>
          <a:ln/>
        </p:spPr>
        <p:txBody>
          <a:bodyPr/>
          <a:lstStyle/>
          <a:p>
            <a:r>
              <a:rPr lang="en-US" sz="1200" kern="1200" dirty="0">
                <a:solidFill>
                  <a:schemeClr val="tx1"/>
                </a:solidFill>
                <a:effectLst/>
                <a:latin typeface="Arial" charset="0"/>
                <a:ea typeface="ＭＳ Ｐゴシック" charset="-128"/>
                <a:cs typeface="ＭＳ Ｐゴシック" charset="-128"/>
              </a:rPr>
              <a:t>The algorithm takes as input a message with a maximum length of less than 2128 bits and produces as output a 512-bit message digest. The input is processed in 1024-bit blocks. Figure 11.9 depicts the overall processing of a message to produce a digest. This follows the general structure depicted in Figure 11.8. The processing consists of the following steps. </a:t>
            </a:r>
            <a:endParaRPr lang="en-US" dirty="0"/>
          </a:p>
          <a:p>
            <a:endParaRPr lang="en-US" sz="1200" kern="1200" baseline="0" dirty="0">
              <a:solidFill>
                <a:schemeClr val="tx1"/>
              </a:solidFill>
              <a:latin typeface="Arial" charset="0"/>
              <a:ea typeface="ＭＳ Ｐゴシック" charset="-128"/>
              <a:cs typeface="ＭＳ Ｐゴシック" charset="-128"/>
            </a:endParaRPr>
          </a:p>
          <a:p>
            <a:r>
              <a:rPr lang="en-US" sz="1200" b="1" kern="1200" baseline="0" dirty="0">
                <a:solidFill>
                  <a:schemeClr val="tx1"/>
                </a:solidFill>
                <a:latin typeface="Arial" charset="0"/>
                <a:ea typeface="ＭＳ Ｐゴシック" charset="-128"/>
                <a:cs typeface="ＭＳ Ｐゴシック" charset="-128"/>
              </a:rPr>
              <a:t>Step 1 Append padding bits</a:t>
            </a:r>
            <a:r>
              <a:rPr lang="en-US" sz="1200" kern="1200" baseline="0" dirty="0">
                <a:solidFill>
                  <a:schemeClr val="tx1"/>
                </a:solidFill>
                <a:latin typeface="Arial" charset="0"/>
                <a:ea typeface="ＭＳ Ｐゴシック" charset="-128"/>
                <a:cs typeface="ＭＳ Ｐゴシック" charset="-128"/>
              </a:rPr>
              <a:t>.  The message is padded so that its length is congruent to 896 modulo 1024 [length =  896(mod 1024)]. Padding is always added, even if the message is already of the desired length. Thus, the number of</a:t>
            </a:r>
          </a:p>
          <a:p>
            <a:r>
              <a:rPr lang="en-US" sz="1200" kern="1200" baseline="0" dirty="0">
                <a:solidFill>
                  <a:schemeClr val="tx1"/>
                </a:solidFill>
                <a:latin typeface="Arial" charset="0"/>
                <a:ea typeface="ＭＳ Ｐゴシック" charset="-128"/>
                <a:cs typeface="ＭＳ Ｐゴシック" charset="-128"/>
              </a:rPr>
              <a:t>padding bits is in the range of 1 to 1024. The padding consists of a single 1</a:t>
            </a:r>
          </a:p>
          <a:p>
            <a:r>
              <a:rPr lang="en-US" sz="1200" kern="1200" baseline="0" dirty="0">
                <a:solidFill>
                  <a:schemeClr val="tx1"/>
                </a:solidFill>
                <a:latin typeface="Arial" charset="0"/>
                <a:ea typeface="ＭＳ Ｐゴシック" charset="-128"/>
                <a:cs typeface="ＭＳ Ｐゴシック" charset="-128"/>
              </a:rPr>
              <a:t>bit followed by the necessary number of 0 bits.</a:t>
            </a:r>
          </a:p>
          <a:p>
            <a:endParaRPr lang="en-US" sz="1200" kern="1200" baseline="0" dirty="0">
              <a:solidFill>
                <a:schemeClr val="tx1"/>
              </a:solidFill>
              <a:latin typeface="Arial" charset="0"/>
              <a:ea typeface="ＭＳ Ｐゴシック" charset="-128"/>
              <a:cs typeface="ＭＳ Ｐゴシック" charset="-128"/>
            </a:endParaRPr>
          </a:p>
          <a:p>
            <a:r>
              <a:rPr lang="en-US" sz="1200" b="1" kern="1200" baseline="0" dirty="0">
                <a:solidFill>
                  <a:schemeClr val="tx1"/>
                </a:solidFill>
                <a:latin typeface="Arial" charset="0"/>
                <a:ea typeface="ＭＳ Ｐゴシック" charset="-128"/>
                <a:cs typeface="ＭＳ Ｐゴシック" charset="-128"/>
              </a:rPr>
              <a:t>Step 2 Append length</a:t>
            </a:r>
            <a:r>
              <a:rPr lang="en-US" sz="1200" kern="1200" baseline="0" dirty="0">
                <a:solidFill>
                  <a:schemeClr val="tx1"/>
                </a:solidFill>
                <a:latin typeface="Arial" charset="0"/>
                <a:ea typeface="ＭＳ Ｐゴシック" charset="-128"/>
                <a:cs typeface="ＭＳ Ｐゴシック" charset="-128"/>
              </a:rPr>
              <a:t>.  A block of 128 bits is appended to the message. This block is treated as an unsigned 128-bit integer (most significant byte first) and</a:t>
            </a:r>
          </a:p>
          <a:p>
            <a:r>
              <a:rPr lang="en-US" sz="1200" kern="1200" baseline="0" dirty="0">
                <a:solidFill>
                  <a:schemeClr val="tx1"/>
                </a:solidFill>
                <a:latin typeface="Arial" charset="0"/>
                <a:ea typeface="ＭＳ Ｐゴシック" charset="-128"/>
                <a:cs typeface="ＭＳ Ｐゴシック" charset="-128"/>
              </a:rPr>
              <a:t>contains the length of the original message (before the padding).</a:t>
            </a:r>
          </a:p>
          <a:p>
            <a:endParaRPr lang="en-US" sz="1200" kern="1200" baseline="0" dirty="0">
              <a:solidFill>
                <a:schemeClr val="tx1"/>
              </a:solidFill>
              <a:latin typeface="Arial" charset="0"/>
              <a:ea typeface="ＭＳ Ｐゴシック" charset="-128"/>
              <a:cs typeface="ＭＳ Ｐゴシック" charset="-128"/>
            </a:endParaRPr>
          </a:p>
          <a:p>
            <a:r>
              <a:rPr lang="en-US" sz="1200" kern="1200" baseline="0" dirty="0">
                <a:solidFill>
                  <a:schemeClr val="tx1"/>
                </a:solidFill>
                <a:latin typeface="Arial" charset="0"/>
                <a:ea typeface="ＭＳ Ｐゴシック" charset="-128"/>
                <a:cs typeface="ＭＳ Ｐゴシック" charset="-128"/>
              </a:rPr>
              <a:t> The outcome of the first two steps yields a message that is an integer</a:t>
            </a:r>
          </a:p>
          <a:p>
            <a:r>
              <a:rPr lang="en-US" sz="1200" b="0" kern="1200" baseline="0" dirty="0">
                <a:solidFill>
                  <a:schemeClr val="tx1"/>
                </a:solidFill>
                <a:latin typeface="Arial" charset="0"/>
                <a:ea typeface="ＭＳ Ｐゴシック" charset="-128"/>
                <a:cs typeface="ＭＳ Ｐゴシック" charset="-128"/>
              </a:rPr>
              <a:t>multiple of 1024 bits in length. In Figure 11.9, the expanded message is</a:t>
            </a:r>
          </a:p>
          <a:p>
            <a:r>
              <a:rPr lang="en-US" sz="1200" b="0" kern="1200" baseline="0" dirty="0">
                <a:solidFill>
                  <a:schemeClr val="tx1"/>
                </a:solidFill>
                <a:latin typeface="Arial" charset="0"/>
                <a:ea typeface="ＭＳ Ｐゴシック" charset="-128"/>
                <a:cs typeface="ＭＳ Ｐゴシック" charset="-128"/>
              </a:rPr>
              <a:t>represented as the sequence of 1024-bit blocks </a:t>
            </a:r>
            <a:r>
              <a:rPr lang="en-US" sz="1200" b="0" i="1" kern="1200" baseline="0" dirty="0">
                <a:solidFill>
                  <a:schemeClr val="tx1"/>
                </a:solidFill>
                <a:latin typeface="Arial" charset="0"/>
                <a:ea typeface="ＭＳ Ｐゴシック" charset="-128"/>
                <a:cs typeface="ＭＳ Ｐゴシック" charset="-128"/>
              </a:rPr>
              <a:t>M</a:t>
            </a:r>
            <a:r>
              <a:rPr lang="en-US" sz="1200" b="0" i="1" kern="1200" baseline="-25000" dirty="0">
                <a:solidFill>
                  <a:schemeClr val="tx1"/>
                </a:solidFill>
                <a:latin typeface="Arial" charset="0"/>
                <a:ea typeface="ＭＳ Ｐゴシック" charset="-128"/>
                <a:cs typeface="ＭＳ Ｐゴシック" charset="-128"/>
              </a:rPr>
              <a:t>1</a:t>
            </a:r>
            <a:r>
              <a:rPr lang="en-US" sz="1200" b="0" i="1" kern="1200" baseline="0" dirty="0">
                <a:solidFill>
                  <a:schemeClr val="tx1"/>
                </a:solidFill>
                <a:latin typeface="Arial" charset="0"/>
                <a:ea typeface="ＭＳ Ｐゴシック" charset="-128"/>
                <a:cs typeface="ＭＳ Ｐゴシック" charset="-128"/>
              </a:rPr>
              <a:t> , M</a:t>
            </a:r>
            <a:r>
              <a:rPr lang="en-US" sz="1200" b="0" i="1" kern="1200" baseline="-25000" dirty="0">
                <a:solidFill>
                  <a:schemeClr val="tx1"/>
                </a:solidFill>
                <a:latin typeface="Arial" charset="0"/>
                <a:ea typeface="ＭＳ Ｐゴシック" charset="-128"/>
                <a:cs typeface="ＭＳ Ｐゴシック" charset="-128"/>
              </a:rPr>
              <a:t>2</a:t>
            </a:r>
            <a:r>
              <a:rPr lang="en-US" sz="1200" b="0" i="1" kern="1200" baseline="0" dirty="0">
                <a:solidFill>
                  <a:schemeClr val="tx1"/>
                </a:solidFill>
                <a:latin typeface="Arial" charset="0"/>
                <a:ea typeface="ＭＳ Ｐゴシック" charset="-128"/>
                <a:cs typeface="ＭＳ Ｐゴシック" charset="-128"/>
              </a:rPr>
              <a:t> , . . .  , M</a:t>
            </a:r>
            <a:r>
              <a:rPr lang="en-US" sz="1200" b="0" i="1" kern="1200" baseline="-25000" dirty="0">
                <a:solidFill>
                  <a:schemeClr val="tx1"/>
                </a:solidFill>
                <a:latin typeface="Arial" charset="0"/>
                <a:ea typeface="ＭＳ Ｐゴシック" charset="-128"/>
                <a:cs typeface="ＭＳ Ｐゴシック" charset="-128"/>
              </a:rPr>
              <a:t>N</a:t>
            </a:r>
            <a:r>
              <a:rPr lang="en-US" sz="1200" b="0" i="1" kern="1200" baseline="0" dirty="0">
                <a:solidFill>
                  <a:schemeClr val="tx1"/>
                </a:solidFill>
                <a:latin typeface="Arial" charset="0"/>
                <a:ea typeface="ＭＳ Ｐゴシック" charset="-128"/>
                <a:cs typeface="ＭＳ Ｐゴシック" charset="-128"/>
              </a:rPr>
              <a:t> </a:t>
            </a:r>
            <a:r>
              <a:rPr lang="en-US" sz="1200" b="0" kern="1200" baseline="0" dirty="0">
                <a:solidFill>
                  <a:schemeClr val="tx1"/>
                </a:solidFill>
                <a:latin typeface="Arial" charset="0"/>
                <a:ea typeface="ＭＳ Ｐゴシック" charset="-128"/>
                <a:cs typeface="ＭＳ Ｐゴシック" charset="-128"/>
              </a:rPr>
              <a:t>, so that the</a:t>
            </a:r>
          </a:p>
          <a:p>
            <a:r>
              <a:rPr lang="en-US" sz="1200" b="0" kern="1200" baseline="0" dirty="0">
                <a:solidFill>
                  <a:schemeClr val="tx1"/>
                </a:solidFill>
                <a:latin typeface="Arial" charset="0"/>
                <a:ea typeface="ＭＳ Ｐゴシック" charset="-128"/>
                <a:cs typeface="ＭＳ Ｐゴシック" charset="-128"/>
              </a:rPr>
              <a:t>total length of the expanded message is </a:t>
            </a:r>
            <a:r>
              <a:rPr lang="en-US" sz="1200" b="0" i="1" kern="1200" baseline="0" dirty="0">
                <a:solidFill>
                  <a:schemeClr val="tx1"/>
                </a:solidFill>
                <a:latin typeface="Arial" charset="0"/>
                <a:ea typeface="ＭＳ Ｐゴシック" charset="-128"/>
                <a:cs typeface="ＭＳ Ｐゴシック" charset="-128"/>
              </a:rPr>
              <a:t>N</a:t>
            </a:r>
            <a:r>
              <a:rPr lang="en-US" sz="1200" b="0" kern="1200" baseline="0" dirty="0">
                <a:solidFill>
                  <a:schemeClr val="tx1"/>
                </a:solidFill>
                <a:latin typeface="Arial" charset="0"/>
                <a:ea typeface="ＭＳ Ｐゴシック" charset="-128"/>
                <a:cs typeface="ＭＳ Ｐゴシック" charset="-128"/>
              </a:rPr>
              <a:t> * 1024 bits.</a:t>
            </a:r>
          </a:p>
          <a:p>
            <a:endParaRPr lang="en-US" sz="1200" b="0" kern="1200" baseline="0" dirty="0">
              <a:solidFill>
                <a:schemeClr val="tx1"/>
              </a:solidFill>
              <a:latin typeface="Arial" charset="0"/>
              <a:ea typeface="ＭＳ Ｐゴシック" charset="-128"/>
              <a:cs typeface="ＭＳ Ｐゴシック" charset="-128"/>
            </a:endParaRPr>
          </a:p>
          <a:p>
            <a:r>
              <a:rPr lang="en-US" sz="1200" b="1" kern="1200" baseline="0" dirty="0">
                <a:solidFill>
                  <a:schemeClr val="tx1"/>
                </a:solidFill>
                <a:latin typeface="Arial" charset="0"/>
                <a:ea typeface="ＭＳ Ｐゴシック" charset="-128"/>
                <a:cs typeface="ＭＳ Ｐゴシック" charset="-128"/>
              </a:rPr>
              <a:t>Step 3 Initialize hash buffer.</a:t>
            </a:r>
            <a:r>
              <a:rPr lang="en-US" sz="1200" b="0" kern="1200" baseline="0" dirty="0">
                <a:solidFill>
                  <a:schemeClr val="tx1"/>
                </a:solidFill>
                <a:latin typeface="Arial" charset="0"/>
                <a:ea typeface="ＭＳ Ｐゴシック" charset="-128"/>
                <a:cs typeface="ＭＳ Ｐゴシック" charset="-128"/>
              </a:rPr>
              <a:t>  A 512-bit buffer is used to hold intermediate</a:t>
            </a:r>
          </a:p>
          <a:p>
            <a:r>
              <a:rPr lang="en-US" sz="1200" kern="1200" baseline="0" dirty="0">
                <a:solidFill>
                  <a:schemeClr val="tx1"/>
                </a:solidFill>
                <a:latin typeface="Arial" charset="0"/>
                <a:ea typeface="ＭＳ Ｐゴシック" charset="-128"/>
                <a:cs typeface="ＭＳ Ｐゴシック" charset="-128"/>
              </a:rPr>
              <a:t> and final results of the hash function. The buffer can be represented as eight 64-bit registers (a, b, c, d, e, f, g, h)</a:t>
            </a:r>
            <a:r>
              <a:rPr lang="en-US" sz="1200" b="0" kern="1200" baseline="0" dirty="0">
                <a:solidFill>
                  <a:schemeClr val="tx1"/>
                </a:solidFill>
                <a:latin typeface="Arial" charset="0"/>
                <a:ea typeface="ＭＳ Ｐゴシック" charset="-128"/>
                <a:cs typeface="ＭＳ Ｐゴシック" charset="-128"/>
              </a:rPr>
              <a:t>. These registers are initialized to the following</a:t>
            </a:r>
          </a:p>
          <a:p>
            <a:r>
              <a:rPr lang="en-US" sz="1200" b="0" kern="1200" baseline="0" dirty="0">
                <a:solidFill>
                  <a:schemeClr val="tx1"/>
                </a:solidFill>
                <a:latin typeface="Arial" charset="0"/>
                <a:ea typeface="ＭＳ Ｐゴシック" charset="-128"/>
                <a:cs typeface="ＭＳ Ｐゴシック" charset="-128"/>
              </a:rPr>
              <a:t>64-bit integers (hexadecimal values):</a:t>
            </a:r>
          </a:p>
          <a:p>
            <a:endParaRPr lang="en-US" sz="1200" b="0" kern="1200" baseline="0" dirty="0">
              <a:solidFill>
                <a:schemeClr val="tx1"/>
              </a:solidFill>
              <a:latin typeface="Arial" charset="0"/>
              <a:ea typeface="ＭＳ Ｐゴシック" charset="-128"/>
              <a:cs typeface="ＭＳ Ｐゴシック" charset="-128"/>
            </a:endParaRPr>
          </a:p>
          <a:p>
            <a:r>
              <a:rPr lang="en-US" sz="1200" b="0" kern="1200" baseline="0" dirty="0">
                <a:solidFill>
                  <a:schemeClr val="tx1"/>
                </a:solidFill>
                <a:latin typeface="Arial" charset="0"/>
                <a:ea typeface="ＭＳ Ｐゴシック" charset="-128"/>
                <a:cs typeface="ＭＳ Ｐゴシック" charset="-128"/>
              </a:rPr>
              <a:t>a = 6A09E667F3BCC908 		</a:t>
            </a:r>
            <a:r>
              <a:rPr lang="en-US" sz="1200" b="0" kern="1200" baseline="0" dirty="0" err="1">
                <a:solidFill>
                  <a:schemeClr val="tx1"/>
                </a:solidFill>
                <a:latin typeface="Arial" charset="0"/>
                <a:ea typeface="ＭＳ Ｐゴシック" charset="-128"/>
                <a:cs typeface="ＭＳ Ｐゴシック" charset="-128"/>
              </a:rPr>
              <a:t>e</a:t>
            </a:r>
            <a:r>
              <a:rPr lang="en-US" sz="1200" b="0" kern="1200" baseline="0" dirty="0">
                <a:solidFill>
                  <a:schemeClr val="tx1"/>
                </a:solidFill>
                <a:latin typeface="Arial" charset="0"/>
                <a:ea typeface="ＭＳ Ｐゴシック" charset="-128"/>
                <a:cs typeface="ＭＳ Ｐゴシック" charset="-128"/>
              </a:rPr>
              <a:t> = 510E527FADE682D1</a:t>
            </a:r>
          </a:p>
          <a:p>
            <a:r>
              <a:rPr lang="en-US" sz="1200" b="0" kern="1200" baseline="0" dirty="0" err="1">
                <a:solidFill>
                  <a:schemeClr val="tx1"/>
                </a:solidFill>
                <a:latin typeface="Arial" charset="0"/>
                <a:ea typeface="ＭＳ Ｐゴシック" charset="-128"/>
                <a:cs typeface="ＭＳ Ｐゴシック" charset="-128"/>
              </a:rPr>
              <a:t>b</a:t>
            </a:r>
            <a:r>
              <a:rPr lang="en-US" sz="1200" b="0" kern="1200" baseline="0" dirty="0">
                <a:solidFill>
                  <a:schemeClr val="tx1"/>
                </a:solidFill>
                <a:latin typeface="Arial" charset="0"/>
                <a:ea typeface="ＭＳ Ｐゴシック" charset="-128"/>
                <a:cs typeface="ＭＳ Ｐゴシック" charset="-128"/>
              </a:rPr>
              <a:t> = BB67AE8584CAA73B	 	</a:t>
            </a:r>
            <a:r>
              <a:rPr lang="en-US" sz="1200" b="0" kern="1200" baseline="0" dirty="0" err="1">
                <a:solidFill>
                  <a:schemeClr val="tx1"/>
                </a:solidFill>
                <a:latin typeface="Arial" charset="0"/>
                <a:ea typeface="ＭＳ Ｐゴシック" charset="-128"/>
                <a:cs typeface="ＭＳ Ｐゴシック" charset="-128"/>
              </a:rPr>
              <a:t>f</a:t>
            </a:r>
            <a:r>
              <a:rPr lang="en-US" sz="1200" b="0" kern="1200" baseline="0" dirty="0">
                <a:solidFill>
                  <a:schemeClr val="tx1"/>
                </a:solidFill>
                <a:latin typeface="Arial" charset="0"/>
                <a:ea typeface="ＭＳ Ｐゴシック" charset="-128"/>
                <a:cs typeface="ＭＳ Ｐゴシック" charset="-128"/>
              </a:rPr>
              <a:t> = 9B05688C2B3E6C1F</a:t>
            </a:r>
          </a:p>
          <a:p>
            <a:r>
              <a:rPr lang="en-US" sz="1200" b="0" kern="1200" baseline="0" dirty="0" err="1">
                <a:solidFill>
                  <a:schemeClr val="tx1"/>
                </a:solidFill>
                <a:latin typeface="Arial" charset="0"/>
                <a:ea typeface="ＭＳ Ｐゴシック" charset="-128"/>
                <a:cs typeface="ＭＳ Ｐゴシック" charset="-128"/>
              </a:rPr>
              <a:t>c</a:t>
            </a:r>
            <a:r>
              <a:rPr lang="en-US" sz="1200" b="0" kern="1200" baseline="0" dirty="0">
                <a:solidFill>
                  <a:schemeClr val="tx1"/>
                </a:solidFill>
                <a:latin typeface="Arial" charset="0"/>
                <a:ea typeface="ＭＳ Ｐゴシック" charset="-128"/>
                <a:cs typeface="ＭＳ Ｐゴシック" charset="-128"/>
              </a:rPr>
              <a:t> = 3C6EF372FE94F82B 		</a:t>
            </a:r>
            <a:r>
              <a:rPr lang="en-US" sz="1200" b="0" kern="1200" baseline="0" dirty="0" err="1">
                <a:solidFill>
                  <a:schemeClr val="tx1"/>
                </a:solidFill>
                <a:latin typeface="Arial" charset="0"/>
                <a:ea typeface="ＭＳ Ｐゴシック" charset="-128"/>
                <a:cs typeface="ＭＳ Ｐゴシック" charset="-128"/>
              </a:rPr>
              <a:t>g</a:t>
            </a:r>
            <a:r>
              <a:rPr lang="en-US" sz="1200" b="0" kern="1200" baseline="0" dirty="0">
                <a:solidFill>
                  <a:schemeClr val="tx1"/>
                </a:solidFill>
                <a:latin typeface="Arial" charset="0"/>
                <a:ea typeface="ＭＳ Ｐゴシック" charset="-128"/>
                <a:cs typeface="ＭＳ Ｐゴシック" charset="-128"/>
              </a:rPr>
              <a:t> = 1F83D9ABFB41BD6B</a:t>
            </a:r>
          </a:p>
          <a:p>
            <a:r>
              <a:rPr lang="en-US" sz="1200" b="0" kern="1200" baseline="0" dirty="0" err="1">
                <a:solidFill>
                  <a:schemeClr val="tx1"/>
                </a:solidFill>
                <a:latin typeface="Arial" charset="0"/>
                <a:ea typeface="ＭＳ Ｐゴシック" charset="-128"/>
                <a:cs typeface="ＭＳ Ｐゴシック" charset="-128"/>
              </a:rPr>
              <a:t>d</a:t>
            </a:r>
            <a:r>
              <a:rPr lang="en-US" sz="1200" b="0" kern="1200" baseline="0" dirty="0">
                <a:solidFill>
                  <a:schemeClr val="tx1"/>
                </a:solidFill>
                <a:latin typeface="Arial" charset="0"/>
                <a:ea typeface="ＭＳ Ｐゴシック" charset="-128"/>
                <a:cs typeface="ＭＳ Ｐゴシック" charset="-128"/>
              </a:rPr>
              <a:t> = A54FF53A5F1D36F1 		</a:t>
            </a:r>
            <a:r>
              <a:rPr lang="en-US" sz="1200" b="0" kern="1200" baseline="0" dirty="0" err="1">
                <a:solidFill>
                  <a:schemeClr val="tx1"/>
                </a:solidFill>
                <a:latin typeface="Arial" charset="0"/>
                <a:ea typeface="ＭＳ Ｐゴシック" charset="-128"/>
                <a:cs typeface="ＭＳ Ｐゴシック" charset="-128"/>
              </a:rPr>
              <a:t>h</a:t>
            </a:r>
            <a:r>
              <a:rPr lang="en-US" sz="1200" b="0" kern="1200" baseline="0" dirty="0">
                <a:solidFill>
                  <a:schemeClr val="tx1"/>
                </a:solidFill>
                <a:latin typeface="Arial" charset="0"/>
                <a:ea typeface="ＭＳ Ｐゴシック" charset="-128"/>
                <a:cs typeface="ＭＳ Ｐゴシック" charset="-128"/>
              </a:rPr>
              <a:t> = 5BE0CD19137E2179</a:t>
            </a:r>
          </a:p>
          <a:p>
            <a:endParaRPr lang="en-US" sz="1200" b="0" kern="1200" baseline="0" dirty="0">
              <a:solidFill>
                <a:schemeClr val="tx1"/>
              </a:solidFill>
              <a:latin typeface="Arial" charset="0"/>
              <a:ea typeface="ＭＳ Ｐゴシック" charset="-128"/>
              <a:cs typeface="ＭＳ Ｐゴシック" charset="-128"/>
            </a:endParaRPr>
          </a:p>
          <a:p>
            <a:r>
              <a:rPr lang="en-US" sz="1200" kern="1200" dirty="0">
                <a:solidFill>
                  <a:schemeClr val="tx1"/>
                </a:solidFill>
                <a:effectLst/>
                <a:latin typeface="Arial" charset="0"/>
                <a:ea typeface="ＭＳ Ｐゴシック" charset="-128"/>
                <a:cs typeface="ＭＳ Ｐゴシック" charset="-128"/>
              </a:rPr>
              <a:t>These words were obtained by taking the first sixty-four bits of the </a:t>
            </a:r>
            <a:r>
              <a:rPr lang="en-US" sz="1200" kern="1200" dirty="0" err="1">
                <a:solidFill>
                  <a:schemeClr val="tx1"/>
                </a:solidFill>
                <a:effectLst/>
                <a:latin typeface="Arial" charset="0"/>
                <a:ea typeface="ＭＳ Ｐゴシック" charset="-128"/>
                <a:cs typeface="ＭＳ Ｐゴシック" charset="-128"/>
              </a:rPr>
              <a:t>frac</a:t>
            </a:r>
            <a:r>
              <a:rPr lang="en-US" sz="1200" kern="1200" dirty="0">
                <a:solidFill>
                  <a:schemeClr val="tx1"/>
                </a:solidFill>
                <a:effectLst/>
                <a:latin typeface="Arial" charset="0"/>
                <a:ea typeface="ＭＳ Ｐゴシック" charset="-128"/>
                <a:cs typeface="ＭＳ Ｐゴシック" charset="-128"/>
              </a:rPr>
              <a:t>- </a:t>
            </a:r>
            <a:r>
              <a:rPr lang="en-US" sz="1200" kern="1200" dirty="0" err="1">
                <a:solidFill>
                  <a:schemeClr val="tx1"/>
                </a:solidFill>
                <a:effectLst/>
                <a:latin typeface="Arial" charset="0"/>
                <a:ea typeface="ＭＳ Ｐゴシック" charset="-128"/>
                <a:cs typeface="ＭＳ Ｐゴシック" charset="-128"/>
              </a:rPr>
              <a:t>tional</a:t>
            </a:r>
            <a:r>
              <a:rPr lang="en-US" sz="1200" kern="1200" dirty="0">
                <a:solidFill>
                  <a:schemeClr val="tx1"/>
                </a:solidFill>
                <a:effectLst/>
                <a:latin typeface="Arial" charset="0"/>
                <a:ea typeface="ＭＳ Ｐゴシック" charset="-128"/>
                <a:cs typeface="ＭＳ Ｐゴシック" charset="-128"/>
              </a:rPr>
              <a:t> parts of the square roots of the first eight prime numbers. The </a:t>
            </a:r>
            <a:r>
              <a:rPr lang="en-US" sz="1200" kern="1200" dirty="0" err="1">
                <a:solidFill>
                  <a:schemeClr val="tx1"/>
                </a:solidFill>
                <a:effectLst/>
                <a:latin typeface="Arial" charset="0"/>
                <a:ea typeface="ＭＳ Ｐゴシック" charset="-128"/>
                <a:cs typeface="ＭＳ Ｐゴシック" charset="-128"/>
              </a:rPr>
              <a:t>val</a:t>
            </a:r>
            <a:r>
              <a:rPr lang="en-US" sz="1200" kern="1200" dirty="0">
                <a:solidFill>
                  <a:schemeClr val="tx1"/>
                </a:solidFill>
                <a:effectLst/>
                <a:latin typeface="Arial" charset="0"/>
                <a:ea typeface="ＭＳ Ｐゴシック" charset="-128"/>
                <a:cs typeface="ＭＳ Ｐゴシック" charset="-128"/>
              </a:rPr>
              <a:t>- </a:t>
            </a:r>
            <a:r>
              <a:rPr lang="en-US" sz="1200" kern="1200" dirty="0" err="1">
                <a:solidFill>
                  <a:schemeClr val="tx1"/>
                </a:solidFill>
                <a:effectLst/>
                <a:latin typeface="Arial" charset="0"/>
                <a:ea typeface="ＭＳ Ｐゴシック" charset="-128"/>
                <a:cs typeface="ＭＳ Ｐゴシック" charset="-128"/>
              </a:rPr>
              <a:t>ues</a:t>
            </a:r>
            <a:r>
              <a:rPr lang="en-US" sz="1200" kern="1200" dirty="0">
                <a:solidFill>
                  <a:schemeClr val="tx1"/>
                </a:solidFill>
                <a:effectLst/>
                <a:latin typeface="Arial" charset="0"/>
                <a:ea typeface="ＭＳ Ｐゴシック" charset="-128"/>
                <a:cs typeface="ＭＳ Ｐゴシック" charset="-128"/>
              </a:rPr>
              <a:t> are stored in </a:t>
            </a:r>
            <a:r>
              <a:rPr lang="en-US" sz="1200" b="1" kern="1200" dirty="0">
                <a:solidFill>
                  <a:schemeClr val="tx1"/>
                </a:solidFill>
                <a:effectLst/>
                <a:latin typeface="Arial" charset="0"/>
                <a:ea typeface="ＭＳ Ｐゴシック" charset="-128"/>
                <a:cs typeface="ＭＳ Ｐゴシック" charset="-128"/>
              </a:rPr>
              <a:t>big-endian format</a:t>
            </a:r>
            <a:r>
              <a:rPr lang="en-US" sz="1200" kern="1200" dirty="0">
                <a:solidFill>
                  <a:schemeClr val="tx1"/>
                </a:solidFill>
                <a:effectLst/>
                <a:latin typeface="Arial" charset="0"/>
                <a:ea typeface="ＭＳ Ｐゴシック" charset="-128"/>
                <a:cs typeface="ＭＳ Ｐゴシック" charset="-128"/>
              </a:rPr>
              <a:t>, which is the most significant byte of a word in the low-address (leftmost) byte position. In contrast, in </a:t>
            </a:r>
            <a:r>
              <a:rPr lang="en-US" sz="1200" b="1" kern="1200" dirty="0">
                <a:solidFill>
                  <a:schemeClr val="tx1"/>
                </a:solidFill>
                <a:effectLst/>
                <a:latin typeface="Arial" charset="0"/>
                <a:ea typeface="ＭＳ Ｐゴシック" charset="-128"/>
                <a:cs typeface="ＭＳ Ｐゴシック" charset="-128"/>
              </a:rPr>
              <a:t>little-endian format</a:t>
            </a:r>
            <a:r>
              <a:rPr lang="en-US" sz="1200" kern="1200" dirty="0">
                <a:solidFill>
                  <a:schemeClr val="tx1"/>
                </a:solidFill>
                <a:effectLst/>
                <a:latin typeface="Arial" charset="0"/>
                <a:ea typeface="ＭＳ Ｐゴシック" charset="-128"/>
                <a:cs typeface="ＭＳ Ｐゴシック" charset="-128"/>
              </a:rPr>
              <a:t>, the least significant byte is stored in the lowest address. </a:t>
            </a:r>
            <a:endParaRPr lang="en-US" dirty="0"/>
          </a:p>
          <a:p>
            <a:endParaRPr lang="en-US" sz="1200" b="0" kern="1200" baseline="0" dirty="0">
              <a:solidFill>
                <a:schemeClr val="tx1"/>
              </a:solidFill>
              <a:latin typeface="Arial" charset="0"/>
              <a:ea typeface="ＭＳ Ｐゴシック" charset="-128"/>
              <a:cs typeface="ＭＳ Ｐゴシック" charset="-128"/>
            </a:endParaRPr>
          </a:p>
          <a:p>
            <a:r>
              <a:rPr lang="en-US" sz="1200" b="1" kern="1200" baseline="0" dirty="0">
                <a:solidFill>
                  <a:schemeClr val="tx1"/>
                </a:solidFill>
                <a:latin typeface="Arial" charset="0"/>
                <a:ea typeface="ＭＳ Ｐゴシック" charset="-128"/>
                <a:cs typeface="ＭＳ Ｐゴシック" charset="-128"/>
              </a:rPr>
              <a:t> Step 4 Process message in 1024-bit (128-word) blocks. </a:t>
            </a:r>
            <a:r>
              <a:rPr lang="en-US" sz="1200" kern="1200" baseline="0" dirty="0">
                <a:solidFill>
                  <a:schemeClr val="tx1"/>
                </a:solidFill>
                <a:latin typeface="Arial" charset="0"/>
                <a:ea typeface="ＭＳ Ｐゴシック" charset="-128"/>
                <a:cs typeface="ＭＳ Ｐゴシック" charset="-128"/>
              </a:rPr>
              <a:t>The heart of the algorithm is a module that consists of 80 rounds; this module is labeled F in Figure 11.9. The logic is illustrated in Figure 11.10.</a:t>
            </a:r>
          </a:p>
          <a:p>
            <a:endParaRPr lang="en-US" sz="1200" kern="1200" baseline="0" dirty="0">
              <a:solidFill>
                <a:schemeClr val="tx1"/>
              </a:solidFill>
              <a:latin typeface="Arial" charset="0"/>
              <a:ea typeface="ＭＳ Ｐゴシック" charset="-128"/>
              <a:cs typeface="ＭＳ Ｐゴシック" charset="-128"/>
            </a:endParaRPr>
          </a:p>
          <a:p>
            <a:r>
              <a:rPr lang="en-US" sz="1200" kern="1200" baseline="0" dirty="0">
                <a:solidFill>
                  <a:schemeClr val="tx1"/>
                </a:solidFill>
                <a:latin typeface="Arial" charset="0"/>
                <a:ea typeface="ＭＳ Ｐゴシック" charset="-128"/>
                <a:cs typeface="ＭＳ Ｐゴシック" charset="-128"/>
              </a:rPr>
              <a:t> Each round takes as input the 512-bit buffer value, </a:t>
            </a:r>
            <a:r>
              <a:rPr lang="en-US" sz="1200" kern="1200" baseline="0" dirty="0" err="1">
                <a:solidFill>
                  <a:schemeClr val="tx1"/>
                </a:solidFill>
                <a:latin typeface="Arial" charset="0"/>
                <a:ea typeface="ＭＳ Ｐゴシック" charset="-128"/>
                <a:cs typeface="ＭＳ Ｐゴシック" charset="-128"/>
              </a:rPr>
              <a:t>abcdefgh</a:t>
            </a:r>
            <a:r>
              <a:rPr lang="en-US" sz="1200" kern="1200" baseline="0" dirty="0">
                <a:solidFill>
                  <a:schemeClr val="tx1"/>
                </a:solidFill>
                <a:latin typeface="Arial" charset="0"/>
                <a:ea typeface="ＭＳ Ｐゴシック" charset="-128"/>
                <a:cs typeface="ＭＳ Ｐゴシック" charset="-128"/>
              </a:rPr>
              <a:t>, and</a:t>
            </a:r>
          </a:p>
          <a:p>
            <a:r>
              <a:rPr lang="en-US" sz="1200" kern="1200" baseline="0" dirty="0">
                <a:solidFill>
                  <a:schemeClr val="tx1"/>
                </a:solidFill>
                <a:latin typeface="Arial" charset="0"/>
                <a:ea typeface="ＭＳ Ｐゴシック" charset="-128"/>
                <a:cs typeface="ＭＳ Ｐゴシック" charset="-128"/>
              </a:rPr>
              <a:t>updates the contents of the buffer. At input to the first round, the buffer</a:t>
            </a:r>
          </a:p>
          <a:p>
            <a:r>
              <a:rPr lang="en-US" sz="1200" kern="1200" baseline="0" dirty="0">
                <a:solidFill>
                  <a:schemeClr val="tx1"/>
                </a:solidFill>
                <a:latin typeface="Arial" charset="0"/>
                <a:ea typeface="ＭＳ Ｐゴシック" charset="-128"/>
                <a:cs typeface="ＭＳ Ｐゴシック" charset="-128"/>
              </a:rPr>
              <a:t>has the value of the intermediate hash </a:t>
            </a:r>
            <a:r>
              <a:rPr lang="en-US" sz="1200" b="0" kern="1200" baseline="0" dirty="0">
                <a:solidFill>
                  <a:schemeClr val="tx1"/>
                </a:solidFill>
                <a:latin typeface="Arial" charset="0"/>
                <a:ea typeface="ＭＳ Ｐゴシック" charset="-128"/>
                <a:cs typeface="ＭＳ Ｐゴシック" charset="-128"/>
              </a:rPr>
              <a:t>value, </a:t>
            </a:r>
            <a:r>
              <a:rPr lang="en-US" sz="1200" b="0" i="1" kern="1200" baseline="0" dirty="0">
                <a:solidFill>
                  <a:schemeClr val="tx1"/>
                </a:solidFill>
                <a:latin typeface="Arial" charset="0"/>
                <a:ea typeface="ＭＳ Ｐゴシック" charset="-128"/>
                <a:cs typeface="ＭＳ Ｐゴシック" charset="-128"/>
              </a:rPr>
              <a:t>H</a:t>
            </a:r>
            <a:r>
              <a:rPr lang="en-US" sz="1200" b="0" i="1" kern="1200" baseline="-25000" dirty="0">
                <a:solidFill>
                  <a:schemeClr val="tx1"/>
                </a:solidFill>
                <a:latin typeface="Arial" charset="0"/>
                <a:ea typeface="ＭＳ Ｐゴシック" charset="-128"/>
                <a:cs typeface="ＭＳ Ｐゴシック" charset="-128"/>
              </a:rPr>
              <a:t>i-</a:t>
            </a:r>
            <a:r>
              <a:rPr lang="en-US" sz="1200" b="0" kern="1200" baseline="-25000" dirty="0">
                <a:solidFill>
                  <a:schemeClr val="tx1"/>
                </a:solidFill>
                <a:latin typeface="Arial" charset="0"/>
                <a:ea typeface="ＭＳ Ｐゴシック" charset="-128"/>
                <a:cs typeface="ＭＳ Ｐゴシック" charset="-128"/>
              </a:rPr>
              <a:t>1 </a:t>
            </a:r>
            <a:r>
              <a:rPr lang="en-US" sz="1200" b="0" kern="1200" baseline="0" dirty="0">
                <a:solidFill>
                  <a:schemeClr val="tx1"/>
                </a:solidFill>
                <a:latin typeface="Arial" charset="0"/>
                <a:ea typeface="ＭＳ Ｐゴシック" charset="-128"/>
                <a:cs typeface="ＭＳ Ｐゴシック" charset="-128"/>
              </a:rPr>
              <a:t>. Each round </a:t>
            </a:r>
            <a:r>
              <a:rPr lang="en-US" sz="1200" b="0" i="1" kern="1200" baseline="0" dirty="0" err="1">
                <a:solidFill>
                  <a:schemeClr val="tx1"/>
                </a:solidFill>
                <a:latin typeface="Arial" charset="0"/>
                <a:ea typeface="ＭＳ Ｐゴシック" charset="-128"/>
                <a:cs typeface="ＭＳ Ｐゴシック" charset="-128"/>
              </a:rPr>
              <a:t>t</a:t>
            </a:r>
            <a:r>
              <a:rPr lang="en-US" sz="1200" b="0" kern="1200" baseline="0" dirty="0">
                <a:solidFill>
                  <a:schemeClr val="tx1"/>
                </a:solidFill>
                <a:latin typeface="Arial" charset="0"/>
                <a:ea typeface="ＭＳ Ｐゴシック" charset="-128"/>
                <a:cs typeface="ＭＳ Ｐゴシック" charset="-128"/>
              </a:rPr>
              <a:t> makes</a:t>
            </a:r>
          </a:p>
          <a:p>
            <a:r>
              <a:rPr lang="en-US" sz="1200" b="0" kern="1200" baseline="0" dirty="0">
                <a:solidFill>
                  <a:schemeClr val="tx1"/>
                </a:solidFill>
                <a:latin typeface="Arial" charset="0"/>
                <a:ea typeface="ＭＳ Ｐゴシック" charset="-128"/>
                <a:cs typeface="ＭＳ Ｐゴシック" charset="-128"/>
              </a:rPr>
              <a:t>use of a 64-bit value </a:t>
            </a:r>
            <a:r>
              <a:rPr lang="en-US" sz="1200" b="0" i="1" kern="1200" baseline="0" dirty="0">
                <a:solidFill>
                  <a:schemeClr val="tx1"/>
                </a:solidFill>
                <a:latin typeface="Arial" charset="0"/>
                <a:ea typeface="ＭＳ Ｐゴシック" charset="-128"/>
                <a:cs typeface="ＭＳ Ｐゴシック" charset="-128"/>
              </a:rPr>
              <a:t>W</a:t>
            </a:r>
            <a:r>
              <a:rPr lang="en-US" sz="1200" b="0" kern="1200" baseline="-25000" dirty="0">
                <a:solidFill>
                  <a:schemeClr val="tx1"/>
                </a:solidFill>
                <a:latin typeface="Arial" charset="0"/>
                <a:ea typeface="ＭＳ Ｐゴシック" charset="-128"/>
                <a:cs typeface="ＭＳ Ｐゴシック" charset="-128"/>
              </a:rPr>
              <a:t>t</a:t>
            </a:r>
            <a:r>
              <a:rPr lang="en-US" sz="1200" b="0" kern="1200" baseline="0" dirty="0">
                <a:solidFill>
                  <a:schemeClr val="tx1"/>
                </a:solidFill>
                <a:latin typeface="Arial" charset="0"/>
                <a:ea typeface="ＭＳ Ｐゴシック" charset="-128"/>
                <a:cs typeface="ＭＳ Ｐゴシック" charset="-128"/>
              </a:rPr>
              <a:t>, derived from the current 1024-bit block being processed</a:t>
            </a:r>
          </a:p>
          <a:p>
            <a:r>
              <a:rPr lang="en-US" sz="1200" b="0" kern="1200" baseline="0" dirty="0">
                <a:solidFill>
                  <a:schemeClr val="tx1"/>
                </a:solidFill>
                <a:latin typeface="Arial" charset="0"/>
                <a:ea typeface="ＭＳ Ｐゴシック" charset="-128"/>
                <a:cs typeface="ＭＳ Ｐゴシック" charset="-128"/>
              </a:rPr>
              <a:t>(</a:t>
            </a:r>
            <a:r>
              <a:rPr lang="en-US" sz="1200" b="0" i="1" kern="1200" baseline="0" dirty="0">
                <a:solidFill>
                  <a:schemeClr val="tx1"/>
                </a:solidFill>
                <a:latin typeface="Arial" charset="0"/>
                <a:ea typeface="ＭＳ Ｐゴシック" charset="-128"/>
                <a:cs typeface="ＭＳ Ｐゴシック" charset="-128"/>
              </a:rPr>
              <a:t>M</a:t>
            </a:r>
            <a:r>
              <a:rPr lang="en-US" sz="1200" b="0" i="1" kern="1200" baseline="-25000" dirty="0">
                <a:solidFill>
                  <a:schemeClr val="tx1"/>
                </a:solidFill>
                <a:latin typeface="Arial" charset="0"/>
                <a:ea typeface="ＭＳ Ｐゴシック" charset="-128"/>
                <a:cs typeface="ＭＳ Ｐゴシック" charset="-128"/>
              </a:rPr>
              <a:t>i</a:t>
            </a:r>
            <a:r>
              <a:rPr lang="en-US" sz="1200" b="0" kern="1200" baseline="0" dirty="0">
                <a:solidFill>
                  <a:schemeClr val="tx1"/>
                </a:solidFill>
                <a:latin typeface="Arial" charset="0"/>
                <a:ea typeface="ＭＳ Ｐゴシック" charset="-128"/>
                <a:cs typeface="ＭＳ Ｐゴシック" charset="-128"/>
              </a:rPr>
              <a:t> ). These values are derived using a message schedule described</a:t>
            </a:r>
          </a:p>
          <a:p>
            <a:r>
              <a:rPr lang="en-US" sz="1200" b="0" kern="1200" baseline="0" dirty="0">
                <a:solidFill>
                  <a:schemeClr val="tx1"/>
                </a:solidFill>
                <a:latin typeface="Arial" charset="0"/>
                <a:ea typeface="ＭＳ Ｐゴシック" charset="-128"/>
                <a:cs typeface="ＭＳ Ｐゴシック" charset="-128"/>
              </a:rPr>
              <a:t>subsequently. Each round also makes use of an additive constant </a:t>
            </a:r>
            <a:r>
              <a:rPr lang="en-US" sz="1200" b="0" i="1" kern="1200" baseline="0" dirty="0">
                <a:solidFill>
                  <a:schemeClr val="tx1"/>
                </a:solidFill>
                <a:latin typeface="Arial" charset="0"/>
                <a:ea typeface="ＭＳ Ｐゴシック" charset="-128"/>
                <a:cs typeface="ＭＳ Ｐゴシック" charset="-128"/>
              </a:rPr>
              <a:t>K</a:t>
            </a:r>
            <a:r>
              <a:rPr lang="en-US" sz="1200" b="0" i="1" kern="1200" baseline="-25000" dirty="0">
                <a:solidFill>
                  <a:schemeClr val="tx1"/>
                </a:solidFill>
                <a:latin typeface="Arial" charset="0"/>
                <a:ea typeface="ＭＳ Ｐゴシック" charset="-128"/>
                <a:cs typeface="ＭＳ Ｐゴシック" charset="-128"/>
              </a:rPr>
              <a:t>t</a:t>
            </a:r>
            <a:r>
              <a:rPr lang="en-US" sz="1200" b="0" kern="1200" baseline="0" dirty="0">
                <a:solidFill>
                  <a:schemeClr val="tx1"/>
                </a:solidFill>
                <a:latin typeface="Arial" charset="0"/>
                <a:ea typeface="ＭＳ Ｐゴシック" charset="-128"/>
                <a:cs typeface="ＭＳ Ｐゴシック" charset="-128"/>
              </a:rPr>
              <a:t> , where</a:t>
            </a:r>
          </a:p>
          <a:p>
            <a:r>
              <a:rPr lang="en-US" sz="1200" b="0" kern="1200" baseline="0" dirty="0">
                <a:solidFill>
                  <a:schemeClr val="tx1"/>
                </a:solidFill>
                <a:latin typeface="Arial" charset="0"/>
                <a:ea typeface="ＭＳ Ｐゴシック" charset="-128"/>
                <a:cs typeface="ＭＳ Ｐゴシック" charset="-128"/>
              </a:rPr>
              <a:t>0 </a:t>
            </a:r>
            <a:r>
              <a:rPr lang="en-US" sz="1200" b="0" i="1" kern="1200" baseline="0" dirty="0">
                <a:solidFill>
                  <a:schemeClr val="tx1"/>
                </a:solidFill>
                <a:latin typeface="Arial" charset="0"/>
                <a:ea typeface="ＭＳ Ｐゴシック" charset="-128"/>
                <a:cs typeface="ＭＳ Ｐゴシック" charset="-128"/>
              </a:rPr>
              <a:t>≤ </a:t>
            </a:r>
            <a:r>
              <a:rPr lang="en-US" sz="1200" b="0" i="1" kern="1200" baseline="0" dirty="0" err="1">
                <a:solidFill>
                  <a:schemeClr val="tx1"/>
                </a:solidFill>
                <a:latin typeface="Arial" charset="0"/>
                <a:ea typeface="ＭＳ Ｐゴシック" charset="-128"/>
                <a:cs typeface="ＭＳ Ｐゴシック" charset="-128"/>
              </a:rPr>
              <a:t>t</a:t>
            </a:r>
            <a:r>
              <a:rPr lang="en-US" sz="1200" b="0" kern="1200" baseline="0" dirty="0">
                <a:solidFill>
                  <a:schemeClr val="tx1"/>
                </a:solidFill>
                <a:latin typeface="Arial" charset="0"/>
                <a:ea typeface="ＭＳ Ｐゴシック" charset="-128"/>
                <a:cs typeface="ＭＳ Ｐゴシック" charset="-128"/>
              </a:rPr>
              <a:t> ≤ 79 indicates one of the 80 rounds. These words represent the first</a:t>
            </a:r>
          </a:p>
          <a:p>
            <a:r>
              <a:rPr lang="en-US" sz="1200" b="0" kern="1200" baseline="0" dirty="0">
                <a:solidFill>
                  <a:schemeClr val="tx1"/>
                </a:solidFill>
                <a:latin typeface="Arial" charset="0"/>
                <a:ea typeface="ＭＳ Ｐゴシック" charset="-128"/>
                <a:cs typeface="ＭＳ Ｐゴシック" charset="-128"/>
              </a:rPr>
              <a:t>64 bits of the fractional parts of the cube roots of the first 80 prime </a:t>
            </a:r>
            <a:r>
              <a:rPr lang="en-US" sz="1200" kern="1200" baseline="0" dirty="0">
                <a:solidFill>
                  <a:schemeClr val="tx1"/>
                </a:solidFill>
                <a:latin typeface="Arial" charset="0"/>
                <a:ea typeface="ＭＳ Ｐゴシック" charset="-128"/>
                <a:cs typeface="ＭＳ Ｐゴシック" charset="-128"/>
              </a:rPr>
              <a:t>numbers.</a:t>
            </a:r>
          </a:p>
          <a:p>
            <a:endParaRPr lang="en-AU" b="0" dirty="0">
              <a:latin typeface="Arial" pitchFamily="-84" charset="0"/>
              <a:ea typeface="ＭＳ Ｐゴシック" pitchFamily="-84" charset="-128"/>
              <a:cs typeface="ＭＳ Ｐゴシック" pitchFamily="-84" charset="-128"/>
            </a:endParaRPr>
          </a:p>
          <a:p>
            <a:r>
              <a:rPr lang="en-US" sz="1200" b="1" kern="1200" baseline="0" dirty="0">
                <a:solidFill>
                  <a:schemeClr val="tx1"/>
                </a:solidFill>
                <a:latin typeface="Arial" charset="0"/>
                <a:ea typeface="ＭＳ Ｐゴシック" charset="-128"/>
                <a:cs typeface="ＭＳ Ｐゴシック" charset="-128"/>
              </a:rPr>
              <a:t> Step 5 Output. </a:t>
            </a:r>
            <a:r>
              <a:rPr lang="en-US" sz="1200" kern="1200" baseline="0" dirty="0">
                <a:solidFill>
                  <a:schemeClr val="tx1"/>
                </a:solidFill>
                <a:latin typeface="Arial" charset="0"/>
                <a:ea typeface="ＭＳ Ｐゴシック" charset="-128"/>
                <a:cs typeface="ＭＳ Ｐゴシック" charset="-128"/>
              </a:rPr>
              <a:t>After all </a:t>
            </a:r>
            <a:r>
              <a:rPr lang="en-US" sz="1200" i="1" kern="1200" baseline="0" dirty="0">
                <a:solidFill>
                  <a:schemeClr val="tx1"/>
                </a:solidFill>
                <a:latin typeface="Arial" charset="0"/>
                <a:ea typeface="ＭＳ Ｐゴシック" charset="-128"/>
                <a:cs typeface="ＭＳ Ｐゴシック" charset="-128"/>
              </a:rPr>
              <a:t>N</a:t>
            </a:r>
            <a:r>
              <a:rPr lang="en-US" sz="1200" kern="1200" baseline="0" dirty="0">
                <a:solidFill>
                  <a:schemeClr val="tx1"/>
                </a:solidFill>
                <a:latin typeface="Arial" charset="0"/>
                <a:ea typeface="ＭＳ Ｐゴシック" charset="-128"/>
                <a:cs typeface="ＭＳ Ｐゴシック" charset="-128"/>
              </a:rPr>
              <a:t> 1024-bit blocks have been processed, the output from</a:t>
            </a:r>
          </a:p>
          <a:p>
            <a:r>
              <a:rPr lang="en-US" sz="1200" kern="1200" baseline="0" dirty="0">
                <a:solidFill>
                  <a:schemeClr val="tx1"/>
                </a:solidFill>
                <a:latin typeface="Arial" charset="0"/>
                <a:ea typeface="ＭＳ Ｐゴシック" charset="-128"/>
                <a:cs typeface="ＭＳ Ｐゴシック" charset="-128"/>
              </a:rPr>
              <a:t>the </a:t>
            </a:r>
            <a:r>
              <a:rPr lang="en-US" sz="1200" i="1" kern="1200" baseline="0" dirty="0">
                <a:solidFill>
                  <a:schemeClr val="tx1"/>
                </a:solidFill>
                <a:latin typeface="Arial" charset="0"/>
                <a:ea typeface="ＭＳ Ｐゴシック" charset="-128"/>
                <a:cs typeface="ＭＳ Ｐゴシック" charset="-128"/>
              </a:rPr>
              <a:t>N</a:t>
            </a:r>
            <a:r>
              <a:rPr lang="en-US" sz="1200" kern="1200" baseline="0" dirty="0">
                <a:solidFill>
                  <a:schemeClr val="tx1"/>
                </a:solidFill>
                <a:latin typeface="Arial" charset="0"/>
                <a:ea typeface="ＭＳ Ｐゴシック" charset="-128"/>
                <a:cs typeface="ＭＳ Ｐゴシック" charset="-128"/>
              </a:rPr>
              <a:t>th stage is the 512-bit message digest.</a:t>
            </a:r>
            <a:endParaRPr lang="en-AU" b="0" dirty="0">
              <a:latin typeface="Arial" pitchFamily="-84" charset="0"/>
              <a:ea typeface="ＭＳ Ｐゴシック" pitchFamily="-84" charset="-128"/>
              <a:cs typeface="ＭＳ Ｐゴシック" pitchFamily="-84" charset="-128"/>
            </a:endParaRPr>
          </a:p>
        </p:txBody>
      </p:sp>
    </p:spTree>
    <p:extLst>
      <p:ext uri="{BB962C8B-B14F-4D97-AF65-F5344CB8AC3E}">
        <p14:creationId xmlns:p14="http://schemas.microsoft.com/office/powerpoint/2010/main" val="2366077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Arial" charset="0"/>
                <a:ea typeface="ＭＳ Ｐゴシック" charset="-128"/>
                <a:cs typeface="ＭＳ Ｐゴシック" charset="-128"/>
              </a:rPr>
              <a:t>The heart of the algorithm is a module that consists of 80 rounds; this module is labeled F in Figure 11.9. The logic is illustrated in Figure 11.10.</a:t>
            </a:r>
            <a:endParaRPr lang="en-US" dirty="0"/>
          </a:p>
        </p:txBody>
      </p:sp>
      <p:sp>
        <p:nvSpPr>
          <p:cNvPr id="4" name="Slide Number Placeholder 3"/>
          <p:cNvSpPr>
            <a:spLocks noGrp="1"/>
          </p:cNvSpPr>
          <p:nvPr>
            <p:ph type="sldNum" sz="quarter" idx="10"/>
          </p:nvPr>
        </p:nvSpPr>
        <p:spPr/>
        <p:txBody>
          <a:bodyPr/>
          <a:lstStyle/>
          <a:p>
            <a:pPr>
              <a:defRPr/>
            </a:pPr>
            <a:fld id="{E83E65D8-9B49-EC43-BBB1-0F187E663737}" type="slidenum">
              <a:rPr lang="en-AU" smtClean="0"/>
              <a:pPr>
                <a:defRPr/>
              </a:pPr>
              <a:t>20</a:t>
            </a:fld>
            <a:endParaRPr lang="en-AU"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Arial" charset="0"/>
                <a:ea typeface="ＭＳ Ｐゴシック" charset="-128"/>
                <a:cs typeface="ＭＳ Ｐゴシック" charset="-128"/>
              </a:rPr>
              <a:t> The constants provide a “randomized” set of 64-bit patterns, which should</a:t>
            </a:r>
          </a:p>
          <a:p>
            <a:r>
              <a:rPr lang="en-US" sz="1200" kern="1200" baseline="0" dirty="0">
                <a:solidFill>
                  <a:schemeClr val="tx1"/>
                </a:solidFill>
                <a:latin typeface="Arial" charset="0"/>
                <a:ea typeface="ＭＳ Ｐゴシック" charset="-128"/>
                <a:cs typeface="ＭＳ Ｐゴシック" charset="-128"/>
              </a:rPr>
              <a:t>eliminate any regularities in the input data. Table 11.4 shows these constants</a:t>
            </a:r>
          </a:p>
          <a:p>
            <a:r>
              <a:rPr lang="en-US" sz="1200" kern="1200" baseline="0" dirty="0">
                <a:solidFill>
                  <a:schemeClr val="tx1"/>
                </a:solidFill>
                <a:latin typeface="Arial" charset="0"/>
                <a:ea typeface="ＭＳ Ｐゴシック" charset="-128"/>
                <a:cs typeface="ＭＳ Ｐゴシック" charset="-128"/>
              </a:rPr>
              <a:t>in hexadecimal format (from left to right).</a:t>
            </a:r>
            <a:endParaRPr lang="en-US" dirty="0"/>
          </a:p>
        </p:txBody>
      </p:sp>
      <p:sp>
        <p:nvSpPr>
          <p:cNvPr id="4" name="Slide Number Placeholder 3"/>
          <p:cNvSpPr>
            <a:spLocks noGrp="1"/>
          </p:cNvSpPr>
          <p:nvPr>
            <p:ph type="sldNum" sz="quarter" idx="10"/>
          </p:nvPr>
        </p:nvSpPr>
        <p:spPr/>
        <p:txBody>
          <a:bodyPr/>
          <a:lstStyle/>
          <a:p>
            <a:pPr>
              <a:defRPr/>
            </a:pPr>
            <a:fld id="{E83E65D8-9B49-EC43-BBB1-0F187E663737}" type="slidenum">
              <a:rPr lang="en-AU" smtClean="0"/>
              <a:pPr>
                <a:defRPr/>
              </a:pPr>
              <a:t>21</a:t>
            </a:fld>
            <a:endParaRPr lang="en-AU"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1031"/>
          <p:cNvSpPr>
            <a:spLocks noGrp="1" noChangeArrowheads="1"/>
          </p:cNvSpPr>
          <p:nvPr>
            <p:ph type="sldNum" sz="quarter" idx="5"/>
          </p:nvPr>
        </p:nvSpPr>
        <p:spPr>
          <a:noFill/>
        </p:spPr>
        <p:txBody>
          <a:bodyPr/>
          <a:lstStyle/>
          <a:p>
            <a:fld id="{4C981E55-D322-A24F-A0FE-2493CFD7E013}" type="slidenum">
              <a:rPr lang="en-AU">
                <a:latin typeface="Arial" pitchFamily="-84" charset="0"/>
              </a:rPr>
              <a:pPr/>
              <a:t>22</a:t>
            </a:fld>
            <a:endParaRPr lang="en-AU" dirty="0">
              <a:latin typeface="Arial" pitchFamily="-84" charset="0"/>
            </a:endParaRPr>
          </a:p>
        </p:txBody>
      </p:sp>
      <p:sp>
        <p:nvSpPr>
          <p:cNvPr id="52227" name="Rectangle 2"/>
          <p:cNvSpPr>
            <a:spLocks noGrp="1" noRot="1" noChangeAspect="1" noChangeArrowheads="1" noTextEdit="1"/>
          </p:cNvSpPr>
          <p:nvPr>
            <p:ph type="sldImg"/>
          </p:nvPr>
        </p:nvSpPr>
        <p:spPr>
          <a:xfrm>
            <a:off x="381000" y="685800"/>
            <a:ext cx="6096000" cy="3429000"/>
          </a:xfrm>
          <a:ln/>
        </p:spPr>
      </p:sp>
      <p:sp>
        <p:nvSpPr>
          <p:cNvPr id="52228" name="Rectangle 3"/>
          <p:cNvSpPr>
            <a:spLocks noGrp="1" noChangeArrowheads="1"/>
          </p:cNvSpPr>
          <p:nvPr>
            <p:ph type="body" idx="1"/>
          </p:nvPr>
        </p:nvSpPr>
        <p:spPr>
          <a:noFill/>
          <a:ln/>
        </p:spPr>
        <p:txBody>
          <a:bodyPr/>
          <a:lstStyle/>
          <a:p>
            <a:r>
              <a:rPr lang="en-US" sz="1200" kern="1200" baseline="0" dirty="0">
                <a:solidFill>
                  <a:schemeClr val="tx1"/>
                </a:solidFill>
                <a:latin typeface="Arial" charset="0"/>
                <a:ea typeface="ＭＳ Ｐゴシック" charset="-128"/>
                <a:cs typeface="ＭＳ Ｐゴシック" charset="-128"/>
              </a:rPr>
              <a:t> Let us look in more detail at the logic in each of the 80 steps of the processing</a:t>
            </a:r>
          </a:p>
          <a:p>
            <a:r>
              <a:rPr lang="en-US" sz="1200" kern="1200" baseline="0" dirty="0">
                <a:solidFill>
                  <a:schemeClr val="tx1"/>
                </a:solidFill>
                <a:latin typeface="Arial" charset="0"/>
                <a:ea typeface="ＭＳ Ｐゴシック" charset="-128"/>
                <a:cs typeface="ＭＳ Ｐゴシック" charset="-128"/>
              </a:rPr>
              <a:t>of one 512-bit block (Figure 11.11).</a:t>
            </a:r>
            <a:endParaRPr lang="en-US" dirty="0">
              <a:latin typeface="Arial" pitchFamily="-84" charset="0"/>
              <a:ea typeface="ＭＳ Ｐゴシック" pitchFamily="-84" charset="-128"/>
              <a:cs typeface="ＭＳ Ｐゴシック" pitchFamily="-84" charset="-128"/>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Arial" charset="0"/>
                <a:ea typeface="ＭＳ Ｐゴシック" charset="-128"/>
                <a:cs typeface="ＭＳ Ｐゴシック" charset="-128"/>
              </a:rPr>
              <a:t>Figure 11.12 Creation of 80-word Input Sequence for SHA-512 Processing of Single Block</a:t>
            </a:r>
            <a:endParaRPr lang="en-US" dirty="0"/>
          </a:p>
        </p:txBody>
      </p:sp>
      <p:sp>
        <p:nvSpPr>
          <p:cNvPr id="4" name="Slide Number Placeholder 3"/>
          <p:cNvSpPr>
            <a:spLocks noGrp="1"/>
          </p:cNvSpPr>
          <p:nvPr>
            <p:ph type="sldNum" sz="quarter" idx="10"/>
          </p:nvPr>
        </p:nvSpPr>
        <p:spPr/>
        <p:txBody>
          <a:bodyPr/>
          <a:lstStyle/>
          <a:p>
            <a:pPr>
              <a:defRPr/>
            </a:pPr>
            <a:fld id="{E83E65D8-9B49-EC43-BBB1-0F187E663737}" type="slidenum">
              <a:rPr lang="en-AU" smtClean="0"/>
              <a:pPr>
                <a:defRPr/>
              </a:pPr>
              <a:t>23</a:t>
            </a:fld>
            <a:endParaRPr lang="en-AU"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1031"/>
          <p:cNvSpPr>
            <a:spLocks noGrp="1" noChangeArrowheads="1"/>
          </p:cNvSpPr>
          <p:nvPr>
            <p:ph type="sldNum" sz="quarter" idx="5"/>
          </p:nvPr>
        </p:nvSpPr>
        <p:spPr>
          <a:noFill/>
        </p:spPr>
        <p:txBody>
          <a:bodyPr/>
          <a:lstStyle/>
          <a:p>
            <a:fld id="{52949735-5420-BD45-AC21-09153687CD99}" type="slidenum">
              <a:rPr lang="en-AU">
                <a:latin typeface="Arial" pitchFamily="-84" charset="0"/>
              </a:rPr>
              <a:pPr/>
              <a:t>24</a:t>
            </a:fld>
            <a:endParaRPr lang="en-AU" dirty="0">
              <a:latin typeface="Arial" pitchFamily="-84" charset="0"/>
            </a:endParaRPr>
          </a:p>
        </p:txBody>
      </p:sp>
      <p:sp>
        <p:nvSpPr>
          <p:cNvPr id="48131" name="Rectangle 2"/>
          <p:cNvSpPr>
            <a:spLocks noGrp="1" noRot="1" noChangeAspect="1" noChangeArrowheads="1" noTextEdit="1"/>
          </p:cNvSpPr>
          <p:nvPr>
            <p:ph type="sldImg"/>
          </p:nvPr>
        </p:nvSpPr>
        <p:spPr>
          <a:xfrm>
            <a:off x="381000" y="685800"/>
            <a:ext cx="6096000" cy="3429000"/>
          </a:xfrm>
          <a:ln/>
        </p:spPr>
      </p:sp>
      <p:sp>
        <p:nvSpPr>
          <p:cNvPr id="48132" name="Rectangle 3"/>
          <p:cNvSpPr>
            <a:spLocks noGrp="1" noChangeArrowheads="1"/>
          </p:cNvSpPr>
          <p:nvPr>
            <p:ph type="body" idx="1"/>
          </p:nvPr>
        </p:nvSpPr>
        <p:spPr>
          <a:noFill/>
          <a:ln/>
        </p:spPr>
        <p:txBody>
          <a:bodyPr/>
          <a:lstStyle/>
          <a:p>
            <a:r>
              <a:rPr lang="en-US" sz="1200" kern="1200" dirty="0">
                <a:solidFill>
                  <a:schemeClr val="tx1"/>
                </a:solidFill>
                <a:effectLst/>
                <a:latin typeface="Arial" charset="0"/>
                <a:ea typeface="ＭＳ Ｐゴシック" charset="-128"/>
                <a:cs typeface="ＭＳ Ｐゴシック" charset="-128"/>
              </a:rPr>
              <a:t>The algorithm takes as input a message with a maximum length of less than 2128 bits and produces as output a 512-bit message digest. The input is processed in 1024-bit blocks. Figure 11.9 depicts the overall processing of a message to produce a digest. This follows the general structure depicted in Figure 11.8. The processing consists of the following steps. </a:t>
            </a:r>
            <a:endParaRPr lang="en-US" dirty="0"/>
          </a:p>
          <a:p>
            <a:endParaRPr lang="en-US" sz="1200" kern="1200" baseline="0" dirty="0">
              <a:solidFill>
                <a:schemeClr val="tx1"/>
              </a:solidFill>
              <a:latin typeface="Arial" charset="0"/>
              <a:ea typeface="ＭＳ Ｐゴシック" charset="-128"/>
              <a:cs typeface="ＭＳ Ｐゴシック" charset="-128"/>
            </a:endParaRPr>
          </a:p>
          <a:p>
            <a:r>
              <a:rPr lang="en-US" sz="1200" b="1" kern="1200" baseline="0" dirty="0">
                <a:solidFill>
                  <a:schemeClr val="tx1"/>
                </a:solidFill>
                <a:latin typeface="Arial" charset="0"/>
                <a:ea typeface="ＭＳ Ｐゴシック" charset="-128"/>
                <a:cs typeface="ＭＳ Ｐゴシック" charset="-128"/>
              </a:rPr>
              <a:t>Step 1 Append padding bits</a:t>
            </a:r>
            <a:r>
              <a:rPr lang="en-US" sz="1200" kern="1200" baseline="0" dirty="0">
                <a:solidFill>
                  <a:schemeClr val="tx1"/>
                </a:solidFill>
                <a:latin typeface="Arial" charset="0"/>
                <a:ea typeface="ＭＳ Ｐゴシック" charset="-128"/>
                <a:cs typeface="ＭＳ Ｐゴシック" charset="-128"/>
              </a:rPr>
              <a:t>.  The message is padded so that its length is congruent to 896 modulo 1024 [length =  896(mod 1024)]. Padding is always added, even if the message is already of the desired length. Thus, the number of</a:t>
            </a:r>
          </a:p>
          <a:p>
            <a:r>
              <a:rPr lang="en-US" sz="1200" kern="1200" baseline="0" dirty="0">
                <a:solidFill>
                  <a:schemeClr val="tx1"/>
                </a:solidFill>
                <a:latin typeface="Arial" charset="0"/>
                <a:ea typeface="ＭＳ Ｐゴシック" charset="-128"/>
                <a:cs typeface="ＭＳ Ｐゴシック" charset="-128"/>
              </a:rPr>
              <a:t>padding bits is in the range of 1 to 1024. The padding consists of a single 1</a:t>
            </a:r>
          </a:p>
          <a:p>
            <a:r>
              <a:rPr lang="en-US" sz="1200" kern="1200" baseline="0" dirty="0">
                <a:solidFill>
                  <a:schemeClr val="tx1"/>
                </a:solidFill>
                <a:latin typeface="Arial" charset="0"/>
                <a:ea typeface="ＭＳ Ｐゴシック" charset="-128"/>
                <a:cs typeface="ＭＳ Ｐゴシック" charset="-128"/>
              </a:rPr>
              <a:t>bit followed by the necessary number of 0 bits.</a:t>
            </a:r>
          </a:p>
          <a:p>
            <a:endParaRPr lang="en-US" sz="1200" kern="1200" baseline="0" dirty="0">
              <a:solidFill>
                <a:schemeClr val="tx1"/>
              </a:solidFill>
              <a:latin typeface="Arial" charset="0"/>
              <a:ea typeface="ＭＳ Ｐゴシック" charset="-128"/>
              <a:cs typeface="ＭＳ Ｐゴシック" charset="-128"/>
            </a:endParaRPr>
          </a:p>
          <a:p>
            <a:r>
              <a:rPr lang="en-US" sz="1200" b="1" kern="1200" baseline="0" dirty="0">
                <a:solidFill>
                  <a:schemeClr val="tx1"/>
                </a:solidFill>
                <a:latin typeface="Arial" charset="0"/>
                <a:ea typeface="ＭＳ Ｐゴシック" charset="-128"/>
                <a:cs typeface="ＭＳ Ｐゴシック" charset="-128"/>
              </a:rPr>
              <a:t>Step 2 Append length</a:t>
            </a:r>
            <a:r>
              <a:rPr lang="en-US" sz="1200" kern="1200" baseline="0" dirty="0">
                <a:solidFill>
                  <a:schemeClr val="tx1"/>
                </a:solidFill>
                <a:latin typeface="Arial" charset="0"/>
                <a:ea typeface="ＭＳ Ｐゴシック" charset="-128"/>
                <a:cs typeface="ＭＳ Ｐゴシック" charset="-128"/>
              </a:rPr>
              <a:t>.  A block of 128 bits is appended to the message. This block is treated as an unsigned 128-bit integer (most significant byte first) and</a:t>
            </a:r>
          </a:p>
          <a:p>
            <a:r>
              <a:rPr lang="en-US" sz="1200" kern="1200" baseline="0" dirty="0">
                <a:solidFill>
                  <a:schemeClr val="tx1"/>
                </a:solidFill>
                <a:latin typeface="Arial" charset="0"/>
                <a:ea typeface="ＭＳ Ｐゴシック" charset="-128"/>
                <a:cs typeface="ＭＳ Ｐゴシック" charset="-128"/>
              </a:rPr>
              <a:t>contains the length of the original message (before the padding).</a:t>
            </a:r>
          </a:p>
          <a:p>
            <a:endParaRPr lang="en-US" sz="1200" kern="1200" baseline="0" dirty="0">
              <a:solidFill>
                <a:schemeClr val="tx1"/>
              </a:solidFill>
              <a:latin typeface="Arial" charset="0"/>
              <a:ea typeface="ＭＳ Ｐゴシック" charset="-128"/>
              <a:cs typeface="ＭＳ Ｐゴシック" charset="-128"/>
            </a:endParaRPr>
          </a:p>
          <a:p>
            <a:r>
              <a:rPr lang="en-US" sz="1200" kern="1200" baseline="0" dirty="0">
                <a:solidFill>
                  <a:schemeClr val="tx1"/>
                </a:solidFill>
                <a:latin typeface="Arial" charset="0"/>
                <a:ea typeface="ＭＳ Ｐゴシック" charset="-128"/>
                <a:cs typeface="ＭＳ Ｐゴシック" charset="-128"/>
              </a:rPr>
              <a:t> The outcome of the first two steps yields a message that is an integer</a:t>
            </a:r>
          </a:p>
          <a:p>
            <a:r>
              <a:rPr lang="en-US" sz="1200" b="0" kern="1200" baseline="0" dirty="0">
                <a:solidFill>
                  <a:schemeClr val="tx1"/>
                </a:solidFill>
                <a:latin typeface="Arial" charset="0"/>
                <a:ea typeface="ＭＳ Ｐゴシック" charset="-128"/>
                <a:cs typeface="ＭＳ Ｐゴシック" charset="-128"/>
              </a:rPr>
              <a:t>multiple of 1024 bits in length. In Figure 11.9, the expanded message is</a:t>
            </a:r>
          </a:p>
          <a:p>
            <a:r>
              <a:rPr lang="en-US" sz="1200" b="0" kern="1200" baseline="0" dirty="0">
                <a:solidFill>
                  <a:schemeClr val="tx1"/>
                </a:solidFill>
                <a:latin typeface="Arial" charset="0"/>
                <a:ea typeface="ＭＳ Ｐゴシック" charset="-128"/>
                <a:cs typeface="ＭＳ Ｐゴシック" charset="-128"/>
              </a:rPr>
              <a:t>represented as the sequence of 1024-bit blocks </a:t>
            </a:r>
            <a:r>
              <a:rPr lang="en-US" sz="1200" b="0" i="1" kern="1200" baseline="0" dirty="0">
                <a:solidFill>
                  <a:schemeClr val="tx1"/>
                </a:solidFill>
                <a:latin typeface="Arial" charset="0"/>
                <a:ea typeface="ＭＳ Ｐゴシック" charset="-128"/>
                <a:cs typeface="ＭＳ Ｐゴシック" charset="-128"/>
              </a:rPr>
              <a:t>M</a:t>
            </a:r>
            <a:r>
              <a:rPr lang="en-US" sz="1200" b="0" i="1" kern="1200" baseline="-25000" dirty="0">
                <a:solidFill>
                  <a:schemeClr val="tx1"/>
                </a:solidFill>
                <a:latin typeface="Arial" charset="0"/>
                <a:ea typeface="ＭＳ Ｐゴシック" charset="-128"/>
                <a:cs typeface="ＭＳ Ｐゴシック" charset="-128"/>
              </a:rPr>
              <a:t>1</a:t>
            </a:r>
            <a:r>
              <a:rPr lang="en-US" sz="1200" b="0" i="1" kern="1200" baseline="0" dirty="0">
                <a:solidFill>
                  <a:schemeClr val="tx1"/>
                </a:solidFill>
                <a:latin typeface="Arial" charset="0"/>
                <a:ea typeface="ＭＳ Ｐゴシック" charset="-128"/>
                <a:cs typeface="ＭＳ Ｐゴシック" charset="-128"/>
              </a:rPr>
              <a:t> , M</a:t>
            </a:r>
            <a:r>
              <a:rPr lang="en-US" sz="1200" b="0" i="1" kern="1200" baseline="-25000" dirty="0">
                <a:solidFill>
                  <a:schemeClr val="tx1"/>
                </a:solidFill>
                <a:latin typeface="Arial" charset="0"/>
                <a:ea typeface="ＭＳ Ｐゴシック" charset="-128"/>
                <a:cs typeface="ＭＳ Ｐゴシック" charset="-128"/>
              </a:rPr>
              <a:t>2</a:t>
            </a:r>
            <a:r>
              <a:rPr lang="en-US" sz="1200" b="0" i="1" kern="1200" baseline="0" dirty="0">
                <a:solidFill>
                  <a:schemeClr val="tx1"/>
                </a:solidFill>
                <a:latin typeface="Arial" charset="0"/>
                <a:ea typeface="ＭＳ Ｐゴシック" charset="-128"/>
                <a:cs typeface="ＭＳ Ｐゴシック" charset="-128"/>
              </a:rPr>
              <a:t> , . . .  , M</a:t>
            </a:r>
            <a:r>
              <a:rPr lang="en-US" sz="1200" b="0" i="1" kern="1200" baseline="-25000" dirty="0">
                <a:solidFill>
                  <a:schemeClr val="tx1"/>
                </a:solidFill>
                <a:latin typeface="Arial" charset="0"/>
                <a:ea typeface="ＭＳ Ｐゴシック" charset="-128"/>
                <a:cs typeface="ＭＳ Ｐゴシック" charset="-128"/>
              </a:rPr>
              <a:t>N</a:t>
            </a:r>
            <a:r>
              <a:rPr lang="en-US" sz="1200" b="0" i="1" kern="1200" baseline="0" dirty="0">
                <a:solidFill>
                  <a:schemeClr val="tx1"/>
                </a:solidFill>
                <a:latin typeface="Arial" charset="0"/>
                <a:ea typeface="ＭＳ Ｐゴシック" charset="-128"/>
                <a:cs typeface="ＭＳ Ｐゴシック" charset="-128"/>
              </a:rPr>
              <a:t> </a:t>
            </a:r>
            <a:r>
              <a:rPr lang="en-US" sz="1200" b="0" kern="1200" baseline="0" dirty="0">
                <a:solidFill>
                  <a:schemeClr val="tx1"/>
                </a:solidFill>
                <a:latin typeface="Arial" charset="0"/>
                <a:ea typeface="ＭＳ Ｐゴシック" charset="-128"/>
                <a:cs typeface="ＭＳ Ｐゴシック" charset="-128"/>
              </a:rPr>
              <a:t>, so that the</a:t>
            </a:r>
          </a:p>
          <a:p>
            <a:r>
              <a:rPr lang="en-US" sz="1200" b="0" kern="1200" baseline="0" dirty="0">
                <a:solidFill>
                  <a:schemeClr val="tx1"/>
                </a:solidFill>
                <a:latin typeface="Arial" charset="0"/>
                <a:ea typeface="ＭＳ Ｐゴシック" charset="-128"/>
                <a:cs typeface="ＭＳ Ｐゴシック" charset="-128"/>
              </a:rPr>
              <a:t>total length of the expanded message is </a:t>
            </a:r>
            <a:r>
              <a:rPr lang="en-US" sz="1200" b="0" i="1" kern="1200" baseline="0" dirty="0">
                <a:solidFill>
                  <a:schemeClr val="tx1"/>
                </a:solidFill>
                <a:latin typeface="Arial" charset="0"/>
                <a:ea typeface="ＭＳ Ｐゴシック" charset="-128"/>
                <a:cs typeface="ＭＳ Ｐゴシック" charset="-128"/>
              </a:rPr>
              <a:t>N</a:t>
            </a:r>
            <a:r>
              <a:rPr lang="en-US" sz="1200" b="0" kern="1200" baseline="0" dirty="0">
                <a:solidFill>
                  <a:schemeClr val="tx1"/>
                </a:solidFill>
                <a:latin typeface="Arial" charset="0"/>
                <a:ea typeface="ＭＳ Ｐゴシック" charset="-128"/>
                <a:cs typeface="ＭＳ Ｐゴシック" charset="-128"/>
              </a:rPr>
              <a:t> * 1024 bits.</a:t>
            </a:r>
          </a:p>
          <a:p>
            <a:endParaRPr lang="en-US" sz="1200" b="0" kern="1200" baseline="0" dirty="0">
              <a:solidFill>
                <a:schemeClr val="tx1"/>
              </a:solidFill>
              <a:latin typeface="Arial" charset="0"/>
              <a:ea typeface="ＭＳ Ｐゴシック" charset="-128"/>
              <a:cs typeface="ＭＳ Ｐゴシック" charset="-128"/>
            </a:endParaRPr>
          </a:p>
          <a:p>
            <a:r>
              <a:rPr lang="en-US" sz="1200" b="1" kern="1200" baseline="0" dirty="0">
                <a:solidFill>
                  <a:schemeClr val="tx1"/>
                </a:solidFill>
                <a:latin typeface="Arial" charset="0"/>
                <a:ea typeface="ＭＳ Ｐゴシック" charset="-128"/>
                <a:cs typeface="ＭＳ Ｐゴシック" charset="-128"/>
              </a:rPr>
              <a:t>Step 3 Initialize hash buffer.</a:t>
            </a:r>
            <a:r>
              <a:rPr lang="en-US" sz="1200" b="0" kern="1200" baseline="0" dirty="0">
                <a:solidFill>
                  <a:schemeClr val="tx1"/>
                </a:solidFill>
                <a:latin typeface="Arial" charset="0"/>
                <a:ea typeface="ＭＳ Ｐゴシック" charset="-128"/>
                <a:cs typeface="ＭＳ Ｐゴシック" charset="-128"/>
              </a:rPr>
              <a:t>  A 512-bit buffer is used to hold intermediate</a:t>
            </a:r>
          </a:p>
          <a:p>
            <a:r>
              <a:rPr lang="en-US" sz="1200" kern="1200" baseline="0" dirty="0">
                <a:solidFill>
                  <a:schemeClr val="tx1"/>
                </a:solidFill>
                <a:latin typeface="Arial" charset="0"/>
                <a:ea typeface="ＭＳ Ｐゴシック" charset="-128"/>
                <a:cs typeface="ＭＳ Ｐゴシック" charset="-128"/>
              </a:rPr>
              <a:t> and final results of the hash function. The buffer can be represented as eight 64-bit registers (a, b, c, d, e, f, g, h)</a:t>
            </a:r>
            <a:r>
              <a:rPr lang="en-US" sz="1200" b="0" kern="1200" baseline="0" dirty="0">
                <a:solidFill>
                  <a:schemeClr val="tx1"/>
                </a:solidFill>
                <a:latin typeface="Arial" charset="0"/>
                <a:ea typeface="ＭＳ Ｐゴシック" charset="-128"/>
                <a:cs typeface="ＭＳ Ｐゴシック" charset="-128"/>
              </a:rPr>
              <a:t>. These registers are initialized to the following</a:t>
            </a:r>
          </a:p>
          <a:p>
            <a:r>
              <a:rPr lang="en-US" sz="1200" b="0" kern="1200" baseline="0" dirty="0">
                <a:solidFill>
                  <a:schemeClr val="tx1"/>
                </a:solidFill>
                <a:latin typeface="Arial" charset="0"/>
                <a:ea typeface="ＭＳ Ｐゴシック" charset="-128"/>
                <a:cs typeface="ＭＳ Ｐゴシック" charset="-128"/>
              </a:rPr>
              <a:t>64-bit integers (hexadecimal values):</a:t>
            </a:r>
          </a:p>
          <a:p>
            <a:endParaRPr lang="en-US" sz="1200" b="0" kern="1200" baseline="0" dirty="0">
              <a:solidFill>
                <a:schemeClr val="tx1"/>
              </a:solidFill>
              <a:latin typeface="Arial" charset="0"/>
              <a:ea typeface="ＭＳ Ｐゴシック" charset="-128"/>
              <a:cs typeface="ＭＳ Ｐゴシック" charset="-128"/>
            </a:endParaRPr>
          </a:p>
          <a:p>
            <a:r>
              <a:rPr lang="en-US" sz="1200" b="0" kern="1200" baseline="0" dirty="0">
                <a:solidFill>
                  <a:schemeClr val="tx1"/>
                </a:solidFill>
                <a:latin typeface="Arial" charset="0"/>
                <a:ea typeface="ＭＳ Ｐゴシック" charset="-128"/>
                <a:cs typeface="ＭＳ Ｐゴシック" charset="-128"/>
              </a:rPr>
              <a:t>a = 6A09E667F3BCC908 		</a:t>
            </a:r>
            <a:r>
              <a:rPr lang="en-US" sz="1200" b="0" kern="1200" baseline="0" dirty="0" err="1">
                <a:solidFill>
                  <a:schemeClr val="tx1"/>
                </a:solidFill>
                <a:latin typeface="Arial" charset="0"/>
                <a:ea typeface="ＭＳ Ｐゴシック" charset="-128"/>
                <a:cs typeface="ＭＳ Ｐゴシック" charset="-128"/>
              </a:rPr>
              <a:t>e</a:t>
            </a:r>
            <a:r>
              <a:rPr lang="en-US" sz="1200" b="0" kern="1200" baseline="0" dirty="0">
                <a:solidFill>
                  <a:schemeClr val="tx1"/>
                </a:solidFill>
                <a:latin typeface="Arial" charset="0"/>
                <a:ea typeface="ＭＳ Ｐゴシック" charset="-128"/>
                <a:cs typeface="ＭＳ Ｐゴシック" charset="-128"/>
              </a:rPr>
              <a:t> = 510E527FADE682D1</a:t>
            </a:r>
          </a:p>
          <a:p>
            <a:r>
              <a:rPr lang="en-US" sz="1200" b="0" kern="1200" baseline="0" dirty="0" err="1">
                <a:solidFill>
                  <a:schemeClr val="tx1"/>
                </a:solidFill>
                <a:latin typeface="Arial" charset="0"/>
                <a:ea typeface="ＭＳ Ｐゴシック" charset="-128"/>
                <a:cs typeface="ＭＳ Ｐゴシック" charset="-128"/>
              </a:rPr>
              <a:t>b</a:t>
            </a:r>
            <a:r>
              <a:rPr lang="en-US" sz="1200" b="0" kern="1200" baseline="0" dirty="0">
                <a:solidFill>
                  <a:schemeClr val="tx1"/>
                </a:solidFill>
                <a:latin typeface="Arial" charset="0"/>
                <a:ea typeface="ＭＳ Ｐゴシック" charset="-128"/>
                <a:cs typeface="ＭＳ Ｐゴシック" charset="-128"/>
              </a:rPr>
              <a:t> = BB67AE8584CAA73B	 	</a:t>
            </a:r>
            <a:r>
              <a:rPr lang="en-US" sz="1200" b="0" kern="1200" baseline="0" dirty="0" err="1">
                <a:solidFill>
                  <a:schemeClr val="tx1"/>
                </a:solidFill>
                <a:latin typeface="Arial" charset="0"/>
                <a:ea typeface="ＭＳ Ｐゴシック" charset="-128"/>
                <a:cs typeface="ＭＳ Ｐゴシック" charset="-128"/>
              </a:rPr>
              <a:t>f</a:t>
            </a:r>
            <a:r>
              <a:rPr lang="en-US" sz="1200" b="0" kern="1200" baseline="0" dirty="0">
                <a:solidFill>
                  <a:schemeClr val="tx1"/>
                </a:solidFill>
                <a:latin typeface="Arial" charset="0"/>
                <a:ea typeface="ＭＳ Ｐゴシック" charset="-128"/>
                <a:cs typeface="ＭＳ Ｐゴシック" charset="-128"/>
              </a:rPr>
              <a:t> = 9B05688C2B3E6C1F</a:t>
            </a:r>
          </a:p>
          <a:p>
            <a:r>
              <a:rPr lang="en-US" sz="1200" b="0" kern="1200" baseline="0" dirty="0" err="1">
                <a:solidFill>
                  <a:schemeClr val="tx1"/>
                </a:solidFill>
                <a:latin typeface="Arial" charset="0"/>
                <a:ea typeface="ＭＳ Ｐゴシック" charset="-128"/>
                <a:cs typeface="ＭＳ Ｐゴシック" charset="-128"/>
              </a:rPr>
              <a:t>c</a:t>
            </a:r>
            <a:r>
              <a:rPr lang="en-US" sz="1200" b="0" kern="1200" baseline="0" dirty="0">
                <a:solidFill>
                  <a:schemeClr val="tx1"/>
                </a:solidFill>
                <a:latin typeface="Arial" charset="0"/>
                <a:ea typeface="ＭＳ Ｐゴシック" charset="-128"/>
                <a:cs typeface="ＭＳ Ｐゴシック" charset="-128"/>
              </a:rPr>
              <a:t> = 3C6EF372FE94F82B 		</a:t>
            </a:r>
            <a:r>
              <a:rPr lang="en-US" sz="1200" b="0" kern="1200" baseline="0" dirty="0" err="1">
                <a:solidFill>
                  <a:schemeClr val="tx1"/>
                </a:solidFill>
                <a:latin typeface="Arial" charset="0"/>
                <a:ea typeface="ＭＳ Ｐゴシック" charset="-128"/>
                <a:cs typeface="ＭＳ Ｐゴシック" charset="-128"/>
              </a:rPr>
              <a:t>g</a:t>
            </a:r>
            <a:r>
              <a:rPr lang="en-US" sz="1200" b="0" kern="1200" baseline="0" dirty="0">
                <a:solidFill>
                  <a:schemeClr val="tx1"/>
                </a:solidFill>
                <a:latin typeface="Arial" charset="0"/>
                <a:ea typeface="ＭＳ Ｐゴシック" charset="-128"/>
                <a:cs typeface="ＭＳ Ｐゴシック" charset="-128"/>
              </a:rPr>
              <a:t> = 1F83D9ABFB41BD6B</a:t>
            </a:r>
          </a:p>
          <a:p>
            <a:r>
              <a:rPr lang="en-US" sz="1200" b="0" kern="1200" baseline="0" dirty="0" err="1">
                <a:solidFill>
                  <a:schemeClr val="tx1"/>
                </a:solidFill>
                <a:latin typeface="Arial" charset="0"/>
                <a:ea typeface="ＭＳ Ｐゴシック" charset="-128"/>
                <a:cs typeface="ＭＳ Ｐゴシック" charset="-128"/>
              </a:rPr>
              <a:t>d</a:t>
            </a:r>
            <a:r>
              <a:rPr lang="en-US" sz="1200" b="0" kern="1200" baseline="0" dirty="0">
                <a:solidFill>
                  <a:schemeClr val="tx1"/>
                </a:solidFill>
                <a:latin typeface="Arial" charset="0"/>
                <a:ea typeface="ＭＳ Ｐゴシック" charset="-128"/>
                <a:cs typeface="ＭＳ Ｐゴシック" charset="-128"/>
              </a:rPr>
              <a:t> = A54FF53A5F1D36F1 		</a:t>
            </a:r>
            <a:r>
              <a:rPr lang="en-US" sz="1200" b="0" kern="1200" baseline="0" dirty="0" err="1">
                <a:solidFill>
                  <a:schemeClr val="tx1"/>
                </a:solidFill>
                <a:latin typeface="Arial" charset="0"/>
                <a:ea typeface="ＭＳ Ｐゴシック" charset="-128"/>
                <a:cs typeface="ＭＳ Ｐゴシック" charset="-128"/>
              </a:rPr>
              <a:t>h</a:t>
            </a:r>
            <a:r>
              <a:rPr lang="en-US" sz="1200" b="0" kern="1200" baseline="0" dirty="0">
                <a:solidFill>
                  <a:schemeClr val="tx1"/>
                </a:solidFill>
                <a:latin typeface="Arial" charset="0"/>
                <a:ea typeface="ＭＳ Ｐゴシック" charset="-128"/>
                <a:cs typeface="ＭＳ Ｐゴシック" charset="-128"/>
              </a:rPr>
              <a:t> = 5BE0CD19137E2179</a:t>
            </a:r>
          </a:p>
          <a:p>
            <a:endParaRPr lang="en-US" sz="1200" b="0" kern="1200" baseline="0" dirty="0">
              <a:solidFill>
                <a:schemeClr val="tx1"/>
              </a:solidFill>
              <a:latin typeface="Arial" charset="0"/>
              <a:ea typeface="ＭＳ Ｐゴシック" charset="-128"/>
              <a:cs typeface="ＭＳ Ｐゴシック" charset="-128"/>
            </a:endParaRPr>
          </a:p>
          <a:p>
            <a:r>
              <a:rPr lang="en-US" sz="1200" kern="1200" dirty="0">
                <a:solidFill>
                  <a:schemeClr val="tx1"/>
                </a:solidFill>
                <a:effectLst/>
                <a:latin typeface="Arial" charset="0"/>
                <a:ea typeface="ＭＳ Ｐゴシック" charset="-128"/>
                <a:cs typeface="ＭＳ Ｐゴシック" charset="-128"/>
              </a:rPr>
              <a:t>These words were obtained by taking the first sixty-four bits of the </a:t>
            </a:r>
            <a:r>
              <a:rPr lang="en-US" sz="1200" kern="1200" dirty="0" err="1">
                <a:solidFill>
                  <a:schemeClr val="tx1"/>
                </a:solidFill>
                <a:effectLst/>
                <a:latin typeface="Arial" charset="0"/>
                <a:ea typeface="ＭＳ Ｐゴシック" charset="-128"/>
                <a:cs typeface="ＭＳ Ｐゴシック" charset="-128"/>
              </a:rPr>
              <a:t>frac</a:t>
            </a:r>
            <a:r>
              <a:rPr lang="en-US" sz="1200" kern="1200" dirty="0">
                <a:solidFill>
                  <a:schemeClr val="tx1"/>
                </a:solidFill>
                <a:effectLst/>
                <a:latin typeface="Arial" charset="0"/>
                <a:ea typeface="ＭＳ Ｐゴシック" charset="-128"/>
                <a:cs typeface="ＭＳ Ｐゴシック" charset="-128"/>
              </a:rPr>
              <a:t>- </a:t>
            </a:r>
            <a:r>
              <a:rPr lang="en-US" sz="1200" kern="1200" dirty="0" err="1">
                <a:solidFill>
                  <a:schemeClr val="tx1"/>
                </a:solidFill>
                <a:effectLst/>
                <a:latin typeface="Arial" charset="0"/>
                <a:ea typeface="ＭＳ Ｐゴシック" charset="-128"/>
                <a:cs typeface="ＭＳ Ｐゴシック" charset="-128"/>
              </a:rPr>
              <a:t>tional</a:t>
            </a:r>
            <a:r>
              <a:rPr lang="en-US" sz="1200" kern="1200" dirty="0">
                <a:solidFill>
                  <a:schemeClr val="tx1"/>
                </a:solidFill>
                <a:effectLst/>
                <a:latin typeface="Arial" charset="0"/>
                <a:ea typeface="ＭＳ Ｐゴシック" charset="-128"/>
                <a:cs typeface="ＭＳ Ｐゴシック" charset="-128"/>
              </a:rPr>
              <a:t> parts of the square roots of the first eight prime numbers. The </a:t>
            </a:r>
            <a:r>
              <a:rPr lang="en-US" sz="1200" kern="1200" dirty="0" err="1">
                <a:solidFill>
                  <a:schemeClr val="tx1"/>
                </a:solidFill>
                <a:effectLst/>
                <a:latin typeface="Arial" charset="0"/>
                <a:ea typeface="ＭＳ Ｐゴシック" charset="-128"/>
                <a:cs typeface="ＭＳ Ｐゴシック" charset="-128"/>
              </a:rPr>
              <a:t>val</a:t>
            </a:r>
            <a:r>
              <a:rPr lang="en-US" sz="1200" kern="1200" dirty="0">
                <a:solidFill>
                  <a:schemeClr val="tx1"/>
                </a:solidFill>
                <a:effectLst/>
                <a:latin typeface="Arial" charset="0"/>
                <a:ea typeface="ＭＳ Ｐゴシック" charset="-128"/>
                <a:cs typeface="ＭＳ Ｐゴシック" charset="-128"/>
              </a:rPr>
              <a:t>- </a:t>
            </a:r>
            <a:r>
              <a:rPr lang="en-US" sz="1200" kern="1200" dirty="0" err="1">
                <a:solidFill>
                  <a:schemeClr val="tx1"/>
                </a:solidFill>
                <a:effectLst/>
                <a:latin typeface="Arial" charset="0"/>
                <a:ea typeface="ＭＳ Ｐゴシック" charset="-128"/>
                <a:cs typeface="ＭＳ Ｐゴシック" charset="-128"/>
              </a:rPr>
              <a:t>ues</a:t>
            </a:r>
            <a:r>
              <a:rPr lang="en-US" sz="1200" kern="1200" dirty="0">
                <a:solidFill>
                  <a:schemeClr val="tx1"/>
                </a:solidFill>
                <a:effectLst/>
                <a:latin typeface="Arial" charset="0"/>
                <a:ea typeface="ＭＳ Ｐゴシック" charset="-128"/>
                <a:cs typeface="ＭＳ Ｐゴシック" charset="-128"/>
              </a:rPr>
              <a:t> are stored in </a:t>
            </a:r>
            <a:r>
              <a:rPr lang="en-US" sz="1200" b="1" kern="1200" dirty="0">
                <a:solidFill>
                  <a:schemeClr val="tx1"/>
                </a:solidFill>
                <a:effectLst/>
                <a:latin typeface="Arial" charset="0"/>
                <a:ea typeface="ＭＳ Ｐゴシック" charset="-128"/>
                <a:cs typeface="ＭＳ Ｐゴシック" charset="-128"/>
              </a:rPr>
              <a:t>big-endian format</a:t>
            </a:r>
            <a:r>
              <a:rPr lang="en-US" sz="1200" kern="1200" dirty="0">
                <a:solidFill>
                  <a:schemeClr val="tx1"/>
                </a:solidFill>
                <a:effectLst/>
                <a:latin typeface="Arial" charset="0"/>
                <a:ea typeface="ＭＳ Ｐゴシック" charset="-128"/>
                <a:cs typeface="ＭＳ Ｐゴシック" charset="-128"/>
              </a:rPr>
              <a:t>, which is the most significant byte of a word in the low-address (leftmost) byte position. In contrast, in </a:t>
            </a:r>
            <a:r>
              <a:rPr lang="en-US" sz="1200" b="1" kern="1200" dirty="0">
                <a:solidFill>
                  <a:schemeClr val="tx1"/>
                </a:solidFill>
                <a:effectLst/>
                <a:latin typeface="Arial" charset="0"/>
                <a:ea typeface="ＭＳ Ｐゴシック" charset="-128"/>
                <a:cs typeface="ＭＳ Ｐゴシック" charset="-128"/>
              </a:rPr>
              <a:t>little-endian format</a:t>
            </a:r>
            <a:r>
              <a:rPr lang="en-US" sz="1200" kern="1200" dirty="0">
                <a:solidFill>
                  <a:schemeClr val="tx1"/>
                </a:solidFill>
                <a:effectLst/>
                <a:latin typeface="Arial" charset="0"/>
                <a:ea typeface="ＭＳ Ｐゴシック" charset="-128"/>
                <a:cs typeface="ＭＳ Ｐゴシック" charset="-128"/>
              </a:rPr>
              <a:t>, the least significant byte is stored in the lowest address. </a:t>
            </a:r>
            <a:endParaRPr lang="en-US" dirty="0"/>
          </a:p>
          <a:p>
            <a:endParaRPr lang="en-US" sz="1200" b="0" kern="1200" baseline="0" dirty="0">
              <a:solidFill>
                <a:schemeClr val="tx1"/>
              </a:solidFill>
              <a:latin typeface="Arial" charset="0"/>
              <a:ea typeface="ＭＳ Ｐゴシック" charset="-128"/>
              <a:cs typeface="ＭＳ Ｐゴシック" charset="-128"/>
            </a:endParaRPr>
          </a:p>
          <a:p>
            <a:r>
              <a:rPr lang="en-US" sz="1200" b="1" kern="1200" baseline="0" dirty="0">
                <a:solidFill>
                  <a:schemeClr val="tx1"/>
                </a:solidFill>
                <a:latin typeface="Arial" charset="0"/>
                <a:ea typeface="ＭＳ Ｐゴシック" charset="-128"/>
                <a:cs typeface="ＭＳ Ｐゴシック" charset="-128"/>
              </a:rPr>
              <a:t> Step 4 Process message in 1024-bit (128-word) blocks. </a:t>
            </a:r>
            <a:r>
              <a:rPr lang="en-US" sz="1200" kern="1200" baseline="0" dirty="0">
                <a:solidFill>
                  <a:schemeClr val="tx1"/>
                </a:solidFill>
                <a:latin typeface="Arial" charset="0"/>
                <a:ea typeface="ＭＳ Ｐゴシック" charset="-128"/>
                <a:cs typeface="ＭＳ Ｐゴシック" charset="-128"/>
              </a:rPr>
              <a:t>The heart of the algorithm is a module that consists of 80 rounds; this module is labeled F in Figure 11.9. The logic is illustrated in Figure 11.10.</a:t>
            </a:r>
          </a:p>
          <a:p>
            <a:endParaRPr lang="en-US" sz="1200" kern="1200" baseline="0" dirty="0">
              <a:solidFill>
                <a:schemeClr val="tx1"/>
              </a:solidFill>
              <a:latin typeface="Arial" charset="0"/>
              <a:ea typeface="ＭＳ Ｐゴシック" charset="-128"/>
              <a:cs typeface="ＭＳ Ｐゴシック" charset="-128"/>
            </a:endParaRPr>
          </a:p>
          <a:p>
            <a:r>
              <a:rPr lang="en-US" sz="1200" kern="1200" baseline="0" dirty="0">
                <a:solidFill>
                  <a:schemeClr val="tx1"/>
                </a:solidFill>
                <a:latin typeface="Arial" charset="0"/>
                <a:ea typeface="ＭＳ Ｐゴシック" charset="-128"/>
                <a:cs typeface="ＭＳ Ｐゴシック" charset="-128"/>
              </a:rPr>
              <a:t> Each round takes as input the 512-bit buffer value, </a:t>
            </a:r>
            <a:r>
              <a:rPr lang="en-US" sz="1200" kern="1200" baseline="0" dirty="0" err="1">
                <a:solidFill>
                  <a:schemeClr val="tx1"/>
                </a:solidFill>
                <a:latin typeface="Arial" charset="0"/>
                <a:ea typeface="ＭＳ Ｐゴシック" charset="-128"/>
                <a:cs typeface="ＭＳ Ｐゴシック" charset="-128"/>
              </a:rPr>
              <a:t>abcdefgh</a:t>
            </a:r>
            <a:r>
              <a:rPr lang="en-US" sz="1200" kern="1200" baseline="0" dirty="0">
                <a:solidFill>
                  <a:schemeClr val="tx1"/>
                </a:solidFill>
                <a:latin typeface="Arial" charset="0"/>
                <a:ea typeface="ＭＳ Ｐゴシック" charset="-128"/>
                <a:cs typeface="ＭＳ Ｐゴシック" charset="-128"/>
              </a:rPr>
              <a:t>, and</a:t>
            </a:r>
          </a:p>
          <a:p>
            <a:r>
              <a:rPr lang="en-US" sz="1200" kern="1200" baseline="0" dirty="0">
                <a:solidFill>
                  <a:schemeClr val="tx1"/>
                </a:solidFill>
                <a:latin typeface="Arial" charset="0"/>
                <a:ea typeface="ＭＳ Ｐゴシック" charset="-128"/>
                <a:cs typeface="ＭＳ Ｐゴシック" charset="-128"/>
              </a:rPr>
              <a:t>updates the contents of the buffer. At input to the first round, the buffer</a:t>
            </a:r>
          </a:p>
          <a:p>
            <a:r>
              <a:rPr lang="en-US" sz="1200" kern="1200" baseline="0" dirty="0">
                <a:solidFill>
                  <a:schemeClr val="tx1"/>
                </a:solidFill>
                <a:latin typeface="Arial" charset="0"/>
                <a:ea typeface="ＭＳ Ｐゴシック" charset="-128"/>
                <a:cs typeface="ＭＳ Ｐゴシック" charset="-128"/>
              </a:rPr>
              <a:t>has the value of the intermediate hash </a:t>
            </a:r>
            <a:r>
              <a:rPr lang="en-US" sz="1200" b="0" kern="1200" baseline="0" dirty="0">
                <a:solidFill>
                  <a:schemeClr val="tx1"/>
                </a:solidFill>
                <a:latin typeface="Arial" charset="0"/>
                <a:ea typeface="ＭＳ Ｐゴシック" charset="-128"/>
                <a:cs typeface="ＭＳ Ｐゴシック" charset="-128"/>
              </a:rPr>
              <a:t>value, </a:t>
            </a:r>
            <a:r>
              <a:rPr lang="en-US" sz="1200" b="0" i="1" kern="1200" baseline="0" dirty="0">
                <a:solidFill>
                  <a:schemeClr val="tx1"/>
                </a:solidFill>
                <a:latin typeface="Arial" charset="0"/>
                <a:ea typeface="ＭＳ Ｐゴシック" charset="-128"/>
                <a:cs typeface="ＭＳ Ｐゴシック" charset="-128"/>
              </a:rPr>
              <a:t>H</a:t>
            </a:r>
            <a:r>
              <a:rPr lang="en-US" sz="1200" b="0" i="1" kern="1200" baseline="-25000" dirty="0">
                <a:solidFill>
                  <a:schemeClr val="tx1"/>
                </a:solidFill>
                <a:latin typeface="Arial" charset="0"/>
                <a:ea typeface="ＭＳ Ｐゴシック" charset="-128"/>
                <a:cs typeface="ＭＳ Ｐゴシック" charset="-128"/>
              </a:rPr>
              <a:t>i-</a:t>
            </a:r>
            <a:r>
              <a:rPr lang="en-US" sz="1200" b="0" kern="1200" baseline="-25000" dirty="0">
                <a:solidFill>
                  <a:schemeClr val="tx1"/>
                </a:solidFill>
                <a:latin typeface="Arial" charset="0"/>
                <a:ea typeface="ＭＳ Ｐゴシック" charset="-128"/>
                <a:cs typeface="ＭＳ Ｐゴシック" charset="-128"/>
              </a:rPr>
              <a:t>1 </a:t>
            </a:r>
            <a:r>
              <a:rPr lang="en-US" sz="1200" b="0" kern="1200" baseline="0" dirty="0">
                <a:solidFill>
                  <a:schemeClr val="tx1"/>
                </a:solidFill>
                <a:latin typeface="Arial" charset="0"/>
                <a:ea typeface="ＭＳ Ｐゴシック" charset="-128"/>
                <a:cs typeface="ＭＳ Ｐゴシック" charset="-128"/>
              </a:rPr>
              <a:t>. Each round </a:t>
            </a:r>
            <a:r>
              <a:rPr lang="en-US" sz="1200" b="0" i="1" kern="1200" baseline="0" dirty="0" err="1">
                <a:solidFill>
                  <a:schemeClr val="tx1"/>
                </a:solidFill>
                <a:latin typeface="Arial" charset="0"/>
                <a:ea typeface="ＭＳ Ｐゴシック" charset="-128"/>
                <a:cs typeface="ＭＳ Ｐゴシック" charset="-128"/>
              </a:rPr>
              <a:t>t</a:t>
            </a:r>
            <a:r>
              <a:rPr lang="en-US" sz="1200" b="0" kern="1200" baseline="0" dirty="0">
                <a:solidFill>
                  <a:schemeClr val="tx1"/>
                </a:solidFill>
                <a:latin typeface="Arial" charset="0"/>
                <a:ea typeface="ＭＳ Ｐゴシック" charset="-128"/>
                <a:cs typeface="ＭＳ Ｐゴシック" charset="-128"/>
              </a:rPr>
              <a:t> makes</a:t>
            </a:r>
          </a:p>
          <a:p>
            <a:r>
              <a:rPr lang="en-US" sz="1200" b="0" kern="1200" baseline="0" dirty="0">
                <a:solidFill>
                  <a:schemeClr val="tx1"/>
                </a:solidFill>
                <a:latin typeface="Arial" charset="0"/>
                <a:ea typeface="ＭＳ Ｐゴシック" charset="-128"/>
                <a:cs typeface="ＭＳ Ｐゴシック" charset="-128"/>
              </a:rPr>
              <a:t>use of a 64-bit value </a:t>
            </a:r>
            <a:r>
              <a:rPr lang="en-US" sz="1200" b="0" i="1" kern="1200" baseline="0" dirty="0">
                <a:solidFill>
                  <a:schemeClr val="tx1"/>
                </a:solidFill>
                <a:latin typeface="Arial" charset="0"/>
                <a:ea typeface="ＭＳ Ｐゴシック" charset="-128"/>
                <a:cs typeface="ＭＳ Ｐゴシック" charset="-128"/>
              </a:rPr>
              <a:t>W</a:t>
            </a:r>
            <a:r>
              <a:rPr lang="en-US" sz="1200" b="0" kern="1200" baseline="-25000" dirty="0">
                <a:solidFill>
                  <a:schemeClr val="tx1"/>
                </a:solidFill>
                <a:latin typeface="Arial" charset="0"/>
                <a:ea typeface="ＭＳ Ｐゴシック" charset="-128"/>
                <a:cs typeface="ＭＳ Ｐゴシック" charset="-128"/>
              </a:rPr>
              <a:t>t</a:t>
            </a:r>
            <a:r>
              <a:rPr lang="en-US" sz="1200" b="0" kern="1200" baseline="0" dirty="0">
                <a:solidFill>
                  <a:schemeClr val="tx1"/>
                </a:solidFill>
                <a:latin typeface="Arial" charset="0"/>
                <a:ea typeface="ＭＳ Ｐゴシック" charset="-128"/>
                <a:cs typeface="ＭＳ Ｐゴシック" charset="-128"/>
              </a:rPr>
              <a:t>, derived from the current 1024-bit block being processed</a:t>
            </a:r>
          </a:p>
          <a:p>
            <a:r>
              <a:rPr lang="en-US" sz="1200" b="0" kern="1200" baseline="0" dirty="0">
                <a:solidFill>
                  <a:schemeClr val="tx1"/>
                </a:solidFill>
                <a:latin typeface="Arial" charset="0"/>
                <a:ea typeface="ＭＳ Ｐゴシック" charset="-128"/>
                <a:cs typeface="ＭＳ Ｐゴシック" charset="-128"/>
              </a:rPr>
              <a:t>(</a:t>
            </a:r>
            <a:r>
              <a:rPr lang="en-US" sz="1200" b="0" i="1" kern="1200" baseline="0" dirty="0">
                <a:solidFill>
                  <a:schemeClr val="tx1"/>
                </a:solidFill>
                <a:latin typeface="Arial" charset="0"/>
                <a:ea typeface="ＭＳ Ｐゴシック" charset="-128"/>
                <a:cs typeface="ＭＳ Ｐゴシック" charset="-128"/>
              </a:rPr>
              <a:t>M</a:t>
            </a:r>
            <a:r>
              <a:rPr lang="en-US" sz="1200" b="0" i="1" kern="1200" baseline="-25000" dirty="0">
                <a:solidFill>
                  <a:schemeClr val="tx1"/>
                </a:solidFill>
                <a:latin typeface="Arial" charset="0"/>
                <a:ea typeface="ＭＳ Ｐゴシック" charset="-128"/>
                <a:cs typeface="ＭＳ Ｐゴシック" charset="-128"/>
              </a:rPr>
              <a:t>i</a:t>
            </a:r>
            <a:r>
              <a:rPr lang="en-US" sz="1200" b="0" kern="1200" baseline="0" dirty="0">
                <a:solidFill>
                  <a:schemeClr val="tx1"/>
                </a:solidFill>
                <a:latin typeface="Arial" charset="0"/>
                <a:ea typeface="ＭＳ Ｐゴシック" charset="-128"/>
                <a:cs typeface="ＭＳ Ｐゴシック" charset="-128"/>
              </a:rPr>
              <a:t> ). These values are derived using a message schedule described</a:t>
            </a:r>
          </a:p>
          <a:p>
            <a:r>
              <a:rPr lang="en-US" sz="1200" b="0" kern="1200" baseline="0" dirty="0">
                <a:solidFill>
                  <a:schemeClr val="tx1"/>
                </a:solidFill>
                <a:latin typeface="Arial" charset="0"/>
                <a:ea typeface="ＭＳ Ｐゴシック" charset="-128"/>
                <a:cs typeface="ＭＳ Ｐゴシック" charset="-128"/>
              </a:rPr>
              <a:t>subsequently. Each round also makes use of an additive constant </a:t>
            </a:r>
            <a:r>
              <a:rPr lang="en-US" sz="1200" b="0" i="1" kern="1200" baseline="0" dirty="0">
                <a:solidFill>
                  <a:schemeClr val="tx1"/>
                </a:solidFill>
                <a:latin typeface="Arial" charset="0"/>
                <a:ea typeface="ＭＳ Ｐゴシック" charset="-128"/>
                <a:cs typeface="ＭＳ Ｐゴシック" charset="-128"/>
              </a:rPr>
              <a:t>K</a:t>
            </a:r>
            <a:r>
              <a:rPr lang="en-US" sz="1200" b="0" i="1" kern="1200" baseline="-25000" dirty="0">
                <a:solidFill>
                  <a:schemeClr val="tx1"/>
                </a:solidFill>
                <a:latin typeface="Arial" charset="0"/>
                <a:ea typeface="ＭＳ Ｐゴシック" charset="-128"/>
                <a:cs typeface="ＭＳ Ｐゴシック" charset="-128"/>
              </a:rPr>
              <a:t>t</a:t>
            </a:r>
            <a:r>
              <a:rPr lang="en-US" sz="1200" b="0" kern="1200" baseline="0" dirty="0">
                <a:solidFill>
                  <a:schemeClr val="tx1"/>
                </a:solidFill>
                <a:latin typeface="Arial" charset="0"/>
                <a:ea typeface="ＭＳ Ｐゴシック" charset="-128"/>
                <a:cs typeface="ＭＳ Ｐゴシック" charset="-128"/>
              </a:rPr>
              <a:t> , where</a:t>
            </a:r>
          </a:p>
          <a:p>
            <a:r>
              <a:rPr lang="en-US" sz="1200" b="0" kern="1200" baseline="0" dirty="0">
                <a:solidFill>
                  <a:schemeClr val="tx1"/>
                </a:solidFill>
                <a:latin typeface="Arial" charset="0"/>
                <a:ea typeface="ＭＳ Ｐゴシック" charset="-128"/>
                <a:cs typeface="ＭＳ Ｐゴシック" charset="-128"/>
              </a:rPr>
              <a:t>0 </a:t>
            </a:r>
            <a:r>
              <a:rPr lang="en-US" sz="1200" b="0" i="1" kern="1200" baseline="0" dirty="0">
                <a:solidFill>
                  <a:schemeClr val="tx1"/>
                </a:solidFill>
                <a:latin typeface="Arial" charset="0"/>
                <a:ea typeface="ＭＳ Ｐゴシック" charset="-128"/>
                <a:cs typeface="ＭＳ Ｐゴシック" charset="-128"/>
              </a:rPr>
              <a:t>≤ </a:t>
            </a:r>
            <a:r>
              <a:rPr lang="en-US" sz="1200" b="0" i="1" kern="1200" baseline="0" dirty="0" err="1">
                <a:solidFill>
                  <a:schemeClr val="tx1"/>
                </a:solidFill>
                <a:latin typeface="Arial" charset="0"/>
                <a:ea typeface="ＭＳ Ｐゴシック" charset="-128"/>
                <a:cs typeface="ＭＳ Ｐゴシック" charset="-128"/>
              </a:rPr>
              <a:t>t</a:t>
            </a:r>
            <a:r>
              <a:rPr lang="en-US" sz="1200" b="0" kern="1200" baseline="0" dirty="0">
                <a:solidFill>
                  <a:schemeClr val="tx1"/>
                </a:solidFill>
                <a:latin typeface="Arial" charset="0"/>
                <a:ea typeface="ＭＳ Ｐゴシック" charset="-128"/>
                <a:cs typeface="ＭＳ Ｐゴシック" charset="-128"/>
              </a:rPr>
              <a:t> ≤ 79 indicates one of the 80 rounds. These words represent the first</a:t>
            </a:r>
          </a:p>
          <a:p>
            <a:r>
              <a:rPr lang="en-US" sz="1200" b="0" kern="1200" baseline="0" dirty="0">
                <a:solidFill>
                  <a:schemeClr val="tx1"/>
                </a:solidFill>
                <a:latin typeface="Arial" charset="0"/>
                <a:ea typeface="ＭＳ Ｐゴシック" charset="-128"/>
                <a:cs typeface="ＭＳ Ｐゴシック" charset="-128"/>
              </a:rPr>
              <a:t>64 bits of the fractional parts of the cube roots of the first 80 prime </a:t>
            </a:r>
            <a:r>
              <a:rPr lang="en-US" sz="1200" kern="1200" baseline="0" dirty="0">
                <a:solidFill>
                  <a:schemeClr val="tx1"/>
                </a:solidFill>
                <a:latin typeface="Arial" charset="0"/>
                <a:ea typeface="ＭＳ Ｐゴシック" charset="-128"/>
                <a:cs typeface="ＭＳ Ｐゴシック" charset="-128"/>
              </a:rPr>
              <a:t>numbers.</a:t>
            </a:r>
          </a:p>
          <a:p>
            <a:endParaRPr lang="en-AU" b="0" dirty="0">
              <a:latin typeface="Arial" pitchFamily="-84" charset="0"/>
              <a:ea typeface="ＭＳ Ｐゴシック" pitchFamily="-84" charset="-128"/>
              <a:cs typeface="ＭＳ Ｐゴシック" pitchFamily="-84" charset="-128"/>
            </a:endParaRPr>
          </a:p>
          <a:p>
            <a:r>
              <a:rPr lang="en-US" sz="1200" b="1" kern="1200" baseline="0" dirty="0">
                <a:solidFill>
                  <a:schemeClr val="tx1"/>
                </a:solidFill>
                <a:latin typeface="Arial" charset="0"/>
                <a:ea typeface="ＭＳ Ｐゴシック" charset="-128"/>
                <a:cs typeface="ＭＳ Ｐゴシック" charset="-128"/>
              </a:rPr>
              <a:t> Step 5 Output. </a:t>
            </a:r>
            <a:r>
              <a:rPr lang="en-US" sz="1200" kern="1200" baseline="0" dirty="0">
                <a:solidFill>
                  <a:schemeClr val="tx1"/>
                </a:solidFill>
                <a:latin typeface="Arial" charset="0"/>
                <a:ea typeface="ＭＳ Ｐゴシック" charset="-128"/>
                <a:cs typeface="ＭＳ Ｐゴシック" charset="-128"/>
              </a:rPr>
              <a:t>After all </a:t>
            </a:r>
            <a:r>
              <a:rPr lang="en-US" sz="1200" i="1" kern="1200" baseline="0" dirty="0">
                <a:solidFill>
                  <a:schemeClr val="tx1"/>
                </a:solidFill>
                <a:latin typeface="Arial" charset="0"/>
                <a:ea typeface="ＭＳ Ｐゴシック" charset="-128"/>
                <a:cs typeface="ＭＳ Ｐゴシック" charset="-128"/>
              </a:rPr>
              <a:t>N</a:t>
            </a:r>
            <a:r>
              <a:rPr lang="en-US" sz="1200" kern="1200" baseline="0" dirty="0">
                <a:solidFill>
                  <a:schemeClr val="tx1"/>
                </a:solidFill>
                <a:latin typeface="Arial" charset="0"/>
                <a:ea typeface="ＭＳ Ｐゴシック" charset="-128"/>
                <a:cs typeface="ＭＳ Ｐゴシック" charset="-128"/>
              </a:rPr>
              <a:t> 1024-bit blocks have been processed, the output from</a:t>
            </a:r>
          </a:p>
          <a:p>
            <a:r>
              <a:rPr lang="en-US" sz="1200" kern="1200" baseline="0" dirty="0">
                <a:solidFill>
                  <a:schemeClr val="tx1"/>
                </a:solidFill>
                <a:latin typeface="Arial" charset="0"/>
                <a:ea typeface="ＭＳ Ｐゴシック" charset="-128"/>
                <a:cs typeface="ＭＳ Ｐゴシック" charset="-128"/>
              </a:rPr>
              <a:t>the </a:t>
            </a:r>
            <a:r>
              <a:rPr lang="en-US" sz="1200" i="1" kern="1200" baseline="0" dirty="0">
                <a:solidFill>
                  <a:schemeClr val="tx1"/>
                </a:solidFill>
                <a:latin typeface="Arial" charset="0"/>
                <a:ea typeface="ＭＳ Ｐゴシック" charset="-128"/>
                <a:cs typeface="ＭＳ Ｐゴシック" charset="-128"/>
              </a:rPr>
              <a:t>N</a:t>
            </a:r>
            <a:r>
              <a:rPr lang="en-US" sz="1200" kern="1200" baseline="0" dirty="0">
                <a:solidFill>
                  <a:schemeClr val="tx1"/>
                </a:solidFill>
                <a:latin typeface="Arial" charset="0"/>
                <a:ea typeface="ＭＳ Ｐゴシック" charset="-128"/>
                <a:cs typeface="ＭＳ Ｐゴシック" charset="-128"/>
              </a:rPr>
              <a:t>th stage is the 512-bit message digest.</a:t>
            </a:r>
            <a:endParaRPr lang="en-AU" b="0" dirty="0">
              <a:latin typeface="Arial" pitchFamily="-84" charset="0"/>
              <a:ea typeface="ＭＳ Ｐゴシック" pitchFamily="-84" charset="-128"/>
              <a:cs typeface="ＭＳ Ｐゴシック" pitchFamily="-84" charset="-128"/>
            </a:endParaRPr>
          </a:p>
        </p:txBody>
      </p:sp>
    </p:spTree>
    <p:extLst>
      <p:ext uri="{BB962C8B-B14F-4D97-AF65-F5344CB8AC3E}">
        <p14:creationId xmlns:p14="http://schemas.microsoft.com/office/powerpoint/2010/main" val="317647860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p:cNvSpPr>
            <a:spLocks noGrp="1" noRot="1" noChangeAspect="1"/>
          </p:cNvSpPr>
          <p:nvPr>
            <p:ph type="sldImg"/>
          </p:nvPr>
        </p:nvSpPr>
        <p:spPr>
          <a:xfrm>
            <a:off x="381000" y="685800"/>
            <a:ext cx="6096000" cy="3429000"/>
          </a:xfrm>
          <a:ln/>
        </p:spPr>
      </p:sp>
      <p:sp>
        <p:nvSpPr>
          <p:cNvPr id="56323" name="Notes Placeholder 2"/>
          <p:cNvSpPr>
            <a:spLocks noGrp="1"/>
          </p:cNvSpPr>
          <p:nvPr>
            <p:ph type="body" idx="1"/>
          </p:nvPr>
        </p:nvSpPr>
        <p:spPr>
          <a:noFill/>
          <a:ln/>
        </p:spPr>
        <p:txBody>
          <a:bodyPr/>
          <a:lstStyle/>
          <a:p>
            <a:r>
              <a:rPr lang="en-US" sz="1200" kern="1200" baseline="0" dirty="0">
                <a:solidFill>
                  <a:schemeClr val="tx1"/>
                </a:solidFill>
                <a:latin typeface="Arial" charset="0"/>
                <a:ea typeface="ＭＳ Ｐゴシック" charset="-128"/>
                <a:cs typeface="ＭＳ Ｐゴシック" charset="-128"/>
              </a:rPr>
              <a:t>As of this writing, the Secure Hash Algorithm (SHA-1) has not yet been “broken.”</a:t>
            </a:r>
          </a:p>
          <a:p>
            <a:r>
              <a:rPr lang="en-US" sz="1200" kern="1200" baseline="0" dirty="0">
                <a:solidFill>
                  <a:schemeClr val="tx1"/>
                </a:solidFill>
                <a:latin typeface="Arial" charset="0"/>
                <a:ea typeface="ＭＳ Ｐゴシック" charset="-128"/>
                <a:cs typeface="ＭＳ Ｐゴシック" charset="-128"/>
              </a:rPr>
              <a:t>That is, no one has demonstrated a technique for producing collisions in a practical amount of time. However, because SHA-1 is very similar, in structure and in the basic mathematical operations used, to MD5 and SHA-0, both of which have been broken, SHA-1 is considered insecure and has been phased out for SHA-2.</a:t>
            </a:r>
          </a:p>
          <a:p>
            <a:endParaRPr lang="en-US" sz="1200" kern="1200" baseline="0" dirty="0">
              <a:solidFill>
                <a:schemeClr val="tx1"/>
              </a:solidFill>
              <a:latin typeface="Arial" charset="0"/>
              <a:ea typeface="ＭＳ Ｐゴシック" charset="-128"/>
              <a:cs typeface="ＭＳ Ｐゴシック" charset="-128"/>
            </a:endParaRPr>
          </a:p>
          <a:p>
            <a:r>
              <a:rPr lang="en-US" sz="1200" kern="1200" baseline="0" dirty="0">
                <a:solidFill>
                  <a:schemeClr val="tx1"/>
                </a:solidFill>
                <a:latin typeface="Arial" charset="0"/>
                <a:ea typeface="ＭＳ Ｐゴシック" charset="-128"/>
                <a:cs typeface="ＭＳ Ｐゴシック" charset="-128"/>
              </a:rPr>
              <a:t>SHA-2, particularly the 512-bit version, would appear to provide unassailable</a:t>
            </a:r>
          </a:p>
          <a:p>
            <a:r>
              <a:rPr lang="en-US" sz="1200" kern="1200" baseline="0" dirty="0">
                <a:solidFill>
                  <a:schemeClr val="tx1"/>
                </a:solidFill>
                <a:latin typeface="Arial" charset="0"/>
                <a:ea typeface="ＭＳ Ｐゴシック" charset="-128"/>
                <a:cs typeface="ＭＳ Ｐゴシック" charset="-128"/>
              </a:rPr>
              <a:t>security. However, SHA-2 shares the same structure and mathematical operations</a:t>
            </a:r>
          </a:p>
          <a:p>
            <a:r>
              <a:rPr lang="en-US" sz="1200" kern="1200" baseline="0" dirty="0">
                <a:solidFill>
                  <a:schemeClr val="tx1"/>
                </a:solidFill>
                <a:latin typeface="Arial" charset="0"/>
                <a:ea typeface="ＭＳ Ｐゴシック" charset="-128"/>
                <a:cs typeface="ＭＳ Ｐゴシック" charset="-128"/>
              </a:rPr>
              <a:t>as its predecessors, and this is a cause for concern. Because it will take years to find a suitable replacement for SHA-2, should it become vulnerable, NIST decided to begin the process of developing a new hash standard.</a:t>
            </a:r>
          </a:p>
          <a:p>
            <a:endParaRPr lang="en-US" sz="1200" kern="1200" baseline="0" dirty="0">
              <a:solidFill>
                <a:schemeClr val="tx1"/>
              </a:solidFill>
              <a:latin typeface="Arial" charset="0"/>
              <a:ea typeface="ＭＳ Ｐゴシック" charset="-128"/>
              <a:cs typeface="ＭＳ Ｐゴシック" charset="-128"/>
            </a:endParaRPr>
          </a:p>
          <a:p>
            <a:r>
              <a:rPr lang="en-US" sz="1200" kern="1200" baseline="0" dirty="0">
                <a:solidFill>
                  <a:schemeClr val="tx1"/>
                </a:solidFill>
                <a:latin typeface="Arial" charset="0"/>
                <a:ea typeface="ＭＳ Ｐゴシック" charset="-128"/>
                <a:cs typeface="ＭＳ Ｐゴシック" charset="-128"/>
              </a:rPr>
              <a:t>Accordingly, NIST announced in 2007 a competition to produce the next generation NIST hash function, to be called </a:t>
            </a:r>
            <a:r>
              <a:rPr lang="en-US" sz="1200" b="1" kern="1200" baseline="0" dirty="0">
                <a:solidFill>
                  <a:schemeClr val="tx1"/>
                </a:solidFill>
                <a:latin typeface="Arial" charset="0"/>
                <a:ea typeface="ＭＳ Ｐゴシック" charset="-128"/>
                <a:cs typeface="ＭＳ Ｐゴシック" charset="-128"/>
              </a:rPr>
              <a:t>SHA-3.</a:t>
            </a:r>
            <a:r>
              <a:rPr lang="en-US" sz="1200" kern="1200" baseline="0" dirty="0">
                <a:solidFill>
                  <a:schemeClr val="tx1"/>
                </a:solidFill>
                <a:latin typeface="Arial" charset="0"/>
                <a:ea typeface="ＭＳ Ｐゴシック" charset="-128"/>
                <a:cs typeface="ＭＳ Ｐゴシック" charset="-128"/>
              </a:rPr>
              <a:t> The winning design for SHA-3</a:t>
            </a:r>
          </a:p>
          <a:p>
            <a:r>
              <a:rPr lang="en-US" sz="1200" kern="1200" baseline="0" dirty="0">
                <a:solidFill>
                  <a:schemeClr val="tx1"/>
                </a:solidFill>
                <a:latin typeface="Arial" charset="0"/>
                <a:ea typeface="ＭＳ Ｐゴシック" charset="-128"/>
                <a:cs typeface="ＭＳ Ｐゴシック" charset="-128"/>
              </a:rPr>
              <a:t>was announced by NIST in October 2012. SHA-3 is a cryptographic hash function</a:t>
            </a:r>
          </a:p>
          <a:p>
            <a:r>
              <a:rPr lang="en-US" sz="1200" kern="1200" baseline="0" dirty="0">
                <a:solidFill>
                  <a:schemeClr val="tx1"/>
                </a:solidFill>
                <a:latin typeface="Arial" charset="0"/>
                <a:ea typeface="ＭＳ Ｐゴシック" charset="-128"/>
                <a:cs typeface="ＭＳ Ｐゴシック" charset="-128"/>
              </a:rPr>
              <a:t>that is intended to complement SHA-2 as the approved standard for a wide range</a:t>
            </a:r>
          </a:p>
          <a:p>
            <a:r>
              <a:rPr lang="en-US" sz="1200" kern="1200" baseline="0" dirty="0">
                <a:solidFill>
                  <a:schemeClr val="tx1"/>
                </a:solidFill>
                <a:latin typeface="Arial" charset="0"/>
                <a:ea typeface="ＭＳ Ｐゴシック" charset="-128"/>
                <a:cs typeface="ＭＳ Ｐゴシック" charset="-128"/>
              </a:rPr>
              <a:t>of applications.</a:t>
            </a:r>
          </a:p>
          <a:p>
            <a:endParaRPr lang="en-US" sz="1200" kern="1200" baseline="0" dirty="0">
              <a:solidFill>
                <a:schemeClr val="tx1"/>
              </a:solidFill>
              <a:latin typeface="Arial" charset="0"/>
              <a:ea typeface="ＭＳ Ｐゴシック" charset="-128"/>
              <a:cs typeface="ＭＳ Ｐゴシック" charset="-128"/>
            </a:endParaRPr>
          </a:p>
          <a:p>
            <a:r>
              <a:rPr lang="en-US" sz="1200" kern="1200" dirty="0">
                <a:solidFill>
                  <a:schemeClr val="tx1"/>
                </a:solidFill>
                <a:effectLst/>
                <a:latin typeface="Arial" charset="0"/>
                <a:ea typeface="ＭＳ Ｐゴシック" charset="-128"/>
                <a:cs typeface="ＭＳ Ｐゴシック" charset="-128"/>
              </a:rPr>
              <a:t>NISTIR 7896 (</a:t>
            </a:r>
            <a:r>
              <a:rPr lang="en-US" sz="1200" i="1" kern="1200" dirty="0">
                <a:solidFill>
                  <a:schemeClr val="tx1"/>
                </a:solidFill>
                <a:effectLst/>
                <a:latin typeface="Arial" charset="0"/>
                <a:ea typeface="ＭＳ Ｐゴシック" charset="-128"/>
                <a:cs typeface="ＭＳ Ｐゴシック" charset="-128"/>
              </a:rPr>
              <a:t>Third-Round Report of the SHA-3 Cryptographic Hash Algorithm Competition</a:t>
            </a:r>
            <a:r>
              <a:rPr lang="en-US" sz="1200" kern="1200" dirty="0">
                <a:solidFill>
                  <a:schemeClr val="tx1"/>
                </a:solidFill>
                <a:effectLst/>
                <a:latin typeface="Arial" charset="0"/>
                <a:ea typeface="ＭＳ Ｐゴシック" charset="-128"/>
                <a:cs typeface="ＭＳ Ｐゴシック" charset="-128"/>
              </a:rPr>
              <a:t>) summarizes the evaluation criteria used by NIST to select from among the candidates for SHA-3, plus the rationale for picking Keccak, which was the winning </a:t>
            </a:r>
            <a:r>
              <a:rPr lang="en-US" sz="1200" kern="1200" dirty="0" err="1">
                <a:solidFill>
                  <a:schemeClr val="tx1"/>
                </a:solidFill>
                <a:effectLst/>
                <a:latin typeface="Arial" charset="0"/>
                <a:ea typeface="ＭＳ Ｐゴシック" charset="-128"/>
                <a:cs typeface="ＭＳ Ｐゴシック" charset="-128"/>
              </a:rPr>
              <a:t>candidate.This</a:t>
            </a:r>
            <a:r>
              <a:rPr lang="en-US" sz="1200" kern="1200" dirty="0">
                <a:solidFill>
                  <a:schemeClr val="tx1"/>
                </a:solidFill>
                <a:effectLst/>
                <a:latin typeface="Arial" charset="0"/>
                <a:ea typeface="ＭＳ Ｐゴシック" charset="-128"/>
                <a:cs typeface="ＭＳ Ｐゴシック" charset="-128"/>
              </a:rPr>
              <a:t> material is useful in understanding not just the SHA-3 design but also the criteria by which to judge any cryptographic hash algorithm. </a:t>
            </a:r>
            <a:endParaRPr lang="en-US" dirty="0"/>
          </a:p>
        </p:txBody>
      </p:sp>
      <p:sp>
        <p:nvSpPr>
          <p:cNvPr id="56324" name="Slide Number Placeholder 3"/>
          <p:cNvSpPr>
            <a:spLocks noGrp="1"/>
          </p:cNvSpPr>
          <p:nvPr>
            <p:ph type="sldNum" sz="quarter" idx="5"/>
          </p:nvPr>
        </p:nvSpPr>
        <p:spPr>
          <a:noFill/>
        </p:spPr>
        <p:txBody>
          <a:bodyPr/>
          <a:lstStyle/>
          <a:p>
            <a:fld id="{62FF653A-F53A-5B43-AFE9-D90E573ABCBA}" type="slidenum">
              <a:rPr lang="en-AU" smtClean="0">
                <a:latin typeface="Arial" pitchFamily="-84" charset="0"/>
              </a:rPr>
              <a:pPr/>
              <a:t>25</a:t>
            </a:fld>
            <a:endParaRPr lang="en-AU" dirty="0">
              <a:latin typeface="Arial" pitchFamily="-84"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Image Placeholder 1"/>
          <p:cNvSpPr>
            <a:spLocks noGrp="1" noRot="1" noChangeAspect="1"/>
          </p:cNvSpPr>
          <p:nvPr>
            <p:ph type="sldImg"/>
          </p:nvPr>
        </p:nvSpPr>
        <p:spPr>
          <a:xfrm>
            <a:off x="381000" y="685800"/>
            <a:ext cx="6096000" cy="3429000"/>
          </a:xfrm>
          <a:ln/>
        </p:spPr>
      </p:sp>
      <p:sp>
        <p:nvSpPr>
          <p:cNvPr id="58371" name="Notes Placeholder 2"/>
          <p:cNvSpPr>
            <a:spLocks noGrp="1"/>
          </p:cNvSpPr>
          <p:nvPr>
            <p:ph type="body" idx="1"/>
          </p:nvPr>
        </p:nvSpPr>
        <p:spPr>
          <a:noFill/>
          <a:ln/>
        </p:spPr>
        <p:txBody>
          <a:bodyPr/>
          <a:lstStyle/>
          <a:p>
            <a:r>
              <a:rPr lang="en-US" sz="1200" kern="1200" baseline="0" dirty="0">
                <a:solidFill>
                  <a:schemeClr val="tx1"/>
                </a:solidFill>
                <a:latin typeface="Arial" charset="0"/>
                <a:ea typeface="ＭＳ Ｐゴシック" charset="-128"/>
                <a:cs typeface="ＭＳ Ｐゴシック" charset="-128"/>
              </a:rPr>
              <a:t> The underlying structure of SHA-3 is a scheme referred to by its designers as a</a:t>
            </a:r>
          </a:p>
          <a:p>
            <a:r>
              <a:rPr lang="en-US" sz="1200" b="1" kern="1200" baseline="0" dirty="0">
                <a:solidFill>
                  <a:schemeClr val="tx1"/>
                </a:solidFill>
                <a:latin typeface="Arial" charset="0"/>
                <a:ea typeface="ＭＳ Ｐゴシック" charset="-128"/>
                <a:cs typeface="ＭＳ Ｐゴシック" charset="-128"/>
              </a:rPr>
              <a:t>sponge construction  </a:t>
            </a:r>
            <a:r>
              <a:rPr lang="en-US" sz="1200" kern="1200" baseline="0" dirty="0">
                <a:solidFill>
                  <a:schemeClr val="tx1"/>
                </a:solidFill>
                <a:latin typeface="Arial" charset="0"/>
                <a:ea typeface="ＭＳ Ｐゴシック" charset="-128"/>
                <a:cs typeface="ＭＳ Ｐゴシック" charset="-128"/>
              </a:rPr>
              <a:t>[BERT07, BERT11]. The sponge construction has the same general structure as other iterated hash functions (Figure 11.8). The sponge function takes an input message and partitions it into fixed-size blocks. Each block is processed in turn with the output of each iteration fed into the next iteration, finally producing an output block.</a:t>
            </a:r>
          </a:p>
          <a:p>
            <a:endParaRPr lang="en-US" sz="1200" kern="1200" baseline="0" dirty="0">
              <a:solidFill>
                <a:schemeClr val="tx1"/>
              </a:solidFill>
              <a:latin typeface="Arial" charset="0"/>
              <a:ea typeface="ＭＳ Ｐゴシック" charset="-128"/>
              <a:cs typeface="ＭＳ Ｐゴシック" charset="-128"/>
            </a:endParaRPr>
          </a:p>
          <a:p>
            <a:r>
              <a:rPr lang="en-US" sz="1200" kern="1200" baseline="0" dirty="0">
                <a:solidFill>
                  <a:schemeClr val="tx1"/>
                </a:solidFill>
                <a:latin typeface="Arial" charset="0"/>
                <a:ea typeface="ＭＳ Ｐゴシック" charset="-128"/>
                <a:cs typeface="ＭＳ Ｐゴシック" charset="-128"/>
              </a:rPr>
              <a:t> The sponge function is defined by three parameters:</a:t>
            </a:r>
          </a:p>
          <a:p>
            <a:endParaRPr lang="en-US" sz="1200" kern="1200" baseline="0" dirty="0">
              <a:solidFill>
                <a:schemeClr val="tx1"/>
              </a:solidFill>
              <a:latin typeface="Arial" charset="0"/>
              <a:ea typeface="ＭＳ Ｐゴシック" charset="-128"/>
              <a:cs typeface="ＭＳ Ｐゴシック" charset="-128"/>
            </a:endParaRPr>
          </a:p>
          <a:p>
            <a:r>
              <a:rPr lang="en-US" sz="1200" kern="1200" baseline="0" dirty="0">
                <a:solidFill>
                  <a:schemeClr val="tx1"/>
                </a:solidFill>
                <a:latin typeface="Arial" charset="0"/>
                <a:ea typeface="ＭＳ Ｐゴシック" charset="-128"/>
                <a:cs typeface="ＭＳ Ｐゴシック" charset="-128"/>
              </a:rPr>
              <a:t>f =  the internal function used to process each input block</a:t>
            </a:r>
          </a:p>
          <a:p>
            <a:endParaRPr lang="en-US" sz="1200" kern="1200" baseline="0" dirty="0">
              <a:solidFill>
                <a:schemeClr val="tx1"/>
              </a:solidFill>
              <a:latin typeface="Arial" charset="0"/>
              <a:ea typeface="ＭＳ Ｐゴシック" charset="-128"/>
              <a:cs typeface="ＭＳ Ｐゴシック" charset="-128"/>
            </a:endParaRPr>
          </a:p>
          <a:p>
            <a:r>
              <a:rPr lang="en-US" sz="1200" kern="1200" baseline="0" dirty="0">
                <a:solidFill>
                  <a:schemeClr val="tx1"/>
                </a:solidFill>
                <a:latin typeface="Arial" charset="0"/>
                <a:ea typeface="ＭＳ Ｐゴシック" charset="-128"/>
                <a:cs typeface="ＭＳ Ｐゴシック" charset="-128"/>
              </a:rPr>
              <a:t>r =  the size in bits of the input blocks, called the </a:t>
            </a:r>
            <a:r>
              <a:rPr lang="en-US" sz="1200" b="1" kern="1200" baseline="0" dirty="0">
                <a:solidFill>
                  <a:schemeClr val="tx1"/>
                </a:solidFill>
                <a:latin typeface="Arial" charset="0"/>
                <a:ea typeface="ＭＳ Ｐゴシック" charset="-128"/>
                <a:cs typeface="ＭＳ Ｐゴシック" charset="-128"/>
              </a:rPr>
              <a:t>bitrate</a:t>
            </a:r>
          </a:p>
          <a:p>
            <a:endParaRPr lang="en-US" sz="1200" kern="1200" baseline="0" dirty="0">
              <a:solidFill>
                <a:schemeClr val="tx1"/>
              </a:solidFill>
              <a:latin typeface="Arial" charset="0"/>
              <a:ea typeface="ＭＳ Ｐゴシック" charset="-128"/>
              <a:cs typeface="ＭＳ Ｐゴシック" charset="-128"/>
            </a:endParaRPr>
          </a:p>
          <a:p>
            <a:r>
              <a:rPr lang="en-US" sz="1200" kern="1200" baseline="0" dirty="0">
                <a:solidFill>
                  <a:schemeClr val="tx1"/>
                </a:solidFill>
                <a:latin typeface="Arial" charset="0"/>
                <a:ea typeface="ＭＳ Ｐゴシック" charset="-128"/>
                <a:cs typeface="ＭＳ Ｐゴシック" charset="-128"/>
              </a:rPr>
              <a:t>pad =  the padding algorithm</a:t>
            </a:r>
          </a:p>
          <a:p>
            <a:endParaRPr lang="en-US" sz="1200" kern="1200" baseline="0" dirty="0">
              <a:solidFill>
                <a:schemeClr val="tx1"/>
              </a:solidFill>
              <a:latin typeface="Arial" charset="0"/>
              <a:ea typeface="ＭＳ Ｐゴシック" charset="-128"/>
              <a:cs typeface="ＭＳ Ｐゴシック" charset="-128"/>
            </a:endParaRPr>
          </a:p>
          <a:p>
            <a:endParaRPr lang="en-US" dirty="0">
              <a:latin typeface="Arial" pitchFamily="-84" charset="0"/>
              <a:ea typeface="ＭＳ Ｐゴシック" pitchFamily="-84" charset="-128"/>
              <a:cs typeface="ＭＳ Ｐゴシック" pitchFamily="-84" charset="-128"/>
            </a:endParaRPr>
          </a:p>
        </p:txBody>
      </p:sp>
      <p:sp>
        <p:nvSpPr>
          <p:cNvPr id="58372" name="Slide Number Placeholder 3"/>
          <p:cNvSpPr>
            <a:spLocks noGrp="1"/>
          </p:cNvSpPr>
          <p:nvPr>
            <p:ph type="sldNum" sz="quarter" idx="5"/>
          </p:nvPr>
        </p:nvSpPr>
        <p:spPr>
          <a:noFill/>
        </p:spPr>
        <p:txBody>
          <a:bodyPr/>
          <a:lstStyle/>
          <a:p>
            <a:fld id="{E20E3A00-078D-1745-B608-9B8564CA0A3B}" type="slidenum">
              <a:rPr lang="en-AU" smtClean="0">
                <a:latin typeface="Arial" pitchFamily="-84" charset="0"/>
              </a:rPr>
              <a:pPr/>
              <a:t>26</a:t>
            </a:fld>
            <a:endParaRPr lang="en-AU" dirty="0">
              <a:latin typeface="Arial" pitchFamily="-84"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Arial" charset="0"/>
                <a:ea typeface="ＭＳ Ｐゴシック" charset="-128"/>
                <a:cs typeface="ＭＳ Ｐゴシック" charset="-128"/>
              </a:rPr>
              <a:t> A sponge function allows both variable length input and output, making it a</a:t>
            </a:r>
          </a:p>
          <a:p>
            <a:r>
              <a:rPr lang="en-US" sz="1200" kern="1200" baseline="0" dirty="0">
                <a:solidFill>
                  <a:schemeClr val="tx1"/>
                </a:solidFill>
                <a:latin typeface="Arial" charset="0"/>
                <a:ea typeface="ＭＳ Ｐゴシック" charset="-128"/>
                <a:cs typeface="ＭＳ Ｐゴシック" charset="-128"/>
              </a:rPr>
              <a:t>flexible structure that can be used for a hash function (fixed-length output), a pseudorandom number generator (fixed-length input), and other cryptographic functions. Figure 11.14 illustrates this point.</a:t>
            </a:r>
          </a:p>
          <a:p>
            <a:endParaRPr lang="en-US" sz="1200" kern="1200" baseline="0" dirty="0">
              <a:solidFill>
                <a:schemeClr val="tx1"/>
              </a:solidFill>
              <a:latin typeface="Arial" charset="0"/>
              <a:ea typeface="ＭＳ Ｐゴシック" charset="-128"/>
              <a:cs typeface="ＭＳ Ｐゴシック" charset="-128"/>
            </a:endParaRPr>
          </a:p>
          <a:p>
            <a:r>
              <a:rPr lang="en-US" sz="1200" kern="1200" baseline="0" dirty="0">
                <a:solidFill>
                  <a:schemeClr val="tx1"/>
                </a:solidFill>
                <a:latin typeface="Arial" charset="0"/>
                <a:ea typeface="ＭＳ Ｐゴシック" charset="-128"/>
                <a:cs typeface="ＭＳ Ｐゴシック" charset="-128"/>
              </a:rPr>
              <a:t>The sponge specification proposes [BERT11] proposes</a:t>
            </a:r>
          </a:p>
          <a:p>
            <a:r>
              <a:rPr lang="en-US" sz="1200" kern="1200" baseline="0" dirty="0">
                <a:solidFill>
                  <a:schemeClr val="tx1"/>
                </a:solidFill>
                <a:latin typeface="Arial" charset="0"/>
                <a:ea typeface="ＭＳ Ｐゴシック" charset="-128"/>
                <a:cs typeface="ＭＳ Ｐゴシック" charset="-128"/>
              </a:rPr>
              <a:t>two padding schemes:</a:t>
            </a:r>
          </a:p>
          <a:p>
            <a:endParaRPr lang="en-US" sz="1200" kern="1200" baseline="0" dirty="0">
              <a:solidFill>
                <a:schemeClr val="tx1"/>
              </a:solidFill>
              <a:latin typeface="Arial" charset="0"/>
              <a:ea typeface="ＭＳ Ｐゴシック" charset="-128"/>
              <a:cs typeface="ＭＳ Ｐゴシック" charset="-128"/>
            </a:endParaRPr>
          </a:p>
          <a:p>
            <a:r>
              <a:rPr lang="en-US" sz="1200" b="1" kern="1200" baseline="0" dirty="0">
                <a:solidFill>
                  <a:schemeClr val="tx1"/>
                </a:solidFill>
                <a:latin typeface="Arial" charset="0"/>
                <a:ea typeface="ＭＳ Ｐゴシック" charset="-128"/>
                <a:cs typeface="ＭＳ Ｐゴシック" charset="-128"/>
              </a:rPr>
              <a:t>• Simple padding:  </a:t>
            </a:r>
            <a:r>
              <a:rPr lang="en-US" sz="1200" kern="1200" baseline="0" dirty="0">
                <a:solidFill>
                  <a:schemeClr val="tx1"/>
                </a:solidFill>
                <a:latin typeface="Arial" charset="0"/>
                <a:ea typeface="ＭＳ Ｐゴシック" charset="-128"/>
                <a:cs typeface="ＭＳ Ｐゴシック" charset="-128"/>
              </a:rPr>
              <a:t>Denoted by pad10*, appends a single bit 1 followed by the</a:t>
            </a:r>
          </a:p>
          <a:p>
            <a:r>
              <a:rPr lang="en-US" sz="1200" kern="1200" baseline="0" dirty="0">
                <a:solidFill>
                  <a:schemeClr val="tx1"/>
                </a:solidFill>
                <a:latin typeface="Arial" charset="0"/>
                <a:ea typeface="ＭＳ Ｐゴシック" charset="-128"/>
                <a:cs typeface="ＭＳ Ｐゴシック" charset="-128"/>
              </a:rPr>
              <a:t>minimum number of bits 0 such that the length of the result is a multiple of the</a:t>
            </a:r>
          </a:p>
          <a:p>
            <a:r>
              <a:rPr lang="en-US" sz="1200" kern="1200" baseline="0" dirty="0">
                <a:solidFill>
                  <a:schemeClr val="tx1"/>
                </a:solidFill>
                <a:latin typeface="Arial" charset="0"/>
                <a:ea typeface="ＭＳ Ｐゴシック" charset="-128"/>
                <a:cs typeface="ＭＳ Ｐゴシック" charset="-128"/>
              </a:rPr>
              <a:t>block length.</a:t>
            </a:r>
          </a:p>
          <a:p>
            <a:endParaRPr lang="en-US" sz="1200" kern="1200" baseline="0" dirty="0">
              <a:solidFill>
                <a:schemeClr val="tx1"/>
              </a:solidFill>
              <a:latin typeface="Arial" charset="0"/>
              <a:ea typeface="ＭＳ Ｐゴシック" charset="-128"/>
              <a:cs typeface="ＭＳ Ｐゴシック" charset="-128"/>
            </a:endParaRPr>
          </a:p>
          <a:p>
            <a:r>
              <a:rPr lang="en-US" sz="1200" kern="1200" baseline="0" dirty="0">
                <a:solidFill>
                  <a:schemeClr val="tx1"/>
                </a:solidFill>
                <a:latin typeface="Arial" charset="0"/>
                <a:ea typeface="ＭＳ Ｐゴシック" charset="-128"/>
                <a:cs typeface="ＭＳ Ｐゴシック" charset="-128"/>
              </a:rPr>
              <a:t>• </a:t>
            </a:r>
            <a:r>
              <a:rPr lang="en-US" sz="1200" b="1" kern="1200" baseline="0" dirty="0">
                <a:solidFill>
                  <a:schemeClr val="tx1"/>
                </a:solidFill>
                <a:latin typeface="Arial" charset="0"/>
                <a:ea typeface="ＭＳ Ｐゴシック" charset="-128"/>
                <a:cs typeface="ＭＳ Ｐゴシック" charset="-128"/>
              </a:rPr>
              <a:t>Multirate padding:  </a:t>
            </a:r>
            <a:r>
              <a:rPr lang="en-US" sz="1200" kern="1200" baseline="0" dirty="0">
                <a:solidFill>
                  <a:schemeClr val="tx1"/>
                </a:solidFill>
                <a:latin typeface="Arial" charset="0"/>
                <a:ea typeface="ＭＳ Ｐゴシック" charset="-128"/>
                <a:cs typeface="ＭＳ Ｐゴシック" charset="-128"/>
              </a:rPr>
              <a:t>Denoted by pad10*1, appends a single bit 1 followed by</a:t>
            </a:r>
          </a:p>
          <a:p>
            <a:r>
              <a:rPr lang="en-US" sz="1200" kern="1200" baseline="0" dirty="0">
                <a:solidFill>
                  <a:schemeClr val="tx1"/>
                </a:solidFill>
                <a:latin typeface="Arial" charset="0"/>
                <a:ea typeface="ＭＳ Ｐゴシック" charset="-128"/>
                <a:cs typeface="ＭＳ Ｐゴシック" charset="-128"/>
              </a:rPr>
              <a:t>the minimum number of bits 0 followed by a single bit 1 such that the length of</a:t>
            </a:r>
          </a:p>
          <a:p>
            <a:r>
              <a:rPr lang="en-US" sz="1200" kern="1200" baseline="0" dirty="0">
                <a:solidFill>
                  <a:schemeClr val="tx1"/>
                </a:solidFill>
                <a:latin typeface="Arial" charset="0"/>
                <a:ea typeface="ＭＳ Ｐゴシック" charset="-128"/>
                <a:cs typeface="ＭＳ Ｐゴシック" charset="-128"/>
              </a:rPr>
              <a:t>the result is a multiple of the block length. This is the simplest padding scheme</a:t>
            </a:r>
          </a:p>
          <a:p>
            <a:r>
              <a:rPr lang="en-US" sz="1200" kern="1200" baseline="0" dirty="0">
                <a:solidFill>
                  <a:schemeClr val="tx1"/>
                </a:solidFill>
                <a:latin typeface="Arial" charset="0"/>
                <a:ea typeface="ＭＳ Ｐゴシック" charset="-128"/>
                <a:cs typeface="ＭＳ Ｐゴシック" charset="-128"/>
              </a:rPr>
              <a:t>that allows secure use of the same </a:t>
            </a:r>
            <a:r>
              <a:rPr lang="en-US" sz="1200" i="1" kern="1200" baseline="0" dirty="0">
                <a:solidFill>
                  <a:schemeClr val="tx1"/>
                </a:solidFill>
                <a:latin typeface="Arial" charset="0"/>
                <a:ea typeface="ＭＳ Ｐゴシック" charset="-128"/>
                <a:cs typeface="ＭＳ Ｐゴシック" charset="-128"/>
              </a:rPr>
              <a:t>f</a:t>
            </a:r>
            <a:r>
              <a:rPr lang="en-US" sz="1200" kern="1200" baseline="0" dirty="0">
                <a:solidFill>
                  <a:schemeClr val="tx1"/>
                </a:solidFill>
                <a:latin typeface="Arial" charset="0"/>
                <a:ea typeface="ＭＳ Ｐゴシック" charset="-128"/>
                <a:cs typeface="ＭＳ Ｐゴシック" charset="-128"/>
              </a:rPr>
              <a:t> with different rates </a:t>
            </a:r>
            <a:r>
              <a:rPr lang="en-US" sz="1200" i="1" kern="1200" baseline="0" dirty="0">
                <a:solidFill>
                  <a:schemeClr val="tx1"/>
                </a:solidFill>
                <a:latin typeface="Arial" charset="0"/>
                <a:ea typeface="ＭＳ Ｐゴシック" charset="-128"/>
                <a:cs typeface="ＭＳ Ｐゴシック" charset="-128"/>
              </a:rPr>
              <a:t>r</a:t>
            </a:r>
            <a:r>
              <a:rPr lang="en-US" sz="1200" kern="1200" baseline="0" dirty="0">
                <a:solidFill>
                  <a:schemeClr val="tx1"/>
                </a:solidFill>
                <a:latin typeface="Arial" charset="0"/>
                <a:ea typeface="ＭＳ Ｐゴシック" charset="-128"/>
                <a:cs typeface="ＭＳ Ｐゴシック" charset="-128"/>
              </a:rPr>
              <a:t> . FIPS 202</a:t>
            </a:r>
          </a:p>
          <a:p>
            <a:r>
              <a:rPr lang="en-US" sz="1200" kern="1200" baseline="0" dirty="0">
                <a:solidFill>
                  <a:schemeClr val="tx1"/>
                </a:solidFill>
                <a:latin typeface="Arial" charset="0"/>
                <a:ea typeface="ＭＳ Ｐゴシック" charset="-128"/>
                <a:cs typeface="ＭＳ Ｐゴシック" charset="-128"/>
              </a:rPr>
              <a:t>uses </a:t>
            </a:r>
            <a:r>
              <a:rPr lang="en-US" sz="1200" kern="1200" baseline="0" dirty="0" err="1">
                <a:solidFill>
                  <a:schemeClr val="tx1"/>
                </a:solidFill>
                <a:latin typeface="Arial" charset="0"/>
                <a:ea typeface="ＭＳ Ｐゴシック" charset="-128"/>
                <a:cs typeface="ＭＳ Ｐゴシック" charset="-128"/>
              </a:rPr>
              <a:t>multirate</a:t>
            </a:r>
            <a:r>
              <a:rPr lang="en-US" sz="1200" kern="1200" baseline="0" dirty="0">
                <a:solidFill>
                  <a:schemeClr val="tx1"/>
                </a:solidFill>
                <a:latin typeface="Arial" charset="0"/>
                <a:ea typeface="ＭＳ Ｐゴシック" charset="-128"/>
                <a:cs typeface="ＭＳ Ｐゴシック" charset="-128"/>
              </a:rPr>
              <a:t> padding.</a:t>
            </a:r>
            <a:endParaRPr lang="en-US" dirty="0"/>
          </a:p>
        </p:txBody>
      </p:sp>
      <p:sp>
        <p:nvSpPr>
          <p:cNvPr id="4" name="Slide Number Placeholder 3"/>
          <p:cNvSpPr>
            <a:spLocks noGrp="1"/>
          </p:cNvSpPr>
          <p:nvPr>
            <p:ph type="sldNum" sz="quarter" idx="10"/>
          </p:nvPr>
        </p:nvSpPr>
        <p:spPr/>
        <p:txBody>
          <a:bodyPr/>
          <a:lstStyle/>
          <a:p>
            <a:pPr>
              <a:defRPr/>
            </a:pPr>
            <a:fld id="{E83E65D8-9B49-EC43-BBB1-0F187E663737}" type="slidenum">
              <a:rPr lang="en-AU" smtClean="0"/>
              <a:pPr>
                <a:defRPr/>
              </a:pPr>
              <a:t>27</a:t>
            </a:fld>
            <a:endParaRPr lang="en-AU"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dirty="0">
                <a:solidFill>
                  <a:schemeClr val="tx1"/>
                </a:solidFill>
                <a:effectLst/>
                <a:latin typeface="Arial" charset="0"/>
                <a:ea typeface="ＭＳ Ｐゴシック" charset="-128"/>
                <a:cs typeface="ＭＳ Ｐゴシック" charset="-128"/>
              </a:rPr>
              <a:t>Figure 11.15 shows the iterated structure of the sponge function. The sponge construction operates on a state variable </a:t>
            </a:r>
            <a:r>
              <a:rPr lang="en-US" sz="1200" i="1" kern="1200" dirty="0">
                <a:solidFill>
                  <a:schemeClr val="tx1"/>
                </a:solidFill>
                <a:effectLst/>
                <a:latin typeface="Arial" charset="0"/>
                <a:ea typeface="ＭＳ Ｐゴシック" charset="-128"/>
                <a:cs typeface="ＭＳ Ｐゴシック" charset="-128"/>
              </a:rPr>
              <a:t>s </a:t>
            </a:r>
            <a:r>
              <a:rPr lang="en-US" sz="1200" kern="1200" dirty="0">
                <a:solidFill>
                  <a:schemeClr val="tx1"/>
                </a:solidFill>
                <a:effectLst/>
                <a:latin typeface="Arial" charset="0"/>
                <a:ea typeface="ＭＳ Ｐゴシック" charset="-128"/>
                <a:cs typeface="ＭＳ Ｐゴシック" charset="-128"/>
              </a:rPr>
              <a:t>of </a:t>
            </a:r>
            <a:r>
              <a:rPr lang="en-US" sz="1200" i="1" kern="1200" dirty="0">
                <a:solidFill>
                  <a:schemeClr val="tx1"/>
                </a:solidFill>
                <a:effectLst/>
                <a:latin typeface="Arial" charset="0"/>
                <a:ea typeface="ＭＳ Ｐゴシック" charset="-128"/>
                <a:cs typeface="ＭＳ Ｐゴシック" charset="-128"/>
              </a:rPr>
              <a:t>b </a:t>
            </a:r>
            <a:r>
              <a:rPr lang="en-US" sz="1200" kern="1200" dirty="0">
                <a:solidFill>
                  <a:schemeClr val="tx1"/>
                </a:solidFill>
                <a:effectLst/>
                <a:latin typeface="Arial" charset="0"/>
                <a:ea typeface="ＭＳ Ｐゴシック" charset="-128"/>
                <a:cs typeface="ＭＳ Ｐゴシック" charset="-128"/>
              </a:rPr>
              <a:t>= </a:t>
            </a:r>
            <a:r>
              <a:rPr lang="en-US" sz="1200" i="1" kern="1200" dirty="0">
                <a:solidFill>
                  <a:schemeClr val="tx1"/>
                </a:solidFill>
                <a:effectLst/>
                <a:latin typeface="Arial" charset="0"/>
                <a:ea typeface="ＭＳ Ｐゴシック" charset="-128"/>
                <a:cs typeface="ＭＳ Ｐゴシック" charset="-128"/>
              </a:rPr>
              <a:t>r </a:t>
            </a:r>
            <a:r>
              <a:rPr lang="en-US" sz="1200" kern="1200" dirty="0">
                <a:solidFill>
                  <a:schemeClr val="tx1"/>
                </a:solidFill>
                <a:effectLst/>
                <a:latin typeface="Arial" charset="0"/>
                <a:ea typeface="ＭＳ Ｐゴシック" charset="-128"/>
                <a:cs typeface="ＭＳ Ｐゴシック" charset="-128"/>
              </a:rPr>
              <a:t>+ </a:t>
            </a:r>
            <a:r>
              <a:rPr lang="en-US" sz="1200" i="1" kern="1200" dirty="0">
                <a:solidFill>
                  <a:schemeClr val="tx1"/>
                </a:solidFill>
                <a:effectLst/>
                <a:latin typeface="Arial" charset="0"/>
                <a:ea typeface="ＭＳ Ｐゴシック" charset="-128"/>
                <a:cs typeface="ＭＳ Ｐゴシック" charset="-128"/>
              </a:rPr>
              <a:t>c </a:t>
            </a:r>
            <a:r>
              <a:rPr lang="en-US" sz="1200" kern="1200" dirty="0">
                <a:solidFill>
                  <a:schemeClr val="tx1"/>
                </a:solidFill>
                <a:effectLst/>
                <a:latin typeface="Arial" charset="0"/>
                <a:ea typeface="ＭＳ Ｐゴシック" charset="-128"/>
                <a:cs typeface="ＭＳ Ｐゴシック" charset="-128"/>
              </a:rPr>
              <a:t>bits, which is initialized to all zeros and modified at each iteration. The value </a:t>
            </a:r>
            <a:r>
              <a:rPr lang="en-US" sz="1200" i="1" kern="1200" dirty="0">
                <a:solidFill>
                  <a:schemeClr val="tx1"/>
                </a:solidFill>
                <a:effectLst/>
                <a:latin typeface="Arial" charset="0"/>
                <a:ea typeface="ＭＳ Ｐゴシック" charset="-128"/>
                <a:cs typeface="ＭＳ Ｐゴシック" charset="-128"/>
              </a:rPr>
              <a:t>r </a:t>
            </a:r>
            <a:r>
              <a:rPr lang="en-US" sz="1200" kern="1200" dirty="0">
                <a:solidFill>
                  <a:schemeClr val="tx1"/>
                </a:solidFill>
                <a:effectLst/>
                <a:latin typeface="Arial" charset="0"/>
                <a:ea typeface="ＭＳ Ｐゴシック" charset="-128"/>
                <a:cs typeface="ＭＳ Ｐゴシック" charset="-128"/>
              </a:rPr>
              <a:t>is called the bitrate. This value is the block size used to partition the input message. The term </a:t>
            </a:r>
            <a:r>
              <a:rPr lang="en-US" sz="1200" i="1" kern="1200" dirty="0">
                <a:solidFill>
                  <a:schemeClr val="tx1"/>
                </a:solidFill>
                <a:effectLst/>
                <a:latin typeface="Arial" charset="0"/>
                <a:ea typeface="ＭＳ Ｐゴシック" charset="-128"/>
                <a:cs typeface="ＭＳ Ｐゴシック" charset="-128"/>
              </a:rPr>
              <a:t>bitrate </a:t>
            </a:r>
            <a:r>
              <a:rPr lang="en-US" sz="1200" kern="1200" dirty="0">
                <a:solidFill>
                  <a:schemeClr val="tx1"/>
                </a:solidFill>
                <a:effectLst/>
                <a:latin typeface="Arial" charset="0"/>
                <a:ea typeface="ＭＳ Ｐゴシック" charset="-128"/>
                <a:cs typeface="ＭＳ Ｐゴシック" charset="-128"/>
              </a:rPr>
              <a:t>reflects the fact that </a:t>
            </a:r>
            <a:r>
              <a:rPr lang="en-US" sz="1200" i="1" kern="1200" dirty="0">
                <a:solidFill>
                  <a:schemeClr val="tx1"/>
                </a:solidFill>
                <a:effectLst/>
                <a:latin typeface="Arial" charset="0"/>
                <a:ea typeface="ＭＳ Ｐゴシック" charset="-128"/>
                <a:cs typeface="ＭＳ Ｐゴシック" charset="-128"/>
              </a:rPr>
              <a:t>r </a:t>
            </a:r>
            <a:r>
              <a:rPr lang="en-US" sz="1200" kern="1200" dirty="0">
                <a:solidFill>
                  <a:schemeClr val="tx1"/>
                </a:solidFill>
                <a:effectLst/>
                <a:latin typeface="Arial" charset="0"/>
                <a:ea typeface="ＭＳ Ｐゴシック" charset="-128"/>
                <a:cs typeface="ＭＳ Ｐゴシック" charset="-128"/>
              </a:rPr>
              <a:t>is the number of bits processed at each iteration: the larger the value of </a:t>
            </a:r>
            <a:r>
              <a:rPr lang="en-US" sz="1200" i="1" kern="1200" dirty="0">
                <a:solidFill>
                  <a:schemeClr val="tx1"/>
                </a:solidFill>
                <a:effectLst/>
                <a:latin typeface="Arial" charset="0"/>
                <a:ea typeface="ＭＳ Ｐゴシック" charset="-128"/>
                <a:cs typeface="ＭＳ Ｐゴシック" charset="-128"/>
              </a:rPr>
              <a:t>r</a:t>
            </a:r>
            <a:r>
              <a:rPr lang="en-US" sz="1200" kern="1200" dirty="0">
                <a:solidFill>
                  <a:schemeClr val="tx1"/>
                </a:solidFill>
                <a:effectLst/>
                <a:latin typeface="Arial" charset="0"/>
                <a:ea typeface="ＭＳ Ｐゴシック" charset="-128"/>
                <a:cs typeface="ＭＳ Ｐゴシック" charset="-128"/>
              </a:rPr>
              <a:t>, the greater the rate at which message bits are processed by the sponge construction. </a:t>
            </a:r>
            <a:endParaRPr lang="en-US" dirty="0"/>
          </a:p>
          <a:p>
            <a:endParaRPr lang="en-US" sz="1200" kern="1200" baseline="0" dirty="0">
              <a:solidFill>
                <a:schemeClr val="tx1"/>
              </a:solidFill>
              <a:latin typeface="Arial" charset="0"/>
              <a:ea typeface="ＭＳ Ｐゴシック" charset="-128"/>
              <a:cs typeface="ＭＳ Ｐゴシック" charset="-128"/>
            </a:endParaRPr>
          </a:p>
          <a:p>
            <a:r>
              <a:rPr lang="en-US" sz="1200" kern="1200" dirty="0">
                <a:solidFill>
                  <a:schemeClr val="tx1"/>
                </a:solidFill>
                <a:effectLst/>
                <a:latin typeface="Arial" charset="0"/>
                <a:ea typeface="ＭＳ Ｐゴシック" charset="-128"/>
                <a:cs typeface="ＭＳ Ｐゴシック" charset="-128"/>
              </a:rPr>
              <a:t>The value </a:t>
            </a:r>
            <a:r>
              <a:rPr lang="en-US" sz="1200" i="1" kern="1200" dirty="0">
                <a:solidFill>
                  <a:schemeClr val="tx1"/>
                </a:solidFill>
                <a:effectLst/>
                <a:latin typeface="Arial" charset="0"/>
                <a:ea typeface="ＭＳ Ｐゴシック" charset="-128"/>
                <a:cs typeface="ＭＳ Ｐゴシック" charset="-128"/>
              </a:rPr>
              <a:t>c </a:t>
            </a:r>
            <a:r>
              <a:rPr lang="en-US" sz="1200" kern="1200" dirty="0">
                <a:solidFill>
                  <a:schemeClr val="tx1"/>
                </a:solidFill>
                <a:effectLst/>
                <a:latin typeface="Arial" charset="0"/>
                <a:ea typeface="ＭＳ Ｐゴシック" charset="-128"/>
                <a:cs typeface="ＭＳ Ｐゴシック" charset="-128"/>
              </a:rPr>
              <a:t>is referred to as the </a:t>
            </a:r>
            <a:r>
              <a:rPr lang="en-US" sz="1200" b="1" kern="1200" dirty="0">
                <a:solidFill>
                  <a:schemeClr val="tx1"/>
                </a:solidFill>
                <a:effectLst/>
                <a:latin typeface="Arial" charset="0"/>
                <a:ea typeface="ＭＳ Ｐゴシック" charset="-128"/>
                <a:cs typeface="ＭＳ Ｐゴシック" charset="-128"/>
              </a:rPr>
              <a:t>capacity</a:t>
            </a:r>
            <a:r>
              <a:rPr lang="en-US" sz="1200" kern="1200" dirty="0">
                <a:solidFill>
                  <a:schemeClr val="tx1"/>
                </a:solidFill>
                <a:effectLst/>
                <a:latin typeface="Arial" charset="0"/>
                <a:ea typeface="ＭＳ Ｐゴシック" charset="-128"/>
                <a:cs typeface="ＭＳ Ｐゴシック" charset="-128"/>
              </a:rPr>
              <a:t>. A discussion of the security implications of the capacity is beyond our scope. In essence, the capacity is a measure of the achievable complexity of the sponge construction and therefore the achievable level of security. A given implementation can increase claimed security and reduce speed by increasing the capacity </a:t>
            </a:r>
            <a:r>
              <a:rPr lang="en-US" sz="1200" i="1" kern="1200" dirty="0">
                <a:solidFill>
                  <a:schemeClr val="tx1"/>
                </a:solidFill>
                <a:effectLst/>
                <a:latin typeface="Arial" charset="0"/>
                <a:ea typeface="ＭＳ Ｐゴシック" charset="-128"/>
                <a:cs typeface="ＭＳ Ｐゴシック" charset="-128"/>
              </a:rPr>
              <a:t>c </a:t>
            </a:r>
            <a:r>
              <a:rPr lang="en-US" sz="1200" kern="1200" dirty="0">
                <a:solidFill>
                  <a:schemeClr val="tx1"/>
                </a:solidFill>
                <a:effectLst/>
                <a:latin typeface="Arial" charset="0"/>
                <a:ea typeface="ＭＳ Ｐゴシック" charset="-128"/>
                <a:cs typeface="ＭＳ Ｐゴシック" charset="-128"/>
              </a:rPr>
              <a:t>and decreasing the bitrate </a:t>
            </a:r>
            <a:r>
              <a:rPr lang="en-US" sz="1200" i="1" kern="1200" dirty="0">
                <a:solidFill>
                  <a:schemeClr val="tx1"/>
                </a:solidFill>
                <a:effectLst/>
                <a:latin typeface="Arial" charset="0"/>
                <a:ea typeface="ＭＳ Ｐゴシック" charset="-128"/>
                <a:cs typeface="ＭＳ Ｐゴシック" charset="-128"/>
              </a:rPr>
              <a:t>r </a:t>
            </a:r>
            <a:r>
              <a:rPr lang="en-US" sz="1200" kern="1200" dirty="0">
                <a:solidFill>
                  <a:schemeClr val="tx1"/>
                </a:solidFill>
                <a:effectLst/>
                <a:latin typeface="Arial" charset="0"/>
                <a:ea typeface="ＭＳ Ｐゴシック" charset="-128"/>
                <a:cs typeface="ＭＳ Ｐゴシック" charset="-128"/>
              </a:rPr>
              <a:t>accordingly, or vice versa. The default values for Keccak are </a:t>
            </a:r>
            <a:r>
              <a:rPr lang="en-US" sz="1200" i="1" kern="1200" dirty="0">
                <a:solidFill>
                  <a:schemeClr val="tx1"/>
                </a:solidFill>
                <a:effectLst/>
                <a:latin typeface="Arial" charset="0"/>
                <a:ea typeface="ＭＳ Ｐゴシック" charset="-128"/>
                <a:cs typeface="ＭＳ Ｐゴシック" charset="-128"/>
              </a:rPr>
              <a:t>c </a:t>
            </a:r>
            <a:r>
              <a:rPr lang="en-US" sz="1200" kern="1200" dirty="0">
                <a:solidFill>
                  <a:schemeClr val="tx1"/>
                </a:solidFill>
                <a:effectLst/>
                <a:latin typeface="Arial" charset="0"/>
                <a:ea typeface="ＭＳ Ｐゴシック" charset="-128"/>
                <a:cs typeface="ＭＳ Ｐゴシック" charset="-128"/>
              </a:rPr>
              <a:t>= 1024 bits, </a:t>
            </a:r>
            <a:r>
              <a:rPr lang="en-US" sz="1200" i="1" kern="1200" dirty="0">
                <a:solidFill>
                  <a:schemeClr val="tx1"/>
                </a:solidFill>
                <a:effectLst/>
                <a:latin typeface="Arial" charset="0"/>
                <a:ea typeface="ＭＳ Ｐゴシック" charset="-128"/>
                <a:cs typeface="ＭＳ Ｐゴシック" charset="-128"/>
              </a:rPr>
              <a:t>r </a:t>
            </a:r>
            <a:r>
              <a:rPr lang="en-US" sz="1200" kern="1200" dirty="0">
                <a:solidFill>
                  <a:schemeClr val="tx1"/>
                </a:solidFill>
                <a:effectLst/>
                <a:latin typeface="Arial" charset="0"/>
                <a:ea typeface="ＭＳ Ｐゴシック" charset="-128"/>
                <a:cs typeface="ＭＳ Ｐゴシック" charset="-128"/>
              </a:rPr>
              <a:t>= 576 bits, and therefore </a:t>
            </a:r>
            <a:r>
              <a:rPr lang="en-US" sz="1200" i="1" kern="1200" dirty="0">
                <a:solidFill>
                  <a:schemeClr val="tx1"/>
                </a:solidFill>
                <a:effectLst/>
                <a:latin typeface="Arial" charset="0"/>
                <a:ea typeface="ＭＳ Ｐゴシック" charset="-128"/>
                <a:cs typeface="ＭＳ Ｐゴシック" charset="-128"/>
              </a:rPr>
              <a:t>b </a:t>
            </a:r>
            <a:r>
              <a:rPr lang="en-US" sz="1200" kern="1200" dirty="0">
                <a:solidFill>
                  <a:schemeClr val="tx1"/>
                </a:solidFill>
                <a:effectLst/>
                <a:latin typeface="Arial" charset="0"/>
                <a:ea typeface="ＭＳ Ｐゴシック" charset="-128"/>
                <a:cs typeface="ＭＳ Ｐゴシック" charset="-128"/>
              </a:rPr>
              <a:t>= 1600 bits. </a:t>
            </a:r>
            <a:endParaRPr lang="en-US" dirty="0"/>
          </a:p>
        </p:txBody>
      </p:sp>
      <p:sp>
        <p:nvSpPr>
          <p:cNvPr id="4" name="Slide Number Placeholder 3"/>
          <p:cNvSpPr>
            <a:spLocks noGrp="1"/>
          </p:cNvSpPr>
          <p:nvPr>
            <p:ph type="sldNum" sz="quarter" idx="10"/>
          </p:nvPr>
        </p:nvSpPr>
        <p:spPr/>
        <p:txBody>
          <a:bodyPr/>
          <a:lstStyle/>
          <a:p>
            <a:pPr>
              <a:defRPr/>
            </a:pPr>
            <a:fld id="{E83E65D8-9B49-EC43-BBB1-0F187E663737}" type="slidenum">
              <a:rPr lang="en-AU" smtClean="0"/>
              <a:pPr>
                <a:defRPr/>
              </a:pPr>
              <a:t>28</a:t>
            </a:fld>
            <a:endParaRPr lang="en-AU"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dirty="0">
                <a:solidFill>
                  <a:schemeClr val="tx1"/>
                </a:solidFill>
                <a:effectLst/>
                <a:latin typeface="Arial" charset="0"/>
                <a:ea typeface="ＭＳ Ｐゴシック" charset="-128"/>
                <a:cs typeface="ＭＳ Ｐゴシック" charset="-128"/>
              </a:rPr>
              <a:t>Table 11.5 shows the supported values of </a:t>
            </a:r>
            <a:r>
              <a:rPr lang="en-US" sz="1200" i="1" kern="1200" dirty="0">
                <a:solidFill>
                  <a:schemeClr val="tx1"/>
                </a:solidFill>
                <a:effectLst/>
                <a:latin typeface="Arial" charset="0"/>
                <a:ea typeface="ＭＳ Ｐゴシック" charset="-128"/>
                <a:cs typeface="ＭＳ Ｐゴシック" charset="-128"/>
              </a:rPr>
              <a:t>r </a:t>
            </a:r>
            <a:r>
              <a:rPr lang="en-US" sz="1200" kern="1200" dirty="0">
                <a:solidFill>
                  <a:schemeClr val="tx1"/>
                </a:solidFill>
                <a:effectLst/>
                <a:latin typeface="Arial" charset="0"/>
                <a:ea typeface="ＭＳ Ｐゴシック" charset="-128"/>
                <a:cs typeface="ＭＳ Ｐゴシック" charset="-128"/>
              </a:rPr>
              <a:t>and </a:t>
            </a:r>
            <a:r>
              <a:rPr lang="en-US" sz="1200" i="1" kern="1200" dirty="0">
                <a:solidFill>
                  <a:schemeClr val="tx1"/>
                </a:solidFill>
                <a:effectLst/>
                <a:latin typeface="Arial" charset="0"/>
                <a:ea typeface="ＭＳ Ｐゴシック" charset="-128"/>
                <a:cs typeface="ＭＳ Ｐゴシック" charset="-128"/>
              </a:rPr>
              <a:t>c</a:t>
            </a:r>
            <a:r>
              <a:rPr lang="en-US" sz="1200" kern="1200" dirty="0">
                <a:solidFill>
                  <a:schemeClr val="tx1"/>
                </a:solidFill>
                <a:effectLst/>
                <a:latin typeface="Arial" charset="0"/>
                <a:ea typeface="ＭＳ Ｐゴシック" charset="-128"/>
                <a:cs typeface="ＭＳ Ｐゴシック" charset="-128"/>
              </a:rPr>
              <a:t>. As Table 11.5 shows, the hash function security associated with the sponge construction is a function of the capacity </a:t>
            </a:r>
            <a:r>
              <a:rPr lang="en-US" sz="1200" i="1" kern="1200" dirty="0">
                <a:solidFill>
                  <a:schemeClr val="tx1"/>
                </a:solidFill>
                <a:effectLst/>
                <a:latin typeface="Arial" charset="0"/>
                <a:ea typeface="ＭＳ Ｐゴシック" charset="-128"/>
                <a:cs typeface="ＭＳ Ｐゴシック" charset="-128"/>
              </a:rPr>
              <a:t>c</a:t>
            </a:r>
            <a:r>
              <a:rPr lang="en-US" sz="1200" kern="1200" dirty="0">
                <a:solidFill>
                  <a:schemeClr val="tx1"/>
                </a:solidFill>
                <a:effectLst/>
                <a:latin typeface="Arial" charset="0"/>
                <a:ea typeface="ＭＳ Ｐゴシック" charset="-128"/>
                <a:cs typeface="ＭＳ Ｐゴシック" charset="-128"/>
              </a:rPr>
              <a:t>. </a:t>
            </a:r>
            <a:endParaRPr lang="en-US" dirty="0"/>
          </a:p>
        </p:txBody>
      </p:sp>
      <p:sp>
        <p:nvSpPr>
          <p:cNvPr id="4" name="Slide Number Placeholder 3"/>
          <p:cNvSpPr>
            <a:spLocks noGrp="1"/>
          </p:cNvSpPr>
          <p:nvPr>
            <p:ph type="sldNum" sz="quarter" idx="10"/>
          </p:nvPr>
        </p:nvSpPr>
        <p:spPr/>
        <p:txBody>
          <a:bodyPr/>
          <a:lstStyle/>
          <a:p>
            <a:pPr>
              <a:defRPr/>
            </a:pPr>
            <a:fld id="{E83E65D8-9B49-EC43-BBB1-0F187E663737}" type="slidenum">
              <a:rPr lang="en-AU" smtClean="0"/>
              <a:pPr>
                <a:defRPr/>
              </a:pPr>
              <a:t>29</a:t>
            </a:fld>
            <a:endParaRPr lang="en-AU"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1031"/>
          <p:cNvSpPr>
            <a:spLocks noGrp="1" noChangeArrowheads="1"/>
          </p:cNvSpPr>
          <p:nvPr>
            <p:ph type="sldNum" sz="quarter" idx="5"/>
          </p:nvPr>
        </p:nvSpPr>
        <p:spPr>
          <a:noFill/>
        </p:spPr>
        <p:txBody>
          <a:bodyPr/>
          <a:lstStyle/>
          <a:p>
            <a:fld id="{800FD7ED-C008-874C-A44A-6FBCC1FFE7C2}" type="slidenum">
              <a:rPr lang="en-AU">
                <a:latin typeface="Arial" pitchFamily="-84" charset="0"/>
              </a:rPr>
              <a:pPr/>
              <a:t>30</a:t>
            </a:fld>
            <a:endParaRPr lang="en-AU" dirty="0">
              <a:latin typeface="Arial" pitchFamily="-84" charset="0"/>
            </a:endParaRPr>
          </a:p>
        </p:txBody>
      </p:sp>
      <p:sp>
        <p:nvSpPr>
          <p:cNvPr id="131075" name="Rectangle 2"/>
          <p:cNvSpPr>
            <a:spLocks noGrp="1" noRot="1" noChangeAspect="1" noChangeArrowheads="1" noTextEdit="1"/>
          </p:cNvSpPr>
          <p:nvPr>
            <p:ph type="sldImg"/>
          </p:nvPr>
        </p:nvSpPr>
        <p:spPr>
          <a:xfrm>
            <a:off x="381000" y="685800"/>
            <a:ext cx="6096000" cy="3429000"/>
          </a:xfrm>
          <a:ln/>
        </p:spPr>
      </p:sp>
      <p:sp>
        <p:nvSpPr>
          <p:cNvPr id="131076" name="Rectangle 3"/>
          <p:cNvSpPr>
            <a:spLocks noGrp="1" noChangeArrowheads="1"/>
          </p:cNvSpPr>
          <p:nvPr>
            <p:ph type="body" idx="1"/>
          </p:nvPr>
        </p:nvSpPr>
        <p:spPr>
          <a:noFill/>
          <a:ln/>
        </p:spPr>
        <p:txBody>
          <a:bodyPr/>
          <a:lstStyle/>
          <a:p>
            <a:pPr eaLnBrk="1" hangingPunct="1"/>
            <a:r>
              <a:rPr lang="en-US" dirty="0">
                <a:latin typeface="Arial" pitchFamily="-84" charset="0"/>
                <a:ea typeface="ＭＳ Ｐゴシック" pitchFamily="-84" charset="-128"/>
                <a:cs typeface="ＭＳ Ｐゴシック" pitchFamily="-84" charset="-128"/>
              </a:rPr>
              <a:t>Chapter 11 summary.</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A819D2-ED41-F65C-FE67-6FFB01970FB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502FFE1-05E4-9DD9-21C1-E9FD7A79140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35F3799-4342-517B-D130-9E98DDBC1ED2}"/>
              </a:ext>
            </a:extLst>
          </p:cNvPr>
          <p:cNvSpPr>
            <a:spLocks noGrp="1"/>
          </p:cNvSpPr>
          <p:nvPr>
            <p:ph type="dt" sz="half" idx="10"/>
          </p:nvPr>
        </p:nvSpPr>
        <p:spPr/>
        <p:txBody>
          <a:bodyPr/>
          <a:lstStyle/>
          <a:p>
            <a:fld id="{F3937589-8298-EC4F-8B58-F46439CDF10C}" type="datetimeFigureOut">
              <a:rPr lang="en-US" smtClean="0"/>
              <a:t>4/22/26</a:t>
            </a:fld>
            <a:endParaRPr lang="en-US"/>
          </a:p>
        </p:txBody>
      </p:sp>
      <p:sp>
        <p:nvSpPr>
          <p:cNvPr id="5" name="Footer Placeholder 4">
            <a:extLst>
              <a:ext uri="{FF2B5EF4-FFF2-40B4-BE49-F238E27FC236}">
                <a16:creationId xmlns:a16="http://schemas.microsoft.com/office/drawing/2014/main" id="{B9D1D86D-5730-B583-796D-89276D02937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4B2F2E-75CF-A400-06B1-4D55E83E9471}"/>
              </a:ext>
            </a:extLst>
          </p:cNvPr>
          <p:cNvSpPr>
            <a:spLocks noGrp="1"/>
          </p:cNvSpPr>
          <p:nvPr>
            <p:ph type="sldNum" sz="quarter" idx="12"/>
          </p:nvPr>
        </p:nvSpPr>
        <p:spPr/>
        <p:txBody>
          <a:bodyPr/>
          <a:lstStyle/>
          <a:p>
            <a:fld id="{03879501-CBEE-C046-B54D-C170CCF1FA28}" type="slidenum">
              <a:rPr lang="en-US" smtClean="0"/>
              <a:t>‹#›</a:t>
            </a:fld>
            <a:endParaRPr lang="en-US"/>
          </a:p>
        </p:txBody>
      </p:sp>
    </p:spTree>
    <p:extLst>
      <p:ext uri="{BB962C8B-B14F-4D97-AF65-F5344CB8AC3E}">
        <p14:creationId xmlns:p14="http://schemas.microsoft.com/office/powerpoint/2010/main" val="13958224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126257-7B4C-7195-491C-B9024E669C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757D525-D01E-A99E-688F-792E9F0EF79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13DD076-40E8-5DBC-214A-174BAC066AC3}"/>
              </a:ext>
            </a:extLst>
          </p:cNvPr>
          <p:cNvSpPr>
            <a:spLocks noGrp="1"/>
          </p:cNvSpPr>
          <p:nvPr>
            <p:ph type="dt" sz="half" idx="10"/>
          </p:nvPr>
        </p:nvSpPr>
        <p:spPr/>
        <p:txBody>
          <a:bodyPr/>
          <a:lstStyle/>
          <a:p>
            <a:fld id="{F3937589-8298-EC4F-8B58-F46439CDF10C}" type="datetimeFigureOut">
              <a:rPr lang="en-US" smtClean="0"/>
              <a:t>4/22/26</a:t>
            </a:fld>
            <a:endParaRPr lang="en-US"/>
          </a:p>
        </p:txBody>
      </p:sp>
      <p:sp>
        <p:nvSpPr>
          <p:cNvPr id="5" name="Footer Placeholder 4">
            <a:extLst>
              <a:ext uri="{FF2B5EF4-FFF2-40B4-BE49-F238E27FC236}">
                <a16:creationId xmlns:a16="http://schemas.microsoft.com/office/drawing/2014/main" id="{A460FEA0-49F6-9C23-DBBE-3005EC0733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A01D72-E1C2-9275-02EA-6C9773939F64}"/>
              </a:ext>
            </a:extLst>
          </p:cNvPr>
          <p:cNvSpPr>
            <a:spLocks noGrp="1"/>
          </p:cNvSpPr>
          <p:nvPr>
            <p:ph type="sldNum" sz="quarter" idx="12"/>
          </p:nvPr>
        </p:nvSpPr>
        <p:spPr/>
        <p:txBody>
          <a:bodyPr/>
          <a:lstStyle/>
          <a:p>
            <a:fld id="{03879501-CBEE-C046-B54D-C170CCF1FA28}" type="slidenum">
              <a:rPr lang="en-US" smtClean="0"/>
              <a:t>‹#›</a:t>
            </a:fld>
            <a:endParaRPr lang="en-US"/>
          </a:p>
        </p:txBody>
      </p:sp>
    </p:spTree>
    <p:extLst>
      <p:ext uri="{BB962C8B-B14F-4D97-AF65-F5344CB8AC3E}">
        <p14:creationId xmlns:p14="http://schemas.microsoft.com/office/powerpoint/2010/main" val="27924256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A8F275-4E0D-1A76-7B9D-C900F65DE0E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5192FCA-2F4B-8E09-28D9-E591951D9E8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F6F292A-94D7-CB89-59C1-F55A4AA37BC3}"/>
              </a:ext>
            </a:extLst>
          </p:cNvPr>
          <p:cNvSpPr>
            <a:spLocks noGrp="1"/>
          </p:cNvSpPr>
          <p:nvPr>
            <p:ph type="dt" sz="half" idx="10"/>
          </p:nvPr>
        </p:nvSpPr>
        <p:spPr/>
        <p:txBody>
          <a:bodyPr/>
          <a:lstStyle/>
          <a:p>
            <a:fld id="{F3937589-8298-EC4F-8B58-F46439CDF10C}" type="datetimeFigureOut">
              <a:rPr lang="en-US" smtClean="0"/>
              <a:t>4/22/26</a:t>
            </a:fld>
            <a:endParaRPr lang="en-US"/>
          </a:p>
        </p:txBody>
      </p:sp>
      <p:sp>
        <p:nvSpPr>
          <p:cNvPr id="5" name="Footer Placeholder 4">
            <a:extLst>
              <a:ext uri="{FF2B5EF4-FFF2-40B4-BE49-F238E27FC236}">
                <a16:creationId xmlns:a16="http://schemas.microsoft.com/office/drawing/2014/main" id="{9F78C9F5-9C6E-8700-2783-8CD2E67035E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12BB04-0AED-D2A4-F569-6F0E7C0581D4}"/>
              </a:ext>
            </a:extLst>
          </p:cNvPr>
          <p:cNvSpPr>
            <a:spLocks noGrp="1"/>
          </p:cNvSpPr>
          <p:nvPr>
            <p:ph type="sldNum" sz="quarter" idx="12"/>
          </p:nvPr>
        </p:nvSpPr>
        <p:spPr/>
        <p:txBody>
          <a:bodyPr/>
          <a:lstStyle/>
          <a:p>
            <a:fld id="{03879501-CBEE-C046-B54D-C170CCF1FA28}" type="slidenum">
              <a:rPr lang="en-US" smtClean="0"/>
              <a:t>‹#›</a:t>
            </a:fld>
            <a:endParaRPr lang="en-US"/>
          </a:p>
        </p:txBody>
      </p:sp>
    </p:spTree>
    <p:extLst>
      <p:ext uri="{BB962C8B-B14F-4D97-AF65-F5344CB8AC3E}">
        <p14:creationId xmlns:p14="http://schemas.microsoft.com/office/powerpoint/2010/main" val="32494160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B4141A-3EB3-64CF-BD20-ED297AE6EC7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7707C7E-DBE8-12CE-3F8E-07F07F2EF1D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4BF914C-A3AF-C8D2-732D-B17381DB8B5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B749DD7-201F-3FFB-BCEA-2C0733705CAD}"/>
              </a:ext>
            </a:extLst>
          </p:cNvPr>
          <p:cNvSpPr>
            <a:spLocks noGrp="1"/>
          </p:cNvSpPr>
          <p:nvPr>
            <p:ph type="dt" sz="half" idx="10"/>
          </p:nvPr>
        </p:nvSpPr>
        <p:spPr/>
        <p:txBody>
          <a:bodyPr/>
          <a:lstStyle/>
          <a:p>
            <a:fld id="{F3937589-8298-EC4F-8B58-F46439CDF10C}" type="datetimeFigureOut">
              <a:rPr lang="en-US" smtClean="0"/>
              <a:t>4/22/26</a:t>
            </a:fld>
            <a:endParaRPr lang="en-US"/>
          </a:p>
        </p:txBody>
      </p:sp>
      <p:sp>
        <p:nvSpPr>
          <p:cNvPr id="6" name="Footer Placeholder 5">
            <a:extLst>
              <a:ext uri="{FF2B5EF4-FFF2-40B4-BE49-F238E27FC236}">
                <a16:creationId xmlns:a16="http://schemas.microsoft.com/office/drawing/2014/main" id="{19B467CE-42E5-12D7-2F19-A4B8D5C1F12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17664F9-9EFF-C6AB-A2C3-5FB0A7737162}"/>
              </a:ext>
            </a:extLst>
          </p:cNvPr>
          <p:cNvSpPr>
            <a:spLocks noGrp="1"/>
          </p:cNvSpPr>
          <p:nvPr>
            <p:ph type="sldNum" sz="quarter" idx="12"/>
          </p:nvPr>
        </p:nvSpPr>
        <p:spPr/>
        <p:txBody>
          <a:bodyPr/>
          <a:lstStyle/>
          <a:p>
            <a:fld id="{03879501-CBEE-C046-B54D-C170CCF1FA28}" type="slidenum">
              <a:rPr lang="en-US" smtClean="0"/>
              <a:t>‹#›</a:t>
            </a:fld>
            <a:endParaRPr lang="en-US"/>
          </a:p>
        </p:txBody>
      </p:sp>
    </p:spTree>
    <p:extLst>
      <p:ext uri="{BB962C8B-B14F-4D97-AF65-F5344CB8AC3E}">
        <p14:creationId xmlns:p14="http://schemas.microsoft.com/office/powerpoint/2010/main" val="28026135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221A98-361B-81E1-ADC1-34C4C15DE6A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8A29752-289F-026B-88BA-CA1CDEB8C7C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9CC078A-B8DB-B3B9-0C8C-69F70833789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FCEF58B-B779-CF60-A767-96C23E463C8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168A84F-9BE3-6D50-AF9C-2B2023630CA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CE434E9-7C3B-2D6B-B44C-DFF190E27974}"/>
              </a:ext>
            </a:extLst>
          </p:cNvPr>
          <p:cNvSpPr>
            <a:spLocks noGrp="1"/>
          </p:cNvSpPr>
          <p:nvPr>
            <p:ph type="dt" sz="half" idx="10"/>
          </p:nvPr>
        </p:nvSpPr>
        <p:spPr/>
        <p:txBody>
          <a:bodyPr/>
          <a:lstStyle/>
          <a:p>
            <a:fld id="{F3937589-8298-EC4F-8B58-F46439CDF10C}" type="datetimeFigureOut">
              <a:rPr lang="en-US" smtClean="0"/>
              <a:t>4/22/26</a:t>
            </a:fld>
            <a:endParaRPr lang="en-US"/>
          </a:p>
        </p:txBody>
      </p:sp>
      <p:sp>
        <p:nvSpPr>
          <p:cNvPr id="8" name="Footer Placeholder 7">
            <a:extLst>
              <a:ext uri="{FF2B5EF4-FFF2-40B4-BE49-F238E27FC236}">
                <a16:creationId xmlns:a16="http://schemas.microsoft.com/office/drawing/2014/main" id="{015B0650-40F5-7FDA-89D0-61070142F61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41E638A-4742-DECE-2AF5-45F30CA5D9A3}"/>
              </a:ext>
            </a:extLst>
          </p:cNvPr>
          <p:cNvSpPr>
            <a:spLocks noGrp="1"/>
          </p:cNvSpPr>
          <p:nvPr>
            <p:ph type="sldNum" sz="quarter" idx="12"/>
          </p:nvPr>
        </p:nvSpPr>
        <p:spPr/>
        <p:txBody>
          <a:bodyPr/>
          <a:lstStyle/>
          <a:p>
            <a:fld id="{03879501-CBEE-C046-B54D-C170CCF1FA28}" type="slidenum">
              <a:rPr lang="en-US" smtClean="0"/>
              <a:t>‹#›</a:t>
            </a:fld>
            <a:endParaRPr lang="en-US"/>
          </a:p>
        </p:txBody>
      </p:sp>
    </p:spTree>
    <p:extLst>
      <p:ext uri="{BB962C8B-B14F-4D97-AF65-F5344CB8AC3E}">
        <p14:creationId xmlns:p14="http://schemas.microsoft.com/office/powerpoint/2010/main" val="11268669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9A88F-D5A1-B068-02D3-711D6D12765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A0B95C9-A2B1-CC56-D0D3-C1083C09F734}"/>
              </a:ext>
            </a:extLst>
          </p:cNvPr>
          <p:cNvSpPr>
            <a:spLocks noGrp="1"/>
          </p:cNvSpPr>
          <p:nvPr>
            <p:ph type="dt" sz="half" idx="10"/>
          </p:nvPr>
        </p:nvSpPr>
        <p:spPr/>
        <p:txBody>
          <a:bodyPr/>
          <a:lstStyle/>
          <a:p>
            <a:fld id="{F3937589-8298-EC4F-8B58-F46439CDF10C}" type="datetimeFigureOut">
              <a:rPr lang="en-US" smtClean="0"/>
              <a:t>4/22/26</a:t>
            </a:fld>
            <a:endParaRPr lang="en-US"/>
          </a:p>
        </p:txBody>
      </p:sp>
      <p:sp>
        <p:nvSpPr>
          <p:cNvPr id="4" name="Footer Placeholder 3">
            <a:extLst>
              <a:ext uri="{FF2B5EF4-FFF2-40B4-BE49-F238E27FC236}">
                <a16:creationId xmlns:a16="http://schemas.microsoft.com/office/drawing/2014/main" id="{D393CC92-3361-8EB3-C886-A822B075F4C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9049018-A577-21EA-62C6-D7A1774E0CEC}"/>
              </a:ext>
            </a:extLst>
          </p:cNvPr>
          <p:cNvSpPr>
            <a:spLocks noGrp="1"/>
          </p:cNvSpPr>
          <p:nvPr>
            <p:ph type="sldNum" sz="quarter" idx="12"/>
          </p:nvPr>
        </p:nvSpPr>
        <p:spPr/>
        <p:txBody>
          <a:bodyPr/>
          <a:lstStyle/>
          <a:p>
            <a:fld id="{03879501-CBEE-C046-B54D-C170CCF1FA28}" type="slidenum">
              <a:rPr lang="en-US" smtClean="0"/>
              <a:t>‹#›</a:t>
            </a:fld>
            <a:endParaRPr lang="en-US"/>
          </a:p>
        </p:txBody>
      </p:sp>
    </p:spTree>
    <p:extLst>
      <p:ext uri="{BB962C8B-B14F-4D97-AF65-F5344CB8AC3E}">
        <p14:creationId xmlns:p14="http://schemas.microsoft.com/office/powerpoint/2010/main" val="37934602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CD12FB3-860F-EBD0-E7BD-1C0658E5B46C}"/>
              </a:ext>
            </a:extLst>
          </p:cNvPr>
          <p:cNvSpPr>
            <a:spLocks noGrp="1"/>
          </p:cNvSpPr>
          <p:nvPr>
            <p:ph type="dt" sz="half" idx="10"/>
          </p:nvPr>
        </p:nvSpPr>
        <p:spPr/>
        <p:txBody>
          <a:bodyPr/>
          <a:lstStyle/>
          <a:p>
            <a:fld id="{F3937589-8298-EC4F-8B58-F46439CDF10C}" type="datetimeFigureOut">
              <a:rPr lang="en-US" smtClean="0"/>
              <a:t>4/22/26</a:t>
            </a:fld>
            <a:endParaRPr lang="en-US"/>
          </a:p>
        </p:txBody>
      </p:sp>
      <p:sp>
        <p:nvSpPr>
          <p:cNvPr id="3" name="Footer Placeholder 2">
            <a:extLst>
              <a:ext uri="{FF2B5EF4-FFF2-40B4-BE49-F238E27FC236}">
                <a16:creationId xmlns:a16="http://schemas.microsoft.com/office/drawing/2014/main" id="{C7B0C067-3F1A-5D35-1068-F4A655DBF08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E32E08E-B250-D9AC-DFEE-B497BCF6F46B}"/>
              </a:ext>
            </a:extLst>
          </p:cNvPr>
          <p:cNvSpPr>
            <a:spLocks noGrp="1"/>
          </p:cNvSpPr>
          <p:nvPr>
            <p:ph type="sldNum" sz="quarter" idx="12"/>
          </p:nvPr>
        </p:nvSpPr>
        <p:spPr/>
        <p:txBody>
          <a:bodyPr/>
          <a:lstStyle/>
          <a:p>
            <a:fld id="{03879501-CBEE-C046-B54D-C170CCF1FA28}" type="slidenum">
              <a:rPr lang="en-US" smtClean="0"/>
              <a:t>‹#›</a:t>
            </a:fld>
            <a:endParaRPr lang="en-US"/>
          </a:p>
        </p:txBody>
      </p:sp>
    </p:spTree>
    <p:extLst>
      <p:ext uri="{BB962C8B-B14F-4D97-AF65-F5344CB8AC3E}">
        <p14:creationId xmlns:p14="http://schemas.microsoft.com/office/powerpoint/2010/main" val="5069027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E5A784-D6D5-FEF8-71E8-715F6D223DD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439A24D-662B-2BE9-5D24-0AA9C2E5ADB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AB48AF0-F083-1C7C-54FE-3F7242A3AC4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4098B13-161E-5F0B-B252-C4CEB586DE6A}"/>
              </a:ext>
            </a:extLst>
          </p:cNvPr>
          <p:cNvSpPr>
            <a:spLocks noGrp="1"/>
          </p:cNvSpPr>
          <p:nvPr>
            <p:ph type="dt" sz="half" idx="10"/>
          </p:nvPr>
        </p:nvSpPr>
        <p:spPr/>
        <p:txBody>
          <a:bodyPr/>
          <a:lstStyle/>
          <a:p>
            <a:fld id="{F3937589-8298-EC4F-8B58-F46439CDF10C}" type="datetimeFigureOut">
              <a:rPr lang="en-US" smtClean="0"/>
              <a:t>4/22/26</a:t>
            </a:fld>
            <a:endParaRPr lang="en-US"/>
          </a:p>
        </p:txBody>
      </p:sp>
      <p:sp>
        <p:nvSpPr>
          <p:cNvPr id="6" name="Footer Placeholder 5">
            <a:extLst>
              <a:ext uri="{FF2B5EF4-FFF2-40B4-BE49-F238E27FC236}">
                <a16:creationId xmlns:a16="http://schemas.microsoft.com/office/drawing/2014/main" id="{81889DB3-E720-B6DC-DF54-5CFE858F174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D80EE14-26C5-05AB-2D1B-8146B528907D}"/>
              </a:ext>
            </a:extLst>
          </p:cNvPr>
          <p:cNvSpPr>
            <a:spLocks noGrp="1"/>
          </p:cNvSpPr>
          <p:nvPr>
            <p:ph type="sldNum" sz="quarter" idx="12"/>
          </p:nvPr>
        </p:nvSpPr>
        <p:spPr/>
        <p:txBody>
          <a:bodyPr/>
          <a:lstStyle/>
          <a:p>
            <a:fld id="{03879501-CBEE-C046-B54D-C170CCF1FA28}" type="slidenum">
              <a:rPr lang="en-US" smtClean="0"/>
              <a:t>‹#›</a:t>
            </a:fld>
            <a:endParaRPr lang="en-US"/>
          </a:p>
        </p:txBody>
      </p:sp>
    </p:spTree>
    <p:extLst>
      <p:ext uri="{BB962C8B-B14F-4D97-AF65-F5344CB8AC3E}">
        <p14:creationId xmlns:p14="http://schemas.microsoft.com/office/powerpoint/2010/main" val="37538869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2C1656-44B5-6F89-A72B-F5848664599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558020C-A1AD-D9A6-3064-271C3C44A9C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4BEF586-4F27-DB42-E597-579C6B8E5FA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0B1F196-243D-6CE9-E658-14014F8E5EEB}"/>
              </a:ext>
            </a:extLst>
          </p:cNvPr>
          <p:cNvSpPr>
            <a:spLocks noGrp="1"/>
          </p:cNvSpPr>
          <p:nvPr>
            <p:ph type="dt" sz="half" idx="10"/>
          </p:nvPr>
        </p:nvSpPr>
        <p:spPr/>
        <p:txBody>
          <a:bodyPr/>
          <a:lstStyle/>
          <a:p>
            <a:fld id="{F3937589-8298-EC4F-8B58-F46439CDF10C}" type="datetimeFigureOut">
              <a:rPr lang="en-US" smtClean="0"/>
              <a:t>4/22/26</a:t>
            </a:fld>
            <a:endParaRPr lang="en-US"/>
          </a:p>
        </p:txBody>
      </p:sp>
      <p:sp>
        <p:nvSpPr>
          <p:cNvPr id="6" name="Footer Placeholder 5">
            <a:extLst>
              <a:ext uri="{FF2B5EF4-FFF2-40B4-BE49-F238E27FC236}">
                <a16:creationId xmlns:a16="http://schemas.microsoft.com/office/drawing/2014/main" id="{F0EF36BD-A344-83C4-016D-D66089A819F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8CC6761-B00A-B28E-EECF-F2B28215ECCA}"/>
              </a:ext>
            </a:extLst>
          </p:cNvPr>
          <p:cNvSpPr>
            <a:spLocks noGrp="1"/>
          </p:cNvSpPr>
          <p:nvPr>
            <p:ph type="sldNum" sz="quarter" idx="12"/>
          </p:nvPr>
        </p:nvSpPr>
        <p:spPr/>
        <p:txBody>
          <a:bodyPr/>
          <a:lstStyle/>
          <a:p>
            <a:fld id="{03879501-CBEE-C046-B54D-C170CCF1FA28}" type="slidenum">
              <a:rPr lang="en-US" smtClean="0"/>
              <a:t>‹#›</a:t>
            </a:fld>
            <a:endParaRPr lang="en-US"/>
          </a:p>
        </p:txBody>
      </p:sp>
    </p:spTree>
    <p:extLst>
      <p:ext uri="{BB962C8B-B14F-4D97-AF65-F5344CB8AC3E}">
        <p14:creationId xmlns:p14="http://schemas.microsoft.com/office/powerpoint/2010/main" val="10679475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4218E2-6E10-DBB1-0930-3640BDFE5C9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8E4818F-4D9E-B5D4-F231-6589B286938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ED8712-4B58-5459-8159-5386D6468169}"/>
              </a:ext>
            </a:extLst>
          </p:cNvPr>
          <p:cNvSpPr>
            <a:spLocks noGrp="1"/>
          </p:cNvSpPr>
          <p:nvPr>
            <p:ph type="dt" sz="half" idx="10"/>
          </p:nvPr>
        </p:nvSpPr>
        <p:spPr/>
        <p:txBody>
          <a:bodyPr/>
          <a:lstStyle/>
          <a:p>
            <a:fld id="{F3937589-8298-EC4F-8B58-F46439CDF10C}" type="datetimeFigureOut">
              <a:rPr lang="en-US" smtClean="0"/>
              <a:t>4/22/26</a:t>
            </a:fld>
            <a:endParaRPr lang="en-US"/>
          </a:p>
        </p:txBody>
      </p:sp>
      <p:sp>
        <p:nvSpPr>
          <p:cNvPr id="5" name="Footer Placeholder 4">
            <a:extLst>
              <a:ext uri="{FF2B5EF4-FFF2-40B4-BE49-F238E27FC236}">
                <a16:creationId xmlns:a16="http://schemas.microsoft.com/office/drawing/2014/main" id="{F6881D6C-BAC8-AE7A-F723-47A9DEE6C1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ED504D4-5C54-01D6-8335-DA2C7CFA2DBB}"/>
              </a:ext>
            </a:extLst>
          </p:cNvPr>
          <p:cNvSpPr>
            <a:spLocks noGrp="1"/>
          </p:cNvSpPr>
          <p:nvPr>
            <p:ph type="sldNum" sz="quarter" idx="12"/>
          </p:nvPr>
        </p:nvSpPr>
        <p:spPr/>
        <p:txBody>
          <a:bodyPr/>
          <a:lstStyle/>
          <a:p>
            <a:fld id="{03879501-CBEE-C046-B54D-C170CCF1FA28}" type="slidenum">
              <a:rPr lang="en-US" smtClean="0"/>
              <a:t>‹#›</a:t>
            </a:fld>
            <a:endParaRPr lang="en-US"/>
          </a:p>
        </p:txBody>
      </p:sp>
    </p:spTree>
    <p:extLst>
      <p:ext uri="{BB962C8B-B14F-4D97-AF65-F5344CB8AC3E}">
        <p14:creationId xmlns:p14="http://schemas.microsoft.com/office/powerpoint/2010/main" val="36604035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74B9C0E-6D3E-4F8A-8EB0-D92DFAEDAAB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A70EBDA-B7D8-52BF-6184-4970F51A386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AD35D1-88A7-EE92-0F82-8D1FCDADAD76}"/>
              </a:ext>
            </a:extLst>
          </p:cNvPr>
          <p:cNvSpPr>
            <a:spLocks noGrp="1"/>
          </p:cNvSpPr>
          <p:nvPr>
            <p:ph type="dt" sz="half" idx="10"/>
          </p:nvPr>
        </p:nvSpPr>
        <p:spPr/>
        <p:txBody>
          <a:bodyPr/>
          <a:lstStyle/>
          <a:p>
            <a:fld id="{F3937589-8298-EC4F-8B58-F46439CDF10C}" type="datetimeFigureOut">
              <a:rPr lang="en-US" smtClean="0"/>
              <a:t>4/22/26</a:t>
            </a:fld>
            <a:endParaRPr lang="en-US"/>
          </a:p>
        </p:txBody>
      </p:sp>
      <p:sp>
        <p:nvSpPr>
          <p:cNvPr id="5" name="Footer Placeholder 4">
            <a:extLst>
              <a:ext uri="{FF2B5EF4-FFF2-40B4-BE49-F238E27FC236}">
                <a16:creationId xmlns:a16="http://schemas.microsoft.com/office/drawing/2014/main" id="{473E6A3A-6A89-AA61-C4FE-0B209328C2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52A5DD-A22F-4943-BC74-C805A2A9A413}"/>
              </a:ext>
            </a:extLst>
          </p:cNvPr>
          <p:cNvSpPr>
            <a:spLocks noGrp="1"/>
          </p:cNvSpPr>
          <p:nvPr>
            <p:ph type="sldNum" sz="quarter" idx="12"/>
          </p:nvPr>
        </p:nvSpPr>
        <p:spPr/>
        <p:txBody>
          <a:bodyPr/>
          <a:lstStyle/>
          <a:p>
            <a:fld id="{03879501-CBEE-C046-B54D-C170CCF1FA28}" type="slidenum">
              <a:rPr lang="en-US" smtClean="0"/>
              <a:t>‹#›</a:t>
            </a:fld>
            <a:endParaRPr lang="en-US"/>
          </a:p>
        </p:txBody>
      </p:sp>
    </p:spTree>
    <p:extLst>
      <p:ext uri="{BB962C8B-B14F-4D97-AF65-F5344CB8AC3E}">
        <p14:creationId xmlns:p14="http://schemas.microsoft.com/office/powerpoint/2010/main" val="1540157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24DF0B2-BEF7-F0C5-94EC-B24FA7504A0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AB76E85-37DA-154E-EDDD-E12CD7C3CBB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BA02076-2512-7883-66E7-3E37FBF3BB0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3937589-8298-EC4F-8B58-F46439CDF10C}" type="datetimeFigureOut">
              <a:rPr lang="en-US" smtClean="0"/>
              <a:t>4/22/26</a:t>
            </a:fld>
            <a:endParaRPr lang="en-US"/>
          </a:p>
        </p:txBody>
      </p:sp>
      <p:sp>
        <p:nvSpPr>
          <p:cNvPr id="5" name="Footer Placeholder 4">
            <a:extLst>
              <a:ext uri="{FF2B5EF4-FFF2-40B4-BE49-F238E27FC236}">
                <a16:creationId xmlns:a16="http://schemas.microsoft.com/office/drawing/2014/main" id="{96191EBB-1509-14A5-0069-8F22200C25E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38B9B69-5A0E-317D-581A-48285DEF5DA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3879501-CBEE-C046-B54D-C170CCF1FA28}" type="slidenum">
              <a:rPr lang="en-US" smtClean="0"/>
              <a:t>‹#›</a:t>
            </a:fld>
            <a:endParaRPr lang="en-US"/>
          </a:p>
        </p:txBody>
      </p:sp>
    </p:spTree>
    <p:extLst>
      <p:ext uri="{BB962C8B-B14F-4D97-AF65-F5344CB8AC3E}">
        <p14:creationId xmlns:p14="http://schemas.microsoft.com/office/powerpoint/2010/main" val="10928342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tags" Target="../tags/tag2.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4.xml"/><Relationship Id="rId4" Type="http://schemas.openxmlformats.org/officeDocument/2006/relationships/image" Target="../media/image2.emf"/></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5.xml"/><Relationship Id="rId1" Type="http://schemas.openxmlformats.org/officeDocument/2006/relationships/tags" Target="../tags/tag6.xml"/><Relationship Id="rId4" Type="http://schemas.openxmlformats.org/officeDocument/2006/relationships/image" Target="../media/image4.wmf"/></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5.xml"/><Relationship Id="rId1" Type="http://schemas.openxmlformats.org/officeDocument/2006/relationships/tags" Target="../tags/tag7.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9.xml"/><Relationship Id="rId7" Type="http://schemas.openxmlformats.org/officeDocument/2006/relationships/image" Target="../media/image5.wmf"/><Relationship Id="rId2" Type="http://schemas.openxmlformats.org/officeDocument/2006/relationships/slideLayout" Target="../slideLayouts/slideLayout2.xml"/><Relationship Id="rId1" Type="http://schemas.openxmlformats.org/officeDocument/2006/relationships/tags" Target="../tags/tag9.xml"/><Relationship Id="rId6" Type="http://schemas.openxmlformats.org/officeDocument/2006/relationships/image" Target="../media/image180.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0.xml"/><Relationship Id="rId7" Type="http://schemas.openxmlformats.org/officeDocument/2006/relationships/image" Target="../media/image5.wmf"/><Relationship Id="rId2" Type="http://schemas.openxmlformats.org/officeDocument/2006/relationships/slideLayout" Target="../slideLayouts/slideLayout2.xml"/><Relationship Id="rId1" Type="http://schemas.openxmlformats.org/officeDocument/2006/relationships/tags" Target="../tags/tag10.xml"/><Relationship Id="rId6"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14.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7.xml"/><Relationship Id="rId1" Type="http://schemas.openxmlformats.org/officeDocument/2006/relationships/tags" Target="../tags/tag12.xml"/><Relationship Id="rId4" Type="http://schemas.openxmlformats.org/officeDocument/2006/relationships/image" Target="../media/image9.emf"/></Relationships>
</file>

<file path=ppt/slides/_rels/slide21.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image" Target="../media/image220.png"/></Relationships>
</file>

<file path=ppt/slides/_rels/slide24.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26.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420AA-A6F3-6CEF-5912-19135E385343}"/>
              </a:ext>
            </a:extLst>
          </p:cNvPr>
          <p:cNvSpPr>
            <a:spLocks noGrp="1"/>
          </p:cNvSpPr>
          <p:nvPr>
            <p:ph type="ctrTitle"/>
          </p:nvPr>
        </p:nvSpPr>
        <p:spPr/>
        <p:txBody>
          <a:bodyPr>
            <a:normAutofit/>
          </a:bodyPr>
          <a:lstStyle/>
          <a:p>
            <a:r>
              <a:rPr lang="en-US" dirty="0"/>
              <a:t>Cryptographic Hash Functions</a:t>
            </a:r>
          </a:p>
        </p:txBody>
      </p:sp>
      <p:sp>
        <p:nvSpPr>
          <p:cNvPr id="3" name="Subtitle 2">
            <a:extLst>
              <a:ext uri="{FF2B5EF4-FFF2-40B4-BE49-F238E27FC236}">
                <a16:creationId xmlns:a16="http://schemas.microsoft.com/office/drawing/2014/main" id="{0744D2B3-F32E-B68C-15A8-821CA7B02A87}"/>
              </a:ext>
            </a:extLst>
          </p:cNvPr>
          <p:cNvSpPr>
            <a:spLocks noGrp="1"/>
          </p:cNvSpPr>
          <p:nvPr>
            <p:ph type="subTitle" idx="1"/>
          </p:nvPr>
        </p:nvSpPr>
        <p:spPr/>
        <p:txBody>
          <a:bodyPr>
            <a:normAutofit fontScale="77500" lnSpcReduction="20000"/>
          </a:bodyPr>
          <a:lstStyle/>
          <a:p>
            <a:r>
              <a:rPr lang="en-US" dirty="0"/>
              <a:t>Xinyue Zhang, Ph. D.</a:t>
            </a:r>
          </a:p>
          <a:p>
            <a:r>
              <a:rPr lang="en-US" dirty="0"/>
              <a:t>Assistant Professor</a:t>
            </a:r>
          </a:p>
          <a:p>
            <a:r>
              <a:rPr lang="en-US" dirty="0"/>
              <a:t>Department of Computer Science</a:t>
            </a:r>
          </a:p>
          <a:p>
            <a:r>
              <a:rPr lang="en-US" dirty="0"/>
              <a:t>Kennesaw State University</a:t>
            </a:r>
          </a:p>
          <a:p>
            <a:r>
              <a:rPr lang="en-US" dirty="0"/>
              <a:t>Marietta, GA, USA</a:t>
            </a:r>
          </a:p>
          <a:p>
            <a:endParaRPr lang="en-US" dirty="0"/>
          </a:p>
          <a:p>
            <a:endParaRPr lang="en-US" dirty="0"/>
          </a:p>
        </p:txBody>
      </p:sp>
    </p:spTree>
    <p:extLst>
      <p:ext uri="{BB962C8B-B14F-4D97-AF65-F5344CB8AC3E}">
        <p14:creationId xmlns:p14="http://schemas.microsoft.com/office/powerpoint/2010/main" val="33303744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r>
              <a:rPr lang="en-US" dirty="0"/>
              <a:t>Hash Functions</a:t>
            </a:r>
            <a:endParaRPr lang="en-AU" dirty="0"/>
          </a:p>
        </p:txBody>
      </p:sp>
      <p:sp>
        <p:nvSpPr>
          <p:cNvPr id="55299" name="Rectangle 3"/>
          <p:cNvSpPr>
            <a:spLocks noGrp="1" noChangeArrowheads="1"/>
          </p:cNvSpPr>
          <p:nvPr>
            <p:ph idx="1"/>
          </p:nvPr>
        </p:nvSpPr>
        <p:spPr>
          <a:xfrm>
            <a:off x="1056218" y="1762126"/>
            <a:ext cx="10094383" cy="4943475"/>
          </a:xfrm>
        </p:spPr>
        <p:txBody>
          <a:bodyPr>
            <a:normAutofit/>
          </a:bodyPr>
          <a:lstStyle/>
          <a:p>
            <a:r>
              <a:rPr lang="en-AU" dirty="0"/>
              <a:t>A hash function H accepts a variable-length block of data </a:t>
            </a:r>
            <a:r>
              <a:rPr lang="en-AU" i="1" dirty="0"/>
              <a:t>M </a:t>
            </a:r>
            <a:r>
              <a:rPr lang="en-AU" dirty="0"/>
              <a:t>as input and produces a fixed-size hash value </a:t>
            </a:r>
          </a:p>
          <a:p>
            <a:pPr lvl="1"/>
            <a:r>
              <a:rPr lang="en-AU" i="1" dirty="0"/>
              <a:t>h = </a:t>
            </a:r>
            <a:r>
              <a:rPr lang="en-AU" dirty="0"/>
              <a:t>H(</a:t>
            </a:r>
            <a:r>
              <a:rPr lang="en-AU" i="1" dirty="0"/>
              <a:t>M</a:t>
            </a:r>
            <a:r>
              <a:rPr lang="en-AU" dirty="0"/>
              <a:t>)</a:t>
            </a:r>
          </a:p>
          <a:p>
            <a:pPr lvl="1"/>
            <a:r>
              <a:rPr lang="en-AU" dirty="0"/>
              <a:t>Principal object is data integrity</a:t>
            </a:r>
          </a:p>
          <a:p>
            <a:r>
              <a:rPr lang="en-AU" dirty="0"/>
              <a:t>Cryptographic hash function</a:t>
            </a:r>
          </a:p>
          <a:p>
            <a:pPr lvl="1"/>
            <a:r>
              <a:rPr lang="en-AU" dirty="0"/>
              <a:t>An algorithm for which it is computationally infeasible to find either: </a:t>
            </a:r>
          </a:p>
          <a:p>
            <a:pPr lvl="2">
              <a:lnSpc>
                <a:spcPct val="120000"/>
              </a:lnSpc>
              <a:buNone/>
            </a:pPr>
            <a:r>
              <a:rPr lang="en-AU" dirty="0"/>
              <a:t>	(a) a data object that maps to a pre-specified hash result (the one-way property) </a:t>
            </a:r>
          </a:p>
          <a:p>
            <a:pPr lvl="2">
              <a:lnSpc>
                <a:spcPct val="120000"/>
              </a:lnSpc>
              <a:spcBef>
                <a:spcPts val="1800"/>
              </a:spcBef>
              <a:buNone/>
            </a:pPr>
            <a:r>
              <a:rPr lang="en-AU" dirty="0"/>
              <a:t>	(b) two data objects that map to the same hash result (the collision-free property)</a:t>
            </a:r>
            <a:endParaRPr lang="en-US" dirty="0"/>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10965"/>
    </mc:Choice>
    <mc:Fallback xmlns="">
      <p:transition spd="slow" advTm="110965"/>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529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529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529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529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529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529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529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299" grpId="0" uiExpand="1" build="p" bldLvl="3"/>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2.pdf">
            <a:extLst>
              <a:ext uri="{FF2B5EF4-FFF2-40B4-BE49-F238E27FC236}">
                <a16:creationId xmlns:a16="http://schemas.microsoft.com/office/drawing/2014/main" id="{E7BB25D5-4DCB-4651-BDA7-C44BC93A9E83}"/>
              </a:ext>
            </a:extLst>
          </p:cNvPr>
          <p:cNvPicPr>
            <a:picLocks noChangeAspect="1"/>
          </p:cNvPicPr>
          <p:nvPr/>
        </p:nvPicPr>
        <p:blipFill rotWithShape="1">
          <a:blip r:embed="rId4"/>
          <a:srcRect b="56657"/>
          <a:stretch/>
        </p:blipFill>
        <p:spPr>
          <a:xfrm>
            <a:off x="-625199" y="1340768"/>
            <a:ext cx="6754337" cy="3788536"/>
          </a:xfrm>
          <a:prstGeom prst="rect">
            <a:avLst/>
          </a:prstGeom>
        </p:spPr>
      </p:pic>
      <p:pic>
        <p:nvPicPr>
          <p:cNvPr id="5" name="Picture 4" descr="f2.pdf">
            <a:extLst>
              <a:ext uri="{FF2B5EF4-FFF2-40B4-BE49-F238E27FC236}">
                <a16:creationId xmlns:a16="http://schemas.microsoft.com/office/drawing/2014/main" id="{2630587F-71F6-F944-88C7-C64996034F16}"/>
              </a:ext>
            </a:extLst>
          </p:cNvPr>
          <p:cNvPicPr>
            <a:picLocks noChangeAspect="1"/>
          </p:cNvPicPr>
          <p:nvPr/>
        </p:nvPicPr>
        <p:blipFill rotWithShape="1">
          <a:blip r:embed="rId4"/>
          <a:srcRect t="41583" b="8912"/>
          <a:stretch/>
        </p:blipFill>
        <p:spPr>
          <a:xfrm>
            <a:off x="5519936" y="1097712"/>
            <a:ext cx="6561185" cy="4203496"/>
          </a:xfrm>
          <a:prstGeom prst="rect">
            <a:avLst/>
          </a:prstGeom>
        </p:spPr>
      </p:pic>
      <p:sp>
        <p:nvSpPr>
          <p:cNvPr id="2" name="Rounded Rectangle 1">
            <a:extLst>
              <a:ext uri="{FF2B5EF4-FFF2-40B4-BE49-F238E27FC236}">
                <a16:creationId xmlns:a16="http://schemas.microsoft.com/office/drawing/2014/main" id="{252681DD-0042-324E-B401-CCDDBD066990}"/>
              </a:ext>
            </a:extLst>
          </p:cNvPr>
          <p:cNvSpPr/>
          <p:nvPr/>
        </p:nvSpPr>
        <p:spPr>
          <a:xfrm>
            <a:off x="6820308" y="5301208"/>
            <a:ext cx="3960440" cy="1368152"/>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t>To prevent this attack, the hash value generated by Alice must be protected.</a:t>
            </a:r>
          </a:p>
        </p:txBody>
      </p:sp>
      <p:sp>
        <p:nvSpPr>
          <p:cNvPr id="3" name="Title 2">
            <a:extLst>
              <a:ext uri="{FF2B5EF4-FFF2-40B4-BE49-F238E27FC236}">
                <a16:creationId xmlns:a16="http://schemas.microsoft.com/office/drawing/2014/main" id="{9C3F9644-B439-5C52-A6C2-D3A02AA449E1}"/>
              </a:ext>
            </a:extLst>
          </p:cNvPr>
          <p:cNvSpPr>
            <a:spLocks noGrp="1"/>
          </p:cNvSpPr>
          <p:nvPr>
            <p:ph type="title" idx="4294967295"/>
          </p:nvPr>
        </p:nvSpPr>
        <p:spPr>
          <a:xfrm>
            <a:off x="838200" y="-1325563"/>
            <a:ext cx="10515600" cy="1325563"/>
          </a:xfrm>
        </p:spPr>
        <p:txBody>
          <a:bodyPr vert="horz" lIns="91440" tIns="45720" rIns="91440" bIns="45720" rtlCol="0" anchor="b">
            <a:normAutofit/>
          </a:bodyPr>
          <a:lstStyle/>
          <a:p>
            <a:r>
              <a:rPr lang="en-US" dirty="0"/>
              <a:t>Message Authentication</a:t>
            </a:r>
          </a:p>
        </p:txBody>
      </p:sp>
    </p:spTree>
    <p:custDataLst>
      <p:tags r:id="rId1"/>
    </p:custDataLst>
  </p:cSld>
  <p:clrMapOvr>
    <a:masterClrMapping/>
  </p:clrMapOvr>
  <p:transition spd="med" advTm="117930">
    <p:wedg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extLst>
    <p:ext uri="{3A86A75C-4F4B-4683-9AE1-C65F6400EC91}">
      <p14:laserTraceLst xmlns:p14="http://schemas.microsoft.com/office/powerpoint/2010/main">
        <p14:tracePtLst>
          <p14:tracePt t="26346" x="3851275" y="6518275"/>
          <p14:tracePt t="26379" x="3557588" y="5967413"/>
          <p14:tracePt t="26593" x="2708275" y="3946525"/>
          <p14:tracePt t="26612" x="2646363" y="3884613"/>
          <p14:tracePt t="26829" x="2170113" y="2946400"/>
          <p14:tracePt t="27016" x="1735138" y="2959100"/>
          <p14:tracePt t="27216" x="1673225" y="2959100"/>
          <p14:tracePt t="27409" x="1708150" y="2979738"/>
          <p14:tracePt t="27600" x="1673225" y="3387725"/>
          <p14:tracePt t="27603" x="1687513" y="3408363"/>
          <p14:tracePt t="27799" x="1898650" y="3503613"/>
          <p14:tracePt t="27979" x="1931988" y="3517900"/>
          <p14:tracePt t="28153" x="2074863" y="3497263"/>
          <p14:tracePt t="28156" x="2089150" y="3497263"/>
          <p14:tracePt t="28338" x="2116138" y="3408363"/>
          <p14:tracePt t="28520" x="2101850" y="3360738"/>
          <p14:tracePt t="28708" x="2068513" y="3306763"/>
          <p14:tracePt t="28891" x="1979613" y="3313113"/>
          <p14:tracePt t="28896" x="1973263" y="3327400"/>
          <p14:tracePt t="29080" x="1931988" y="3375025"/>
          <p14:tracePt t="29265" x="1925638" y="3422650"/>
          <p14:tracePt t="29451" x="1925638" y="3470275"/>
          <p14:tracePt t="29637" x="1931988" y="3482975"/>
          <p14:tracePt t="29828" x="1946275" y="3497263"/>
          <p14:tracePt t="29831" x="1958975" y="3497263"/>
          <p14:tracePt t="30010" x="1993900" y="3497263"/>
          <p14:tracePt t="30207" x="2006600" y="3497263"/>
          <p14:tracePt t="30212" x="2020888" y="3497263"/>
          <p14:tracePt t="30398" x="2020888" y="3482975"/>
          <p14:tracePt t="30588" x="2027238" y="3482975"/>
          <p14:tracePt t="31042" x="2027238" y="3470275"/>
          <p14:tracePt t="33034" x="1931988" y="3455988"/>
          <p14:tracePt t="33565" x="1946275" y="3455988"/>
          <p14:tracePt t="33915" x="1931988" y="3455988"/>
          <p14:tracePt t="34107" x="1946275" y="3455988"/>
          <p14:tracePt t="34274" x="1973263" y="3470275"/>
          <p14:tracePt t="35985" x="1789113" y="3544888"/>
          <p14:tracePt t="35988" x="1687513" y="3660775"/>
          <p14:tracePt t="36180" x="1700213" y="3851275"/>
          <p14:tracePt t="36385" x="1700213" y="3946525"/>
          <p14:tracePt t="36591" x="1708150" y="4014788"/>
          <p14:tracePt t="36778" x="1741488" y="4054475"/>
          <p14:tracePt t="36784" x="1741488" y="4062413"/>
          <p14:tracePt t="36986" x="1755775" y="4062413"/>
          <p14:tracePt t="37182" x="1768475" y="4062413"/>
          <p14:tracePt t="37387" x="1755775" y="4041775"/>
          <p14:tracePt t="37391" x="1755775" y="4027488"/>
          <p14:tracePt t="37583" x="1612900" y="3979863"/>
          <p14:tracePt t="37788" x="1482725" y="3979863"/>
          <p14:tracePt t="37985" x="1414463" y="4006850"/>
          <p14:tracePt t="38183" x="1401763" y="4027488"/>
          <p14:tracePt t="38387" x="1401763" y="4062413"/>
          <p14:tracePt t="38589" x="1435100" y="4089400"/>
          <p14:tracePt t="38593" x="1449388" y="4089400"/>
          <p14:tracePt t="38786" x="1544638" y="4075113"/>
          <p14:tracePt t="38983" x="1565275" y="4027488"/>
          <p14:tracePt t="39195" x="1700213" y="4062413"/>
          <p14:tracePt t="39391" x="1768475" y="4075113"/>
          <p14:tracePt t="39593" x="1993900" y="4157663"/>
          <p14:tracePt t="39597" x="2020888" y="4157663"/>
          <p14:tracePt t="39793" x="2292350" y="4184650"/>
          <p14:tracePt t="39798" x="2312988" y="4184650"/>
          <p14:tracePt t="39993" x="2803525" y="4170363"/>
          <p14:tracePt t="40190" x="2884488" y="4170363"/>
          <p14:tracePt t="40394" x="2932113" y="4149725"/>
          <p14:tracePt t="41850" x="3014663" y="4075113"/>
          <p14:tracePt t="42043" x="3027363" y="3979863"/>
          <p14:tracePt t="42257" x="2946400" y="3911600"/>
          <p14:tracePt t="42629" x="2994025" y="3911600"/>
          <p14:tracePt t="42631" x="3000375" y="3911600"/>
          <p14:tracePt t="42824" x="3360738" y="3911600"/>
          <p14:tracePt t="43026" x="3557588" y="3898900"/>
          <p14:tracePt t="43225" x="3667125" y="3851275"/>
          <p14:tracePt t="43426" x="3694113" y="3789363"/>
          <p14:tracePt t="43625" x="3700463" y="3673475"/>
          <p14:tracePt t="43825" x="3700463" y="3613150"/>
          <p14:tracePt t="44210" x="3667125" y="3551238"/>
          <p14:tracePt t="44213" x="3605213" y="3551238"/>
          <p14:tracePt t="44410" x="3571875" y="3625850"/>
          <p14:tracePt t="44612" x="3571875" y="3673475"/>
          <p14:tracePt t="44808" x="3619500" y="3694113"/>
          <p14:tracePt t="45010" x="3700463" y="3708400"/>
          <p14:tracePt t="45211" x="3795713" y="3673475"/>
          <p14:tracePt t="45411" x="3824288" y="3640138"/>
          <p14:tracePt t="45613" x="3824288" y="3592513"/>
          <p14:tracePt t="45814" x="3741738" y="3544888"/>
          <p14:tracePt t="45817" x="3729038" y="3544888"/>
          <p14:tracePt t="46012" x="3619500" y="3565525"/>
          <p14:tracePt t="46225" x="3605213" y="3598863"/>
          <p14:tracePt t="47914" x="3810000" y="3598863"/>
          <p14:tracePt t="47916" x="3700463" y="3578225"/>
          <p14:tracePt t="48114" x="4014788" y="3592513"/>
          <p14:tracePt t="48317" x="4164013" y="3551238"/>
          <p14:tracePt t="48513" x="4252913" y="3435350"/>
          <p14:tracePt t="48517" x="4252913" y="3422650"/>
          <p14:tracePt t="48921" x="4259263" y="3360738"/>
          <p14:tracePt t="49299" x="4259263" y="3292475"/>
          <p14:tracePt t="49301" x="4259263" y="3279775"/>
          <p14:tracePt t="49500" x="4252913" y="3259138"/>
          <p14:tracePt t="49698" x="4238625" y="3244850"/>
          <p14:tracePt t="49901" x="4224338" y="3244850"/>
          <p14:tracePt t="50109" x="4157663" y="3244850"/>
          <p14:tracePt t="50312" x="4116388" y="3265488"/>
          <p14:tracePt t="50522" x="4116388" y="3292475"/>
          <p14:tracePt t="50728" x="4116388" y="3306763"/>
          <p14:tracePt t="51118" x="4116388" y="3313113"/>
          <p14:tracePt t="51319" x="4129088" y="3313113"/>
          <p14:tracePt t="51523" x="4157663" y="3313113"/>
          <p14:tracePt t="51724" x="4191000" y="3327400"/>
          <p14:tracePt t="51936" x="4205288" y="3313113"/>
          <p14:tracePt t="58182" x="4224338" y="3279775"/>
          <p14:tracePt t="58184" x="4429125" y="3136900"/>
          <p14:tracePt t="58382" x="9259888" y="2176463"/>
          <p14:tracePt t="58592" x="9259888" y="2184400"/>
          <p14:tracePt t="58970" x="9272588" y="2184400"/>
          <p14:tracePt t="59168" x="9164638" y="2414588"/>
          <p14:tracePt t="59173" x="9117013" y="2509838"/>
          <p14:tracePt t="59369" x="7470775" y="5429250"/>
          <p14:tracePt t="59376" x="7456488" y="5491163"/>
          <p14:tracePt t="59574" x="6503988" y="6122988"/>
          <p14:tracePt t="59578" x="6483350" y="6143625"/>
          <p14:tracePt t="59778" x="6265863" y="6334125"/>
          <p14:tracePt t="59985" x="5653088" y="6503988"/>
          <p14:tracePt t="60188" x="5708650" y="6557963"/>
          <p14:tracePt t="60400" x="5578475" y="6748463"/>
          <p14:tracePt t="60607" x="5830888" y="6796088"/>
          <p14:tracePt t="60810" x="5884863" y="6843713"/>
          <p14:tracePt t="62887" x="0" y="0"/>
        </p14:tracePtLst>
      </p14:laserTraceLst>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Message Authentication Code (MAC)</a:t>
            </a:r>
          </a:p>
        </p:txBody>
      </p:sp>
      <p:sp>
        <p:nvSpPr>
          <p:cNvPr id="5" name="Content Placeholder 4"/>
          <p:cNvSpPr>
            <a:spLocks noGrp="1"/>
          </p:cNvSpPr>
          <p:nvPr>
            <p:ph idx="1"/>
          </p:nvPr>
        </p:nvSpPr>
        <p:spPr/>
        <p:txBody>
          <a:bodyPr>
            <a:normAutofit/>
          </a:bodyPr>
          <a:lstStyle/>
          <a:p>
            <a:r>
              <a:rPr lang="en-US" dirty="0"/>
              <a:t>Message authentication is achieved using a </a:t>
            </a:r>
            <a:r>
              <a:rPr lang="en-US" b="1" u="sng" dirty="0"/>
              <a:t>message authentication code (MAC), </a:t>
            </a:r>
            <a:r>
              <a:rPr lang="en-US" dirty="0"/>
              <a:t>also known as a </a:t>
            </a:r>
            <a:r>
              <a:rPr lang="en-US" i="1" dirty="0"/>
              <a:t>keyed hash function</a:t>
            </a:r>
            <a:endParaRPr lang="en-US" dirty="0"/>
          </a:p>
          <a:p>
            <a:r>
              <a:rPr lang="en-US" dirty="0"/>
              <a:t>Typically used between two parties that share a </a:t>
            </a:r>
            <a:r>
              <a:rPr lang="en-US" b="1" dirty="0"/>
              <a:t>secret key </a:t>
            </a:r>
            <a:r>
              <a:rPr lang="en-US" dirty="0"/>
              <a:t>to authenticate information exchanged between those parties</a:t>
            </a:r>
          </a:p>
        </p:txBody>
      </p:sp>
      <p:sp>
        <p:nvSpPr>
          <p:cNvPr id="7" name="Footer Placeholder 6"/>
          <p:cNvSpPr>
            <a:spLocks noGrp="1"/>
          </p:cNvSpPr>
          <p:nvPr>
            <p:ph type="ftr" sz="quarter" idx="11"/>
          </p:nvPr>
        </p:nvSpPr>
        <p:spPr/>
        <p:txBody>
          <a:bodyPr/>
          <a:lstStyle/>
          <a:p>
            <a:pPr>
              <a:defRPr/>
            </a:pPr>
            <a:r>
              <a:rPr lang="en-US" sz="1000"/>
              <a:t>© 2020 Pearson Education, Inc., Hoboken, NJ. All rights reserved.  </a:t>
            </a:r>
            <a:endParaRPr lang="en-US" sz="1000" dirty="0"/>
          </a:p>
        </p:txBody>
      </p:sp>
      <p:sp>
        <p:nvSpPr>
          <p:cNvPr id="3" name="Freeform 2">
            <a:extLst>
              <a:ext uri="{FF2B5EF4-FFF2-40B4-BE49-F238E27FC236}">
                <a16:creationId xmlns:a16="http://schemas.microsoft.com/office/drawing/2014/main" id="{314E8F71-D286-6246-8C14-C3E26736EEDB}"/>
              </a:ext>
            </a:extLst>
          </p:cNvPr>
          <p:cNvSpPr/>
          <p:nvPr/>
        </p:nvSpPr>
        <p:spPr>
          <a:xfrm>
            <a:off x="1524000" y="3692990"/>
            <a:ext cx="9143998" cy="876599"/>
          </a:xfrm>
          <a:custGeom>
            <a:avLst/>
            <a:gdLst>
              <a:gd name="connsiteX0" fmla="*/ 0 w 9143998"/>
              <a:gd name="connsiteY0" fmla="*/ 0 h 876599"/>
              <a:gd name="connsiteX1" fmla="*/ 9143998 w 9143998"/>
              <a:gd name="connsiteY1" fmla="*/ 0 h 876599"/>
              <a:gd name="connsiteX2" fmla="*/ 9143998 w 9143998"/>
              <a:gd name="connsiteY2" fmla="*/ 876599 h 876599"/>
              <a:gd name="connsiteX3" fmla="*/ 0 w 9143998"/>
              <a:gd name="connsiteY3" fmla="*/ 876599 h 876599"/>
              <a:gd name="connsiteX4" fmla="*/ 0 w 9143998"/>
              <a:gd name="connsiteY4" fmla="*/ 0 h 8765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3998" h="876599">
                <a:moveTo>
                  <a:pt x="0" y="0"/>
                </a:moveTo>
                <a:lnTo>
                  <a:pt x="9143998" y="0"/>
                </a:lnTo>
                <a:lnTo>
                  <a:pt x="9143998" y="876599"/>
                </a:lnTo>
                <a:lnTo>
                  <a:pt x="0" y="876599"/>
                </a:lnTo>
                <a:lnTo>
                  <a:pt x="0" y="0"/>
                </a:lnTo>
                <a:close/>
              </a:path>
            </a:pathLst>
          </a:custGeom>
        </p:spPr>
        <p:style>
          <a:lnRef idx="1">
            <a:schemeClr val="accen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spcFirstLastPara="0" vert="horz" wrap="square" lIns="170688" tIns="97536" rIns="170688" bIns="97536" numCol="1" spcCol="1270" anchor="ctr" anchorCtr="0">
            <a:noAutofit/>
          </a:bodyPr>
          <a:lstStyle/>
          <a:p>
            <a:pPr marL="0" lvl="0" indent="0" algn="ctr" defTabSz="1066800">
              <a:lnSpc>
                <a:spcPct val="90000"/>
              </a:lnSpc>
              <a:spcBef>
                <a:spcPct val="0"/>
              </a:spcBef>
              <a:spcAft>
                <a:spcPct val="35000"/>
              </a:spcAft>
              <a:buNone/>
            </a:pPr>
            <a:r>
              <a:rPr lang="en-US" sz="2400" kern="1200" dirty="0">
                <a:effectLst>
                  <a:outerShdw blurRad="38100" dist="38100" dir="2700000" algn="tl">
                    <a:srgbClr val="000000">
                      <a:alpha val="43137"/>
                    </a:srgbClr>
                  </a:outerShdw>
                </a:effectLst>
              </a:rPr>
              <a:t>Takes as input a secret key and a data block and produces a hash value (MAC) which is associated with the protected message</a:t>
            </a:r>
          </a:p>
        </p:txBody>
      </p:sp>
      <p:sp>
        <p:nvSpPr>
          <p:cNvPr id="8" name="Freeform 7">
            <a:extLst>
              <a:ext uri="{FF2B5EF4-FFF2-40B4-BE49-F238E27FC236}">
                <a16:creationId xmlns:a16="http://schemas.microsoft.com/office/drawing/2014/main" id="{71AFD1D8-FF3B-2E43-9B10-64A58BAAB392}"/>
              </a:ext>
            </a:extLst>
          </p:cNvPr>
          <p:cNvSpPr/>
          <p:nvPr/>
        </p:nvSpPr>
        <p:spPr>
          <a:xfrm>
            <a:off x="1524000" y="4569589"/>
            <a:ext cx="9143998" cy="2075220"/>
          </a:xfrm>
          <a:custGeom>
            <a:avLst/>
            <a:gdLst>
              <a:gd name="connsiteX0" fmla="*/ 0 w 9143998"/>
              <a:gd name="connsiteY0" fmla="*/ 0 h 2075220"/>
              <a:gd name="connsiteX1" fmla="*/ 9143998 w 9143998"/>
              <a:gd name="connsiteY1" fmla="*/ 0 h 2075220"/>
              <a:gd name="connsiteX2" fmla="*/ 9143998 w 9143998"/>
              <a:gd name="connsiteY2" fmla="*/ 2075220 h 2075220"/>
              <a:gd name="connsiteX3" fmla="*/ 0 w 9143998"/>
              <a:gd name="connsiteY3" fmla="*/ 2075220 h 2075220"/>
              <a:gd name="connsiteX4" fmla="*/ 0 w 9143998"/>
              <a:gd name="connsiteY4" fmla="*/ 0 h 20752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3998" h="2075220">
                <a:moveTo>
                  <a:pt x="0" y="0"/>
                </a:moveTo>
                <a:lnTo>
                  <a:pt x="9143998" y="0"/>
                </a:lnTo>
                <a:lnTo>
                  <a:pt x="9143998" y="2075220"/>
                </a:lnTo>
                <a:lnTo>
                  <a:pt x="0" y="2075220"/>
                </a:lnTo>
                <a:lnTo>
                  <a:pt x="0" y="0"/>
                </a:lnTo>
                <a:close/>
              </a:path>
            </a:pathLst>
          </a:custGeom>
          <a:solidFill>
            <a:schemeClr val="bg1"/>
          </a:solidFill>
        </p:spPr>
        <p:style>
          <a:lnRef idx="1">
            <a:schemeClr val="accent1">
              <a:alpha val="90000"/>
              <a:tint val="40000"/>
              <a:hueOff val="0"/>
              <a:satOff val="0"/>
              <a:lumOff val="0"/>
              <a:alphaOff val="0"/>
            </a:schemeClr>
          </a:lnRef>
          <a:fillRef idx="1">
            <a:scrgbClr r="0" g="0" b="0"/>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28016" tIns="128016" rIns="170688" bIns="192024" numCol="1" spcCol="1270" anchor="t" anchorCtr="0">
            <a:noAutofit/>
          </a:bodyPr>
          <a:lstStyle/>
          <a:p>
            <a:pPr marL="228600" lvl="1" indent="-228600" algn="l" defTabSz="1066800">
              <a:lnSpc>
                <a:spcPct val="90000"/>
              </a:lnSpc>
              <a:spcBef>
                <a:spcPct val="0"/>
              </a:spcBef>
              <a:spcAft>
                <a:spcPct val="15000"/>
              </a:spcAft>
              <a:buChar char="•"/>
            </a:pPr>
            <a:r>
              <a:rPr lang="en-US" sz="2400" kern="1200" dirty="0"/>
              <a:t>If the integrity of the message needs to be checked, the MAC function can be applied to the message and the result compared with the associated MAC value</a:t>
            </a:r>
          </a:p>
          <a:p>
            <a:pPr marL="228600" lvl="1" indent="-228600" algn="l" defTabSz="1066800">
              <a:lnSpc>
                <a:spcPct val="90000"/>
              </a:lnSpc>
              <a:spcBef>
                <a:spcPct val="0"/>
              </a:spcBef>
              <a:spcAft>
                <a:spcPct val="15000"/>
              </a:spcAft>
              <a:buChar char="•"/>
            </a:pPr>
            <a:r>
              <a:rPr lang="en-US" sz="2400" kern="1200" dirty="0"/>
              <a:t>An attacker who alters the message will be unable to alter the associated MAC value without knowledge of the secret key</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83200"/>
    </mc:Choice>
    <mc:Fallback xmlns="">
      <p:transition spd="slow" advTm="832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blinds(horizontal)">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blinds(horizontal)">
                                      <p:cBhvr>
                                        <p:cTn id="20" dur="500"/>
                                        <p:tgtEl>
                                          <p:spTgt spid="8"/>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3" grpId="0" animBg="1"/>
      <p:bldP spid="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AD7ABD6-EF8D-C44B-9A23-F112A5459298}"/>
              </a:ext>
            </a:extLst>
          </p:cNvPr>
          <p:cNvSpPr>
            <a:spLocks noGrp="1"/>
          </p:cNvSpPr>
          <p:nvPr>
            <p:ph type="title"/>
          </p:nvPr>
        </p:nvSpPr>
        <p:spPr/>
        <p:txBody>
          <a:bodyPr/>
          <a:lstStyle/>
          <a:p>
            <a:r>
              <a:rPr lang="en-US" dirty="0"/>
              <a:t>Examples of Using Hash Function</a:t>
            </a:r>
          </a:p>
        </p:txBody>
      </p:sp>
      <p:sp>
        <p:nvSpPr>
          <p:cNvPr id="6" name="Content Placeholder 5">
            <a:extLst>
              <a:ext uri="{FF2B5EF4-FFF2-40B4-BE49-F238E27FC236}">
                <a16:creationId xmlns:a16="http://schemas.microsoft.com/office/drawing/2014/main" id="{A3D980C6-0F77-7243-BB74-D1FD13A1691F}"/>
              </a:ext>
            </a:extLst>
          </p:cNvPr>
          <p:cNvSpPr>
            <a:spLocks noGrp="1"/>
          </p:cNvSpPr>
          <p:nvPr>
            <p:ph idx="1"/>
          </p:nvPr>
        </p:nvSpPr>
        <p:spPr>
          <a:xfrm>
            <a:off x="1056218" y="3717033"/>
            <a:ext cx="10094383" cy="2334518"/>
          </a:xfrm>
        </p:spPr>
        <p:txBody>
          <a:bodyPr/>
          <a:lstStyle/>
          <a:p>
            <a:pPr marL="285750" indent="-285750">
              <a:buFont typeface="Arial" panose="020B0604020202020204" pitchFamily="34" charset="0"/>
              <a:buChar char="•"/>
            </a:pPr>
            <a:r>
              <a:rPr lang="en-US" sz="2000" dirty="0"/>
              <a:t>The message plus concatenated hash code is encrypted using symmetric encryption. </a:t>
            </a:r>
          </a:p>
          <a:p>
            <a:pPr marL="285750" indent="-285750">
              <a:buFont typeface="Arial" panose="020B0604020202020204" pitchFamily="34" charset="0"/>
              <a:buChar char="•"/>
            </a:pPr>
            <a:r>
              <a:rPr lang="en-US" sz="2000" dirty="0"/>
              <a:t>Because only A and B share the secret key, the message must have come from A and has not been altered. </a:t>
            </a:r>
          </a:p>
          <a:p>
            <a:pPr marL="285750" indent="-285750">
              <a:buFont typeface="Arial" panose="020B0604020202020204" pitchFamily="34" charset="0"/>
              <a:buChar char="•"/>
            </a:pPr>
            <a:r>
              <a:rPr lang="en-US" sz="2000" dirty="0"/>
              <a:t>The hash code provides the structure or redundancy required to achieve authentication. </a:t>
            </a:r>
          </a:p>
          <a:p>
            <a:pPr marL="285750" indent="-285750">
              <a:buFont typeface="Arial" panose="020B0604020202020204" pitchFamily="34" charset="0"/>
              <a:buChar char="•"/>
            </a:pPr>
            <a:r>
              <a:rPr lang="en-US" sz="2000" dirty="0"/>
              <a:t>Because encryption is applied to the entire message plus hash code, confidentiality is also provided.</a:t>
            </a:r>
          </a:p>
          <a:p>
            <a:endParaRPr lang="en-US" sz="2000" dirty="0"/>
          </a:p>
        </p:txBody>
      </p:sp>
      <p:pic>
        <p:nvPicPr>
          <p:cNvPr id="5" name="Picture 4" descr=" Figure 11.3 illustrates a variety of ways in which a hash code can be used to&#13;&#10;provide message authentication, as follows:&#13;&#10;">
            <a:extLst>
              <a:ext uri="{FF2B5EF4-FFF2-40B4-BE49-F238E27FC236}">
                <a16:creationId xmlns:a16="http://schemas.microsoft.com/office/drawing/2014/main" id="{FB225ED0-8A0A-C946-879C-8E57E2669082}"/>
              </a:ext>
            </a:extLst>
          </p:cNvPr>
          <p:cNvPicPr>
            <a:picLocks noChangeAspect="1"/>
          </p:cNvPicPr>
          <p:nvPr/>
        </p:nvPicPr>
        <p:blipFill rotWithShape="1">
          <a:blip r:embed="rId4"/>
          <a:srcRect t="9450" b="68908"/>
          <a:stretch/>
        </p:blipFill>
        <p:spPr>
          <a:xfrm>
            <a:off x="2110877" y="1556792"/>
            <a:ext cx="7970246" cy="2232248"/>
          </a:xfrm>
          <a:prstGeom prst="rect">
            <a:avLst/>
          </a:prstGeom>
        </p:spPr>
      </p:pic>
    </p:spTree>
    <p:custDataLst>
      <p:tags r:id="rId1"/>
    </p:custDataLst>
  </p:cSld>
  <p:clrMapOvr>
    <a:masterClrMapping/>
  </p:clrMapOvr>
  <p:transition advTm="75658">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Digital Signature</a:t>
            </a:r>
          </a:p>
        </p:txBody>
      </p:sp>
      <p:sp>
        <p:nvSpPr>
          <p:cNvPr id="5" name="Content Placeholder 4"/>
          <p:cNvSpPr>
            <a:spLocks noGrp="1"/>
          </p:cNvSpPr>
          <p:nvPr>
            <p:ph idx="1"/>
          </p:nvPr>
        </p:nvSpPr>
        <p:spPr/>
        <p:txBody>
          <a:bodyPr>
            <a:normAutofit/>
          </a:bodyPr>
          <a:lstStyle/>
          <a:p>
            <a:r>
              <a:rPr lang="en-US" dirty="0"/>
              <a:t>Operation is similar to that of the MAC</a:t>
            </a:r>
          </a:p>
          <a:p>
            <a:r>
              <a:rPr lang="en-US" dirty="0"/>
              <a:t>The hash value of a message is encrypted with a user’s private key</a:t>
            </a:r>
          </a:p>
          <a:p>
            <a:r>
              <a:rPr lang="en-US" dirty="0"/>
              <a:t>Anyone who knows the user’s public key can verify the integrity of the message</a:t>
            </a:r>
          </a:p>
          <a:p>
            <a:r>
              <a:rPr lang="en-US" dirty="0"/>
              <a:t>An attacker who wishes to alter the message would need to know the user’s private key</a:t>
            </a:r>
          </a:p>
          <a:p>
            <a:r>
              <a:rPr lang="en-US" dirty="0"/>
              <a:t>Implications of digital signatures go beyond just message authentication</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18848"/>
    </mc:Choice>
    <mc:Fallback xmlns="">
      <p:transition spd="slow" advTm="118848"/>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Figure 11.4 illustrates, in a simplified fashion, how a hash code is used to provide&#13;&#10;a digital signature.&#13;&#10;&#13;&#10;a.  The hash code is encrypted, using public-key encryption with the sender’s private key. As with Figure 11.3b, this provides authentication. It also provides a&#13;&#10;digital signature, because only the sender could have produced the encrypted&#13;&#10;hash code. In fact, this is the essence of the digital signature technique.&#13;&#10;&#13;&#10;b.  If confidentiality as well as a digital signature is desired, then the message&#13;&#10;plus the private-key-encrypted hash code can be encrypted using a symmetric&#13;&#10;secret key. This is a common technique.&#13;&#10;">
            <a:extLst>
              <a:ext uri="{FF2B5EF4-FFF2-40B4-BE49-F238E27FC236}">
                <a16:creationId xmlns:a16="http://schemas.microsoft.com/office/drawing/2014/main" id="{4DA5BAB7-64EE-0445-B3F0-60231B760B0A}"/>
              </a:ext>
            </a:extLst>
          </p:cNvPr>
          <p:cNvPicPr>
            <a:picLocks noChangeAspect="1"/>
          </p:cNvPicPr>
          <p:nvPr/>
        </p:nvPicPr>
        <p:blipFill rotWithShape="1">
          <a:blip r:embed="rId3"/>
          <a:srcRect t="20070" b="30687"/>
          <a:stretch/>
        </p:blipFill>
        <p:spPr>
          <a:xfrm>
            <a:off x="1406618" y="260648"/>
            <a:ext cx="9378763" cy="5976663"/>
          </a:xfrm>
          <a:prstGeom prst="rect">
            <a:avLst/>
          </a:prstGeom>
        </p:spPr>
      </p:pic>
      <p:sp>
        <p:nvSpPr>
          <p:cNvPr id="3" name="Title 2">
            <a:extLst>
              <a:ext uri="{FF2B5EF4-FFF2-40B4-BE49-F238E27FC236}">
                <a16:creationId xmlns:a16="http://schemas.microsoft.com/office/drawing/2014/main" id="{D3A6AA13-5060-1865-B900-08B6C3EE012E}"/>
              </a:ext>
            </a:extLst>
          </p:cNvPr>
          <p:cNvSpPr>
            <a:spLocks noGrp="1"/>
          </p:cNvSpPr>
          <p:nvPr>
            <p:ph type="title" idx="4294967295"/>
          </p:nvPr>
        </p:nvSpPr>
        <p:spPr>
          <a:xfrm>
            <a:off x="0" y="5786211"/>
            <a:ext cx="10515600" cy="1325563"/>
          </a:xfrm>
        </p:spPr>
        <p:txBody>
          <a:bodyPr/>
          <a:lstStyle/>
          <a:p>
            <a:r>
              <a:rPr lang="en-US" dirty="0"/>
              <a:t>Digital Signature with Hash Code</a:t>
            </a:r>
          </a:p>
        </p:txBody>
      </p:sp>
    </p:spTree>
  </p:cSld>
  <p:clrMapOvr>
    <a:masterClrMapping/>
  </p:clrMapOvr>
  <p:transition advTm="126016">
    <p:dissolv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Requirements and Security</a:t>
            </a:r>
          </a:p>
        </p:txBody>
      </p:sp>
      <p:sp>
        <p:nvSpPr>
          <p:cNvPr id="6" name="Text Placeholder 5"/>
          <p:cNvSpPr>
            <a:spLocks noGrp="1"/>
          </p:cNvSpPr>
          <p:nvPr>
            <p:ph type="body" idx="1"/>
          </p:nvPr>
        </p:nvSpPr>
        <p:spPr>
          <a:xfrm>
            <a:off x="1678729" y="1768477"/>
            <a:ext cx="3566160" cy="639762"/>
          </a:xfrm>
        </p:spPr>
        <p:txBody>
          <a:bodyPr/>
          <a:lstStyle/>
          <a:p>
            <a:r>
              <a:rPr lang="en-US" dirty="0">
                <a:ln>
                  <a:solidFill>
                    <a:schemeClr val="accent4">
                      <a:lumMod val="75000"/>
                    </a:schemeClr>
                  </a:solidFill>
                </a:ln>
              </a:rPr>
              <a:t>Preimage </a:t>
            </a:r>
          </a:p>
        </p:txBody>
      </p:sp>
      <p:sp>
        <p:nvSpPr>
          <p:cNvPr id="7" name="Content Placeholder 6"/>
          <p:cNvSpPr>
            <a:spLocks noGrp="1"/>
          </p:cNvSpPr>
          <p:nvPr>
            <p:ph sz="half" idx="2"/>
          </p:nvPr>
        </p:nvSpPr>
        <p:spPr>
          <a:xfrm>
            <a:off x="1056218" y="2514602"/>
            <a:ext cx="4811182" cy="4038599"/>
          </a:xfrm>
        </p:spPr>
        <p:txBody>
          <a:bodyPr>
            <a:normAutofit/>
          </a:bodyPr>
          <a:lstStyle/>
          <a:p>
            <a:r>
              <a:rPr lang="en-US" i="1" dirty="0"/>
              <a:t>x </a:t>
            </a:r>
            <a:r>
              <a:rPr lang="en-US" dirty="0"/>
              <a:t>is the preimage of </a:t>
            </a:r>
            <a:r>
              <a:rPr lang="en-US" i="1" dirty="0"/>
              <a:t>h </a:t>
            </a:r>
            <a:r>
              <a:rPr lang="en-US" dirty="0"/>
              <a:t>for a hash value </a:t>
            </a:r>
            <a:r>
              <a:rPr lang="en-US" i="1" dirty="0"/>
              <a:t>h = </a:t>
            </a:r>
            <a:r>
              <a:rPr lang="en-US" dirty="0"/>
              <a:t>H(</a:t>
            </a:r>
            <a:r>
              <a:rPr lang="en-US" i="1" dirty="0"/>
              <a:t>x)</a:t>
            </a:r>
          </a:p>
          <a:p>
            <a:r>
              <a:rPr lang="en-US" dirty="0"/>
              <a:t>Is a data block whose hash function, using the function H, is </a:t>
            </a:r>
            <a:r>
              <a:rPr lang="en-US" i="1" dirty="0"/>
              <a:t>h</a:t>
            </a:r>
          </a:p>
          <a:p>
            <a:r>
              <a:rPr lang="en-US" dirty="0"/>
              <a:t>Because H is a many-to-one mapping, for any given hash value </a:t>
            </a:r>
            <a:r>
              <a:rPr lang="en-US" i="1" dirty="0"/>
              <a:t>h, </a:t>
            </a:r>
            <a:r>
              <a:rPr lang="en-US" dirty="0"/>
              <a:t>there will in general be multiple preimages</a:t>
            </a:r>
          </a:p>
        </p:txBody>
      </p:sp>
      <p:sp>
        <p:nvSpPr>
          <p:cNvPr id="8" name="Text Placeholder 7"/>
          <p:cNvSpPr>
            <a:spLocks noGrp="1"/>
          </p:cNvSpPr>
          <p:nvPr>
            <p:ph type="body" sz="quarter" idx="3"/>
          </p:nvPr>
        </p:nvSpPr>
        <p:spPr>
          <a:xfrm>
            <a:off x="6395721" y="1768477"/>
            <a:ext cx="4754880" cy="639762"/>
          </a:xfrm>
        </p:spPr>
        <p:txBody>
          <a:bodyPr/>
          <a:lstStyle/>
          <a:p>
            <a:r>
              <a:rPr lang="en-US" dirty="0">
                <a:ln>
                  <a:solidFill>
                    <a:schemeClr val="accent4">
                      <a:lumMod val="75000"/>
                    </a:schemeClr>
                  </a:solidFill>
                </a:ln>
              </a:rPr>
              <a:t>Collision </a:t>
            </a:r>
          </a:p>
        </p:txBody>
      </p:sp>
      <p:sp>
        <p:nvSpPr>
          <p:cNvPr id="9" name="Content Placeholder 8"/>
          <p:cNvSpPr>
            <a:spLocks noGrp="1"/>
          </p:cNvSpPr>
          <p:nvPr>
            <p:ph sz="quarter" idx="4"/>
          </p:nvPr>
        </p:nvSpPr>
        <p:spPr>
          <a:xfrm>
            <a:off x="6290048" y="2590800"/>
            <a:ext cx="5134544" cy="3962401"/>
          </a:xfrm>
        </p:spPr>
        <p:txBody>
          <a:bodyPr/>
          <a:lstStyle/>
          <a:p>
            <a:r>
              <a:rPr lang="en-US" dirty="0"/>
              <a:t>Occurs if we have </a:t>
            </a:r>
            <a:r>
              <a:rPr lang="en-US" i="1" dirty="0"/>
              <a:t>x ≠ y </a:t>
            </a:r>
            <a:r>
              <a:rPr lang="en-US" dirty="0"/>
              <a:t>and H(</a:t>
            </a:r>
            <a:r>
              <a:rPr lang="en-US" i="1" dirty="0"/>
              <a:t>x) = </a:t>
            </a:r>
            <a:r>
              <a:rPr lang="en-US" dirty="0"/>
              <a:t>H(</a:t>
            </a:r>
            <a:r>
              <a:rPr lang="en-US" i="1" dirty="0"/>
              <a:t>y)</a:t>
            </a:r>
          </a:p>
          <a:p>
            <a:r>
              <a:rPr lang="en-US" dirty="0"/>
              <a:t>Because we are using hash functions for data integrity, collisions are clearly undesirable</a:t>
            </a:r>
          </a:p>
        </p:txBody>
      </p:sp>
      <p:pic>
        <p:nvPicPr>
          <p:cNvPr id="10" name="Picture 9">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8277490" y="5219700"/>
            <a:ext cx="2043953" cy="1219200"/>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06709"/>
    </mc:Choice>
    <mc:Fallback xmlns="">
      <p:transition spd="slow" advTm="106709"/>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blinds(horizontal)">
                                      <p:cBhvr>
                                        <p:cTn id="2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Attacks on Hash Functions</a:t>
            </a:r>
          </a:p>
        </p:txBody>
      </p:sp>
      <p:sp>
        <p:nvSpPr>
          <p:cNvPr id="6" name="Text Placeholder 5"/>
          <p:cNvSpPr>
            <a:spLocks noGrp="1"/>
          </p:cNvSpPr>
          <p:nvPr>
            <p:ph type="body" idx="1"/>
          </p:nvPr>
        </p:nvSpPr>
        <p:spPr/>
        <p:txBody>
          <a:bodyPr/>
          <a:lstStyle/>
          <a:p>
            <a:r>
              <a:rPr lang="en-US" dirty="0">
                <a:ln>
                  <a:solidFill>
                    <a:schemeClr val="accent4">
                      <a:lumMod val="75000"/>
                    </a:schemeClr>
                  </a:solidFill>
                </a:ln>
              </a:rPr>
              <a:t>Brute-Force Attacks</a:t>
            </a:r>
          </a:p>
        </p:txBody>
      </p:sp>
      <p:sp>
        <p:nvSpPr>
          <p:cNvPr id="3" name="Content Placeholder 2"/>
          <p:cNvSpPr>
            <a:spLocks noGrp="1"/>
          </p:cNvSpPr>
          <p:nvPr>
            <p:ph sz="half" idx="2"/>
          </p:nvPr>
        </p:nvSpPr>
        <p:spPr/>
        <p:txBody>
          <a:bodyPr>
            <a:normAutofit lnSpcReduction="10000"/>
          </a:bodyPr>
          <a:lstStyle/>
          <a:p>
            <a:r>
              <a:rPr lang="en-US" dirty="0"/>
              <a:t>Does not depend on the specific algorithm, only depends on bit length</a:t>
            </a:r>
          </a:p>
          <a:p>
            <a:r>
              <a:rPr lang="en-US" dirty="0"/>
              <a:t>In the case of a hash function, attack depends only on the bit length of the hash value</a:t>
            </a:r>
          </a:p>
          <a:p>
            <a:r>
              <a:rPr lang="en-US" dirty="0"/>
              <a:t>Method is to pick values at random and try each one until a collision occurs</a:t>
            </a:r>
          </a:p>
        </p:txBody>
      </p:sp>
      <p:sp>
        <p:nvSpPr>
          <p:cNvPr id="7" name="Text Placeholder 6"/>
          <p:cNvSpPr>
            <a:spLocks noGrp="1"/>
          </p:cNvSpPr>
          <p:nvPr>
            <p:ph type="body" sz="quarter" idx="3"/>
          </p:nvPr>
        </p:nvSpPr>
        <p:spPr/>
        <p:txBody>
          <a:bodyPr/>
          <a:lstStyle/>
          <a:p>
            <a:r>
              <a:rPr lang="en-US" dirty="0">
                <a:ln>
                  <a:solidFill>
                    <a:schemeClr val="accent4">
                      <a:lumMod val="75000"/>
                    </a:schemeClr>
                  </a:solidFill>
                </a:ln>
              </a:rPr>
              <a:t>Cryptanalysis </a:t>
            </a:r>
          </a:p>
        </p:txBody>
      </p:sp>
      <p:sp>
        <p:nvSpPr>
          <p:cNvPr id="8" name="Content Placeholder 7"/>
          <p:cNvSpPr>
            <a:spLocks noGrp="1"/>
          </p:cNvSpPr>
          <p:nvPr>
            <p:ph sz="quarter" idx="4"/>
          </p:nvPr>
        </p:nvSpPr>
        <p:spPr/>
        <p:txBody>
          <a:bodyPr>
            <a:normAutofit lnSpcReduction="10000"/>
          </a:bodyPr>
          <a:lstStyle/>
          <a:p>
            <a:r>
              <a:rPr lang="en-US" dirty="0"/>
              <a:t>An attack based on weaknesses in a particular cryptographic algorithm</a:t>
            </a:r>
          </a:p>
          <a:p>
            <a:r>
              <a:rPr lang="en-US" dirty="0"/>
              <a:t>Seek to exploit some property of the algorithm to perform some attack other than an exhaustive search</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65557"/>
    </mc:Choice>
    <mc:Fallback xmlns="">
      <p:transition spd="slow" advTm="6555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8"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C0146192-5D05-544B-9138-C1D443C58B0D}"/>
              </a:ext>
            </a:extLst>
          </p:cNvPr>
          <p:cNvSpPr>
            <a:spLocks noGrp="1"/>
          </p:cNvSpPr>
          <p:nvPr>
            <p:ph type="title"/>
          </p:nvPr>
        </p:nvSpPr>
        <p:spPr/>
        <p:txBody>
          <a:bodyPr/>
          <a:lstStyle/>
          <a:p>
            <a:r>
              <a:rPr lang="en-US" dirty="0"/>
              <a:t>Preimage Attack and Second Preimage Attack </a:t>
            </a:r>
          </a:p>
        </p:txBody>
      </p:sp>
      <p:sp>
        <p:nvSpPr>
          <p:cNvPr id="9" name="Content Placeholder 8">
            <a:extLst>
              <a:ext uri="{FF2B5EF4-FFF2-40B4-BE49-F238E27FC236}">
                <a16:creationId xmlns:a16="http://schemas.microsoft.com/office/drawing/2014/main" id="{616227B4-4679-4C44-8355-8295B2BFB990}"/>
              </a:ext>
            </a:extLst>
          </p:cNvPr>
          <p:cNvSpPr>
            <a:spLocks noGrp="1"/>
          </p:cNvSpPr>
          <p:nvPr>
            <p:ph idx="1"/>
          </p:nvPr>
        </p:nvSpPr>
        <p:spPr/>
        <p:txBody>
          <a:bodyPr/>
          <a:lstStyle/>
          <a:p>
            <a:r>
              <a:rPr lang="en-US" dirty="0"/>
              <a:t>Preimage Attack:</a:t>
            </a:r>
          </a:p>
          <a:p>
            <a:pPr lvl="1"/>
            <a:r>
              <a:rPr lang="en-US" dirty="0"/>
              <a:t>Try to find the value of x, given the hash function value H(x).</a:t>
            </a:r>
          </a:p>
          <a:p>
            <a:pPr lvl="1"/>
            <a:r>
              <a:rPr lang="en-US" dirty="0"/>
              <a:t>If the input x has 80 bits, then the attack will need 2</a:t>
            </a:r>
            <a:r>
              <a:rPr lang="en-US" baseline="30000" dirty="0"/>
              <a:t>80</a:t>
            </a:r>
            <a:r>
              <a:rPr lang="en-US" dirty="0"/>
              <a:t> steps.</a:t>
            </a:r>
          </a:p>
          <a:p>
            <a:r>
              <a:rPr lang="en-US" dirty="0"/>
              <a:t>Second preimage attack:</a:t>
            </a:r>
          </a:p>
          <a:p>
            <a:pPr lvl="1"/>
            <a:r>
              <a:rPr lang="en-US" dirty="0"/>
              <a:t>Given the hashed value H(x), try to find another value y, such that H(x) = H(y).</a:t>
            </a:r>
          </a:p>
          <a:p>
            <a:pPr lvl="1"/>
            <a:r>
              <a:rPr lang="en-US" dirty="0"/>
              <a:t>If the input x and y have 80 bits, then the attack will also need 2</a:t>
            </a:r>
            <a:r>
              <a:rPr lang="en-US" baseline="30000" dirty="0"/>
              <a:t>80</a:t>
            </a:r>
            <a:r>
              <a:rPr lang="en-US" dirty="0"/>
              <a:t> steps.</a:t>
            </a:r>
          </a:p>
          <a:p>
            <a:pPr lvl="1"/>
            <a:endParaRPr lang="en-US" dirty="0"/>
          </a:p>
        </p:txBody>
      </p:sp>
    </p:spTree>
    <p:custDataLst>
      <p:tags r:id="rId1"/>
    </p:custDataLst>
    <p:extLst>
      <p:ext uri="{BB962C8B-B14F-4D97-AF65-F5344CB8AC3E}">
        <p14:creationId xmlns:p14="http://schemas.microsoft.com/office/powerpoint/2010/main" val="3926388609"/>
      </p:ext>
    </p:extLst>
  </p:cSld>
  <p:clrMapOvr>
    <a:masterClrMapping/>
  </p:clrMapOvr>
  <mc:AlternateContent xmlns:mc="http://schemas.openxmlformats.org/markup-compatibility/2006" xmlns:p14="http://schemas.microsoft.com/office/powerpoint/2010/main">
    <mc:Choice Requires="p14">
      <p:transition spd="slow" p14:dur="2000" advTm="79402"/>
    </mc:Choice>
    <mc:Fallback xmlns="">
      <p:transition spd="slow" advTm="79402"/>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a:xfrm>
            <a:off x="2567609" y="1"/>
            <a:ext cx="7898780" cy="1412875"/>
          </a:xfrm>
        </p:spPr>
        <p:txBody>
          <a:bodyPr/>
          <a:lstStyle/>
          <a:p>
            <a:r>
              <a:rPr lang="en-US" dirty="0"/>
              <a:t>Collision Resistant Attacks</a:t>
            </a:r>
            <a:endParaRPr lang="en-AU" dirty="0"/>
          </a:p>
        </p:txBody>
      </p:sp>
      <mc:AlternateContent xmlns:mc="http://schemas.openxmlformats.org/markup-compatibility/2006" xmlns:a14="http://schemas.microsoft.com/office/drawing/2010/main">
        <mc:Choice Requires="a14">
          <p:sp>
            <p:nvSpPr>
              <p:cNvPr id="65539" name="Rectangle 3"/>
              <p:cNvSpPr>
                <a:spLocks noGrp="1" noChangeArrowheads="1"/>
              </p:cNvSpPr>
              <p:nvPr>
                <p:ph idx="1"/>
              </p:nvPr>
            </p:nvSpPr>
            <p:spPr>
              <a:xfrm>
                <a:off x="911424" y="1752600"/>
                <a:ext cx="10297144" cy="5105400"/>
              </a:xfrm>
            </p:spPr>
            <p:txBody>
              <a:bodyPr>
                <a:normAutofit/>
              </a:bodyPr>
              <a:lstStyle/>
              <a:p>
                <a:r>
                  <a:rPr lang="en-US" sz="2400" dirty="0"/>
                  <a:t>For a collision resistant attack, an adversary wishes to find two messages or data blocks that yield the same hash function</a:t>
                </a:r>
              </a:p>
              <a:p>
                <a:pPr lvl="1"/>
                <a:r>
                  <a:rPr lang="en-US" sz="2400" dirty="0"/>
                  <a:t>The effort required is explained by a mathematical result referred to as the </a:t>
                </a:r>
                <a:r>
                  <a:rPr lang="en-US" sz="2400" i="1" dirty="0"/>
                  <a:t>birthday paradox</a:t>
                </a:r>
                <a:endParaRPr lang="en-US" sz="2400" dirty="0"/>
              </a:p>
              <a:p>
                <a:r>
                  <a:rPr lang="en-US" sz="2400" dirty="0"/>
                  <a:t>Birthday paradox:</a:t>
                </a:r>
              </a:p>
              <a:p>
                <a:pPr lvl="1"/>
                <a:r>
                  <a:rPr lang="en-US" sz="1880" dirty="0"/>
                  <a:t>P(no birthday collision of 2 people) = 1 - </a:t>
                </a:r>
                <a14:m>
                  <m:oMath xmlns:m="http://schemas.openxmlformats.org/officeDocument/2006/math">
                    <m:f>
                      <m:fPr>
                        <m:ctrlPr>
                          <a:rPr lang="en-US" sz="1880" i="1" smtClean="0">
                            <a:latin typeface="Cambria Math" panose="02040503050406030204" pitchFamily="18" charset="0"/>
                          </a:rPr>
                        </m:ctrlPr>
                      </m:fPr>
                      <m:num>
                        <m:r>
                          <a:rPr lang="en-US" sz="1880" b="0" i="1" smtClean="0">
                            <a:latin typeface="Cambria Math" panose="02040503050406030204" pitchFamily="18" charset="0"/>
                          </a:rPr>
                          <m:t>1</m:t>
                        </m:r>
                      </m:num>
                      <m:den>
                        <m:r>
                          <a:rPr lang="en-US" sz="1880" b="0" i="1" smtClean="0">
                            <a:latin typeface="Cambria Math" panose="02040503050406030204" pitchFamily="18" charset="0"/>
                          </a:rPr>
                          <m:t>365</m:t>
                        </m:r>
                      </m:den>
                    </m:f>
                  </m:oMath>
                </a14:m>
                <a:r>
                  <a:rPr lang="en-US" sz="1880" dirty="0"/>
                  <a:t>.</a:t>
                </a:r>
              </a:p>
              <a:p>
                <a:pPr lvl="1"/>
                <a:r>
                  <a:rPr lang="en-US" sz="1880" dirty="0"/>
                  <a:t>P(no birthday collision of 3 people) = (1 - </a:t>
                </a:r>
                <a14:m>
                  <m:oMath xmlns:m="http://schemas.openxmlformats.org/officeDocument/2006/math">
                    <m:f>
                      <m:fPr>
                        <m:ctrlPr>
                          <a:rPr lang="en-US" sz="1880" i="1">
                            <a:latin typeface="Cambria Math" panose="02040503050406030204" pitchFamily="18" charset="0"/>
                          </a:rPr>
                        </m:ctrlPr>
                      </m:fPr>
                      <m:num>
                        <m:r>
                          <a:rPr lang="en-US" sz="1880" i="1">
                            <a:latin typeface="Cambria Math" panose="02040503050406030204" pitchFamily="18" charset="0"/>
                          </a:rPr>
                          <m:t>1</m:t>
                        </m:r>
                      </m:num>
                      <m:den>
                        <m:r>
                          <a:rPr lang="en-US" sz="1880" i="1">
                            <a:latin typeface="Cambria Math" panose="02040503050406030204" pitchFamily="18" charset="0"/>
                          </a:rPr>
                          <m:t>365</m:t>
                        </m:r>
                      </m:den>
                    </m:f>
                    <m:r>
                      <a:rPr lang="en-US" sz="1880" b="0" i="1" smtClean="0">
                        <a:latin typeface="Cambria Math" panose="02040503050406030204" pitchFamily="18" charset="0"/>
                      </a:rPr>
                      <m:t>)</m:t>
                    </m:r>
                    <m:r>
                      <m:rPr>
                        <m:nor/>
                      </m:rPr>
                      <a:rPr lang="en-US" sz="1880" dirty="0"/>
                      <m:t>(1 − </m:t>
                    </m:r>
                    <m:f>
                      <m:fPr>
                        <m:ctrlPr>
                          <a:rPr lang="en-US" sz="1880" i="1">
                            <a:latin typeface="Cambria Math" panose="02040503050406030204" pitchFamily="18" charset="0"/>
                          </a:rPr>
                        </m:ctrlPr>
                      </m:fPr>
                      <m:num>
                        <m:r>
                          <a:rPr lang="en-US" sz="1880" b="0" i="1" smtClean="0">
                            <a:latin typeface="Cambria Math" panose="02040503050406030204" pitchFamily="18" charset="0"/>
                          </a:rPr>
                          <m:t>2</m:t>
                        </m:r>
                      </m:num>
                      <m:den>
                        <m:r>
                          <a:rPr lang="en-US" sz="1880" i="1">
                            <a:latin typeface="Cambria Math" panose="02040503050406030204" pitchFamily="18" charset="0"/>
                          </a:rPr>
                          <m:t>365</m:t>
                        </m:r>
                      </m:den>
                    </m:f>
                    <m:r>
                      <a:rPr lang="en-US" sz="1880" i="1">
                        <a:latin typeface="Cambria Math" panose="02040503050406030204" pitchFamily="18" charset="0"/>
                      </a:rPr>
                      <m:t>)</m:t>
                    </m:r>
                    <m:r>
                      <m:rPr>
                        <m:nor/>
                      </m:rPr>
                      <a:rPr lang="en-US" sz="1880" dirty="0"/>
                      <m:t>.</m:t>
                    </m:r>
                  </m:oMath>
                </a14:m>
                <a:endParaRPr lang="en-US" sz="1880" dirty="0"/>
              </a:p>
              <a:p>
                <a:pPr lvl="1"/>
                <a:r>
                  <a:rPr lang="en-US" sz="1880" dirty="0"/>
                  <a:t>P(no birthday collision of 4 people) = (1 - </a:t>
                </a:r>
                <a14:m>
                  <m:oMath xmlns:m="http://schemas.openxmlformats.org/officeDocument/2006/math">
                    <m:f>
                      <m:fPr>
                        <m:ctrlPr>
                          <a:rPr lang="en-US" sz="1880" i="1">
                            <a:latin typeface="Cambria Math" panose="02040503050406030204" pitchFamily="18" charset="0"/>
                          </a:rPr>
                        </m:ctrlPr>
                      </m:fPr>
                      <m:num>
                        <m:r>
                          <a:rPr lang="en-US" sz="1880" i="1">
                            <a:latin typeface="Cambria Math" panose="02040503050406030204" pitchFamily="18" charset="0"/>
                          </a:rPr>
                          <m:t>1</m:t>
                        </m:r>
                      </m:num>
                      <m:den>
                        <m:r>
                          <a:rPr lang="en-US" sz="1880" i="1">
                            <a:latin typeface="Cambria Math" panose="02040503050406030204" pitchFamily="18" charset="0"/>
                          </a:rPr>
                          <m:t>365</m:t>
                        </m:r>
                      </m:den>
                    </m:f>
                    <m:r>
                      <a:rPr lang="en-US" sz="1880" i="1">
                        <a:latin typeface="Cambria Math" panose="02040503050406030204" pitchFamily="18" charset="0"/>
                      </a:rPr>
                      <m:t>)</m:t>
                    </m:r>
                    <m:r>
                      <m:rPr>
                        <m:nor/>
                      </m:rPr>
                      <a:rPr lang="en-US" sz="1880" dirty="0"/>
                      <m:t>(1 − </m:t>
                    </m:r>
                    <m:f>
                      <m:fPr>
                        <m:ctrlPr>
                          <a:rPr lang="en-US" sz="1880" i="1">
                            <a:latin typeface="Cambria Math" panose="02040503050406030204" pitchFamily="18" charset="0"/>
                          </a:rPr>
                        </m:ctrlPr>
                      </m:fPr>
                      <m:num>
                        <m:r>
                          <a:rPr lang="en-US" sz="1880" i="1">
                            <a:latin typeface="Cambria Math" panose="02040503050406030204" pitchFamily="18" charset="0"/>
                          </a:rPr>
                          <m:t>2</m:t>
                        </m:r>
                      </m:num>
                      <m:den>
                        <m:r>
                          <a:rPr lang="en-US" sz="1880" i="1">
                            <a:latin typeface="Cambria Math" panose="02040503050406030204" pitchFamily="18" charset="0"/>
                          </a:rPr>
                          <m:t>365</m:t>
                        </m:r>
                      </m:den>
                    </m:f>
                    <m:r>
                      <a:rPr lang="en-US" sz="1880" b="0" i="1" smtClean="0">
                        <a:latin typeface="Cambria Math" panose="02040503050406030204" pitchFamily="18" charset="0"/>
                      </a:rPr>
                      <m:t>)</m:t>
                    </m:r>
                    <m:r>
                      <m:rPr>
                        <m:nor/>
                      </m:rPr>
                      <a:rPr lang="en-US" sz="1880" dirty="0"/>
                      <m:t>(1 − </m:t>
                    </m:r>
                    <m:f>
                      <m:fPr>
                        <m:ctrlPr>
                          <a:rPr lang="en-US" sz="1880" i="1">
                            <a:latin typeface="Cambria Math" panose="02040503050406030204" pitchFamily="18" charset="0"/>
                          </a:rPr>
                        </m:ctrlPr>
                      </m:fPr>
                      <m:num>
                        <m:r>
                          <a:rPr lang="en-US" sz="1880" b="0" i="1" smtClean="0">
                            <a:latin typeface="Cambria Math" panose="02040503050406030204" pitchFamily="18" charset="0"/>
                          </a:rPr>
                          <m:t>3</m:t>
                        </m:r>
                      </m:num>
                      <m:den>
                        <m:r>
                          <a:rPr lang="en-US" sz="1880" i="1">
                            <a:latin typeface="Cambria Math" panose="02040503050406030204" pitchFamily="18" charset="0"/>
                          </a:rPr>
                          <m:t>365</m:t>
                        </m:r>
                      </m:den>
                    </m:f>
                    <m:r>
                      <a:rPr lang="en-US" sz="1880" i="1">
                        <a:latin typeface="Cambria Math" panose="02040503050406030204" pitchFamily="18" charset="0"/>
                      </a:rPr>
                      <m:t>)</m:t>
                    </m:r>
                    <m:r>
                      <m:rPr>
                        <m:nor/>
                      </m:rPr>
                      <a:rPr lang="en-US" sz="1880" dirty="0"/>
                      <m:t>.</m:t>
                    </m:r>
                  </m:oMath>
                </a14:m>
                <a:endParaRPr lang="en-US" sz="1880" dirty="0"/>
              </a:p>
              <a:p>
                <a:pPr lvl="1"/>
                <a:r>
                  <a:rPr lang="en-US" sz="1880" dirty="0"/>
                  <a:t>P(no birthday collision of t people) =</a:t>
                </a:r>
                <a14:m>
                  <m:oMath xmlns:m="http://schemas.openxmlformats.org/officeDocument/2006/math">
                    <m:nary>
                      <m:naryPr>
                        <m:chr m:val="∏"/>
                        <m:ctrlPr>
                          <a:rPr lang="en-US" sz="1880" i="1" smtClean="0">
                            <a:latin typeface="Cambria Math" panose="02040503050406030204" pitchFamily="18" charset="0"/>
                          </a:rPr>
                        </m:ctrlPr>
                      </m:naryPr>
                      <m:sub>
                        <m:r>
                          <m:rPr>
                            <m:brk m:alnAt="23"/>
                          </m:rPr>
                          <a:rPr lang="en-US" sz="1880" b="0" i="1" smtClean="0">
                            <a:latin typeface="Cambria Math" panose="02040503050406030204" pitchFamily="18" charset="0"/>
                          </a:rPr>
                          <m:t>𝑖</m:t>
                        </m:r>
                        <m:r>
                          <a:rPr lang="en-US" sz="1880" b="0" i="1" smtClean="0">
                            <a:latin typeface="Cambria Math" panose="02040503050406030204" pitchFamily="18" charset="0"/>
                          </a:rPr>
                          <m:t>=1</m:t>
                        </m:r>
                      </m:sub>
                      <m:sup>
                        <m:r>
                          <a:rPr lang="en-US" sz="1880" b="0" i="1" smtClean="0">
                            <a:latin typeface="Cambria Math" panose="02040503050406030204" pitchFamily="18" charset="0"/>
                          </a:rPr>
                          <m:t>𝑡</m:t>
                        </m:r>
                        <m:r>
                          <a:rPr lang="en-US" sz="1880" b="0" i="1" smtClean="0">
                            <a:latin typeface="Cambria Math" panose="02040503050406030204" pitchFamily="18" charset="0"/>
                          </a:rPr>
                          <m:t>−1</m:t>
                        </m:r>
                      </m:sup>
                      <m:e>
                        <m:r>
                          <a:rPr lang="en-US" sz="1880" b="0" i="1" smtClean="0">
                            <a:latin typeface="Cambria Math" panose="02040503050406030204" pitchFamily="18" charset="0"/>
                          </a:rPr>
                          <m:t>(1−</m:t>
                        </m:r>
                        <m:f>
                          <m:fPr>
                            <m:ctrlPr>
                              <a:rPr lang="en-US" sz="1880" b="0" i="1" smtClean="0">
                                <a:latin typeface="Cambria Math" panose="02040503050406030204" pitchFamily="18" charset="0"/>
                              </a:rPr>
                            </m:ctrlPr>
                          </m:fPr>
                          <m:num>
                            <m:r>
                              <a:rPr lang="en-US" sz="1880" b="0" i="1" smtClean="0">
                                <a:latin typeface="Cambria Math" panose="02040503050406030204" pitchFamily="18" charset="0"/>
                              </a:rPr>
                              <m:t>𝑖</m:t>
                            </m:r>
                          </m:num>
                          <m:den>
                            <m:r>
                              <a:rPr lang="en-US" sz="1880" b="0" i="1" smtClean="0">
                                <a:latin typeface="Cambria Math" panose="02040503050406030204" pitchFamily="18" charset="0"/>
                              </a:rPr>
                              <m:t>365</m:t>
                            </m:r>
                          </m:den>
                        </m:f>
                        <m:r>
                          <a:rPr lang="en-US" sz="1880" b="0" i="1" smtClean="0">
                            <a:latin typeface="Cambria Math" panose="02040503050406030204" pitchFamily="18" charset="0"/>
                          </a:rPr>
                          <m:t>)</m:t>
                        </m:r>
                      </m:e>
                    </m:nary>
                  </m:oMath>
                </a14:m>
                <a:endParaRPr lang="en-US" sz="1880" dirty="0"/>
              </a:p>
              <a:p>
                <a:pPr lvl="1"/>
                <a:r>
                  <a:rPr lang="en-US" sz="1880" dirty="0"/>
                  <a:t>For t = 23, </a:t>
                </a:r>
                <a14:m>
                  <m:oMath xmlns:m="http://schemas.openxmlformats.org/officeDocument/2006/math">
                    <m:r>
                      <m:rPr>
                        <m:sty m:val="p"/>
                      </m:rPr>
                      <a:rPr lang="en-US" sz="1880" b="0" i="0" smtClean="0">
                        <a:latin typeface="Cambria Math" panose="02040503050406030204" pitchFamily="18" charset="0"/>
                      </a:rPr>
                      <m:t>P</m:t>
                    </m:r>
                    <m:r>
                      <a:rPr lang="en-US" sz="1880" b="0" i="0" smtClean="0">
                        <a:latin typeface="Cambria Math" panose="02040503050406030204" pitchFamily="18" charset="0"/>
                      </a:rPr>
                      <m:t>=</m:t>
                    </m:r>
                    <m:nary>
                      <m:naryPr>
                        <m:chr m:val="∏"/>
                        <m:ctrlPr>
                          <a:rPr lang="en-US" sz="1880" i="1">
                            <a:latin typeface="Cambria Math" panose="02040503050406030204" pitchFamily="18" charset="0"/>
                          </a:rPr>
                        </m:ctrlPr>
                      </m:naryPr>
                      <m:sub>
                        <m:r>
                          <m:rPr>
                            <m:brk m:alnAt="23"/>
                          </m:rPr>
                          <a:rPr lang="en-US" sz="1880" i="1">
                            <a:latin typeface="Cambria Math" panose="02040503050406030204" pitchFamily="18" charset="0"/>
                          </a:rPr>
                          <m:t>𝑖</m:t>
                        </m:r>
                        <m:r>
                          <a:rPr lang="en-US" sz="1880" i="1">
                            <a:latin typeface="Cambria Math" panose="02040503050406030204" pitchFamily="18" charset="0"/>
                          </a:rPr>
                          <m:t>=1</m:t>
                        </m:r>
                      </m:sub>
                      <m:sup>
                        <m:r>
                          <a:rPr lang="en-US" sz="1880" b="0" i="1" smtClean="0">
                            <a:latin typeface="Cambria Math" panose="02040503050406030204" pitchFamily="18" charset="0"/>
                          </a:rPr>
                          <m:t>22</m:t>
                        </m:r>
                      </m:sup>
                      <m:e>
                        <m:d>
                          <m:dPr>
                            <m:ctrlPr>
                              <a:rPr lang="en-US" sz="1880" i="1">
                                <a:latin typeface="Cambria Math" panose="02040503050406030204" pitchFamily="18" charset="0"/>
                              </a:rPr>
                            </m:ctrlPr>
                          </m:dPr>
                          <m:e>
                            <m:r>
                              <a:rPr lang="en-US" sz="1880" i="1">
                                <a:latin typeface="Cambria Math" panose="02040503050406030204" pitchFamily="18" charset="0"/>
                              </a:rPr>
                              <m:t>1−</m:t>
                            </m:r>
                            <m:f>
                              <m:fPr>
                                <m:ctrlPr>
                                  <a:rPr lang="en-US" sz="1880" i="1">
                                    <a:latin typeface="Cambria Math" panose="02040503050406030204" pitchFamily="18" charset="0"/>
                                  </a:rPr>
                                </m:ctrlPr>
                              </m:fPr>
                              <m:num>
                                <m:r>
                                  <a:rPr lang="en-US" sz="1880" i="1">
                                    <a:latin typeface="Cambria Math" panose="02040503050406030204" pitchFamily="18" charset="0"/>
                                  </a:rPr>
                                  <m:t>𝑖</m:t>
                                </m:r>
                              </m:num>
                              <m:den>
                                <m:r>
                                  <a:rPr lang="en-US" sz="1880" i="1">
                                    <a:latin typeface="Cambria Math" panose="02040503050406030204" pitchFamily="18" charset="0"/>
                                  </a:rPr>
                                  <m:t>365</m:t>
                                </m:r>
                              </m:den>
                            </m:f>
                          </m:e>
                        </m:d>
                      </m:e>
                    </m:nary>
                    <m:r>
                      <a:rPr lang="en-US" sz="1880" b="0" i="1" smtClean="0">
                        <a:latin typeface="Cambria Math" panose="02040503050406030204" pitchFamily="18" charset="0"/>
                      </a:rPr>
                      <m:t>=0.507</m:t>
                    </m:r>
                    <m:r>
                      <a:rPr lang="en-US" sz="1880" b="0" i="1" smtClean="0">
                        <a:latin typeface="Cambria Math" panose="02040503050406030204" pitchFamily="18" charset="0"/>
                        <a:ea typeface="Cambria Math" panose="02040503050406030204" pitchFamily="18" charset="0"/>
                      </a:rPr>
                      <m:t>≈50%</m:t>
                    </m:r>
                  </m:oMath>
                </a14:m>
                <a:endParaRPr lang="en-US" sz="1880" dirty="0"/>
              </a:p>
              <a:p>
                <a:pPr lvl="1"/>
                <a:endParaRPr lang="en-US" sz="1880" dirty="0"/>
              </a:p>
              <a:p>
                <a:pPr lvl="1"/>
                <a:endParaRPr lang="en-US" sz="1880" dirty="0"/>
              </a:p>
            </p:txBody>
          </p:sp>
        </mc:Choice>
        <mc:Fallback xmlns="">
          <p:sp>
            <p:nvSpPr>
              <p:cNvPr id="65539" name="Rectangle 3"/>
              <p:cNvSpPr>
                <a:spLocks noGrp="1" noRot="1" noChangeAspect="1" noMove="1" noResize="1" noEditPoints="1" noAdjustHandles="1" noChangeArrowheads="1" noChangeShapeType="1" noTextEdit="1"/>
              </p:cNvSpPr>
              <p:nvPr>
                <p:ph idx="1"/>
              </p:nvPr>
            </p:nvSpPr>
            <p:spPr>
              <a:xfrm>
                <a:off x="911424" y="1752600"/>
                <a:ext cx="10297144" cy="5105400"/>
              </a:xfrm>
              <a:blipFill>
                <a:blip r:embed="rId6"/>
                <a:stretch>
                  <a:fillRect l="-986" t="-1493" r="-863" b="-5721"/>
                </a:stretch>
              </a:blipFill>
            </p:spPr>
            <p:txBody>
              <a:bodyPr/>
              <a:lstStyle/>
              <a:p>
                <a:r>
                  <a:rPr lang="en-US">
                    <a:noFill/>
                  </a:rPr>
                  <a:t> </a:t>
                </a:r>
              </a:p>
            </p:txBody>
          </p:sp>
        </mc:Fallback>
      </mc:AlternateContent>
      <p:pic>
        <p:nvPicPr>
          <p:cNvPr id="6" name="Picture 5">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rot="21249972">
            <a:off x="723900" y="-114941"/>
            <a:ext cx="1600200" cy="1642759"/>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219402"/>
    </mc:Choice>
    <mc:Fallback xmlns="">
      <p:transition spd="slow" advTm="219402"/>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553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553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553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553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553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553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5539">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553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39" grpId="0" build="p" bldLvl="2"/>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a:xfrm>
            <a:off x="2567609" y="1"/>
            <a:ext cx="7898780" cy="1412875"/>
          </a:xfrm>
        </p:spPr>
        <p:txBody>
          <a:bodyPr/>
          <a:lstStyle/>
          <a:p>
            <a:r>
              <a:rPr lang="en-US" dirty="0"/>
              <a:t>Collision Resistant Attacks (cont.)</a:t>
            </a:r>
            <a:endParaRPr lang="en-AU" dirty="0"/>
          </a:p>
        </p:txBody>
      </p:sp>
      <mc:AlternateContent xmlns:mc="http://schemas.openxmlformats.org/markup-compatibility/2006" xmlns:a14="http://schemas.microsoft.com/office/drawing/2010/main">
        <mc:Choice Requires="a14">
          <p:sp>
            <p:nvSpPr>
              <p:cNvPr id="65539" name="Rectangle 3"/>
              <p:cNvSpPr>
                <a:spLocks noGrp="1" noChangeArrowheads="1"/>
              </p:cNvSpPr>
              <p:nvPr>
                <p:ph idx="1"/>
              </p:nvPr>
            </p:nvSpPr>
            <p:spPr>
              <a:xfrm>
                <a:off x="911424" y="1752600"/>
                <a:ext cx="10297144" cy="5105400"/>
              </a:xfrm>
            </p:spPr>
            <p:txBody>
              <a:bodyPr>
                <a:normAutofit/>
              </a:bodyPr>
              <a:lstStyle/>
              <a:p>
                <a:r>
                  <a:rPr lang="en-US" sz="2400" dirty="0"/>
                  <a:t>For a collision resistant attack, an adversary wishes to find two messages or data blocks that yield the same hash function</a:t>
                </a:r>
              </a:p>
              <a:p>
                <a:pPr lvl="1"/>
                <a:r>
                  <a:rPr lang="en-US" sz="2400" dirty="0"/>
                  <a:t>The effort required is explained by a mathematical result referred to as the </a:t>
                </a:r>
                <a:r>
                  <a:rPr lang="en-US" sz="2400" i="1" dirty="0"/>
                  <a:t>birthday paradox</a:t>
                </a:r>
                <a:endParaRPr lang="en-US" sz="2400" dirty="0"/>
              </a:p>
              <a:p>
                <a:r>
                  <a:rPr lang="en-US" sz="2400" dirty="0"/>
                  <a:t>We can apply birthday paradox on collision resistant attacks.</a:t>
                </a:r>
              </a:p>
              <a:p>
                <a:pPr lvl="1"/>
                <a:r>
                  <a:rPr lang="en-US" sz="2000" dirty="0"/>
                  <a:t>P(no collision of t hash function input) =</a:t>
                </a:r>
                <a14:m>
                  <m:oMath xmlns:m="http://schemas.openxmlformats.org/officeDocument/2006/math">
                    <m:nary>
                      <m:naryPr>
                        <m:chr m:val="∏"/>
                        <m:ctrlPr>
                          <a:rPr lang="en-US" sz="2000" i="1">
                            <a:latin typeface="Cambria Math" panose="02040503050406030204" pitchFamily="18" charset="0"/>
                          </a:rPr>
                        </m:ctrlPr>
                      </m:naryPr>
                      <m:sub>
                        <m:r>
                          <m:rPr>
                            <m:brk m:alnAt="23"/>
                          </m:rPr>
                          <a:rPr lang="en-US" sz="2000" i="1">
                            <a:latin typeface="Cambria Math" panose="02040503050406030204" pitchFamily="18" charset="0"/>
                          </a:rPr>
                          <m:t>𝑖</m:t>
                        </m:r>
                        <m:r>
                          <a:rPr lang="en-US" sz="2000" i="1">
                            <a:latin typeface="Cambria Math" panose="02040503050406030204" pitchFamily="18" charset="0"/>
                          </a:rPr>
                          <m:t>=1</m:t>
                        </m:r>
                      </m:sub>
                      <m:sup>
                        <m:r>
                          <a:rPr lang="en-US" sz="2000" i="1">
                            <a:latin typeface="Cambria Math" panose="02040503050406030204" pitchFamily="18" charset="0"/>
                          </a:rPr>
                          <m:t>𝑡</m:t>
                        </m:r>
                        <m:r>
                          <a:rPr lang="en-US" sz="2000" i="1">
                            <a:latin typeface="Cambria Math" panose="02040503050406030204" pitchFamily="18" charset="0"/>
                          </a:rPr>
                          <m:t>−1</m:t>
                        </m:r>
                      </m:sup>
                      <m:e>
                        <m:r>
                          <a:rPr lang="en-US" sz="2000" i="1">
                            <a:latin typeface="Cambria Math" panose="02040503050406030204" pitchFamily="18" charset="0"/>
                          </a:rPr>
                          <m:t>(1−</m:t>
                        </m:r>
                        <m:f>
                          <m:fPr>
                            <m:ctrlPr>
                              <a:rPr lang="en-US" sz="2000" i="1">
                                <a:latin typeface="Cambria Math" panose="02040503050406030204" pitchFamily="18" charset="0"/>
                              </a:rPr>
                            </m:ctrlPr>
                          </m:fPr>
                          <m:num>
                            <m:r>
                              <a:rPr lang="en-US" sz="2000" i="1">
                                <a:latin typeface="Cambria Math" panose="02040503050406030204" pitchFamily="18" charset="0"/>
                              </a:rPr>
                              <m:t>𝑖</m:t>
                            </m:r>
                          </m:num>
                          <m:den>
                            <m:sSup>
                              <m:sSupPr>
                                <m:ctrlPr>
                                  <a:rPr lang="en-US" sz="2000" i="1" smtClean="0">
                                    <a:latin typeface="Cambria Math" panose="02040503050406030204" pitchFamily="18" charset="0"/>
                                  </a:rPr>
                                </m:ctrlPr>
                              </m:sSupPr>
                              <m:e>
                                <m:r>
                                  <a:rPr lang="en-US" sz="2000" b="0" i="1" smtClean="0">
                                    <a:latin typeface="Cambria Math" panose="02040503050406030204" pitchFamily="18" charset="0"/>
                                  </a:rPr>
                                  <m:t>2</m:t>
                                </m:r>
                              </m:e>
                              <m:sup>
                                <m:r>
                                  <a:rPr lang="en-US" sz="2000" b="0" i="1" smtClean="0">
                                    <a:latin typeface="Cambria Math" panose="02040503050406030204" pitchFamily="18" charset="0"/>
                                  </a:rPr>
                                  <m:t>𝑛</m:t>
                                </m:r>
                              </m:sup>
                            </m:sSup>
                          </m:den>
                        </m:f>
                        <m:r>
                          <a:rPr lang="en-US" sz="2000" i="1">
                            <a:latin typeface="Cambria Math" panose="02040503050406030204" pitchFamily="18" charset="0"/>
                          </a:rPr>
                          <m:t>)</m:t>
                        </m:r>
                      </m:e>
                    </m:nary>
                  </m:oMath>
                </a14:m>
                <a:endParaRPr lang="en-US" sz="2000" dirty="0"/>
              </a:p>
              <a:p>
                <a:pPr lvl="1"/>
                <a14:m>
                  <m:oMath xmlns:m="http://schemas.openxmlformats.org/officeDocument/2006/math">
                    <m:r>
                      <a:rPr lang="en-US" sz="2000" b="0" i="1" smtClean="0">
                        <a:latin typeface="Cambria Math" panose="02040503050406030204" pitchFamily="18" charset="0"/>
                      </a:rPr>
                      <m:t>𝑡</m:t>
                    </m:r>
                    <m:r>
                      <a:rPr lang="en-US" sz="2000" b="0" i="1" smtClean="0">
                        <a:latin typeface="Cambria Math" panose="02040503050406030204" pitchFamily="18" charset="0"/>
                      </a:rPr>
                      <m:t>=</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2</m:t>
                        </m:r>
                      </m:e>
                      <m:sup>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𝑛</m:t>
                            </m:r>
                            <m:r>
                              <a:rPr lang="en-US" sz="2000" b="0" i="1" smtClean="0">
                                <a:latin typeface="Cambria Math" panose="02040503050406030204" pitchFamily="18" charset="0"/>
                              </a:rPr>
                              <m:t>+1</m:t>
                            </m:r>
                          </m:num>
                          <m:den>
                            <m:r>
                              <a:rPr lang="en-US" sz="2000" b="0" i="1" smtClean="0">
                                <a:latin typeface="Cambria Math" panose="02040503050406030204" pitchFamily="18" charset="0"/>
                              </a:rPr>
                              <m:t>2</m:t>
                            </m:r>
                          </m:den>
                        </m:f>
                      </m:sup>
                    </m:sSup>
                    <m:rad>
                      <m:radPr>
                        <m:degHide m:val="on"/>
                        <m:ctrlPr>
                          <a:rPr lang="en-US" sz="2000" b="0" i="1" smtClean="0">
                            <a:latin typeface="Cambria Math" panose="02040503050406030204" pitchFamily="18" charset="0"/>
                          </a:rPr>
                        </m:ctrlPr>
                      </m:radPr>
                      <m:deg/>
                      <m:e>
                        <m:r>
                          <m:rPr>
                            <m:sty m:val="p"/>
                          </m:rPr>
                          <a:rPr lang="en-US" sz="2000" b="0" i="0" smtClean="0">
                            <a:latin typeface="Cambria Math" panose="02040503050406030204" pitchFamily="18" charset="0"/>
                          </a:rPr>
                          <m:t>log</m:t>
                        </m:r>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1</m:t>
                            </m:r>
                          </m:num>
                          <m:den>
                            <m:r>
                              <a:rPr lang="en-US" sz="2000" b="0" i="1" smtClean="0">
                                <a:latin typeface="Cambria Math" panose="02040503050406030204" pitchFamily="18" charset="0"/>
                              </a:rPr>
                              <m:t>1−</m:t>
                            </m:r>
                            <m:r>
                              <a:rPr lang="en-US" sz="2000" b="0" i="1" smtClean="0">
                                <a:latin typeface="Cambria Math" panose="02040503050406030204" pitchFamily="18" charset="0"/>
                                <a:ea typeface="Cambria Math" panose="02040503050406030204" pitchFamily="18" charset="0"/>
                              </a:rPr>
                              <m:t>𝜆</m:t>
                            </m:r>
                          </m:den>
                        </m:f>
                        <m:r>
                          <a:rPr lang="en-US" sz="2000" b="0" i="1" smtClean="0">
                            <a:latin typeface="Cambria Math" panose="02040503050406030204" pitchFamily="18" charset="0"/>
                          </a:rPr>
                          <m:t>)</m:t>
                        </m:r>
                      </m:e>
                    </m:rad>
                  </m:oMath>
                </a14:m>
                <a:r>
                  <a:rPr lang="en-US" sz="2000" dirty="0"/>
                  <a:t>, where </a:t>
                </a:r>
                <a14:m>
                  <m:oMath xmlns:m="http://schemas.openxmlformats.org/officeDocument/2006/math">
                    <m:r>
                      <a:rPr lang="en-US" sz="2000" i="1" smtClean="0">
                        <a:latin typeface="Cambria Math" panose="02040503050406030204" pitchFamily="18" charset="0"/>
                        <a:ea typeface="Cambria Math" panose="02040503050406030204" pitchFamily="18" charset="0"/>
                      </a:rPr>
                      <m:t>𝜆</m:t>
                    </m:r>
                  </m:oMath>
                </a14:m>
                <a:r>
                  <a:rPr lang="en-US" sz="2000" dirty="0"/>
                  <a:t> is the probability for at least 1 collision.</a:t>
                </a:r>
              </a:p>
              <a:p>
                <a:pPr lvl="1"/>
                <a:r>
                  <a:rPr lang="en-US" sz="2000" dirty="0"/>
                  <a:t>If n is 80, t will be around 2</a:t>
                </a:r>
                <a:r>
                  <a:rPr lang="en-US" sz="2000" baseline="30000" dirty="0"/>
                  <a:t>40</a:t>
                </a:r>
                <a:r>
                  <a:rPr lang="en-US" sz="2000" dirty="0"/>
                  <a:t> with </a:t>
                </a:r>
                <a14:m>
                  <m:oMath xmlns:m="http://schemas.openxmlformats.org/officeDocument/2006/math">
                    <m:r>
                      <a:rPr lang="en-US" sz="2000" i="1">
                        <a:latin typeface="Cambria Math" panose="02040503050406030204" pitchFamily="18" charset="0"/>
                        <a:ea typeface="Cambria Math" panose="02040503050406030204" pitchFamily="18" charset="0"/>
                      </a:rPr>
                      <m:t>𝜆</m:t>
                    </m:r>
                    <m:r>
                      <a:rPr lang="en-US" sz="2000" b="0" i="1" smtClean="0">
                        <a:latin typeface="Cambria Math" panose="02040503050406030204" pitchFamily="18" charset="0"/>
                        <a:ea typeface="Cambria Math" panose="02040503050406030204" pitchFamily="18" charset="0"/>
                      </a:rPr>
                      <m:t>=0.5</m:t>
                    </m:r>
                  </m:oMath>
                </a14:m>
                <a:r>
                  <a:rPr lang="en-US" sz="2000" dirty="0"/>
                  <a:t>.</a:t>
                </a:r>
              </a:p>
              <a:p>
                <a:pPr lvl="1"/>
                <a:r>
                  <a:rPr lang="en-US" sz="2000" dirty="0"/>
                  <a:t>That means, if the hash function input is n bits, the attacker only needs 2</a:t>
                </a:r>
                <a:r>
                  <a:rPr lang="en-US" sz="2000" baseline="30000" dirty="0"/>
                  <a:t>n/2</a:t>
                </a:r>
                <a:r>
                  <a:rPr lang="en-US" sz="2000" dirty="0"/>
                  <a:t> steps.</a:t>
                </a:r>
              </a:p>
              <a:p>
                <a:r>
                  <a:rPr lang="en-US" sz="2200" dirty="0"/>
                  <a:t>Collision resistant attack is much harder to prevent than preimage attack and 2</a:t>
                </a:r>
                <a:r>
                  <a:rPr lang="en-US" sz="2200" baseline="30000" dirty="0"/>
                  <a:t>nd</a:t>
                </a:r>
                <a:r>
                  <a:rPr lang="en-US" sz="2200" dirty="0"/>
                  <a:t> preimage attack.</a:t>
                </a:r>
              </a:p>
              <a:p>
                <a:pPr lvl="1"/>
                <a:endParaRPr lang="en-US" sz="2000" dirty="0"/>
              </a:p>
              <a:p>
                <a:pPr lvl="1"/>
                <a:endParaRPr lang="en-US" sz="1880" dirty="0"/>
              </a:p>
            </p:txBody>
          </p:sp>
        </mc:Choice>
        <mc:Fallback xmlns="">
          <p:sp>
            <p:nvSpPr>
              <p:cNvPr id="65539" name="Rectangle 3"/>
              <p:cNvSpPr>
                <a:spLocks noGrp="1" noRot="1" noChangeAspect="1" noMove="1" noResize="1" noEditPoints="1" noAdjustHandles="1" noChangeArrowheads="1" noChangeShapeType="1" noTextEdit="1"/>
              </p:cNvSpPr>
              <p:nvPr>
                <p:ph idx="1"/>
              </p:nvPr>
            </p:nvSpPr>
            <p:spPr>
              <a:xfrm>
                <a:off x="911424" y="1752600"/>
                <a:ext cx="10297144" cy="5105400"/>
              </a:xfrm>
              <a:blipFill>
                <a:blip r:embed="rId6"/>
                <a:stretch>
                  <a:fillRect l="-863" t="-1741"/>
                </a:stretch>
              </a:blipFill>
            </p:spPr>
            <p:txBody>
              <a:bodyPr/>
              <a:lstStyle/>
              <a:p>
                <a:r>
                  <a:rPr lang="en-US">
                    <a:noFill/>
                  </a:rPr>
                  <a:t> </a:t>
                </a:r>
              </a:p>
            </p:txBody>
          </p:sp>
        </mc:Fallback>
      </mc:AlternateContent>
      <p:pic>
        <p:nvPicPr>
          <p:cNvPr id="6" name="Picture 5">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rot="21249972">
            <a:off x="723900" y="-114941"/>
            <a:ext cx="1600200" cy="1642759"/>
          </a:xfrm>
          <a:prstGeom prst="rect">
            <a:avLst/>
          </a:prstGeom>
        </p:spPr>
      </p:pic>
    </p:spTree>
    <p:custDataLst>
      <p:tags r:id="rId1"/>
    </p:custDataLst>
    <p:extLst>
      <p:ext uri="{BB962C8B-B14F-4D97-AF65-F5344CB8AC3E}">
        <p14:creationId xmlns:p14="http://schemas.microsoft.com/office/powerpoint/2010/main" val="836022796"/>
      </p:ext>
    </p:extLst>
  </p:cSld>
  <p:clrMapOvr>
    <a:masterClrMapping/>
  </p:clrMapOvr>
  <mc:AlternateContent xmlns:mc="http://schemas.openxmlformats.org/markup-compatibility/2006" xmlns:p14="http://schemas.microsoft.com/office/powerpoint/2010/main">
    <mc:Choice Requires="p14">
      <p:transition spd="slow" p14:dur="2000" advTm="221866"/>
    </mc:Choice>
    <mc:Fallback xmlns="">
      <p:transition spd="slow" advTm="221866"/>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553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553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553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553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553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553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5539">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553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39" grpId="0" build="p" bldLvl="2"/>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p:txBody>
          <a:bodyPr/>
          <a:lstStyle/>
          <a:p>
            <a:r>
              <a:rPr lang="en-US" dirty="0"/>
              <a:t>Secure Hash Algorithm (SHA)</a:t>
            </a:r>
            <a:endParaRPr lang="en-AU" dirty="0"/>
          </a:p>
        </p:txBody>
      </p:sp>
      <p:sp>
        <p:nvSpPr>
          <p:cNvPr id="59395" name="Rectangle 3"/>
          <p:cNvSpPr>
            <a:spLocks noGrp="1" noChangeArrowheads="1"/>
          </p:cNvSpPr>
          <p:nvPr>
            <p:ph idx="1"/>
          </p:nvPr>
        </p:nvSpPr>
        <p:spPr/>
        <p:txBody>
          <a:bodyPr>
            <a:normAutofit/>
          </a:bodyPr>
          <a:lstStyle/>
          <a:p>
            <a:r>
              <a:rPr lang="en-AU" dirty="0"/>
              <a:t>SHA was originally designed by the National Institute of Standards and Technology (NIST) and published as a federal information processing standard (FIPS 180) in 1993</a:t>
            </a:r>
          </a:p>
          <a:p>
            <a:r>
              <a:rPr lang="en-AU" dirty="0"/>
              <a:t>Was revised in 1995 as SHA-1</a:t>
            </a:r>
          </a:p>
          <a:p>
            <a:r>
              <a:rPr lang="en-AU" dirty="0"/>
              <a:t>Produces 160-bit hash values </a:t>
            </a:r>
          </a:p>
          <a:p>
            <a:r>
              <a:rPr lang="en-AU" dirty="0"/>
              <a:t>In 2002 NIST produced a revised version of the standard that defined three new versions of SHA with hash value lengths of 256, 384, and 512</a:t>
            </a:r>
          </a:p>
          <a:p>
            <a:pPr lvl="1"/>
            <a:r>
              <a:rPr lang="en-AU" dirty="0"/>
              <a:t>Collectively known as SHA-2</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87402"/>
    </mc:Choice>
    <mc:Fallback xmlns="">
      <p:transition spd="slow" advTm="87402"/>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939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939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939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9395">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939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5"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780790" y="5507240"/>
            <a:ext cx="3503283" cy="615553"/>
          </a:xfrm>
          <a:prstGeom prst="rect">
            <a:avLst/>
          </a:prstGeom>
          <a:noFill/>
        </p:spPr>
        <p:txBody>
          <a:bodyPr wrap="none" rtlCol="0">
            <a:spAutoFit/>
          </a:bodyPr>
          <a:lstStyle/>
          <a:p>
            <a:r>
              <a:rPr lang="en-US" sz="1600" dirty="0"/>
              <a:t>Note:  All sizes are measured in bits.</a:t>
            </a:r>
          </a:p>
          <a:p>
            <a:endParaRPr lang="en-US" dirty="0"/>
          </a:p>
        </p:txBody>
      </p:sp>
      <p:sp>
        <p:nvSpPr>
          <p:cNvPr id="8" name="Rectangle 2"/>
          <p:cNvSpPr txBox="1">
            <a:spLocks noGrp="1" noChangeArrowheads="1"/>
          </p:cNvSpPr>
          <p:nvPr>
            <p:ph type="title" idx="4294967295"/>
          </p:nvPr>
        </p:nvSpPr>
        <p:spPr bwMode="auto">
          <a:xfrm>
            <a:off x="1524000" y="1"/>
            <a:ext cx="9144000" cy="1412875"/>
          </a:xfrm>
          <a:prstGeom prst="rect">
            <a:avLst/>
          </a:prstGeom>
          <a:noFill/>
          <a:ln w="9525">
            <a:noFill/>
            <a:prstDash/>
            <a:miter lim="800000"/>
            <a:headEnd/>
            <a:tailEn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ts val="4500"/>
              </a:lnSpc>
              <a:spcBef>
                <a:spcPts val="0"/>
              </a:spcBef>
              <a:spcAft>
                <a:spcPts val="0"/>
              </a:spcAft>
              <a:buClrTx/>
              <a:buSzTx/>
              <a:buFontTx/>
              <a:buNone/>
              <a:tabLst/>
              <a:defRPr/>
            </a:pPr>
            <a:r>
              <a:rPr kumimoji="0" lang="en-US" sz="4800" b="0" i="0" u="none" strike="noStrike" kern="1200" cap="none" spc="0" normalizeH="0" baseline="0" noProof="0" dirty="0">
                <a:ln>
                  <a:noFill/>
                </a:ln>
                <a:solidFill>
                  <a:schemeClr val="tx2"/>
                </a:solidFill>
                <a:effectLst/>
                <a:uLnTx/>
                <a:uFillTx/>
                <a:latin typeface="+mn-lt"/>
                <a:ea typeface="ＭＳ Ｐゴシック" pitchFamily="-107" charset="-128"/>
                <a:cs typeface="ＭＳ Ｐゴシック" pitchFamily="-107" charset="-128"/>
              </a:rPr>
              <a:t>Table 11.3</a:t>
            </a:r>
            <a:br>
              <a:rPr kumimoji="0" lang="en-US" sz="4000" b="0" i="0" u="none" strike="noStrike" kern="1200" cap="none" spc="0" normalizeH="0" baseline="0" noProof="0" dirty="0">
                <a:ln>
                  <a:noFill/>
                </a:ln>
                <a:solidFill>
                  <a:schemeClr val="tx2"/>
                </a:solidFill>
                <a:effectLst/>
                <a:uLnTx/>
                <a:uFillTx/>
                <a:latin typeface="+mn-lt"/>
                <a:ea typeface="ＭＳ Ｐゴシック" pitchFamily="-107" charset="-128"/>
                <a:cs typeface="ＭＳ Ｐゴシック" pitchFamily="-107" charset="-128"/>
              </a:rPr>
            </a:br>
            <a:r>
              <a:rPr kumimoji="0" lang="en-US" sz="3600" b="0" i="0" u="none" strike="noStrike" kern="1200" cap="none" spc="0" normalizeH="0" baseline="0" noProof="0" dirty="0">
                <a:ln>
                  <a:noFill/>
                </a:ln>
                <a:solidFill>
                  <a:schemeClr val="tx2"/>
                </a:solidFill>
                <a:effectLst/>
                <a:uLnTx/>
                <a:uFillTx/>
                <a:latin typeface="+mn-lt"/>
                <a:ea typeface="ＭＳ Ｐゴシック" pitchFamily="-107" charset="-128"/>
                <a:cs typeface="ＭＳ Ｐゴシック" pitchFamily="-107" charset="-128"/>
              </a:rPr>
              <a:t>Comparison of SHA Parameters</a:t>
            </a:r>
            <a:endParaRPr kumimoji="0" lang="en-AU" sz="4800" b="0" i="0" u="none" strike="noStrike" kern="1200" cap="none" spc="0" normalizeH="0" baseline="0" noProof="0" dirty="0">
              <a:ln>
                <a:noFill/>
              </a:ln>
              <a:solidFill>
                <a:schemeClr val="tx2"/>
              </a:solidFill>
              <a:effectLst/>
              <a:uLnTx/>
              <a:uFillTx/>
              <a:latin typeface="+mn-lt"/>
              <a:ea typeface="ＭＳ Ｐゴシック" pitchFamily="-107" charset="-128"/>
              <a:cs typeface="ＭＳ Ｐゴシック" pitchFamily="-107" charset="-128"/>
            </a:endParaRPr>
          </a:p>
        </p:txBody>
      </p:sp>
      <p:pic>
        <p:nvPicPr>
          <p:cNvPr id="2" name="Picture 1" descr="A revised document was issued as FIP PUB 180-3 in 2008, which added a 224-bit version (Table 11.3). SHA-1 and SHA-2 are also specified in RFC 6234, which essentially duplicates the material in FIPS 180-3 but adds a C code implementation">
            <a:extLst>
              <a:ext uri="{FF2B5EF4-FFF2-40B4-BE49-F238E27FC236}">
                <a16:creationId xmlns:a16="http://schemas.microsoft.com/office/drawing/2014/main" id="{D0C4E182-40FA-2D43-94FB-8BD2FCF0D400}"/>
              </a:ext>
            </a:extLst>
          </p:cNvPr>
          <p:cNvPicPr>
            <a:picLocks noChangeAspect="1"/>
          </p:cNvPicPr>
          <p:nvPr/>
        </p:nvPicPr>
        <p:blipFill>
          <a:blip r:embed="rId3"/>
          <a:stretch>
            <a:fillRect/>
          </a:stretch>
        </p:blipFill>
        <p:spPr>
          <a:xfrm>
            <a:off x="1780790" y="2387600"/>
            <a:ext cx="8887211" cy="3114322"/>
          </a:xfrm>
          <a:prstGeom prst="rect">
            <a:avLst/>
          </a:prstGeom>
        </p:spPr>
      </p:pic>
      <p:cxnSp>
        <p:nvCxnSpPr>
          <p:cNvPr id="4" name="Straight Connector 3">
            <a:extLst>
              <a:ext uri="{FF2B5EF4-FFF2-40B4-BE49-F238E27FC236}">
                <a16:creationId xmlns:a16="http://schemas.microsoft.com/office/drawing/2014/main" id="{AF37F2EC-5B59-CF44-9EB6-CD00943DE7A1}"/>
              </a:ext>
              <a:ext uri="{C183D7F6-B498-43B3-948B-1728B52AA6E4}">
                <adec:decorative xmlns:adec="http://schemas.microsoft.com/office/drawing/2017/decorative" val="1"/>
              </a:ext>
            </a:extLst>
          </p:cNvPr>
          <p:cNvCxnSpPr/>
          <p:nvPr/>
        </p:nvCxnSpPr>
        <p:spPr>
          <a:xfrm>
            <a:off x="1780789" y="2387600"/>
            <a:ext cx="0" cy="2841600"/>
          </a:xfrm>
          <a:prstGeom prst="line">
            <a:avLst/>
          </a:prstGeom>
          <a:ln w="22225">
            <a:solidFill>
              <a:schemeClr val="tx1">
                <a:alpha val="50000"/>
              </a:schemeClr>
            </a:solidFill>
          </a:ln>
        </p:spPr>
        <p:style>
          <a:lnRef idx="2">
            <a:schemeClr val="accent1"/>
          </a:lnRef>
          <a:fillRef idx="0">
            <a:schemeClr val="accent1"/>
          </a:fillRef>
          <a:effectRef idx="1">
            <a:schemeClr val="accent1"/>
          </a:effectRef>
          <a:fontRef idx="minor">
            <a:schemeClr val="tx1"/>
          </a:fontRef>
        </p:style>
      </p:cxnSp>
    </p:spTree>
  </p:cSld>
  <p:clrMapOvr>
    <a:masterClrMapping/>
  </p:clrMapOvr>
  <p:transition advTm="87701">
    <p:dissolv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This structure, referred to as an iterated hash function, was proposed&#13;&#10;by Merkle [MERK79, MERK89] and is the structure of most hash functions in use&#13;&#10;today, including SHA, which is discussed later in this chapter. The hash function&#13;&#10;takes an input message and partitions it into L fixed-sized blocks of b  bits each.&#13;&#10;">
            <a:extLst>
              <a:ext uri="{FF2B5EF4-FFF2-40B4-BE49-F238E27FC236}">
                <a16:creationId xmlns:a16="http://schemas.microsoft.com/office/drawing/2014/main" id="{5CAA9904-26E6-6B4E-8E8F-1915910C6D46}"/>
              </a:ext>
            </a:extLst>
          </p:cNvPr>
          <p:cNvPicPr>
            <a:picLocks noChangeAspect="1"/>
          </p:cNvPicPr>
          <p:nvPr/>
        </p:nvPicPr>
        <p:blipFill rotWithShape="1">
          <a:blip r:embed="rId3"/>
          <a:srcRect l="6187" t="13250" r="11866" b="21650"/>
          <a:stretch/>
        </p:blipFill>
        <p:spPr>
          <a:xfrm>
            <a:off x="1518340" y="620688"/>
            <a:ext cx="9149661" cy="5616624"/>
          </a:xfrm>
          <a:prstGeom prst="rect">
            <a:avLst/>
          </a:prstGeom>
        </p:spPr>
      </p:pic>
      <p:sp>
        <p:nvSpPr>
          <p:cNvPr id="2" name="Title 1">
            <a:extLst>
              <a:ext uri="{FF2B5EF4-FFF2-40B4-BE49-F238E27FC236}">
                <a16:creationId xmlns:a16="http://schemas.microsoft.com/office/drawing/2014/main" id="{905B3803-F512-131C-BAE6-1BEDD04F8343}"/>
              </a:ext>
            </a:extLst>
          </p:cNvPr>
          <p:cNvSpPr>
            <a:spLocks noGrp="1"/>
          </p:cNvSpPr>
          <p:nvPr>
            <p:ph type="title" idx="4294967295"/>
          </p:nvPr>
        </p:nvSpPr>
        <p:spPr>
          <a:xfrm>
            <a:off x="838200" y="-1325563"/>
            <a:ext cx="10515600" cy="1325563"/>
          </a:xfrm>
        </p:spPr>
        <p:txBody>
          <a:bodyPr vert="horz" lIns="91440" tIns="45720" rIns="91440" bIns="45720" rtlCol="0" anchor="b">
            <a:normAutofit/>
          </a:bodyPr>
          <a:lstStyle/>
          <a:p>
            <a:r>
              <a:rPr lang="en-US" dirty="0"/>
              <a:t>General structure of secure hash code</a:t>
            </a:r>
          </a:p>
        </p:txBody>
      </p:sp>
    </p:spTree>
  </p:cSld>
  <p:clrMapOvr>
    <a:masterClrMapping/>
  </p:clrMapOvr>
  <p:transition spd="med" advTm="112629">
    <p:wipe dir="d"/>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The algorithm takes as input a message with a maximum length of less than 2128 bits and produces as output a 512-bit message digest. The input is processed in 1024-bit blocks. Figure 11.9 depicts the overall processing of a message to produce a digest. ">
            <a:extLst>
              <a:ext uri="{FF2B5EF4-FFF2-40B4-BE49-F238E27FC236}">
                <a16:creationId xmlns:a16="http://schemas.microsoft.com/office/drawing/2014/main" id="{647FD269-AF85-2B43-952F-31BB0B26CFC6}"/>
              </a:ext>
            </a:extLst>
          </p:cNvPr>
          <p:cNvPicPr>
            <a:picLocks noChangeAspect="1"/>
          </p:cNvPicPr>
          <p:nvPr/>
        </p:nvPicPr>
        <p:blipFill rotWithShape="1">
          <a:blip r:embed="rId3"/>
          <a:srcRect t="9192" b="27595"/>
          <a:stretch/>
        </p:blipFill>
        <p:spPr>
          <a:xfrm>
            <a:off x="-96688" y="300188"/>
            <a:ext cx="7569970" cy="6192688"/>
          </a:xfrm>
          <a:prstGeom prst="rect">
            <a:avLst/>
          </a:prstGeom>
        </p:spPr>
      </p:pic>
      <p:sp>
        <p:nvSpPr>
          <p:cNvPr id="2" name="Rounded Rectangle 1">
            <a:extLst>
              <a:ext uri="{FF2B5EF4-FFF2-40B4-BE49-F238E27FC236}">
                <a16:creationId xmlns:a16="http://schemas.microsoft.com/office/drawing/2014/main" id="{7CB2C2ED-127A-6349-AA52-F72E9E3D7390}"/>
              </a:ext>
            </a:extLst>
          </p:cNvPr>
          <p:cNvSpPr/>
          <p:nvPr/>
        </p:nvSpPr>
        <p:spPr>
          <a:xfrm>
            <a:off x="7032104" y="552763"/>
            <a:ext cx="4968552" cy="5505076"/>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u="sng" dirty="0"/>
              <a:t>Step 1 Append padding bits</a:t>
            </a:r>
            <a:r>
              <a:rPr lang="en-US" sz="2400" u="sng" dirty="0"/>
              <a:t>. </a:t>
            </a:r>
            <a:r>
              <a:rPr lang="en-US" sz="2400" dirty="0"/>
              <a:t>The message is padded so that its length is congruent to 896 modulo 1024. Padding is always added, even if the message is already of the desired length. Thus, the number of padding bits is in the range of 1 to 1024. The padding consists of a single 1 bit followed by the necessary number of 0 bits.</a:t>
            </a:r>
          </a:p>
        </p:txBody>
      </p:sp>
      <p:sp>
        <p:nvSpPr>
          <p:cNvPr id="3" name="Title 2">
            <a:extLst>
              <a:ext uri="{FF2B5EF4-FFF2-40B4-BE49-F238E27FC236}">
                <a16:creationId xmlns:a16="http://schemas.microsoft.com/office/drawing/2014/main" id="{385153CD-0C4C-8BC3-BE4B-F7A5D16D4139}"/>
              </a:ext>
            </a:extLst>
          </p:cNvPr>
          <p:cNvSpPr>
            <a:spLocks noGrp="1"/>
          </p:cNvSpPr>
          <p:nvPr>
            <p:ph type="title" idx="4294967295"/>
          </p:nvPr>
        </p:nvSpPr>
        <p:spPr>
          <a:xfrm>
            <a:off x="838200" y="-1325563"/>
            <a:ext cx="10515600" cy="1325563"/>
          </a:xfrm>
        </p:spPr>
        <p:txBody>
          <a:bodyPr vert="horz" lIns="91440" tIns="45720" rIns="91440" bIns="45720" rtlCol="0" anchor="b">
            <a:normAutofit/>
          </a:bodyPr>
          <a:lstStyle/>
          <a:p>
            <a:r>
              <a:rPr lang="en-US" dirty="0"/>
              <a:t>MAC Step 1</a:t>
            </a:r>
          </a:p>
        </p:txBody>
      </p:sp>
    </p:spTree>
  </p:cSld>
  <p:clrMapOvr>
    <a:masterClrMapping/>
  </p:clrMapOvr>
  <p:transition spd="med" advTm="90656">
    <p:pull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The algorithm takes as input a message with a maximum length of less than 2128 bits and produces as output a 512-bit message digest. The input is processed in 1024-bit blocks. Figure 11.9 depicts the overall processing of a message to produce a digest. ">
            <a:extLst>
              <a:ext uri="{FF2B5EF4-FFF2-40B4-BE49-F238E27FC236}">
                <a16:creationId xmlns:a16="http://schemas.microsoft.com/office/drawing/2014/main" id="{647FD269-AF85-2B43-952F-31BB0B26CFC6}"/>
              </a:ext>
            </a:extLst>
          </p:cNvPr>
          <p:cNvPicPr>
            <a:picLocks noChangeAspect="1"/>
          </p:cNvPicPr>
          <p:nvPr/>
        </p:nvPicPr>
        <p:blipFill rotWithShape="1">
          <a:blip r:embed="rId3"/>
          <a:srcRect t="9192" b="27595"/>
          <a:stretch/>
        </p:blipFill>
        <p:spPr>
          <a:xfrm>
            <a:off x="-96688" y="300188"/>
            <a:ext cx="7569970" cy="6192688"/>
          </a:xfrm>
          <a:prstGeom prst="rect">
            <a:avLst/>
          </a:prstGeom>
        </p:spPr>
      </p:pic>
      <p:sp>
        <p:nvSpPr>
          <p:cNvPr id="2" name="Rounded Rectangle 1">
            <a:extLst>
              <a:ext uri="{FF2B5EF4-FFF2-40B4-BE49-F238E27FC236}">
                <a16:creationId xmlns:a16="http://schemas.microsoft.com/office/drawing/2014/main" id="{7CB2C2ED-127A-6349-AA52-F72E9E3D7390}"/>
              </a:ext>
            </a:extLst>
          </p:cNvPr>
          <p:cNvSpPr/>
          <p:nvPr/>
        </p:nvSpPr>
        <p:spPr>
          <a:xfrm>
            <a:off x="7032104" y="552763"/>
            <a:ext cx="4968552" cy="5505076"/>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u="sng" dirty="0"/>
              <a:t>Step 2 Append length. </a:t>
            </a:r>
            <a:r>
              <a:rPr lang="en-US" sz="2400" dirty="0"/>
              <a:t>A block of 128 bits is appended to the message. This block is treated as an unsigned 128-bit integer and contains the length of the original message in bits (before the padding). The outcome of the first two steps yields a message that is an integer multiple of 1024 bits in length. </a:t>
            </a:r>
          </a:p>
        </p:txBody>
      </p:sp>
      <p:sp>
        <p:nvSpPr>
          <p:cNvPr id="3" name="Title 2">
            <a:extLst>
              <a:ext uri="{FF2B5EF4-FFF2-40B4-BE49-F238E27FC236}">
                <a16:creationId xmlns:a16="http://schemas.microsoft.com/office/drawing/2014/main" id="{C7F5B2E2-D840-0396-A945-33823DAE0401}"/>
              </a:ext>
            </a:extLst>
          </p:cNvPr>
          <p:cNvSpPr>
            <a:spLocks noGrp="1"/>
          </p:cNvSpPr>
          <p:nvPr>
            <p:ph type="title" idx="4294967295"/>
          </p:nvPr>
        </p:nvSpPr>
        <p:spPr>
          <a:xfrm>
            <a:off x="838200" y="-1325563"/>
            <a:ext cx="10515600" cy="1325563"/>
          </a:xfrm>
        </p:spPr>
        <p:txBody>
          <a:bodyPr vert="horz" lIns="91440" tIns="45720" rIns="91440" bIns="45720" rtlCol="0" anchor="b">
            <a:normAutofit/>
          </a:bodyPr>
          <a:lstStyle/>
          <a:p>
            <a:r>
              <a:rPr lang="en-US" dirty="0"/>
              <a:t>MAC Step 2</a:t>
            </a:r>
          </a:p>
        </p:txBody>
      </p:sp>
    </p:spTree>
    <p:extLst>
      <p:ext uri="{BB962C8B-B14F-4D97-AF65-F5344CB8AC3E}">
        <p14:creationId xmlns:p14="http://schemas.microsoft.com/office/powerpoint/2010/main" val="1625706069"/>
      </p:ext>
    </p:extLst>
  </p:cSld>
  <p:clrMapOvr>
    <a:masterClrMapping/>
  </p:clrMapOvr>
  <p:transition spd="med" advTm="57909">
    <p:pull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The algorithm takes as input a message with a maximum length of less than 2128 bits and produces as output a 512-bit message digest. The input is processed in 1024-bit blocks. Figure 11.9 depicts the overall processing of a message to produce a digest. ">
            <a:extLst>
              <a:ext uri="{FF2B5EF4-FFF2-40B4-BE49-F238E27FC236}">
                <a16:creationId xmlns:a16="http://schemas.microsoft.com/office/drawing/2014/main" id="{647FD269-AF85-2B43-952F-31BB0B26CFC6}"/>
              </a:ext>
            </a:extLst>
          </p:cNvPr>
          <p:cNvPicPr>
            <a:picLocks noChangeAspect="1"/>
          </p:cNvPicPr>
          <p:nvPr/>
        </p:nvPicPr>
        <p:blipFill rotWithShape="1">
          <a:blip r:embed="rId3"/>
          <a:srcRect t="9192" b="27595"/>
          <a:stretch/>
        </p:blipFill>
        <p:spPr>
          <a:xfrm>
            <a:off x="-96688" y="300188"/>
            <a:ext cx="7569970" cy="6192688"/>
          </a:xfrm>
          <a:prstGeom prst="rect">
            <a:avLst/>
          </a:prstGeom>
        </p:spPr>
      </p:pic>
      <p:sp>
        <p:nvSpPr>
          <p:cNvPr id="2" name="Rounded Rectangle 1">
            <a:extLst>
              <a:ext uri="{FF2B5EF4-FFF2-40B4-BE49-F238E27FC236}">
                <a16:creationId xmlns:a16="http://schemas.microsoft.com/office/drawing/2014/main" id="{7CB2C2ED-127A-6349-AA52-F72E9E3D7390}"/>
              </a:ext>
            </a:extLst>
          </p:cNvPr>
          <p:cNvSpPr/>
          <p:nvPr/>
        </p:nvSpPr>
        <p:spPr>
          <a:xfrm>
            <a:off x="7032104" y="552763"/>
            <a:ext cx="4968552" cy="5505076"/>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800" b="1" u="sng" dirty="0"/>
              <a:t>Step 3 Initialize hash buffer. </a:t>
            </a:r>
            <a:r>
              <a:rPr lang="en-US" sz="2800" dirty="0"/>
              <a:t>A 512-bit buffer is used to hold intermediate and final results of the hash function. The buffer can be represented as eight 64-bit registers (a, b, c, d, e, f, g, h). We need to give initialization values in the hash buffer</a:t>
            </a:r>
          </a:p>
        </p:txBody>
      </p:sp>
      <p:sp>
        <p:nvSpPr>
          <p:cNvPr id="3" name="Title 2">
            <a:extLst>
              <a:ext uri="{FF2B5EF4-FFF2-40B4-BE49-F238E27FC236}">
                <a16:creationId xmlns:a16="http://schemas.microsoft.com/office/drawing/2014/main" id="{79297323-5166-DB61-53BC-82F8AF8EDA03}"/>
              </a:ext>
            </a:extLst>
          </p:cNvPr>
          <p:cNvSpPr>
            <a:spLocks noGrp="1"/>
          </p:cNvSpPr>
          <p:nvPr>
            <p:ph type="title" idx="4294967295"/>
          </p:nvPr>
        </p:nvSpPr>
        <p:spPr>
          <a:xfrm>
            <a:off x="838200" y="-1325563"/>
            <a:ext cx="10515600" cy="1325563"/>
          </a:xfrm>
        </p:spPr>
        <p:txBody>
          <a:bodyPr vert="horz" lIns="91440" tIns="45720" rIns="91440" bIns="45720" rtlCol="0" anchor="b">
            <a:normAutofit/>
          </a:bodyPr>
          <a:lstStyle/>
          <a:p>
            <a:r>
              <a:rPr lang="en-US" dirty="0"/>
              <a:t>MAC Step 3</a:t>
            </a:r>
          </a:p>
        </p:txBody>
      </p:sp>
    </p:spTree>
    <p:extLst>
      <p:ext uri="{BB962C8B-B14F-4D97-AF65-F5344CB8AC3E}">
        <p14:creationId xmlns:p14="http://schemas.microsoft.com/office/powerpoint/2010/main" val="4065661162"/>
      </p:ext>
    </p:extLst>
  </p:cSld>
  <p:clrMapOvr>
    <a:masterClrMapping/>
  </p:clrMapOvr>
  <p:transition spd="med" advTm="60010">
    <p:pull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The algorithm takes as input a message with a maximum length of less than 2128 bits and produces as output a 512-bit message digest. The input is processed in 1024-bit blocks. Figure 11.9 depicts the overall processing of a message to produce a digest. ">
            <a:extLst>
              <a:ext uri="{FF2B5EF4-FFF2-40B4-BE49-F238E27FC236}">
                <a16:creationId xmlns:a16="http://schemas.microsoft.com/office/drawing/2014/main" id="{647FD269-AF85-2B43-952F-31BB0B26CFC6}"/>
              </a:ext>
            </a:extLst>
          </p:cNvPr>
          <p:cNvPicPr>
            <a:picLocks noChangeAspect="1"/>
          </p:cNvPicPr>
          <p:nvPr/>
        </p:nvPicPr>
        <p:blipFill rotWithShape="1">
          <a:blip r:embed="rId3"/>
          <a:srcRect t="9192" b="27595"/>
          <a:stretch/>
        </p:blipFill>
        <p:spPr>
          <a:xfrm>
            <a:off x="-96688" y="300188"/>
            <a:ext cx="7569970" cy="6192688"/>
          </a:xfrm>
          <a:prstGeom prst="rect">
            <a:avLst/>
          </a:prstGeom>
        </p:spPr>
      </p:pic>
      <p:sp>
        <p:nvSpPr>
          <p:cNvPr id="2" name="Rounded Rectangle 1">
            <a:extLst>
              <a:ext uri="{FF2B5EF4-FFF2-40B4-BE49-F238E27FC236}">
                <a16:creationId xmlns:a16="http://schemas.microsoft.com/office/drawing/2014/main" id="{7CB2C2ED-127A-6349-AA52-F72E9E3D7390}"/>
              </a:ext>
            </a:extLst>
          </p:cNvPr>
          <p:cNvSpPr/>
          <p:nvPr/>
        </p:nvSpPr>
        <p:spPr>
          <a:xfrm>
            <a:off x="7032104" y="552763"/>
            <a:ext cx="4968552" cy="5505076"/>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u="sng" dirty="0"/>
              <a:t>Step 4 Process message in 1024-bit (128-byte) blocks. </a:t>
            </a:r>
            <a:r>
              <a:rPr lang="en-US" sz="3200" dirty="0"/>
              <a:t>The heart of the algorithm is a module that consists of 80 rounds; this module is labeled F in the figure. </a:t>
            </a:r>
          </a:p>
        </p:txBody>
      </p:sp>
      <p:sp>
        <p:nvSpPr>
          <p:cNvPr id="3" name="Title 2">
            <a:extLst>
              <a:ext uri="{FF2B5EF4-FFF2-40B4-BE49-F238E27FC236}">
                <a16:creationId xmlns:a16="http://schemas.microsoft.com/office/drawing/2014/main" id="{BA4DCEAB-3EB2-FA1D-54F2-8C67D6FC3014}"/>
              </a:ext>
            </a:extLst>
          </p:cNvPr>
          <p:cNvSpPr>
            <a:spLocks noGrp="1"/>
          </p:cNvSpPr>
          <p:nvPr>
            <p:ph type="title" idx="4294967295"/>
          </p:nvPr>
        </p:nvSpPr>
        <p:spPr>
          <a:xfrm>
            <a:off x="838200" y="-1325563"/>
            <a:ext cx="10515600" cy="1325563"/>
          </a:xfrm>
        </p:spPr>
        <p:txBody>
          <a:bodyPr vert="horz" lIns="91440" tIns="45720" rIns="91440" bIns="45720" rtlCol="0" anchor="b">
            <a:normAutofit/>
          </a:bodyPr>
          <a:lstStyle/>
          <a:p>
            <a:r>
              <a:rPr lang="en-US" dirty="0"/>
              <a:t>MAC Step 4</a:t>
            </a:r>
          </a:p>
        </p:txBody>
      </p:sp>
    </p:spTree>
    <p:extLst>
      <p:ext uri="{BB962C8B-B14F-4D97-AF65-F5344CB8AC3E}">
        <p14:creationId xmlns:p14="http://schemas.microsoft.com/office/powerpoint/2010/main" val="953675796"/>
      </p:ext>
    </p:extLst>
  </p:cSld>
  <p:clrMapOvr>
    <a:masterClrMapping/>
  </p:clrMapOvr>
  <p:transition spd="med" advTm="127285">
    <p:pull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igure shows the SHA-512 processing flow for a single 1024-bit message block, beginning with the message schedule and passing through 80 rounds of compression using working variables and round constants. Figure then shows the intermediate results being combined to produce the updated hash value.&#10;">
            <a:extLst>
              <a:ext uri="{FF2B5EF4-FFF2-40B4-BE49-F238E27FC236}">
                <a16:creationId xmlns:a16="http://schemas.microsoft.com/office/drawing/2014/main" id="{1A0AC3EE-5D11-2A48-9232-6F61DA690837}"/>
              </a:ext>
            </a:extLst>
          </p:cNvPr>
          <p:cNvPicPr>
            <a:picLocks noChangeAspect="1"/>
          </p:cNvPicPr>
          <p:nvPr/>
        </p:nvPicPr>
        <p:blipFill>
          <a:blip r:embed="rId4"/>
          <a:stretch>
            <a:fillRect/>
          </a:stretch>
        </p:blipFill>
        <p:spPr>
          <a:xfrm>
            <a:off x="623392" y="0"/>
            <a:ext cx="5299364" cy="6858000"/>
          </a:xfrm>
          <a:prstGeom prst="rect">
            <a:avLst/>
          </a:prstGeom>
        </p:spPr>
      </p:pic>
      <p:sp>
        <p:nvSpPr>
          <p:cNvPr id="2" name="Rounded Rectangle 1">
            <a:extLst>
              <a:ext uri="{FF2B5EF4-FFF2-40B4-BE49-F238E27FC236}">
                <a16:creationId xmlns:a16="http://schemas.microsoft.com/office/drawing/2014/main" id="{044E7D0E-315D-8E4A-87E1-D16384F737D0}"/>
              </a:ext>
            </a:extLst>
          </p:cNvPr>
          <p:cNvSpPr/>
          <p:nvPr/>
        </p:nvSpPr>
        <p:spPr>
          <a:xfrm>
            <a:off x="5375920" y="332656"/>
            <a:ext cx="6336704" cy="616022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marL="285750" indent="-285750">
              <a:buFont typeface="Arial" panose="020B0604020202020204" pitchFamily="34" charset="0"/>
              <a:buChar char="•"/>
            </a:pPr>
            <a:r>
              <a:rPr lang="en-US" sz="2800" dirty="0"/>
              <a:t>Each round has 3 inputs.</a:t>
            </a:r>
          </a:p>
          <a:p>
            <a:pPr marL="800100" lvl="1" indent="-342900">
              <a:buFont typeface="+mj-lt"/>
              <a:buAutoNum type="arabicPeriod"/>
            </a:pPr>
            <a:r>
              <a:rPr lang="en-US" sz="2400" dirty="0"/>
              <a:t>the 512-bit buffer value (8 buffers)</a:t>
            </a:r>
          </a:p>
          <a:p>
            <a:pPr marL="800100" lvl="1" indent="-342900">
              <a:buFont typeface="+mj-lt"/>
              <a:buAutoNum type="arabicPeriod"/>
            </a:pPr>
            <a:r>
              <a:rPr lang="en-US" sz="2400" dirty="0"/>
              <a:t>A 64-bit value </a:t>
            </a:r>
            <a:r>
              <a:rPr lang="en-US" sz="2400" dirty="0" err="1"/>
              <a:t>W</a:t>
            </a:r>
            <a:r>
              <a:rPr lang="en-US" sz="2400" baseline="-25000" dirty="0" err="1"/>
              <a:t>t</a:t>
            </a:r>
            <a:r>
              <a:rPr lang="en-US" sz="2400" dirty="0"/>
              <a:t> , derived from the 1024-bit block. (Message schedule)</a:t>
            </a:r>
          </a:p>
          <a:p>
            <a:pPr marL="800100" lvl="1" indent="-342900">
              <a:buFont typeface="+mj-lt"/>
              <a:buAutoNum type="arabicPeriod"/>
            </a:pPr>
            <a:r>
              <a:rPr lang="en-US" sz="2400" dirty="0"/>
              <a:t>An additive constant K</a:t>
            </a:r>
            <a:r>
              <a:rPr lang="en-US" sz="2400" baseline="-25000" dirty="0"/>
              <a:t>t</a:t>
            </a:r>
            <a:r>
              <a:rPr lang="en-US" sz="2400" dirty="0"/>
              <a:t> (constants).</a:t>
            </a:r>
          </a:p>
          <a:p>
            <a:pPr marL="342900" indent="-342900">
              <a:buFont typeface="Arial" panose="020B0604020202020204" pitchFamily="34" charset="0"/>
              <a:buChar char="•"/>
            </a:pPr>
            <a:r>
              <a:rPr lang="en-US" sz="2800" dirty="0"/>
              <a:t>At input to the first round, the buffer has the value of the intermediate hash value, H</a:t>
            </a:r>
            <a:r>
              <a:rPr lang="en-US" sz="2800" baseline="-25000" dirty="0"/>
              <a:t>i-1</a:t>
            </a:r>
            <a:r>
              <a:rPr lang="en-US" sz="2800" dirty="0"/>
              <a:t>. </a:t>
            </a:r>
          </a:p>
          <a:p>
            <a:pPr marL="342900" indent="-342900">
              <a:buFont typeface="Arial" panose="020B0604020202020204" pitchFamily="34" charset="0"/>
              <a:buChar char="•"/>
            </a:pPr>
            <a:r>
              <a:rPr lang="en-US" sz="2800" dirty="0"/>
              <a:t>The output of the eightieth round is added to the input to the first round (H</a:t>
            </a:r>
            <a:r>
              <a:rPr lang="en-US" sz="2800" baseline="-25000" dirty="0"/>
              <a:t>i-1</a:t>
            </a:r>
            <a:r>
              <a:rPr lang="en-US" sz="2800" dirty="0"/>
              <a:t>) to produce H</a:t>
            </a:r>
            <a:r>
              <a:rPr lang="en-US" sz="2800" baseline="-25000" dirty="0"/>
              <a:t>i</a:t>
            </a:r>
            <a:r>
              <a:rPr lang="en-US" sz="2800" dirty="0"/>
              <a:t>.</a:t>
            </a:r>
          </a:p>
        </p:txBody>
      </p:sp>
      <p:sp>
        <p:nvSpPr>
          <p:cNvPr id="3" name="Title 2">
            <a:extLst>
              <a:ext uri="{FF2B5EF4-FFF2-40B4-BE49-F238E27FC236}">
                <a16:creationId xmlns:a16="http://schemas.microsoft.com/office/drawing/2014/main" id="{1CEA5F4B-4C39-F105-D9D1-1B5887290ADC}"/>
              </a:ext>
            </a:extLst>
          </p:cNvPr>
          <p:cNvSpPr>
            <a:spLocks noGrp="1"/>
          </p:cNvSpPr>
          <p:nvPr>
            <p:ph type="title" idx="4294967295"/>
          </p:nvPr>
        </p:nvSpPr>
        <p:spPr>
          <a:xfrm>
            <a:off x="838200" y="-1325563"/>
            <a:ext cx="10515600" cy="1325563"/>
          </a:xfrm>
        </p:spPr>
        <p:txBody>
          <a:bodyPr vert="horz" lIns="91440" tIns="45720" rIns="91440" bIns="45720" rtlCol="0" anchor="b">
            <a:normAutofit/>
          </a:bodyPr>
          <a:lstStyle/>
          <a:p>
            <a:r>
              <a:rPr lang="en-US" dirty="0"/>
              <a:t>SHA-512 </a:t>
            </a:r>
          </a:p>
        </p:txBody>
      </p:sp>
    </p:spTree>
    <p:custDataLst>
      <p:tags r:id="rId1"/>
    </p:custDataLst>
  </p:cSld>
  <p:clrMapOvr>
    <a:masterClrMapping/>
  </p:clrMapOvr>
  <p:transition spd="med" advTm="144405">
    <p:wedg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txBox="1">
            <a:spLocks noGrp="1"/>
          </p:cNvSpPr>
          <p:nvPr>
            <p:ph type="title" idx="4294967295"/>
          </p:nvPr>
        </p:nvSpPr>
        <p:spPr>
          <a:xfrm>
            <a:off x="1524000" y="2060848"/>
            <a:ext cx="3137452" cy="236988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chemeClr val="tx1"/>
                </a:solidFill>
                <a:effectLst/>
                <a:uLnTx/>
                <a:uFillTx/>
                <a:latin typeface="+mn-lt"/>
                <a:ea typeface="+mn-ea"/>
                <a:cs typeface="+mn-cs"/>
              </a:rPr>
              <a:t>Table 11.4   </a:t>
            </a:r>
            <a:r>
              <a:rPr kumimoji="0" lang="en-US" sz="3600" b="0" i="0" u="none" strike="noStrike" kern="1200" cap="none" spc="0" normalizeH="0" baseline="0" noProof="0" dirty="0">
                <a:ln>
                  <a:noFill/>
                </a:ln>
                <a:solidFill>
                  <a:schemeClr val="tx1"/>
                </a:solidFill>
                <a:effectLst/>
                <a:uLnTx/>
                <a:uFillTx/>
                <a:latin typeface="+mn-lt"/>
                <a:ea typeface="+mn-ea"/>
                <a:cs typeface="+mn-cs"/>
              </a:rPr>
              <a:t>SHA-512 Constants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dirty="0">
                <a:ln>
                  <a:noFill/>
                </a:ln>
                <a:solidFill>
                  <a:schemeClr val="tx1"/>
                </a:solidFill>
                <a:effectLst/>
                <a:uLnTx/>
                <a:uFillTx/>
                <a:latin typeface="+mn-lt"/>
                <a:ea typeface="+mn-ea"/>
                <a:cs typeface="+mn-cs"/>
              </a:rPr>
              <a:t>K</a:t>
            </a:r>
            <a:r>
              <a:rPr kumimoji="0" lang="en-US" sz="3600" b="0" i="0" u="none" strike="noStrike" kern="1200" cap="none" spc="0" normalizeH="0" baseline="-25000" noProof="0" dirty="0">
                <a:ln>
                  <a:noFill/>
                </a:ln>
                <a:solidFill>
                  <a:schemeClr val="tx1"/>
                </a:solidFill>
                <a:effectLst/>
                <a:uLnTx/>
                <a:uFillTx/>
                <a:latin typeface="+mn-lt"/>
                <a:ea typeface="+mn-ea"/>
                <a:cs typeface="+mn-cs"/>
              </a:rPr>
              <a:t>0</a:t>
            </a:r>
            <a:r>
              <a:rPr kumimoji="0" lang="en-US" sz="3600" b="0" i="0" u="none" strike="noStrike" kern="1200" cap="none" spc="0" normalizeH="0" baseline="0" noProof="0" dirty="0">
                <a:ln>
                  <a:noFill/>
                </a:ln>
                <a:solidFill>
                  <a:schemeClr val="tx1"/>
                </a:solidFill>
                <a:effectLst/>
                <a:uLnTx/>
                <a:uFillTx/>
                <a:latin typeface="+mn-lt"/>
                <a:ea typeface="+mn-ea"/>
                <a:cs typeface="+mn-cs"/>
              </a:rPr>
              <a:t> to K</a:t>
            </a:r>
            <a:r>
              <a:rPr kumimoji="0" lang="en-US" sz="3600" b="0" i="0" u="none" strike="noStrike" kern="1200" cap="none" spc="0" normalizeH="0" baseline="-25000" noProof="0" dirty="0">
                <a:ln>
                  <a:noFill/>
                </a:ln>
                <a:solidFill>
                  <a:schemeClr val="tx1"/>
                </a:solidFill>
                <a:effectLst/>
                <a:uLnTx/>
                <a:uFillTx/>
                <a:latin typeface="+mn-lt"/>
                <a:ea typeface="+mn-ea"/>
                <a:cs typeface="+mn-cs"/>
              </a:rPr>
              <a:t>79</a:t>
            </a:r>
            <a:r>
              <a:rPr kumimoji="0" lang="en-US" sz="3600" b="0" i="0" u="none" strike="noStrike" kern="1200" cap="none" spc="0" normalizeH="0" baseline="0" noProof="0" dirty="0">
                <a:ln>
                  <a:noFill/>
                </a:ln>
                <a:solidFill>
                  <a:schemeClr val="tx1"/>
                </a:solidFill>
                <a:effectLst/>
                <a:uLnTx/>
                <a:uFillTx/>
                <a:latin typeface="+mn-lt"/>
                <a:ea typeface="+mn-ea"/>
                <a:cs typeface="+mn-cs"/>
              </a:rPr>
              <a:t> </a:t>
            </a:r>
          </a:p>
        </p:txBody>
      </p:sp>
      <p:pic>
        <p:nvPicPr>
          <p:cNvPr id="3" name="Picture 2" descr=" The constants provide a “randomized” set of 64-bit patterns, which should&#13;&#10;eliminate any regularities in the input data. Table 11.4 shows these constants&#13;&#10;in hexadecimal format (from left to right).&#13;&#10;">
            <a:extLst>
              <a:ext uri="{FF2B5EF4-FFF2-40B4-BE49-F238E27FC236}">
                <a16:creationId xmlns:a16="http://schemas.microsoft.com/office/drawing/2014/main" id="{8A6F0BBB-BEC3-1B49-A1FF-BEBDCC3588FD}"/>
              </a:ext>
            </a:extLst>
          </p:cNvPr>
          <p:cNvPicPr>
            <a:picLocks noChangeAspect="1"/>
          </p:cNvPicPr>
          <p:nvPr/>
        </p:nvPicPr>
        <p:blipFill>
          <a:blip r:embed="rId3"/>
          <a:stretch>
            <a:fillRect/>
          </a:stretch>
        </p:blipFill>
        <p:spPr>
          <a:xfrm>
            <a:off x="5061838" y="100351"/>
            <a:ext cx="5953125" cy="6557177"/>
          </a:xfrm>
          <a:prstGeom prst="rect">
            <a:avLst/>
          </a:prstGeom>
        </p:spPr>
      </p:pic>
      <p:cxnSp>
        <p:nvCxnSpPr>
          <p:cNvPr id="9" name="Straight Connector 8">
            <a:extLst>
              <a:ext uri="{FF2B5EF4-FFF2-40B4-BE49-F238E27FC236}">
                <a16:creationId xmlns:a16="http://schemas.microsoft.com/office/drawing/2014/main" id="{7523782E-2507-894C-BCC9-066AD1546637}"/>
              </a:ext>
              <a:ext uri="{C183D7F6-B498-43B3-948B-1728B52AA6E4}">
                <adec:decorative xmlns:adec="http://schemas.microsoft.com/office/drawing/2017/decorative" val="1"/>
              </a:ext>
            </a:extLst>
          </p:cNvPr>
          <p:cNvCxnSpPr>
            <a:cxnSpLocks/>
          </p:cNvCxnSpPr>
          <p:nvPr/>
        </p:nvCxnSpPr>
        <p:spPr>
          <a:xfrm>
            <a:off x="5071340" y="303317"/>
            <a:ext cx="52738" cy="6048672"/>
          </a:xfrm>
          <a:prstGeom prst="line">
            <a:avLst/>
          </a:prstGeom>
          <a:ln w="12700">
            <a:solidFill>
              <a:schemeClr val="tx1">
                <a:alpha val="50000"/>
              </a:schemeClr>
            </a:solidFill>
          </a:ln>
        </p:spPr>
        <p:style>
          <a:lnRef idx="2">
            <a:schemeClr val="accent1"/>
          </a:lnRef>
          <a:fillRef idx="0">
            <a:schemeClr val="accent1"/>
          </a:fillRef>
          <a:effectRef idx="1">
            <a:schemeClr val="accent1"/>
          </a:effectRef>
          <a:fontRef idx="minor">
            <a:schemeClr val="tx1"/>
          </a:fontRef>
        </p:style>
      </p:cxnSp>
    </p:spTree>
  </p:cSld>
  <p:clrMapOvr>
    <a:masterClrMapping/>
  </p:clrMapOvr>
  <p:transition spd="med" advTm="7552">
    <p:pull/>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igure shows a single SHA-512 round, where the working variables (a) through (h) are processed through the Maj and Ch functions, (\Sigma) operations, and modular additions. Figure then shows the updated 512-bit state with the register values shifted and recomputed for the next round.&#10;">
            <a:extLst>
              <a:ext uri="{FF2B5EF4-FFF2-40B4-BE49-F238E27FC236}">
                <a16:creationId xmlns:a16="http://schemas.microsoft.com/office/drawing/2014/main" id="{CB554387-F72C-7C48-AD2C-DAE969803CF0}"/>
              </a:ext>
            </a:extLst>
          </p:cNvPr>
          <p:cNvPicPr>
            <a:picLocks noChangeAspect="1"/>
          </p:cNvPicPr>
          <p:nvPr/>
        </p:nvPicPr>
        <p:blipFill rotWithShape="1">
          <a:blip r:embed="rId3"/>
          <a:srcRect t="18500" b="12201"/>
          <a:stretch/>
        </p:blipFill>
        <p:spPr>
          <a:xfrm>
            <a:off x="-96688" y="88915"/>
            <a:ext cx="7448804" cy="6680170"/>
          </a:xfrm>
          <a:prstGeom prst="rect">
            <a:avLst/>
          </a:prstGeom>
        </p:spPr>
      </p:pic>
      <p:sp>
        <p:nvSpPr>
          <p:cNvPr id="6" name="TextBox 5">
            <a:extLst>
              <a:ext uri="{FF2B5EF4-FFF2-40B4-BE49-F238E27FC236}">
                <a16:creationId xmlns:a16="http://schemas.microsoft.com/office/drawing/2014/main" id="{16216754-8645-0D45-A501-C805428F7321}"/>
              </a:ext>
            </a:extLst>
          </p:cNvPr>
          <p:cNvSpPr txBox="1"/>
          <p:nvPr/>
        </p:nvSpPr>
        <p:spPr>
          <a:xfrm>
            <a:off x="7104112" y="612844"/>
            <a:ext cx="4792556" cy="5632311"/>
          </a:xfrm>
          <a:prstGeom prst="rect">
            <a:avLst/>
          </a:prstGeom>
          <a:noFill/>
        </p:spPr>
        <p:txBody>
          <a:bodyPr wrap="square" rtlCol="0">
            <a:spAutoFit/>
          </a:bodyPr>
          <a:lstStyle/>
          <a:p>
            <a:pPr marL="285750" indent="-285750">
              <a:buFont typeface="Arial" panose="020B0604020202020204" pitchFamily="34" charset="0"/>
              <a:buChar char="•"/>
            </a:pPr>
            <a:r>
              <a:rPr lang="en-US" sz="2400" dirty="0"/>
              <a:t>Ch(e, f, g) = (e AND f) ⊕ (NOT e AND g) </a:t>
            </a:r>
          </a:p>
          <a:p>
            <a:pPr marL="285750" indent="-285750">
              <a:buFont typeface="Arial" panose="020B0604020202020204" pitchFamily="34" charset="0"/>
              <a:buChar char="•"/>
            </a:pPr>
            <a:r>
              <a:rPr lang="en-US" sz="2400" dirty="0"/>
              <a:t>Maj(a, b, c) = (a AND b) ⊕ (a AND c) ⊕ (b AND c) </a:t>
            </a:r>
          </a:p>
          <a:p>
            <a:pPr marL="285750" indent="-285750">
              <a:buFont typeface="Arial" panose="020B0604020202020204" pitchFamily="34" charset="0"/>
              <a:buChar char="•"/>
            </a:pPr>
            <a:r>
              <a:rPr lang="en-US" sz="2400" dirty="0"/>
              <a:t>(</a:t>
            </a:r>
            <a:r>
              <a:rPr lang="el-GR" sz="2400" dirty="0"/>
              <a:t>Σ</a:t>
            </a:r>
            <a:r>
              <a:rPr lang="en-US" sz="2400" baseline="30000" dirty="0"/>
              <a:t> </a:t>
            </a:r>
            <a:r>
              <a:rPr lang="en-US" sz="2400" dirty="0"/>
              <a:t>a) = ROTR</a:t>
            </a:r>
            <a:r>
              <a:rPr lang="en-US" sz="2400" baseline="-25000" dirty="0"/>
              <a:t>28</a:t>
            </a:r>
            <a:r>
              <a:rPr lang="en-US" sz="2400" dirty="0"/>
              <a:t>(a) ⊕ ROTR</a:t>
            </a:r>
            <a:r>
              <a:rPr lang="en-US" sz="2400" baseline="-25000" dirty="0"/>
              <a:t>34</a:t>
            </a:r>
            <a:r>
              <a:rPr lang="en-US" sz="2400" dirty="0"/>
              <a:t>(a) ⊕ ROTR</a:t>
            </a:r>
            <a:r>
              <a:rPr lang="en-US" sz="2400" baseline="-25000" dirty="0"/>
              <a:t>39</a:t>
            </a:r>
            <a:r>
              <a:rPr lang="en-US" sz="2400" dirty="0"/>
              <a:t>(a) </a:t>
            </a:r>
          </a:p>
          <a:p>
            <a:pPr marL="285750" indent="-285750">
              <a:buFont typeface="Arial" panose="020B0604020202020204" pitchFamily="34" charset="0"/>
              <a:buChar char="•"/>
            </a:pPr>
            <a:r>
              <a:rPr lang="en-US" sz="2400" dirty="0"/>
              <a:t>(</a:t>
            </a:r>
            <a:r>
              <a:rPr lang="el-GR" sz="2400" dirty="0"/>
              <a:t>Σ</a:t>
            </a:r>
            <a:r>
              <a:rPr lang="en-US" sz="2400" dirty="0"/>
              <a:t> e) = ROTR</a:t>
            </a:r>
            <a:r>
              <a:rPr lang="en-US" sz="2400" baseline="-25000" dirty="0"/>
              <a:t>14</a:t>
            </a:r>
            <a:r>
              <a:rPr lang="en-US" sz="2400" dirty="0"/>
              <a:t>(e) ⊕ ROTR</a:t>
            </a:r>
            <a:r>
              <a:rPr lang="en-US" sz="2400" baseline="-25000" dirty="0"/>
              <a:t>18</a:t>
            </a:r>
            <a:r>
              <a:rPr lang="en-US" sz="2400" dirty="0"/>
              <a:t>(e) ⊕ ROTR</a:t>
            </a:r>
            <a:r>
              <a:rPr lang="en-US" sz="2400" baseline="-25000" dirty="0"/>
              <a:t>41</a:t>
            </a:r>
            <a:r>
              <a:rPr lang="en-US" sz="2400" dirty="0"/>
              <a:t>(e)</a:t>
            </a:r>
          </a:p>
          <a:p>
            <a:pPr marL="285750" indent="-285750">
              <a:buFont typeface="Arial" panose="020B0604020202020204" pitchFamily="34" charset="0"/>
              <a:buChar char="•"/>
            </a:pPr>
            <a:r>
              <a:rPr lang="en-US" sz="2400" dirty="0" err="1"/>
              <a:t>ROTR</a:t>
            </a:r>
            <a:r>
              <a:rPr lang="en-US" sz="2400" baseline="-25000" dirty="0" err="1"/>
              <a:t>n</a:t>
            </a:r>
            <a:r>
              <a:rPr lang="en-US" sz="2400" dirty="0"/>
              <a:t> (x) = circular right shift (rotation) of the 64-bit argument x by n bits</a:t>
            </a:r>
          </a:p>
          <a:p>
            <a:pPr marL="285750" indent="-285750">
              <a:buFont typeface="Arial" panose="020B0604020202020204" pitchFamily="34" charset="0"/>
              <a:buChar char="•"/>
            </a:pPr>
            <a:r>
              <a:rPr lang="en-US" sz="2400" dirty="0" err="1"/>
              <a:t>W</a:t>
            </a:r>
            <a:r>
              <a:rPr lang="en-US" sz="2400" baseline="-25000" dirty="0" err="1"/>
              <a:t>t</a:t>
            </a:r>
            <a:r>
              <a:rPr lang="en-US" sz="2400" dirty="0"/>
              <a:t> = a 64-bit word derived from the current 1024-bit input block </a:t>
            </a:r>
          </a:p>
          <a:p>
            <a:pPr marL="285750" indent="-285750">
              <a:buFont typeface="Arial" panose="020B0604020202020204" pitchFamily="34" charset="0"/>
              <a:buChar char="•"/>
            </a:pPr>
            <a:r>
              <a:rPr lang="en-US" sz="2400" dirty="0"/>
              <a:t>K</a:t>
            </a:r>
            <a:r>
              <a:rPr lang="en-US" sz="2400" baseline="-25000" dirty="0"/>
              <a:t>t</a:t>
            </a:r>
            <a:r>
              <a:rPr lang="en-US" sz="2400" dirty="0"/>
              <a:t> = a 64-bit additive constant </a:t>
            </a:r>
          </a:p>
          <a:p>
            <a:pPr marL="285750" indent="-285750">
              <a:buFont typeface="Arial" panose="020B0604020202020204" pitchFamily="34" charset="0"/>
              <a:buChar char="•"/>
            </a:pPr>
            <a:r>
              <a:rPr lang="en-US" sz="2400" dirty="0"/>
              <a:t>+ = addition modulo 2</a:t>
            </a:r>
            <a:r>
              <a:rPr lang="en-US" sz="2400" baseline="30000" dirty="0"/>
              <a:t>64</a:t>
            </a:r>
          </a:p>
        </p:txBody>
      </p:sp>
      <p:sp>
        <p:nvSpPr>
          <p:cNvPr id="3" name="Title 2">
            <a:extLst>
              <a:ext uri="{FF2B5EF4-FFF2-40B4-BE49-F238E27FC236}">
                <a16:creationId xmlns:a16="http://schemas.microsoft.com/office/drawing/2014/main" id="{C81448E6-6BC9-E954-6279-9599205D834E}"/>
              </a:ext>
            </a:extLst>
          </p:cNvPr>
          <p:cNvSpPr>
            <a:spLocks noGrp="1"/>
          </p:cNvSpPr>
          <p:nvPr>
            <p:ph type="title" idx="4294967295"/>
          </p:nvPr>
        </p:nvSpPr>
        <p:spPr>
          <a:xfrm>
            <a:off x="838200" y="-1325563"/>
            <a:ext cx="10515600" cy="1325563"/>
          </a:xfrm>
        </p:spPr>
        <p:txBody>
          <a:bodyPr vert="horz" lIns="91440" tIns="45720" rIns="91440" bIns="45720" rtlCol="0" anchor="b">
            <a:normAutofit/>
          </a:bodyPr>
          <a:lstStyle/>
          <a:p>
            <a:r>
              <a:rPr lang="en-US" dirty="0"/>
              <a:t>Elementary SHA-512 Operation</a:t>
            </a:r>
          </a:p>
        </p:txBody>
      </p:sp>
    </p:spTree>
  </p:cSld>
  <p:clrMapOvr>
    <a:masterClrMapping/>
  </p:clrMapOvr>
  <p:transition advTm="158741">
    <p:dissolv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igure 11.12 Creation of 80-word Input Sequence for SHA-512 Processing of Single Block&#13;&#10;">
            <a:extLst>
              <a:ext uri="{FF2B5EF4-FFF2-40B4-BE49-F238E27FC236}">
                <a16:creationId xmlns:a16="http://schemas.microsoft.com/office/drawing/2014/main" id="{CDFA207C-839C-CB4C-A153-0860E06E4A26}"/>
              </a:ext>
            </a:extLst>
          </p:cNvPr>
          <p:cNvPicPr>
            <a:picLocks noChangeAspect="1"/>
          </p:cNvPicPr>
          <p:nvPr/>
        </p:nvPicPr>
        <p:blipFill rotWithShape="1">
          <a:blip r:embed="rId3"/>
          <a:srcRect t="28849" b="23699"/>
          <a:stretch/>
        </p:blipFill>
        <p:spPr>
          <a:xfrm>
            <a:off x="983432" y="289427"/>
            <a:ext cx="10225135" cy="6279146"/>
          </a:xfrm>
          <a:prstGeom prst="rect">
            <a:avLst/>
          </a:prstGeom>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9994F5C2-7E37-6443-BAB2-8E45F0509D02}"/>
                  </a:ext>
                </a:extLst>
              </p:cNvPr>
              <p:cNvSpPr txBox="1"/>
              <p:nvPr/>
            </p:nvSpPr>
            <p:spPr>
              <a:xfrm>
                <a:off x="443371" y="4005064"/>
                <a:ext cx="11305256" cy="1569660"/>
              </a:xfrm>
              <a:prstGeom prst="rect">
                <a:avLst/>
              </a:prstGeom>
              <a:noFill/>
            </p:spPr>
            <p:txBody>
              <a:bodyPr wrap="square" rtlCol="0">
                <a:spAutoFit/>
              </a:bodyPr>
              <a:lstStyle/>
              <a:p>
                <a:pPr algn="ctr"/>
                <a14:m>
                  <m:oMath xmlns:m="http://schemas.openxmlformats.org/officeDocument/2006/math">
                    <m:sSub>
                      <m:sSubPr>
                        <m:ctrlPr>
                          <a:rPr lang="en-US" sz="2400" i="1" smtClean="0">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𝜎</m:t>
                        </m:r>
                      </m:e>
                      <m:sub>
                        <m:r>
                          <a:rPr lang="en-US" sz="2400" b="0" i="1" smtClean="0">
                            <a:latin typeface="Cambria Math" panose="02040503050406030204" pitchFamily="18" charset="0"/>
                            <a:ea typeface="Cambria Math" panose="02040503050406030204" pitchFamily="18" charset="0"/>
                          </a:rPr>
                          <m:t>0</m:t>
                        </m:r>
                      </m:sub>
                    </m:sSub>
                  </m:oMath>
                </a14:m>
                <a:r>
                  <a:rPr lang="en-US" sz="2400" dirty="0"/>
                  <a:t>(x) = ROTR</a:t>
                </a:r>
                <a:r>
                  <a:rPr lang="en-US" sz="2400" baseline="-25000" dirty="0"/>
                  <a:t>1</a:t>
                </a:r>
                <a:r>
                  <a:rPr lang="en-US" sz="2400" dirty="0"/>
                  <a:t> (x) ⊕ ROTR</a:t>
                </a:r>
                <a:r>
                  <a:rPr lang="en-US" sz="2400" baseline="-25000" dirty="0"/>
                  <a:t>8</a:t>
                </a:r>
                <a:r>
                  <a:rPr lang="en-US" sz="2400" dirty="0"/>
                  <a:t> (x) ⊕ SHR</a:t>
                </a:r>
                <a:r>
                  <a:rPr lang="en-US" sz="2400" baseline="-25000" dirty="0"/>
                  <a:t>7</a:t>
                </a:r>
                <a:r>
                  <a:rPr lang="en-US" sz="2400" dirty="0"/>
                  <a:t> (x) </a:t>
                </a:r>
              </a:p>
              <a:p>
                <a:pPr algn="ctr"/>
                <a14:m>
                  <m:oMath xmlns:m="http://schemas.openxmlformats.org/officeDocument/2006/math">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𝜎</m:t>
                        </m:r>
                      </m:e>
                      <m:sub>
                        <m:r>
                          <a:rPr lang="en-US" sz="2400" b="0" i="1" smtClean="0">
                            <a:latin typeface="Cambria Math" panose="02040503050406030204" pitchFamily="18" charset="0"/>
                            <a:ea typeface="Cambria Math" panose="02040503050406030204" pitchFamily="18" charset="0"/>
                          </a:rPr>
                          <m:t>1</m:t>
                        </m:r>
                      </m:sub>
                    </m:sSub>
                  </m:oMath>
                </a14:m>
                <a:r>
                  <a:rPr lang="en-US" sz="2400" dirty="0"/>
                  <a:t>(x) = ROTR</a:t>
                </a:r>
                <a:r>
                  <a:rPr lang="en-US" sz="2400" baseline="-25000" dirty="0"/>
                  <a:t>19</a:t>
                </a:r>
                <a:r>
                  <a:rPr lang="en-US" sz="2400" dirty="0"/>
                  <a:t>(x) ⊕ ROTR</a:t>
                </a:r>
                <a:r>
                  <a:rPr lang="en-US" sz="2400" baseline="-25000" dirty="0"/>
                  <a:t>61</a:t>
                </a:r>
                <a:r>
                  <a:rPr lang="en-US" sz="2400" dirty="0"/>
                  <a:t>(x) ⊕ SHR</a:t>
                </a:r>
                <a:r>
                  <a:rPr lang="en-US" sz="2400" baseline="-25000" dirty="0"/>
                  <a:t>6</a:t>
                </a:r>
                <a:r>
                  <a:rPr lang="en-US" sz="2400" dirty="0"/>
                  <a:t> (x) </a:t>
                </a:r>
              </a:p>
              <a:p>
                <a:pPr algn="ctr"/>
                <a:r>
                  <a:rPr lang="en-US" sz="2400" dirty="0" err="1"/>
                  <a:t>SHR</a:t>
                </a:r>
                <a:r>
                  <a:rPr lang="en-US" sz="2400" baseline="-25000" dirty="0" err="1"/>
                  <a:t>n</a:t>
                </a:r>
                <a:r>
                  <a:rPr lang="en-US" sz="2400" dirty="0"/>
                  <a:t>(x) = right shift x by n bits with padding by zeros on the left </a:t>
                </a:r>
              </a:p>
              <a:p>
                <a:pPr algn="ctr"/>
                <a:r>
                  <a:rPr lang="en-US" sz="2400" dirty="0"/>
                  <a:t>+ = addition modulo 2</a:t>
                </a:r>
                <a:r>
                  <a:rPr lang="en-US" sz="2400" baseline="30000" dirty="0"/>
                  <a:t>64</a:t>
                </a:r>
              </a:p>
            </p:txBody>
          </p:sp>
        </mc:Choice>
        <mc:Fallback xmlns="">
          <p:sp>
            <p:nvSpPr>
              <p:cNvPr id="2" name="TextBox 1">
                <a:extLst>
                  <a:ext uri="{FF2B5EF4-FFF2-40B4-BE49-F238E27FC236}">
                    <a16:creationId xmlns:a16="http://schemas.microsoft.com/office/drawing/2014/main" id="{9994F5C2-7E37-6443-BAB2-8E45F0509D02}"/>
                  </a:ext>
                </a:extLst>
              </p:cNvPr>
              <p:cNvSpPr txBox="1">
                <a:spLocks noRot="1" noChangeAspect="1" noMove="1" noResize="1" noEditPoints="1" noAdjustHandles="1" noChangeArrowheads="1" noChangeShapeType="1" noTextEdit="1"/>
              </p:cNvSpPr>
              <p:nvPr/>
            </p:nvSpPr>
            <p:spPr>
              <a:xfrm>
                <a:off x="443371" y="4005064"/>
                <a:ext cx="11305256" cy="1569660"/>
              </a:xfrm>
              <a:prstGeom prst="rect">
                <a:avLst/>
              </a:prstGeom>
              <a:blipFill>
                <a:blip r:embed="rId6"/>
                <a:stretch>
                  <a:fillRect t="-3226" b="-8065"/>
                </a:stretch>
              </a:blipFill>
            </p:spPr>
            <p:txBody>
              <a:bodyPr/>
              <a:lstStyle/>
              <a:p>
                <a:r>
                  <a:rPr lang="en-US">
                    <a:noFill/>
                  </a:rPr>
                  <a:t> </a:t>
                </a:r>
              </a:p>
            </p:txBody>
          </p:sp>
        </mc:Fallback>
      </mc:AlternateContent>
      <p:sp>
        <p:nvSpPr>
          <p:cNvPr id="4" name="Title 3">
            <a:extLst>
              <a:ext uri="{FF2B5EF4-FFF2-40B4-BE49-F238E27FC236}">
                <a16:creationId xmlns:a16="http://schemas.microsoft.com/office/drawing/2014/main" id="{32CD1257-E44F-0B8A-B2B2-C99305E5DE6B}"/>
              </a:ext>
            </a:extLst>
          </p:cNvPr>
          <p:cNvSpPr>
            <a:spLocks noGrp="1"/>
          </p:cNvSpPr>
          <p:nvPr>
            <p:ph type="title" idx="4294967295"/>
          </p:nvPr>
        </p:nvSpPr>
        <p:spPr>
          <a:xfrm>
            <a:off x="838200" y="-1325563"/>
            <a:ext cx="10515600" cy="1325563"/>
          </a:xfrm>
        </p:spPr>
        <p:txBody>
          <a:bodyPr vert="horz" lIns="91440" tIns="45720" rIns="91440" bIns="45720" rtlCol="0" anchor="b">
            <a:normAutofit/>
          </a:bodyPr>
          <a:lstStyle/>
          <a:p>
            <a:r>
              <a:rPr lang="en-US" dirty="0"/>
              <a:t>SHA-512 Processing</a:t>
            </a:r>
          </a:p>
        </p:txBody>
      </p:sp>
    </p:spTree>
  </p:cSld>
  <p:clrMapOvr>
    <a:masterClrMapping/>
  </p:clrMapOvr>
  <p:transition spd="med" advTm="131040">
    <p:wipe dir="d"/>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The algorithm takes as input a message with a maximum length of less than 2^128 bits and produces as output a 512-bit message digest. The input is processed in 1024-bit blocks. Figure 11.9 depicts the overall processing of a message to produce a digest. ">
            <a:extLst>
              <a:ext uri="{FF2B5EF4-FFF2-40B4-BE49-F238E27FC236}">
                <a16:creationId xmlns:a16="http://schemas.microsoft.com/office/drawing/2014/main" id="{647FD269-AF85-2B43-952F-31BB0B26CFC6}"/>
              </a:ext>
            </a:extLst>
          </p:cNvPr>
          <p:cNvPicPr>
            <a:picLocks noChangeAspect="1"/>
          </p:cNvPicPr>
          <p:nvPr/>
        </p:nvPicPr>
        <p:blipFill rotWithShape="1">
          <a:blip r:embed="rId3"/>
          <a:srcRect t="9192" b="27595"/>
          <a:stretch/>
        </p:blipFill>
        <p:spPr>
          <a:xfrm>
            <a:off x="-96688" y="300188"/>
            <a:ext cx="7569970" cy="6192688"/>
          </a:xfrm>
          <a:prstGeom prst="rect">
            <a:avLst/>
          </a:prstGeom>
        </p:spPr>
      </p:pic>
      <p:sp>
        <p:nvSpPr>
          <p:cNvPr id="2" name="Rounded Rectangle 1">
            <a:extLst>
              <a:ext uri="{FF2B5EF4-FFF2-40B4-BE49-F238E27FC236}">
                <a16:creationId xmlns:a16="http://schemas.microsoft.com/office/drawing/2014/main" id="{7CB2C2ED-127A-6349-AA52-F72E9E3D7390}"/>
              </a:ext>
            </a:extLst>
          </p:cNvPr>
          <p:cNvSpPr/>
          <p:nvPr/>
        </p:nvSpPr>
        <p:spPr>
          <a:xfrm>
            <a:off x="7032104" y="552763"/>
            <a:ext cx="4968552" cy="5505076"/>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600" b="1" u="sng" dirty="0"/>
              <a:t>Step 5 Output. </a:t>
            </a:r>
            <a:r>
              <a:rPr lang="en-US" sz="3600" dirty="0"/>
              <a:t>After all N 1024-bit blocks have been processed, the output from the Nth stage is the 512-bit message digest. </a:t>
            </a:r>
          </a:p>
        </p:txBody>
      </p:sp>
      <p:sp>
        <p:nvSpPr>
          <p:cNvPr id="3" name="Title 2">
            <a:extLst>
              <a:ext uri="{FF2B5EF4-FFF2-40B4-BE49-F238E27FC236}">
                <a16:creationId xmlns:a16="http://schemas.microsoft.com/office/drawing/2014/main" id="{C916B876-1A0C-26D2-1BBB-5CE28BC8BA68}"/>
              </a:ext>
            </a:extLst>
          </p:cNvPr>
          <p:cNvSpPr>
            <a:spLocks noGrp="1"/>
          </p:cNvSpPr>
          <p:nvPr>
            <p:ph type="title" idx="4294967295"/>
          </p:nvPr>
        </p:nvSpPr>
        <p:spPr>
          <a:xfrm>
            <a:off x="838200" y="-1325563"/>
            <a:ext cx="10515600" cy="1325563"/>
          </a:xfrm>
        </p:spPr>
        <p:txBody>
          <a:bodyPr vert="horz" lIns="91440" tIns="45720" rIns="91440" bIns="45720" rtlCol="0" anchor="b">
            <a:normAutofit/>
          </a:bodyPr>
          <a:lstStyle/>
          <a:p>
            <a:r>
              <a:rPr lang="en-US" dirty="0"/>
              <a:t>SHA-512 Step 5</a:t>
            </a:r>
          </a:p>
        </p:txBody>
      </p:sp>
    </p:spTree>
    <p:extLst>
      <p:ext uri="{BB962C8B-B14F-4D97-AF65-F5344CB8AC3E}">
        <p14:creationId xmlns:p14="http://schemas.microsoft.com/office/powerpoint/2010/main" val="3521582307"/>
      </p:ext>
    </p:extLst>
  </p:cSld>
  <p:clrMapOvr>
    <a:masterClrMapping/>
  </p:clrMapOvr>
  <p:transition spd="med" advTm="29418">
    <p:pull dir="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SHA-3</a:t>
            </a:r>
          </a:p>
        </p:txBody>
      </p:sp>
      <p:sp>
        <p:nvSpPr>
          <p:cNvPr id="6" name="Freeform 5">
            <a:extLst>
              <a:ext uri="{FF2B5EF4-FFF2-40B4-BE49-F238E27FC236}">
                <a16:creationId xmlns:a16="http://schemas.microsoft.com/office/drawing/2014/main" id="{DD720FB0-B064-CF44-8BAA-53EFB56BC82D}"/>
              </a:ext>
            </a:extLst>
          </p:cNvPr>
          <p:cNvSpPr/>
          <p:nvPr/>
        </p:nvSpPr>
        <p:spPr>
          <a:xfrm>
            <a:off x="3071664" y="1595089"/>
            <a:ext cx="6264696" cy="1714312"/>
          </a:xfrm>
          <a:custGeom>
            <a:avLst/>
            <a:gdLst>
              <a:gd name="connsiteX0" fmla="*/ 0 w 4018343"/>
              <a:gd name="connsiteY0" fmla="*/ 285724 h 1714312"/>
              <a:gd name="connsiteX1" fmla="*/ 285724 w 4018343"/>
              <a:gd name="connsiteY1" fmla="*/ 0 h 1714312"/>
              <a:gd name="connsiteX2" fmla="*/ 3732619 w 4018343"/>
              <a:gd name="connsiteY2" fmla="*/ 0 h 1714312"/>
              <a:gd name="connsiteX3" fmla="*/ 4018343 w 4018343"/>
              <a:gd name="connsiteY3" fmla="*/ 285724 h 1714312"/>
              <a:gd name="connsiteX4" fmla="*/ 4018343 w 4018343"/>
              <a:gd name="connsiteY4" fmla="*/ 1428588 h 1714312"/>
              <a:gd name="connsiteX5" fmla="*/ 3732619 w 4018343"/>
              <a:gd name="connsiteY5" fmla="*/ 1714312 h 1714312"/>
              <a:gd name="connsiteX6" fmla="*/ 285724 w 4018343"/>
              <a:gd name="connsiteY6" fmla="*/ 1714312 h 1714312"/>
              <a:gd name="connsiteX7" fmla="*/ 0 w 4018343"/>
              <a:gd name="connsiteY7" fmla="*/ 1428588 h 1714312"/>
              <a:gd name="connsiteX8" fmla="*/ 0 w 4018343"/>
              <a:gd name="connsiteY8" fmla="*/ 285724 h 1714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18343" h="1714312">
                <a:moveTo>
                  <a:pt x="0" y="285724"/>
                </a:moveTo>
                <a:cubicBezTo>
                  <a:pt x="0" y="127923"/>
                  <a:pt x="127923" y="0"/>
                  <a:pt x="285724" y="0"/>
                </a:cubicBezTo>
                <a:lnTo>
                  <a:pt x="3732619" y="0"/>
                </a:lnTo>
                <a:cubicBezTo>
                  <a:pt x="3890420" y="0"/>
                  <a:pt x="4018343" y="127923"/>
                  <a:pt x="4018343" y="285724"/>
                </a:cubicBezTo>
                <a:lnTo>
                  <a:pt x="4018343" y="1428588"/>
                </a:lnTo>
                <a:cubicBezTo>
                  <a:pt x="4018343" y="1586389"/>
                  <a:pt x="3890420" y="1714312"/>
                  <a:pt x="3732619" y="1714312"/>
                </a:cubicBezTo>
                <a:lnTo>
                  <a:pt x="285724" y="1714312"/>
                </a:lnTo>
                <a:cubicBezTo>
                  <a:pt x="127923" y="1714312"/>
                  <a:pt x="0" y="1586389"/>
                  <a:pt x="0" y="1428588"/>
                </a:cubicBezTo>
                <a:lnTo>
                  <a:pt x="0" y="285724"/>
                </a:lnTo>
                <a:close/>
              </a:path>
            </a:pathLst>
          </a:custGeom>
          <a:solidFill>
            <a:schemeClr val="bg1"/>
          </a:solidFill>
          <a:ln>
            <a:solidFill>
              <a:schemeClr val="accent3"/>
            </a:solidFill>
          </a:ln>
        </p:spPr>
        <p:style>
          <a:lnRef idx="0">
            <a:scrgbClr r="0" g="0" b="0"/>
          </a:lnRef>
          <a:fillRef idx="3">
            <a:scrgbClr r="0" g="0" b="0"/>
          </a:fillRef>
          <a:effectRef idx="2">
            <a:schemeClr val="accent1">
              <a:hueOff val="0"/>
              <a:satOff val="0"/>
              <a:lumOff val="0"/>
              <a:alphaOff val="0"/>
            </a:schemeClr>
          </a:effectRef>
          <a:fontRef idx="minor">
            <a:schemeClr val="lt1"/>
          </a:fontRef>
        </p:style>
        <p:txBody>
          <a:bodyPr spcFirstLastPara="0" vert="horz" wrap="square" lIns="144646" tIns="144646" rIns="144646" bIns="144646" numCol="1" spcCol="1270" anchor="t" anchorCtr="0">
            <a:noAutofit/>
          </a:bodyPr>
          <a:lstStyle/>
          <a:p>
            <a:pPr marL="0" lvl="0" indent="0" algn="l" defTabSz="711200" rtl="0">
              <a:lnSpc>
                <a:spcPct val="90000"/>
              </a:lnSpc>
              <a:spcBef>
                <a:spcPct val="0"/>
              </a:spcBef>
              <a:spcAft>
                <a:spcPct val="35000"/>
              </a:spcAft>
              <a:buNone/>
            </a:pPr>
            <a:r>
              <a:rPr lang="en-US" b="1" i="0" kern="1200" dirty="0">
                <a:solidFill>
                  <a:schemeClr val="tx1"/>
                </a:solidFill>
              </a:rPr>
              <a:t>SHA-1 has not yet been "broken”</a:t>
            </a:r>
          </a:p>
          <a:p>
            <a:pPr marL="171450" lvl="1" indent="-171450" algn="l" defTabSz="711200" rtl="0">
              <a:lnSpc>
                <a:spcPct val="90000"/>
              </a:lnSpc>
              <a:spcBef>
                <a:spcPct val="0"/>
              </a:spcBef>
              <a:spcAft>
                <a:spcPct val="15000"/>
              </a:spcAft>
              <a:buChar char="•"/>
            </a:pPr>
            <a:r>
              <a:rPr lang="en-US" b="1" i="0" kern="1200" dirty="0">
                <a:solidFill>
                  <a:schemeClr val="tx1"/>
                </a:solidFill>
              </a:rPr>
              <a:t>No one has demonstrated a technique for producing collisions in a practical amount of time</a:t>
            </a:r>
          </a:p>
          <a:p>
            <a:pPr marL="171450" lvl="1" indent="-171450" algn="l" defTabSz="711200" rtl="0">
              <a:lnSpc>
                <a:spcPct val="90000"/>
              </a:lnSpc>
              <a:spcBef>
                <a:spcPct val="0"/>
              </a:spcBef>
              <a:spcAft>
                <a:spcPct val="15000"/>
              </a:spcAft>
              <a:buChar char="•"/>
            </a:pPr>
            <a:r>
              <a:rPr lang="en-US" b="1" i="0" kern="1200" dirty="0">
                <a:solidFill>
                  <a:schemeClr val="tx1"/>
                </a:solidFill>
              </a:rPr>
              <a:t>Considered to be insecure and has been phased out for SHA-2</a:t>
            </a:r>
          </a:p>
        </p:txBody>
      </p:sp>
      <p:sp>
        <p:nvSpPr>
          <p:cNvPr id="7" name="Freeform 6">
            <a:extLst>
              <a:ext uri="{FF2B5EF4-FFF2-40B4-BE49-F238E27FC236}">
                <a16:creationId xmlns:a16="http://schemas.microsoft.com/office/drawing/2014/main" id="{A71389D9-1676-8A41-978F-713B6024BDC2}"/>
              </a:ext>
              <a:ext uri="{C183D7F6-B498-43B3-948B-1728B52AA6E4}">
                <adec:decorative xmlns:adec="http://schemas.microsoft.com/office/drawing/2017/decorative" val="1"/>
              </a:ext>
            </a:extLst>
          </p:cNvPr>
          <p:cNvSpPr/>
          <p:nvPr/>
        </p:nvSpPr>
        <p:spPr>
          <a:xfrm>
            <a:off x="3856019" y="2923828"/>
            <a:ext cx="3880419" cy="3880419"/>
          </a:xfrm>
          <a:custGeom>
            <a:avLst/>
            <a:gdLst/>
            <a:ahLst/>
            <a:cxnLst/>
            <a:rect l="0" t="0" r="0" b="0"/>
            <a:pathLst>
              <a:path>
                <a:moveTo>
                  <a:pt x="3207882" y="471394"/>
                </a:moveTo>
                <a:arcTo wR="1940209" hR="1940209" stAng="18647766" swAng="735023"/>
              </a:path>
            </a:pathLst>
          </a:custGeom>
          <a:noFill/>
          <a:ln w="76200">
            <a:tailEnd type="arrow"/>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8" name="Freeform 7">
            <a:extLst>
              <a:ext uri="{FF2B5EF4-FFF2-40B4-BE49-F238E27FC236}">
                <a16:creationId xmlns:a16="http://schemas.microsoft.com/office/drawing/2014/main" id="{6CB3AD78-DEB0-514A-9C1E-F8E1FF725C41}"/>
              </a:ext>
            </a:extLst>
          </p:cNvPr>
          <p:cNvSpPr/>
          <p:nvPr/>
        </p:nvSpPr>
        <p:spPr>
          <a:xfrm>
            <a:off x="6705592" y="3810005"/>
            <a:ext cx="5009216" cy="2329551"/>
          </a:xfrm>
          <a:custGeom>
            <a:avLst/>
            <a:gdLst>
              <a:gd name="connsiteX0" fmla="*/ 0 w 3617475"/>
              <a:gd name="connsiteY0" fmla="*/ 388266 h 2329551"/>
              <a:gd name="connsiteX1" fmla="*/ 388266 w 3617475"/>
              <a:gd name="connsiteY1" fmla="*/ 0 h 2329551"/>
              <a:gd name="connsiteX2" fmla="*/ 3229209 w 3617475"/>
              <a:gd name="connsiteY2" fmla="*/ 0 h 2329551"/>
              <a:gd name="connsiteX3" fmla="*/ 3617475 w 3617475"/>
              <a:gd name="connsiteY3" fmla="*/ 388266 h 2329551"/>
              <a:gd name="connsiteX4" fmla="*/ 3617475 w 3617475"/>
              <a:gd name="connsiteY4" fmla="*/ 1941285 h 2329551"/>
              <a:gd name="connsiteX5" fmla="*/ 3229209 w 3617475"/>
              <a:gd name="connsiteY5" fmla="*/ 2329551 h 2329551"/>
              <a:gd name="connsiteX6" fmla="*/ 388266 w 3617475"/>
              <a:gd name="connsiteY6" fmla="*/ 2329551 h 2329551"/>
              <a:gd name="connsiteX7" fmla="*/ 0 w 3617475"/>
              <a:gd name="connsiteY7" fmla="*/ 1941285 h 2329551"/>
              <a:gd name="connsiteX8" fmla="*/ 0 w 3617475"/>
              <a:gd name="connsiteY8" fmla="*/ 388266 h 2329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475" h="2329551">
                <a:moveTo>
                  <a:pt x="0" y="388266"/>
                </a:moveTo>
                <a:cubicBezTo>
                  <a:pt x="0" y="173833"/>
                  <a:pt x="173833" y="0"/>
                  <a:pt x="388266" y="0"/>
                </a:cubicBezTo>
                <a:lnTo>
                  <a:pt x="3229209" y="0"/>
                </a:lnTo>
                <a:cubicBezTo>
                  <a:pt x="3443642" y="0"/>
                  <a:pt x="3617475" y="173833"/>
                  <a:pt x="3617475" y="388266"/>
                </a:cubicBezTo>
                <a:lnTo>
                  <a:pt x="3617475" y="1941285"/>
                </a:lnTo>
                <a:cubicBezTo>
                  <a:pt x="3617475" y="2155718"/>
                  <a:pt x="3443642" y="2329551"/>
                  <a:pt x="3229209" y="2329551"/>
                </a:cubicBezTo>
                <a:lnTo>
                  <a:pt x="388266" y="2329551"/>
                </a:lnTo>
                <a:cubicBezTo>
                  <a:pt x="173833" y="2329551"/>
                  <a:pt x="0" y="2155718"/>
                  <a:pt x="0" y="1941285"/>
                </a:cubicBezTo>
                <a:lnTo>
                  <a:pt x="0" y="388266"/>
                </a:lnTo>
                <a:close/>
              </a:path>
            </a:pathLst>
          </a:custGeom>
          <a:solidFill>
            <a:schemeClr val="bg1"/>
          </a:solidFill>
          <a:ln>
            <a:solidFill>
              <a:schemeClr val="accent1"/>
            </a:solidFill>
          </a:ln>
        </p:spPr>
        <p:style>
          <a:lnRef idx="0">
            <a:scrgbClr r="0" g="0" b="0"/>
          </a:lnRef>
          <a:fillRef idx="3">
            <a:scrgbClr r="0" g="0" b="0"/>
          </a:fillRef>
          <a:effectRef idx="2">
            <a:schemeClr val="accent1">
              <a:hueOff val="0"/>
              <a:satOff val="0"/>
              <a:lumOff val="0"/>
              <a:alphaOff val="0"/>
            </a:schemeClr>
          </a:effectRef>
          <a:fontRef idx="minor">
            <a:schemeClr val="lt1"/>
          </a:fontRef>
        </p:style>
        <p:txBody>
          <a:bodyPr spcFirstLastPara="0" vert="horz" wrap="square" lIns="174679" tIns="174679" rIns="174679" bIns="174679" numCol="1" spcCol="1270" anchor="t" anchorCtr="0">
            <a:noAutofit/>
          </a:bodyPr>
          <a:lstStyle/>
          <a:p>
            <a:pPr marL="0" lvl="0" indent="0" algn="l" defTabSz="711200" rtl="0">
              <a:lnSpc>
                <a:spcPct val="90000"/>
              </a:lnSpc>
              <a:spcBef>
                <a:spcPct val="0"/>
              </a:spcBef>
              <a:spcAft>
                <a:spcPct val="35000"/>
              </a:spcAft>
              <a:buNone/>
            </a:pPr>
            <a:r>
              <a:rPr lang="en-US" b="1" i="0" kern="1200" dirty="0">
                <a:solidFill>
                  <a:schemeClr val="tx1"/>
                </a:solidFill>
              </a:rPr>
              <a:t>SHA-2 shares the same structure and mathematical operations as its predecessors so this is a cause for concern</a:t>
            </a:r>
          </a:p>
          <a:p>
            <a:pPr marL="171450" lvl="1" indent="-171450" algn="l" defTabSz="711200" rtl="0">
              <a:lnSpc>
                <a:spcPct val="90000"/>
              </a:lnSpc>
              <a:spcBef>
                <a:spcPct val="0"/>
              </a:spcBef>
              <a:spcAft>
                <a:spcPct val="15000"/>
              </a:spcAft>
              <a:buChar char="•"/>
            </a:pPr>
            <a:r>
              <a:rPr lang="en-US" b="1" i="0" kern="1200" dirty="0">
                <a:solidFill>
                  <a:schemeClr val="tx1"/>
                </a:solidFill>
              </a:rPr>
              <a:t>Because it will take years to find a suitable replacement for SHA-2 should it become vulnerable, NIST decided to begin the process of developing a new hash standard</a:t>
            </a:r>
          </a:p>
        </p:txBody>
      </p:sp>
      <p:sp>
        <p:nvSpPr>
          <p:cNvPr id="9" name="Freeform 8">
            <a:extLst>
              <a:ext uri="{FF2B5EF4-FFF2-40B4-BE49-F238E27FC236}">
                <a16:creationId xmlns:a16="http://schemas.microsoft.com/office/drawing/2014/main" id="{633AEB09-8599-DB43-AE1C-CF11DE98F796}"/>
              </a:ext>
              <a:ext uri="{C183D7F6-B498-43B3-948B-1728B52AA6E4}">
                <adec:decorative xmlns:adec="http://schemas.microsoft.com/office/drawing/2017/decorative" val="1"/>
              </a:ext>
            </a:extLst>
          </p:cNvPr>
          <p:cNvSpPr/>
          <p:nvPr/>
        </p:nvSpPr>
        <p:spPr>
          <a:xfrm>
            <a:off x="4583832" y="2779602"/>
            <a:ext cx="3880419" cy="3880419"/>
          </a:xfrm>
          <a:custGeom>
            <a:avLst/>
            <a:gdLst/>
            <a:ahLst/>
            <a:cxnLst/>
            <a:rect l="0" t="0" r="0" b="0"/>
            <a:pathLst>
              <a:path>
                <a:moveTo>
                  <a:pt x="2843725" y="3657204"/>
                </a:moveTo>
                <a:arcTo wR="1940209" hR="1940209" stAng="3734747" swAng="3165114"/>
              </a:path>
            </a:pathLst>
          </a:custGeom>
          <a:noFill/>
          <a:ln w="76200">
            <a:tailEnd type="arrow"/>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10" name="Freeform 9">
            <a:extLst>
              <a:ext uri="{FF2B5EF4-FFF2-40B4-BE49-F238E27FC236}">
                <a16:creationId xmlns:a16="http://schemas.microsoft.com/office/drawing/2014/main" id="{6C42A7B4-217B-D747-AA2B-B40F110F400B}"/>
              </a:ext>
            </a:extLst>
          </p:cNvPr>
          <p:cNvSpPr/>
          <p:nvPr/>
        </p:nvSpPr>
        <p:spPr>
          <a:xfrm>
            <a:off x="1056218" y="3657599"/>
            <a:ext cx="5009216" cy="2543911"/>
          </a:xfrm>
          <a:custGeom>
            <a:avLst/>
            <a:gdLst>
              <a:gd name="connsiteX0" fmla="*/ 0 w 3703232"/>
              <a:gd name="connsiteY0" fmla="*/ 423994 h 2543911"/>
              <a:gd name="connsiteX1" fmla="*/ 423994 w 3703232"/>
              <a:gd name="connsiteY1" fmla="*/ 0 h 2543911"/>
              <a:gd name="connsiteX2" fmla="*/ 3279238 w 3703232"/>
              <a:gd name="connsiteY2" fmla="*/ 0 h 2543911"/>
              <a:gd name="connsiteX3" fmla="*/ 3703232 w 3703232"/>
              <a:gd name="connsiteY3" fmla="*/ 423994 h 2543911"/>
              <a:gd name="connsiteX4" fmla="*/ 3703232 w 3703232"/>
              <a:gd name="connsiteY4" fmla="*/ 2119917 h 2543911"/>
              <a:gd name="connsiteX5" fmla="*/ 3279238 w 3703232"/>
              <a:gd name="connsiteY5" fmla="*/ 2543911 h 2543911"/>
              <a:gd name="connsiteX6" fmla="*/ 423994 w 3703232"/>
              <a:gd name="connsiteY6" fmla="*/ 2543911 h 2543911"/>
              <a:gd name="connsiteX7" fmla="*/ 0 w 3703232"/>
              <a:gd name="connsiteY7" fmla="*/ 2119917 h 2543911"/>
              <a:gd name="connsiteX8" fmla="*/ 0 w 3703232"/>
              <a:gd name="connsiteY8" fmla="*/ 423994 h 2543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03232" h="2543911">
                <a:moveTo>
                  <a:pt x="0" y="423994"/>
                </a:moveTo>
                <a:cubicBezTo>
                  <a:pt x="0" y="189829"/>
                  <a:pt x="189829" y="0"/>
                  <a:pt x="423994" y="0"/>
                </a:cubicBezTo>
                <a:lnTo>
                  <a:pt x="3279238" y="0"/>
                </a:lnTo>
                <a:cubicBezTo>
                  <a:pt x="3513403" y="0"/>
                  <a:pt x="3703232" y="189829"/>
                  <a:pt x="3703232" y="423994"/>
                </a:cubicBezTo>
                <a:lnTo>
                  <a:pt x="3703232" y="2119917"/>
                </a:lnTo>
                <a:cubicBezTo>
                  <a:pt x="3703232" y="2354082"/>
                  <a:pt x="3513403" y="2543911"/>
                  <a:pt x="3279238" y="2543911"/>
                </a:cubicBezTo>
                <a:lnTo>
                  <a:pt x="423994" y="2543911"/>
                </a:lnTo>
                <a:cubicBezTo>
                  <a:pt x="189829" y="2543911"/>
                  <a:pt x="0" y="2354082"/>
                  <a:pt x="0" y="2119917"/>
                </a:cubicBezTo>
                <a:lnTo>
                  <a:pt x="0" y="423994"/>
                </a:lnTo>
                <a:close/>
              </a:path>
            </a:pathLst>
          </a:custGeom>
          <a:solidFill>
            <a:schemeClr val="bg1"/>
          </a:solidFill>
          <a:ln>
            <a:solidFill>
              <a:schemeClr val="accent3"/>
            </a:solidFill>
          </a:ln>
        </p:spPr>
        <p:style>
          <a:lnRef idx="0">
            <a:scrgbClr r="0" g="0" b="0"/>
          </a:lnRef>
          <a:fillRef idx="3">
            <a:scrgbClr r="0" g="0" b="0"/>
          </a:fillRef>
          <a:effectRef idx="2">
            <a:schemeClr val="accent1">
              <a:hueOff val="0"/>
              <a:satOff val="0"/>
              <a:lumOff val="0"/>
              <a:alphaOff val="0"/>
            </a:schemeClr>
          </a:effectRef>
          <a:fontRef idx="minor">
            <a:schemeClr val="lt1"/>
          </a:fontRef>
        </p:style>
        <p:txBody>
          <a:bodyPr spcFirstLastPara="0" vert="horz" wrap="square" lIns="185143" tIns="185143" rIns="185143" bIns="185143" numCol="1" spcCol="1270" anchor="t" anchorCtr="0">
            <a:noAutofit/>
          </a:bodyPr>
          <a:lstStyle/>
          <a:p>
            <a:pPr marL="0" lvl="0" indent="0" algn="l" defTabSz="711200" rtl="0">
              <a:lnSpc>
                <a:spcPct val="90000"/>
              </a:lnSpc>
              <a:spcBef>
                <a:spcPct val="0"/>
              </a:spcBef>
              <a:spcAft>
                <a:spcPct val="35000"/>
              </a:spcAft>
              <a:buNone/>
            </a:pPr>
            <a:r>
              <a:rPr lang="en-US" b="1" i="0" kern="1200" dirty="0">
                <a:solidFill>
                  <a:schemeClr val="tx1"/>
                </a:solidFill>
              </a:rPr>
              <a:t>NIST announced in 2007 a competition for the SHA-3 next generation NIST hash function</a:t>
            </a:r>
          </a:p>
          <a:p>
            <a:pPr marL="171450" lvl="1" indent="-171450" algn="l" defTabSz="711200" rtl="0">
              <a:lnSpc>
                <a:spcPct val="90000"/>
              </a:lnSpc>
              <a:spcBef>
                <a:spcPct val="0"/>
              </a:spcBef>
              <a:spcAft>
                <a:spcPct val="15000"/>
              </a:spcAft>
              <a:buChar char="•"/>
            </a:pPr>
            <a:r>
              <a:rPr lang="en-US" b="1" i="0" kern="1200" dirty="0">
                <a:solidFill>
                  <a:schemeClr val="tx1"/>
                </a:solidFill>
              </a:rPr>
              <a:t>Winning design was announced by NIST in October 2012</a:t>
            </a:r>
          </a:p>
          <a:p>
            <a:pPr marL="171450" lvl="1" indent="-171450" algn="l" defTabSz="711200" rtl="0">
              <a:lnSpc>
                <a:spcPct val="90000"/>
              </a:lnSpc>
              <a:spcBef>
                <a:spcPct val="0"/>
              </a:spcBef>
              <a:spcAft>
                <a:spcPct val="15000"/>
              </a:spcAft>
              <a:buChar char="•"/>
            </a:pPr>
            <a:r>
              <a:rPr lang="en-US" b="1" i="0" kern="1200" dirty="0">
                <a:solidFill>
                  <a:schemeClr val="tx1"/>
                </a:solidFill>
              </a:rPr>
              <a:t>SHA-3 is a cryptographic hash function that is intended to complement SHA-2 as the approved standard for a wide range of applications</a:t>
            </a:r>
          </a:p>
        </p:txBody>
      </p:sp>
      <p:sp>
        <p:nvSpPr>
          <p:cNvPr id="11" name="Freeform 10">
            <a:extLst>
              <a:ext uri="{FF2B5EF4-FFF2-40B4-BE49-F238E27FC236}">
                <a16:creationId xmlns:a16="http://schemas.microsoft.com/office/drawing/2014/main" id="{91E09AF2-8F51-6C49-AD1C-85BF643BC39B}"/>
              </a:ext>
              <a:ext uri="{C183D7F6-B498-43B3-948B-1728B52AA6E4}">
                <adec:decorative xmlns:adec="http://schemas.microsoft.com/office/drawing/2017/decorative" val="1"/>
              </a:ext>
            </a:extLst>
          </p:cNvPr>
          <p:cNvSpPr/>
          <p:nvPr/>
        </p:nvSpPr>
        <p:spPr>
          <a:xfrm>
            <a:off x="4924112" y="2732383"/>
            <a:ext cx="3880419" cy="3880419"/>
          </a:xfrm>
          <a:custGeom>
            <a:avLst/>
            <a:gdLst/>
            <a:ahLst/>
            <a:cxnLst/>
            <a:rect l="0" t="0" r="0" b="0"/>
            <a:pathLst>
              <a:path>
                <a:moveTo>
                  <a:pt x="334658" y="850888"/>
                </a:moveTo>
                <a:arcTo wR="1940209" hR="1940209" stAng="12849348" swAng="472037"/>
              </a:path>
            </a:pathLst>
          </a:custGeom>
          <a:noFill/>
          <a:ln>
            <a:noFill/>
            <a:tailEnd type="arrow"/>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13397"/>
    </mc:Choice>
    <mc:Fallback xmlns="">
      <p:transition spd="slow" advTm="11339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linds(horizontal)">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blinds(horizontal)">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blinds(horizontal)">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blinds(horizontal)">
                                      <p:cBhvr>
                                        <p:cTn id="2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0"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Sponge Construction</a:t>
            </a:r>
          </a:p>
        </p:txBody>
      </p:sp>
      <p:sp>
        <p:nvSpPr>
          <p:cNvPr id="3" name="Content Placeholder 2"/>
          <p:cNvSpPr>
            <a:spLocks noGrp="1"/>
          </p:cNvSpPr>
          <p:nvPr>
            <p:ph idx="1"/>
          </p:nvPr>
        </p:nvSpPr>
        <p:spPr/>
        <p:txBody>
          <a:bodyPr>
            <a:normAutofit/>
          </a:bodyPr>
          <a:lstStyle/>
          <a:p>
            <a:r>
              <a:rPr lang="en-US" dirty="0"/>
              <a:t>Underlying structure of SHA-3 is a scheme referred to by its designers as a </a:t>
            </a:r>
            <a:r>
              <a:rPr lang="en-US" i="1" dirty="0"/>
              <a:t>sponge construction</a:t>
            </a:r>
          </a:p>
          <a:p>
            <a:r>
              <a:rPr lang="en-US" dirty="0"/>
              <a:t>Takes an input message and partitions it into fixed-size blocks</a:t>
            </a:r>
          </a:p>
          <a:p>
            <a:r>
              <a:rPr lang="en-US" dirty="0"/>
              <a:t>Each block is processed in turn with the output of each iteration fed into the next iteration, finally producing an output block</a:t>
            </a:r>
          </a:p>
          <a:p>
            <a:r>
              <a:rPr lang="en-US" dirty="0"/>
              <a:t> The sponge function is defined by three parameters:</a:t>
            </a:r>
          </a:p>
          <a:p>
            <a:pPr lvl="1"/>
            <a:r>
              <a:rPr lang="en-US" dirty="0"/>
              <a:t>f =  the internal function used to process each input block</a:t>
            </a:r>
          </a:p>
          <a:p>
            <a:pPr lvl="1"/>
            <a:r>
              <a:rPr lang="en-US" dirty="0"/>
              <a:t>r =  the size in bits of the input blocks, called the </a:t>
            </a:r>
            <a:r>
              <a:rPr lang="en-US" i="1" dirty="0"/>
              <a:t>bitrate</a:t>
            </a:r>
          </a:p>
          <a:p>
            <a:pPr lvl="1"/>
            <a:r>
              <a:rPr lang="en-US" dirty="0"/>
              <a:t>pad =  the padding algorithm</a:t>
            </a:r>
          </a:p>
        </p:txBody>
      </p:sp>
      <p:pic>
        <p:nvPicPr>
          <p:cNvPr id="4" name="Picture 3">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rot="20541565">
            <a:off x="8988018" y="5479440"/>
            <a:ext cx="1384300" cy="1196951"/>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62101"/>
    </mc:Choice>
    <mc:Fallback xmlns="">
      <p:transition spd="slow" advTm="62101"/>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ponge function allows both variable length input and output, making it a&#13;&#10;flexible structure that can be used for a hash function (fixed-length output), a pseudorandom number generator (fixed-length input), and other cryptographic functions. Figure 11.14 illustrates this point.&#13;&#10;">
            <a:extLst>
              <a:ext uri="{FF2B5EF4-FFF2-40B4-BE49-F238E27FC236}">
                <a16:creationId xmlns:a16="http://schemas.microsoft.com/office/drawing/2014/main" id="{9F38DD45-A163-704A-89D5-1ACC52C64CCE}"/>
              </a:ext>
            </a:extLst>
          </p:cNvPr>
          <p:cNvPicPr>
            <a:picLocks noChangeAspect="1"/>
          </p:cNvPicPr>
          <p:nvPr/>
        </p:nvPicPr>
        <p:blipFill rotWithShape="1">
          <a:blip r:embed="rId3"/>
          <a:srcRect t="9449" b="27551"/>
          <a:stretch/>
        </p:blipFill>
        <p:spPr>
          <a:xfrm>
            <a:off x="1957786" y="176271"/>
            <a:ext cx="8276429" cy="6747630"/>
          </a:xfrm>
          <a:prstGeom prst="rect">
            <a:avLst/>
          </a:prstGeom>
        </p:spPr>
      </p:pic>
      <p:sp>
        <p:nvSpPr>
          <p:cNvPr id="2" name="Title 1">
            <a:extLst>
              <a:ext uri="{FF2B5EF4-FFF2-40B4-BE49-F238E27FC236}">
                <a16:creationId xmlns:a16="http://schemas.microsoft.com/office/drawing/2014/main" id="{38869062-A8E9-255F-C6D0-D874CB234A3B}"/>
              </a:ext>
            </a:extLst>
          </p:cNvPr>
          <p:cNvSpPr>
            <a:spLocks noGrp="1"/>
          </p:cNvSpPr>
          <p:nvPr>
            <p:ph type="title" idx="4294967295"/>
          </p:nvPr>
        </p:nvSpPr>
        <p:spPr>
          <a:xfrm>
            <a:off x="838200" y="-1325563"/>
            <a:ext cx="10515600" cy="1325563"/>
          </a:xfrm>
        </p:spPr>
        <p:txBody>
          <a:bodyPr vert="horz" lIns="91440" tIns="45720" rIns="91440" bIns="45720" rtlCol="0" anchor="b">
            <a:normAutofit/>
          </a:bodyPr>
          <a:lstStyle/>
          <a:p>
            <a:r>
              <a:rPr lang="en-US" dirty="0"/>
              <a:t>Sponge Function Input and Output</a:t>
            </a:r>
          </a:p>
        </p:txBody>
      </p:sp>
    </p:spTree>
  </p:cSld>
  <p:clrMapOvr>
    <a:masterClrMapping/>
  </p:clrMapOvr>
  <p:transition advTm="84864">
    <p:dissolve/>
  </p:transition>
  <p:extLst>
    <p:ext uri="{3A86A75C-4F4B-4683-9AE1-C65F6400EC91}">
      <p14:laserTraceLst xmlns:p14="http://schemas.microsoft.com/office/powerpoint/2010/main">
        <p14:tracePtLst>
          <p14:tracePt t="7762" x="4545013" y="6700838"/>
          <p14:tracePt t="7771" x="4673600" y="6557963"/>
          <p14:tracePt t="7794" x="4872038" y="6340475"/>
          <p14:tracePt t="7795" x="5048250" y="6069013"/>
          <p14:tracePt t="7804" x="5184775" y="5864225"/>
          <p14:tracePt t="7816" x="5354638" y="5565775"/>
          <p14:tracePt t="7828" x="5497513" y="5259388"/>
          <p14:tracePt t="7839" x="5640388" y="4932363"/>
          <p14:tracePt t="7850" x="5748338" y="4694238"/>
          <p14:tracePt t="7863" x="5884863" y="4340225"/>
          <p14:tracePt t="7873" x="5994400" y="3994150"/>
          <p14:tracePt t="7883" x="6102350" y="3652838"/>
          <p14:tracePt t="7896" x="6164263" y="3408363"/>
          <p14:tracePt t="7907" x="6232525" y="3095625"/>
          <p14:tracePt t="7919" x="6292850" y="2816225"/>
          <p14:tracePt t="7929" x="6334125" y="2565400"/>
          <p14:tracePt t="7940" x="6340475" y="2395538"/>
          <p14:tracePt t="7951" x="6354763" y="2205038"/>
          <p14:tracePt t="7963" x="6354763" y="2033588"/>
          <p14:tracePt t="7973" x="6340475" y="1925638"/>
          <p14:tracePt t="7984" x="6319838" y="1824038"/>
          <p14:tracePt t="7998" x="6292850" y="1768475"/>
          <p14:tracePt t="8009" x="6272213" y="1708150"/>
          <p14:tracePt t="8021" x="6245225" y="1660525"/>
          <p14:tracePt t="8031" x="6224588" y="1619250"/>
          <p14:tracePt t="8041" x="6211888" y="1604963"/>
          <p14:tracePt t="8053" x="6184900" y="1585913"/>
          <p14:tracePt t="8064" x="6164263" y="1557338"/>
          <p14:tracePt t="8074" x="6122988" y="1550988"/>
          <p14:tracePt t="8086" x="6089650" y="1538288"/>
          <p14:tracePt t="8097" x="6042025" y="1509713"/>
          <p14:tracePt t="8108" x="6007100" y="1490663"/>
          <p14:tracePt t="8120" x="5967413" y="1462088"/>
          <p14:tracePt t="8131" x="5932488" y="1443038"/>
          <p14:tracePt t="8142" x="5899150" y="1387475"/>
          <p14:tracePt t="8154" x="5857875" y="1319213"/>
          <p14:tracePt t="8165" x="5810250" y="1231900"/>
          <p14:tracePt t="8176" x="5789613" y="1169988"/>
          <p14:tracePt t="8188" x="5762625" y="1089025"/>
          <p14:tracePt t="8199" x="5729288" y="1006475"/>
          <p14:tracePt t="8209" x="5700713" y="919163"/>
          <p14:tracePt t="8221" x="5667375" y="871538"/>
          <p14:tracePt t="8232" x="5634038" y="809625"/>
          <p14:tracePt t="8244" x="5592763" y="762000"/>
          <p14:tracePt t="8255" x="5545138" y="728663"/>
          <p14:tracePt t="8266" x="5497513" y="700088"/>
          <p14:tracePt t="8278" x="5449888" y="666750"/>
          <p14:tracePt t="8288" x="5402263" y="639763"/>
          <p14:tracePt t="8299" x="5354638" y="625475"/>
          <p14:tracePt t="8312" x="5313363" y="625475"/>
          <p14:tracePt t="8322" x="5280025" y="619125"/>
          <p14:tracePt t="8333" x="5259388" y="619125"/>
          <p14:tracePt t="8345" x="5232400" y="619125"/>
          <p14:tracePt t="8355" x="5232400" y="625475"/>
          <p14:tracePt t="8367" x="5218113" y="639763"/>
          <p14:tracePt t="8379" x="5205413" y="666750"/>
          <p14:tracePt t="8389" x="5197475" y="700088"/>
          <p14:tracePt t="8401" x="5197475" y="735013"/>
          <p14:tracePt t="8412" x="5205413" y="795338"/>
          <p14:tracePt t="8423" x="5218113" y="842963"/>
          <p14:tracePt t="8435" x="5245100" y="898525"/>
          <p14:tracePt t="8446" x="5280025" y="931863"/>
          <p14:tracePt t="8457" x="5327650" y="966788"/>
          <p14:tracePt t="8469" x="5387975" y="1006475"/>
          <p14:tracePt t="8480" x="5462588" y="1041400"/>
          <p14:tracePt t="8491" x="5524500" y="1062038"/>
          <p14:tracePt t="8503" x="5605463" y="1074738"/>
          <p14:tracePt t="8514" x="5700713" y="1089025"/>
          <p14:tracePt t="8525" x="5795963" y="1089025"/>
          <p14:tracePt t="8536" x="5872163" y="1074738"/>
          <p14:tracePt t="8547" x="5959475" y="1054100"/>
          <p14:tracePt t="8558" x="6015038" y="1014413"/>
          <p14:tracePt t="8570" x="6054725" y="979488"/>
          <p14:tracePt t="8581" x="6069013" y="952500"/>
          <p14:tracePt t="8592" x="6075363" y="931863"/>
          <p14:tracePt t="8604" x="6054725" y="898525"/>
          <p14:tracePt t="8615" x="6015038" y="857250"/>
          <p14:tracePt t="8625" x="5959475" y="823913"/>
          <p14:tracePt t="8637" x="5837238" y="776288"/>
          <p14:tracePt t="8648" x="5694363" y="728663"/>
          <p14:tracePt t="8659" x="5545138" y="700088"/>
          <p14:tracePt t="8670" x="5414963" y="700088"/>
          <p14:tracePt t="8685" x="5245100" y="714375"/>
          <p14:tracePt t="8696" x="5110163" y="747713"/>
          <p14:tracePt t="8705" x="5000625" y="788988"/>
          <p14:tracePt t="8716" x="4932363" y="836613"/>
          <p14:tracePt t="8728" x="4905375" y="871538"/>
          <p14:tracePt t="8738" x="4884738" y="904875"/>
          <p14:tracePt t="8749" x="4884738" y="931863"/>
          <p14:tracePt t="8762" x="4884738" y="966788"/>
          <p14:tracePt t="8772" x="4905375" y="993775"/>
          <p14:tracePt t="8783" x="4938713" y="1027113"/>
          <p14:tracePt t="8795" x="5000625" y="1062038"/>
          <p14:tracePt t="8805" x="5095875" y="1101725"/>
          <p14:tracePt t="8817" x="5170488" y="1122363"/>
          <p14:tracePt t="8839" x="5307013" y="1149350"/>
          <p14:tracePt t="8843" x="5435600" y="1163638"/>
          <p14:tracePt t="8852" x="5572125" y="1163638"/>
          <p14:tracePt t="8865" x="5741988" y="1163638"/>
          <p14:tracePt t="8874" x="5899150" y="1149350"/>
          <p14:tracePt t="8896" x="6015038" y="1122363"/>
          <p14:tracePt t="8899" x="6102350" y="1089025"/>
          <p14:tracePt t="8907" x="6137275" y="1074738"/>
          <p14:tracePt t="8920" x="6176963" y="1054100"/>
          <p14:tracePt t="8930" x="6176963" y="1027113"/>
          <p14:tracePt t="8941" x="6176963" y="1006475"/>
          <p14:tracePt t="8952" x="6149975" y="993775"/>
          <p14:tracePt t="8964" x="6116638" y="979488"/>
          <p14:tracePt t="8974" x="6054725" y="952500"/>
          <p14:tracePt t="8986" x="5980113" y="952500"/>
          <p14:tracePt t="8997" x="5932488" y="946150"/>
          <p14:tracePt t="9008" x="5872163" y="946150"/>
          <p14:tracePt t="9020" x="5810250" y="946150"/>
          <p14:tracePt t="9031" x="5776913" y="952500"/>
          <p14:tracePt t="9042" x="5748338" y="966788"/>
          <p14:tracePt t="9075" x="5748338" y="979488"/>
          <p14:tracePt t="9087" x="5762625" y="979488"/>
          <p14:tracePt t="9098" x="5795963" y="993775"/>
          <p14:tracePt t="9109" x="5872163" y="993775"/>
          <p14:tracePt t="9121" x="5967413" y="993775"/>
          <p14:tracePt t="9132" x="6054725" y="1006475"/>
          <p14:tracePt t="9143" x="6122988" y="1014413"/>
          <p14:tracePt t="9154" x="6149975" y="1014413"/>
          <p14:tracePt t="9403" x="6164263" y="1014413"/>
          <p14:tracePt t="9413" x="6292850" y="1027113"/>
          <p14:tracePt t="9424" x="6477000" y="1054100"/>
          <p14:tracePt t="9435" x="6769100" y="1101725"/>
          <p14:tracePt t="9447" x="6926263" y="1122363"/>
          <p14:tracePt t="9458" x="7116763" y="1149350"/>
          <p14:tracePt t="9469" x="7334250" y="1169988"/>
          <p14:tracePt t="9480" x="7477125" y="1196975"/>
          <p14:tracePt t="9492" x="7694613" y="1211263"/>
          <p14:tracePt t="9503" x="7831138" y="1223963"/>
          <p14:tracePt t="9515" x="8001000" y="1223963"/>
          <p14:tracePt t="9526" x="8158163" y="1223963"/>
          <p14:tracePt t="9537" x="8239125" y="1223963"/>
          <p14:tracePt t="9548" x="8375650" y="1211263"/>
          <p14:tracePt t="9560" x="8470900" y="1196975"/>
          <p14:tracePt t="9572" x="8593138" y="1196975"/>
          <p14:tracePt t="9582" x="8701088" y="1184275"/>
          <p14:tracePt t="9593" x="8769350" y="1169988"/>
          <p14:tracePt t="9605" x="8858250" y="1163638"/>
          <p14:tracePt t="9615" x="8905875" y="1163638"/>
          <p14:tracePt t="9627" x="8953500" y="1163638"/>
          <p14:tracePt t="9639" x="8986838" y="1149350"/>
          <p14:tracePt t="9649" x="9015413" y="1149350"/>
          <p14:tracePt t="9672" x="9028113" y="1136650"/>
          <p14:tracePt t="9694" x="9028113" y="1116013"/>
          <p14:tracePt t="9706" x="9028113" y="1101725"/>
          <p14:tracePt t="9717" x="9028113" y="1074738"/>
          <p14:tracePt t="9728" x="9028113" y="1062038"/>
          <p14:tracePt t="9739" x="9028113" y="1054100"/>
          <p14:tracePt t="9751" x="9034463" y="1041400"/>
          <p14:tracePt t="9762" x="9034463" y="1027113"/>
          <p14:tracePt t="9773" x="9048750" y="1006475"/>
          <p14:tracePt t="9784" x="9048750" y="993775"/>
          <p14:tracePt t="9807" x="9048750" y="979488"/>
          <p14:tracePt t="9818" x="9034463" y="966788"/>
          <p14:tracePt t="9830" x="9034463" y="952500"/>
          <p14:tracePt t="9841" x="9028113" y="946150"/>
          <p14:tracePt t="9852" x="9001125" y="919163"/>
          <p14:tracePt t="9864" x="8980488" y="904875"/>
          <p14:tracePt t="9897" x="8953500" y="884238"/>
          <p14:tracePt t="9900" x="8926513" y="884238"/>
          <p14:tracePt t="9908" x="8920163" y="884238"/>
          <p14:tracePt t="9913" x="8891588" y="884238"/>
          <p14:tracePt t="9923" x="8872538" y="884238"/>
          <p14:tracePt t="9931" x="8843963" y="884238"/>
          <p14:tracePt t="9944" x="8816975" y="898525"/>
          <p14:tracePt t="9957" x="8796338" y="904875"/>
          <p14:tracePt t="9966" x="8783638" y="919163"/>
          <p14:tracePt t="9976" x="8769350" y="931863"/>
          <p14:tracePt t="9988" x="8763000" y="952500"/>
          <p14:tracePt t="9998" x="8748713" y="979488"/>
          <p14:tracePt t="10009" x="8748713" y="1014413"/>
          <p14:tracePt t="10020" x="8748713" y="1027113"/>
          <p14:tracePt t="10032" x="8763000" y="1054100"/>
          <p14:tracePt t="10043" x="8769350" y="1074738"/>
          <p14:tracePt t="10055" x="8796338" y="1101725"/>
          <p14:tracePt t="10066" x="8816975" y="1116013"/>
          <p14:tracePt t="10077" x="8858250" y="1122363"/>
          <p14:tracePt t="10089" x="8905875" y="1136650"/>
          <p14:tracePt t="10099" x="8953500" y="1136650"/>
          <p14:tracePt t="10110" x="9001125" y="1136650"/>
          <p14:tracePt t="10123" x="9063038" y="1136650"/>
          <p14:tracePt t="10133" x="9096375" y="1122363"/>
          <p14:tracePt t="10144" x="9144000" y="1116013"/>
          <p14:tracePt t="10156" x="9170988" y="1101725"/>
          <p14:tracePt t="10167" x="9218613" y="1062038"/>
          <p14:tracePt t="10178" x="9245600" y="1041400"/>
          <p14:tracePt t="10190" x="9253538" y="1006475"/>
          <p14:tracePt t="10200" x="9253538" y="979488"/>
          <p14:tracePt t="10212" x="9253538" y="952500"/>
          <p14:tracePt t="10224" x="9253538" y="931863"/>
          <p14:tracePt t="10234" x="9245600" y="904875"/>
          <p14:tracePt t="10245" x="9218613" y="871538"/>
          <p14:tracePt t="10257" x="9185275" y="857250"/>
          <p14:tracePt t="10268" x="9137650" y="823913"/>
          <p14:tracePt t="10280" x="9075738" y="809625"/>
          <p14:tracePt t="10291" x="9015413" y="795338"/>
          <p14:tracePt t="10301" x="8986838" y="795338"/>
          <p14:tracePt t="10313" x="8953500" y="795338"/>
          <p14:tracePt t="10324" x="8920163" y="809625"/>
          <p14:tracePt t="10335" x="8891588" y="823913"/>
          <p14:tracePt t="10347" x="8872538" y="836613"/>
          <p14:tracePt t="10359" x="8858250" y="857250"/>
          <p14:tracePt t="10369" x="8831263" y="898525"/>
          <p14:tracePt t="10381" x="8816975" y="919163"/>
          <p14:tracePt t="10392" x="8816975" y="946150"/>
          <p14:tracePt t="10403" x="8816975" y="979488"/>
          <p14:tracePt t="10414" x="8816975" y="1006475"/>
          <p14:tracePt t="10425" x="8831263" y="1027113"/>
          <p14:tracePt t="10440" x="8843963" y="1054100"/>
          <p14:tracePt t="10449" x="8858250" y="1062038"/>
          <p14:tracePt t="10460" x="8878888" y="1089025"/>
          <p14:tracePt t="10472" x="8920163" y="1101725"/>
          <p14:tracePt t="10482" x="8939213" y="1116013"/>
          <p14:tracePt t="10493" x="8980488" y="1122363"/>
          <p14:tracePt t="10505" x="9028113" y="1136650"/>
          <p14:tracePt t="10515" x="9048750" y="1136650"/>
          <p14:tracePt t="10526" x="9063038" y="1136650"/>
          <p14:tracePt t="10539" x="9075738" y="1136650"/>
          <p14:tracePt t="10549" x="9090025" y="1136650"/>
          <p14:tracePt t="45178" x="9048750" y="1184275"/>
          <p14:tracePt t="45188" x="9001125" y="1258888"/>
          <p14:tracePt t="45199" x="8953500" y="1414463"/>
          <p14:tracePt t="45210" x="8920163" y="1557338"/>
          <p14:tracePt t="45222" x="8878888" y="1816100"/>
          <p14:tracePt t="45234" x="8816975" y="2095500"/>
          <p14:tracePt t="45244" x="8769350" y="2300288"/>
          <p14:tracePt t="45256" x="8674100" y="2565400"/>
          <p14:tracePt t="45267" x="8578850" y="2803525"/>
          <p14:tracePt t="45279" x="8504238" y="2967038"/>
          <p14:tracePt t="45291" x="8423275" y="3128963"/>
          <p14:tracePt t="45302" x="8361363" y="3217863"/>
          <p14:tracePt t="45312" x="8301038" y="3313113"/>
          <p14:tracePt t="45324" x="8266113" y="3360738"/>
          <p14:tracePt t="45335" x="8253413" y="3387725"/>
          <p14:tracePt t="45346" x="8253413" y="3402013"/>
          <p14:tracePt t="45458" x="8177213" y="3402013"/>
          <p14:tracePt t="45470" x="8062913" y="3408363"/>
          <p14:tracePt t="45481" x="7926388" y="3449638"/>
          <p14:tracePt t="45493" x="7742238" y="3517900"/>
          <p14:tracePt t="45504" x="7626350" y="3640138"/>
          <p14:tracePt t="45515" x="7524750" y="3810000"/>
          <p14:tracePt t="45548" x="7477125" y="3994150"/>
          <p14:tracePt t="45551" x="7381875" y="4271963"/>
          <p14:tracePt t="45560" x="7253288" y="4598988"/>
          <p14:tracePt t="45567" x="7081838" y="4911725"/>
          <p14:tracePt t="45571" x="6973888" y="5116513"/>
          <p14:tracePt t="45584" x="6837363" y="5334000"/>
          <p14:tracePt t="45594" x="6742113" y="5518150"/>
          <p14:tracePt t="45605" x="6694488" y="5646738"/>
          <p14:tracePt t="45619" x="6661150" y="5768975"/>
          <p14:tracePt t="45629" x="6646863" y="5843588"/>
          <p14:tracePt t="45639" x="6634163" y="5938838"/>
          <p14:tracePt t="45650" x="6605588" y="6015038"/>
          <p14:tracePt t="45661" x="6599238" y="6062663"/>
          <p14:tracePt t="45672" x="6586538" y="6096000"/>
          <p14:tracePt t="45684" x="6572250" y="6122988"/>
          <p14:tracePt t="45695" x="6551613" y="6143625"/>
          <p14:tracePt t="45706" x="6538913" y="6170613"/>
          <p14:tracePt t="45717" x="6538913" y="6191250"/>
          <p14:tracePt t="45728" x="6524625" y="6205538"/>
          <p14:tracePt t="45740" x="6510338" y="6232525"/>
          <p14:tracePt t="45751" x="6497638" y="6232525"/>
          <p14:tracePt t="45807" x="6491288" y="6232525"/>
          <p14:tracePt t="45819" x="6477000" y="6238875"/>
          <p14:tracePt t="45830" x="6450013" y="6253163"/>
          <p14:tracePt t="45841" x="6443663" y="6265863"/>
          <p14:tracePt t="45852" x="6429375" y="6286500"/>
          <p14:tracePt t="45863" x="6402388" y="6327775"/>
          <p14:tracePt t="45875" x="6396038" y="6375400"/>
          <p14:tracePt t="45886" x="6381750" y="6435725"/>
          <p14:tracePt t="45897" x="6381750" y="6483350"/>
          <p14:tracePt t="45908" x="6367463" y="6545263"/>
          <p14:tracePt t="45919" x="6367463" y="6592888"/>
          <p14:tracePt t="45931" x="6354763" y="6626225"/>
          <p14:tracePt t="45943" x="6354763" y="6667500"/>
          <p14:tracePt t="45953" x="6340475" y="6700838"/>
          <p14:tracePt t="45964" x="6334125" y="6735763"/>
          <p14:tracePt t="45976" x="6319838" y="6777038"/>
          <p14:tracePt t="45987" x="6307138" y="6796088"/>
          <p14:tracePt t="45998" x="6292850" y="6810375"/>
          <p14:tracePt t="46010" x="6286500" y="6824663"/>
          <p14:tracePt t="46021" x="6272213" y="6831013"/>
          <p14:tracePt t="46033" x="6259513" y="6843713"/>
          <p14:tracePt t="46441" x="0" y="0"/>
        </p14:tracePtLst>
        <p14:tracePtLst>
          <p14:tracePt t="65440" x="4592638" y="6762750"/>
          <p14:tracePt t="65472" x="4735513" y="6613525"/>
          <p14:tracePt t="65475" x="4891088" y="6456363"/>
          <p14:tracePt t="65484" x="5027613" y="6327775"/>
          <p14:tracePt t="65485" x="5197475" y="6143625"/>
          <p14:tracePt t="65495" x="5354638" y="5953125"/>
          <p14:tracePt t="65506" x="5497513" y="5756275"/>
          <p14:tracePt t="65520" x="5592763" y="5613400"/>
          <p14:tracePt t="65529" x="5700713" y="5408613"/>
          <p14:tracePt t="65541" x="5795963" y="5211763"/>
          <p14:tracePt t="65553" x="5884863" y="4994275"/>
          <p14:tracePt t="65563" x="5946775" y="4776788"/>
          <p14:tracePt t="65574" x="5994400" y="4605338"/>
          <p14:tracePt t="65585" x="6042025" y="4367213"/>
          <p14:tracePt t="65596" x="6089650" y="4110038"/>
          <p14:tracePt t="65607" x="6137275" y="3857625"/>
          <p14:tracePt t="65619" x="6164263" y="3667125"/>
          <p14:tracePt t="65630" x="6197600" y="3408363"/>
          <p14:tracePt t="65641" x="6224588" y="3157538"/>
          <p14:tracePt t="65653" x="6245225" y="2890838"/>
          <p14:tracePt t="65663" x="6259513" y="2708275"/>
          <p14:tracePt t="65675" x="6272213" y="2470150"/>
          <p14:tracePt t="65686" x="6292850" y="2238375"/>
          <p14:tracePt t="65697" x="6292850" y="2033588"/>
          <p14:tracePt t="65709" x="6307138" y="1898650"/>
          <p14:tracePt t="65720" x="6319838" y="1728788"/>
          <p14:tracePt t="65731" x="6319838" y="1571625"/>
          <p14:tracePt t="65743" x="6319838" y="1428750"/>
          <p14:tracePt t="65754" x="6319838" y="1319213"/>
          <p14:tracePt t="65765" x="6319838" y="1196975"/>
          <p14:tracePt t="65776" x="6319838" y="1089025"/>
          <p14:tracePt t="65788" x="6307138" y="993775"/>
          <p14:tracePt t="65798" x="6292850" y="931863"/>
          <p14:tracePt t="65810" x="6286500" y="857250"/>
          <p14:tracePt t="65822" x="6272213" y="795338"/>
          <p14:tracePt t="65832" x="6245225" y="747713"/>
          <p14:tracePt t="65844" x="6232525" y="714375"/>
          <p14:tracePt t="65855" x="6211888" y="681038"/>
          <p14:tracePt t="65866" x="6184900" y="625475"/>
          <p14:tracePt t="65878" x="6149975" y="592138"/>
          <p14:tracePt t="65889" x="6122988" y="571500"/>
          <p14:tracePt t="65900" x="6089650" y="517525"/>
          <p14:tracePt t="65911" x="6027738" y="482600"/>
          <p14:tracePt t="65922" x="5967413" y="449263"/>
          <p14:tracePt t="65935" x="5919788" y="422275"/>
          <p14:tracePt t="65945" x="5857875" y="387350"/>
          <p14:tracePt t="65956" x="5789613" y="354013"/>
          <p14:tracePt t="65969" x="5729288" y="327025"/>
          <p14:tracePt t="65979" x="5694363" y="327025"/>
          <p14:tracePt t="65990" x="5640388" y="312738"/>
          <p14:tracePt t="66002" x="5605463" y="312738"/>
          <p14:tracePt t="66012" x="5572125" y="312738"/>
          <p14:tracePt t="66024" x="5545138" y="312738"/>
          <p14:tracePt t="66036" x="5524500" y="312738"/>
          <p14:tracePt t="66046" x="5483225" y="327025"/>
          <p14:tracePt t="66057" x="5449888" y="339725"/>
          <p14:tracePt t="66069" x="5414963" y="339725"/>
          <p14:tracePt t="66080" x="5354638" y="360363"/>
          <p14:tracePt t="66091" x="5307013" y="374650"/>
          <p14:tracePt t="66103" x="5265738" y="401638"/>
          <p14:tracePt t="66113" x="5245100" y="407988"/>
          <p14:tracePt t="66125" x="5205413" y="434975"/>
          <p14:tracePt t="66137" x="5184775" y="469900"/>
          <p14:tracePt t="66147" x="5157788" y="496888"/>
          <p14:tracePt t="66159" x="5149850" y="530225"/>
          <p14:tracePt t="66170" x="5137150" y="571500"/>
          <p14:tracePt t="66181" x="5122863" y="604838"/>
          <p14:tracePt t="66193" x="5122863" y="639763"/>
          <p14:tracePt t="66204" x="5122863" y="681038"/>
          <p14:tracePt t="66215" x="5122863" y="714375"/>
          <p14:tracePt t="66226" x="5137150" y="762000"/>
          <p14:tracePt t="66237" x="5149850" y="795338"/>
          <p14:tracePt t="66248" x="5170488" y="842963"/>
          <p14:tracePt t="66260" x="5197475" y="898525"/>
          <p14:tracePt t="66271" x="5245100" y="946150"/>
          <p14:tracePt t="66282" x="5292725" y="1006475"/>
          <p14:tracePt t="66294" x="5354638" y="1041400"/>
          <p14:tracePt t="66305" x="5435600" y="1101725"/>
          <p14:tracePt t="66316" x="5510213" y="1149350"/>
          <p14:tracePt t="66328" x="5592763" y="1196975"/>
          <p14:tracePt t="66339" x="5667375" y="1231900"/>
          <p14:tracePt t="66350" x="5776913" y="1271588"/>
          <p14:tracePt t="66361" x="5884863" y="1306513"/>
          <p14:tracePt t="66372" x="6007100" y="1354138"/>
          <p14:tracePt t="66385" x="6089650" y="1366838"/>
          <p14:tracePt t="66395" x="6211888" y="1387475"/>
          <p14:tracePt t="66406" x="6334125" y="1414463"/>
          <p14:tracePt t="66419" x="6429375" y="1428750"/>
          <p14:tracePt t="66429" x="6497638" y="1443038"/>
          <p14:tracePt t="66440" x="6599238" y="1449388"/>
          <p14:tracePt t="66453" x="6694488" y="1462088"/>
          <p14:tracePt t="66462" x="6789738" y="1476375"/>
          <p14:tracePt t="66473" x="6878638" y="1476375"/>
          <p14:tracePt t="66485" x="6986588" y="1476375"/>
          <p14:tracePt t="66519" x="7102475" y="1476375"/>
          <p14:tracePt t="66521" x="7253288" y="1476375"/>
          <p14:tracePt t="66533" x="7361238" y="1476375"/>
          <p14:tracePt t="66534" x="7524750" y="1462088"/>
          <p14:tracePt t="66543" x="7708900" y="1462088"/>
          <p14:tracePt t="66553" x="7891463" y="1449388"/>
          <p14:tracePt t="66564" x="8034338" y="1443038"/>
          <p14:tracePt t="66575" x="8218488" y="1428750"/>
          <p14:tracePt t="66587" x="8388350" y="1414463"/>
          <p14:tracePt t="66597" x="8566150" y="1387475"/>
          <p14:tracePt t="66609" x="8701088" y="1366838"/>
          <p14:tracePt t="66620" x="8796338" y="1339850"/>
          <p14:tracePt t="66631" x="8905875" y="1306513"/>
          <p14:tracePt t="66643" x="8986838" y="1279525"/>
          <p14:tracePt t="66654" x="9048750" y="1244600"/>
          <p14:tracePt t="66665" x="9096375" y="1223963"/>
          <p14:tracePt t="66687" x="9158288" y="1196975"/>
          <p14:tracePt t="66690" x="9197975" y="1169988"/>
          <p14:tracePt t="66700" x="9218613" y="1149350"/>
          <p14:tracePt t="66712" x="9245600" y="1122363"/>
          <p14:tracePt t="66722" x="9253538" y="1101725"/>
          <p14:tracePt t="66733" x="9253538" y="1074738"/>
          <p14:tracePt t="66744" x="9253538" y="1062038"/>
          <p14:tracePt t="66755" x="9253538" y="1041400"/>
          <p14:tracePt t="66766" x="9218613" y="1014413"/>
          <p14:tracePt t="66778" x="9158288" y="979488"/>
          <p14:tracePt t="66789" x="9048750" y="931863"/>
          <p14:tracePt t="66801" x="8926513" y="898525"/>
          <p14:tracePt t="66811" x="8715375" y="842963"/>
          <p14:tracePt t="66822" x="8443913" y="809625"/>
          <p14:tracePt t="66835" x="8116888" y="776288"/>
          <p14:tracePt t="66845" x="7831138" y="762000"/>
          <p14:tracePt t="66856" x="7396163" y="735013"/>
          <p14:tracePt t="66868" x="6946900" y="735013"/>
          <p14:tracePt t="66879" x="6551613" y="762000"/>
          <p14:tracePt t="66890" x="6307138" y="795338"/>
          <p14:tracePt t="66902" x="6042025" y="857250"/>
          <p14:tracePt t="66912" x="5837238" y="952500"/>
          <p14:tracePt t="66924" x="5694363" y="1041400"/>
          <p14:tracePt t="66936" x="5605463" y="1116013"/>
          <p14:tracePt t="66946" x="5524500" y="1196975"/>
          <p14:tracePt t="66957" x="5476875" y="1292225"/>
          <p14:tracePt t="66969" x="5435600" y="1381125"/>
          <p14:tracePt t="66980" x="5414963" y="1443038"/>
          <p14:tracePt t="66991" x="5402263" y="1524000"/>
          <p14:tracePt t="67003" x="5387975" y="1598613"/>
          <p14:tracePt t="67013" x="5375275" y="1666875"/>
          <p14:tracePt t="67025" x="5367338" y="1714500"/>
          <p14:tracePt t="67036" x="5340350" y="1776413"/>
          <p14:tracePt t="67047" x="5292725" y="1836738"/>
          <p14:tracePt t="67059" x="5259388" y="1884363"/>
          <p14:tracePt t="67070" x="5205413" y="1925638"/>
          <p14:tracePt t="67081" x="5170488" y="1958975"/>
          <p14:tracePt t="67093" x="5122863" y="1993900"/>
          <p14:tracePt t="67104" x="5089525" y="2033588"/>
          <p14:tracePt t="67115" x="5062538" y="2054225"/>
          <p14:tracePt t="67126" x="5041900" y="2095500"/>
          <p14:tracePt t="67137" x="5014913" y="2128838"/>
          <p14:tracePt t="67149" x="5000625" y="2163763"/>
          <p14:tracePt t="67161" x="4986338" y="2190750"/>
          <p14:tracePt t="67172" x="4986338" y="2238375"/>
          <p14:tracePt t="67182" x="4986338" y="2271713"/>
          <p14:tracePt t="67193" x="4986338" y="2312988"/>
          <p14:tracePt t="67205" x="4986338" y="2333625"/>
          <p14:tracePt t="67216" x="5000625" y="2360613"/>
          <p14:tracePt t="67228" x="5000625" y="2381250"/>
          <p14:tracePt t="67239" x="5000625" y="2395538"/>
          <p14:tracePt t="67251" x="5000625" y="2408238"/>
          <p14:tracePt t="67305" x="4986338" y="2408238"/>
          <p14:tracePt t="67318" x="4967288" y="2395538"/>
          <p14:tracePt t="67329" x="4932363" y="2381250"/>
          <p14:tracePt t="67340" x="4891088" y="2360613"/>
          <p14:tracePt t="67352" x="4810125" y="2319338"/>
          <p14:tracePt t="67362" x="4714875" y="2271713"/>
          <p14:tracePt t="67374" x="4613275" y="2238375"/>
          <p14:tracePt t="67386" x="4545013" y="2205038"/>
          <p14:tracePt t="67396" x="4456113" y="2176463"/>
          <p14:tracePt t="67407" x="4395788" y="2149475"/>
          <p14:tracePt t="67419" x="4348163" y="2149475"/>
          <p14:tracePt t="67430" x="4313238" y="2149475"/>
          <p14:tracePt t="67441" x="4279900" y="2149475"/>
          <p14:tracePt t="67453" x="4252913" y="2163763"/>
          <p14:tracePt t="67463" x="4232275" y="2176463"/>
          <p14:tracePt t="67475" x="4205288" y="2205038"/>
          <p14:tracePt t="67486" x="4184650" y="2224088"/>
          <p14:tracePt t="67497" x="4157663" y="2259013"/>
          <p14:tracePt t="67520" x="4122738" y="2300288"/>
          <p14:tracePt t="67523" x="4095750" y="2319338"/>
          <p14:tracePt t="67532" x="4062413" y="2360613"/>
          <p14:tracePt t="67544" x="4033838" y="2395538"/>
          <p14:tracePt t="67565" x="4000500" y="2428875"/>
          <p14:tracePt t="67568" x="3986213" y="2476500"/>
          <p14:tracePt t="67579" x="3973513" y="2503488"/>
          <p14:tracePt t="67588" x="3973513" y="2551113"/>
          <p14:tracePt t="67599" x="3986213" y="2598738"/>
          <p14:tracePt t="67610" x="4000500" y="2646363"/>
          <p14:tracePt t="67621" x="4021138" y="2687638"/>
          <p14:tracePt t="67632" x="4062413" y="2735263"/>
          <p14:tracePt t="67644" x="4095750" y="2768600"/>
          <p14:tracePt t="67655" x="4129088" y="2803525"/>
          <p14:tracePt t="67666" x="4184650" y="2843213"/>
          <p14:tracePt t="67678" x="4238625" y="2863850"/>
          <p14:tracePt t="67688" x="4327525" y="2890838"/>
          <p14:tracePt t="67700" x="4395788" y="2905125"/>
          <p14:tracePt t="67711" x="4449763" y="2905125"/>
          <p14:tracePt t="67723" x="4503738" y="2905125"/>
          <p14:tracePt t="67734" x="4557713" y="2905125"/>
          <p14:tracePt t="67745" x="4578350" y="2890838"/>
          <p14:tracePt t="67756" x="4592638" y="2878138"/>
          <p14:tracePt t="67769" x="4605338" y="2857500"/>
          <p14:tracePt t="67779" x="4605338" y="2830513"/>
          <p14:tracePt t="67790" x="4605338" y="2795588"/>
          <p14:tracePt t="67803" x="4592638" y="2755900"/>
          <p14:tracePt t="67812" x="4565650" y="2693988"/>
          <p14:tracePt t="67824" x="4503738" y="2646363"/>
          <p14:tracePt t="67836" x="4435475" y="2598738"/>
          <p14:tracePt t="67846" x="4387850" y="2578100"/>
          <p14:tracePt t="67857" x="4300538" y="2565400"/>
          <p14:tracePt t="67869" x="4232275" y="2551113"/>
          <p14:tracePt t="67880" x="4143375" y="2565400"/>
          <p14:tracePt t="67891" x="4075113" y="2578100"/>
          <p14:tracePt t="67903" x="3973513" y="2598738"/>
          <p14:tracePt t="67914" x="3905250" y="2640013"/>
          <p14:tracePt t="67925" x="3857625" y="2687638"/>
          <p14:tracePt t="67936" x="3830638" y="2720975"/>
          <p14:tracePt t="67949" x="3816350" y="2755900"/>
          <p14:tracePt t="67959" x="3816350" y="2803525"/>
          <p14:tracePt t="67970" x="3816350" y="2857500"/>
          <p14:tracePt t="67981" x="3843338" y="2890838"/>
          <p14:tracePt t="67992" x="3878263" y="2925763"/>
          <p14:tracePt t="68004" x="3925888" y="2967038"/>
          <p14:tracePt t="68015" x="4000500" y="3000375"/>
          <p14:tracePt t="68027" x="4062413" y="3021013"/>
          <p14:tracePt t="68038" x="4191000" y="3062288"/>
          <p14:tracePt t="68048" x="4340225" y="3081338"/>
          <p14:tracePt t="68060" x="4530725" y="3109913"/>
          <p14:tracePt t="68072" x="4700588" y="3128963"/>
          <p14:tracePt t="68082" x="4953000" y="3128963"/>
          <p14:tracePt t="68094" x="5197475" y="3143250"/>
          <p14:tracePt t="68105" x="5422900" y="3128963"/>
          <p14:tracePt t="68116" x="5586413" y="3128963"/>
          <p14:tracePt t="68127" x="5748338" y="3109913"/>
          <p14:tracePt t="68139" x="5899150" y="3095625"/>
          <p14:tracePt t="68151" x="5980113" y="3074988"/>
          <p14:tracePt t="68161" x="6042025" y="3062288"/>
          <p14:tracePt t="68172" x="6075363" y="3033713"/>
          <p14:tracePt t="68184" x="6102350" y="3021013"/>
          <p14:tracePt t="68195" x="6116638" y="3000375"/>
          <p14:tracePt t="68206" x="6122988" y="2986088"/>
          <p14:tracePt t="68219" x="6122988" y="2973388"/>
          <p14:tracePt t="68228" x="6122988" y="2938463"/>
          <p14:tracePt t="68240" x="6116638" y="2905125"/>
          <p14:tracePt t="68252" x="6089650" y="2878138"/>
          <p14:tracePt t="68262" x="6075363" y="2843213"/>
          <p14:tracePt t="68273" x="6054725" y="2803525"/>
          <p14:tracePt t="68286" x="6042025" y="2782888"/>
          <p14:tracePt t="68296" x="6015038" y="2755900"/>
          <p14:tracePt t="68307" x="5994400" y="2720975"/>
          <p14:tracePt t="68319" x="5959475" y="2693988"/>
          <p14:tracePt t="68330" x="5919788" y="2660650"/>
          <p14:tracePt t="68342" x="5899150" y="2646363"/>
          <p14:tracePt t="68353" x="5851525" y="2625725"/>
          <p14:tracePt t="68364" x="5810250" y="2613025"/>
          <p14:tracePt t="68375" x="5762625" y="2598738"/>
          <p14:tracePt t="68387" x="5741988" y="2598738"/>
          <p14:tracePt t="68397" x="5700713" y="2598738"/>
          <p14:tracePt t="68409" x="5640388" y="2598738"/>
          <p14:tracePt t="68420" x="5592763" y="2598738"/>
          <p14:tracePt t="68431" x="5545138" y="2598738"/>
          <p14:tracePt t="68442" x="5483225" y="2625725"/>
          <p14:tracePt t="68454" x="5414963" y="2646363"/>
          <p14:tracePt t="68465" x="5354638" y="2673350"/>
          <p14:tracePt t="68476" x="5307013" y="2693988"/>
          <p14:tracePt t="68488" x="5265738" y="2720975"/>
          <p14:tracePt t="68499" x="5259388" y="2755900"/>
          <p14:tracePt t="68510" x="5259388" y="2782888"/>
          <p14:tracePt t="68521" x="5259388" y="2816225"/>
          <p14:tracePt t="68532" x="5280025" y="2843213"/>
          <p14:tracePt t="68544" x="5313363" y="2878138"/>
          <p14:tracePt t="68555" x="5387975" y="2911475"/>
          <p14:tracePt t="68566" x="5462588" y="2925763"/>
          <p14:tracePt t="68578" x="5530850" y="2938463"/>
          <p14:tracePt t="68589" x="5634038" y="2938463"/>
          <p14:tracePt t="68611" x="5741988" y="2938463"/>
          <p14:tracePt t="68614" x="5824538" y="2925763"/>
          <p14:tracePt t="68622" x="5857875" y="2905125"/>
          <p14:tracePt t="68637" x="5899150" y="2878138"/>
          <p14:tracePt t="68646" x="5905500" y="2843213"/>
          <p14:tracePt t="68657" x="5905500" y="2803525"/>
          <p14:tracePt t="68668" x="5905500" y="2782888"/>
          <p14:tracePt t="68679" x="5884863" y="2735263"/>
          <p14:tracePt t="68690" x="5837238" y="2687638"/>
          <p14:tracePt t="68702" x="5776913" y="2646363"/>
          <p14:tracePt t="68712" x="5715000" y="2625725"/>
          <p14:tracePt t="68724" x="5640388" y="2598738"/>
          <p14:tracePt t="68736" x="5586413" y="2598738"/>
          <p14:tracePt t="68746" x="5524500" y="2586038"/>
          <p14:tracePt t="68758" x="5497513" y="2598738"/>
          <p14:tracePt t="68769" x="5462588" y="2613025"/>
          <p14:tracePt t="68780" x="5435600" y="2625725"/>
          <p14:tracePt t="68791" x="5422900" y="2646363"/>
          <p14:tracePt t="68803" x="5422900" y="2660650"/>
          <p14:tracePt t="68813" x="5422900" y="2693988"/>
          <p14:tracePt t="68825" x="5422900" y="2720975"/>
          <p14:tracePt t="68836" x="5449888" y="2747963"/>
          <p14:tracePt t="68848" x="5476875" y="2768600"/>
          <p14:tracePt t="68859" x="5524500" y="2803525"/>
          <p14:tracePt t="68870" x="5592763" y="2843213"/>
          <p14:tracePt t="68881" x="5694363" y="2863850"/>
          <p14:tracePt t="68892" x="5776913" y="2890838"/>
          <p14:tracePt t="68904" x="5905500" y="2911475"/>
          <p14:tracePt t="68915" x="6069013" y="2952750"/>
          <p14:tracePt t="68926" x="6245225" y="2986088"/>
          <p14:tracePt t="68938" x="6381750" y="3000375"/>
          <p14:tracePt t="68949" x="6572250" y="3021013"/>
          <p14:tracePt t="68960" x="6777038" y="3048000"/>
          <p14:tracePt t="68971" x="6986588" y="3074988"/>
          <p14:tracePt t="68982" x="7129463" y="3081338"/>
          <p14:tracePt t="68994" x="7319963" y="3095625"/>
          <p14:tracePt t="69005" x="7518400" y="3095625"/>
          <p14:tracePt t="69016" x="7694613" y="3095625"/>
          <p14:tracePt t="69027" x="7796213" y="3095625"/>
          <p14:tracePt t="69039" x="7926388" y="3095625"/>
          <p14:tracePt t="69051" x="8048625" y="3081338"/>
          <p14:tracePt t="69061" x="8158163" y="3062288"/>
          <p14:tracePt t="69073" x="8218488" y="3048000"/>
          <p14:tracePt t="69085" x="8286750" y="3033713"/>
          <p14:tracePt t="69095" x="8334375" y="3014663"/>
          <p14:tracePt t="69106" x="8375650" y="2986088"/>
          <p14:tracePt t="69118" x="8396288" y="2973388"/>
          <p14:tracePt t="69129" x="8408988" y="2952750"/>
          <p14:tracePt t="69140" x="8423275" y="2925763"/>
          <p14:tracePt t="69152" x="8435975" y="2911475"/>
          <p14:tracePt t="69162" x="8435975" y="2890838"/>
          <p14:tracePt t="69174" x="8435975" y="2863850"/>
          <p14:tracePt t="69186" x="8435975" y="2843213"/>
          <p14:tracePt t="69196" x="8423275" y="2830513"/>
          <p14:tracePt t="69207" x="8408988" y="2803525"/>
          <p14:tracePt t="69220" x="8396288" y="2795588"/>
          <p14:tracePt t="69230" x="8388350" y="2795588"/>
          <p14:tracePt t="69308" x="8375650" y="2782888"/>
          <p14:tracePt t="69331" x="8361363" y="2782888"/>
          <p14:tracePt t="69342" x="8348663" y="2782888"/>
          <p14:tracePt t="69354" x="8334375" y="2782888"/>
          <p14:tracePt t="69365" x="8328025" y="2782888"/>
          <p14:tracePt t="69376" x="8301038" y="2782888"/>
          <p14:tracePt t="69388" x="8286750" y="2795588"/>
          <p14:tracePt t="69399" x="8280400" y="2803525"/>
          <p14:tracePt t="69411" x="8266113" y="2830513"/>
          <p14:tracePt t="69422" x="8253413" y="2857500"/>
          <p14:tracePt t="69432" x="8239125" y="2878138"/>
          <p14:tracePt t="69444" x="8239125" y="2905125"/>
          <p14:tracePt t="69455" x="8253413" y="2938463"/>
          <p14:tracePt t="69466" x="8266113" y="2967038"/>
          <p14:tracePt t="69478" x="8286750" y="2986088"/>
          <p14:tracePt t="69489" x="8328025" y="3000375"/>
          <p14:tracePt t="69500" x="8375650" y="3021013"/>
          <p14:tracePt t="69512" x="8435975" y="3033713"/>
          <p14:tracePt t="69522" x="8504238" y="3048000"/>
          <p14:tracePt t="69534" x="8551863" y="3048000"/>
          <p14:tracePt t="69545" x="8626475" y="3048000"/>
          <p14:tracePt t="69556" x="8688388" y="3062288"/>
          <p14:tracePt t="69567" x="8748713" y="3048000"/>
          <p14:tracePt t="69579" x="8769350" y="3048000"/>
          <p14:tracePt t="69590" x="8816975" y="3033713"/>
          <p14:tracePt t="69602" x="8843963" y="3021013"/>
          <p14:tracePt t="69612" x="8878888" y="3000375"/>
          <p14:tracePt t="69623" x="8891588" y="2973388"/>
          <p14:tracePt t="69636" x="8920163" y="2952750"/>
          <p14:tracePt t="69657" x="8926513" y="2911475"/>
          <p14:tracePt t="69660" x="8939213" y="2890838"/>
          <p14:tracePt t="69672" x="8953500" y="2863850"/>
          <p14:tracePt t="69682" x="8953500" y="2830513"/>
          <p14:tracePt t="69692" x="8953500" y="2803525"/>
          <p14:tracePt t="69703" x="8953500" y="2782888"/>
          <p14:tracePt t="69714" x="8953500" y="2755900"/>
          <p14:tracePt t="69725" x="8953500" y="2720975"/>
          <p14:tracePt t="69737" x="8939213" y="2687638"/>
          <p14:tracePt t="69748" x="8926513" y="2660650"/>
          <p14:tracePt t="69759" x="8905875" y="2640013"/>
          <p14:tracePt t="69770" x="8878888" y="2598738"/>
          <p14:tracePt t="69781" x="8831263" y="2565400"/>
          <p14:tracePt t="69792" x="8783638" y="2530475"/>
          <p14:tracePt t="69804" x="8763000" y="2517775"/>
          <p14:tracePt t="69815" x="8721725" y="2503488"/>
          <p14:tracePt t="69827" x="8688388" y="2503488"/>
          <p14:tracePt t="69838" x="8661400" y="2503488"/>
          <p14:tracePt t="69849" x="8640763" y="2503488"/>
          <p14:tracePt t="69860" x="8613775" y="2517775"/>
          <p14:tracePt t="69871" x="8593138" y="2530475"/>
          <p14:tracePt t="69883" x="8551863" y="2551113"/>
          <p14:tracePt t="69895" x="8545513" y="2578100"/>
          <p14:tracePt t="69905" x="8518525" y="2625725"/>
          <p14:tracePt t="69916" x="8497888" y="2673350"/>
          <p14:tracePt t="69928" x="8483600" y="2708275"/>
          <p14:tracePt t="69939" x="8483600" y="2747963"/>
          <p14:tracePt t="69950" x="8497888" y="2795588"/>
          <p14:tracePt t="69961" x="8504238" y="2830513"/>
          <p14:tracePt t="69972" x="8531225" y="2857500"/>
          <p14:tracePt t="69984" x="8566150" y="2878138"/>
          <p14:tracePt t="69995" x="8626475" y="2911475"/>
          <p14:tracePt t="70007" x="8701088" y="2925763"/>
          <p14:tracePt t="70017" x="8783638" y="2952750"/>
          <p14:tracePt t="70029" x="8858250" y="2967038"/>
          <p14:tracePt t="70040" x="8967788" y="2967038"/>
          <p14:tracePt t="70052" x="9048750" y="2967038"/>
          <p14:tracePt t="70062" x="9123363" y="2952750"/>
          <p14:tracePt t="70074" x="9170988" y="2938463"/>
          <p14:tracePt t="70086" x="9205913" y="2925763"/>
          <p14:tracePt t="70096" x="9245600" y="2905125"/>
          <p14:tracePt t="70107" x="9266238" y="2863850"/>
          <p14:tracePt t="70120" x="9280525" y="2843213"/>
          <p14:tracePt t="70130" x="9293225" y="2803525"/>
          <p14:tracePt t="70141" x="9293225" y="2768600"/>
          <p14:tracePt t="70153" x="9293225" y="2720975"/>
          <p14:tracePt t="70163" x="9280525" y="2693988"/>
          <p14:tracePt t="70175" x="9253538" y="2660650"/>
          <p14:tracePt t="70187" x="9232900" y="2625725"/>
          <p14:tracePt t="70198" x="9185275" y="2586038"/>
          <p14:tracePt t="70209" x="9144000" y="2578100"/>
          <p14:tracePt t="70220" x="9096375" y="2551113"/>
          <p14:tracePt t="70231" x="9034463" y="2538413"/>
          <p14:tracePt t="70243" x="8967788" y="2530475"/>
          <p14:tracePt t="70254" x="8920163" y="2530475"/>
          <p14:tracePt t="70265" x="8843963" y="2530475"/>
          <p14:tracePt t="70276" x="8769350" y="2538413"/>
          <p14:tracePt t="70288" x="8721725" y="2551113"/>
          <p14:tracePt t="70299" x="8701088" y="2565400"/>
          <p14:tracePt t="70310" x="8661400" y="2586038"/>
          <p14:tracePt t="70322" x="8626475" y="2625725"/>
          <p14:tracePt t="70333" x="8613775" y="2646363"/>
          <p14:tracePt t="70344" x="8605838" y="2673350"/>
          <p14:tracePt t="70355" x="8593138" y="2708275"/>
          <p14:tracePt t="70366" x="8593138" y="2735263"/>
          <p14:tracePt t="70377" x="8593138" y="2768600"/>
          <p14:tracePt t="70389" x="8605838" y="2782888"/>
          <p14:tracePt t="70400" x="8613775" y="2816225"/>
          <p14:tracePt t="70411" x="8640763" y="2843213"/>
          <p14:tracePt t="70423" x="8674100" y="2863850"/>
          <p14:tracePt t="70434" x="8701088" y="2878138"/>
          <p14:tracePt t="70445" x="8736013" y="2905125"/>
          <p14:tracePt t="70456" x="8783638" y="2911475"/>
          <p14:tracePt t="70467" x="8816975" y="2925763"/>
          <p14:tracePt t="70478" x="8858250" y="2925763"/>
          <p14:tracePt t="70490" x="8891588" y="2938463"/>
          <p14:tracePt t="70502" x="8939213" y="2938463"/>
          <p14:tracePt t="70512" x="8980488" y="2925763"/>
          <p14:tracePt t="70523" x="9015413" y="2925763"/>
          <p14:tracePt t="70536" x="9048750" y="2911475"/>
          <p14:tracePt t="70546" x="9090025" y="2890838"/>
          <p14:tracePt t="70557" x="9123363" y="2878138"/>
          <p14:tracePt t="70569" x="9144000" y="2863850"/>
          <p14:tracePt t="70580" x="9170988" y="2843213"/>
          <p14:tracePt t="70591" x="9185275" y="2830513"/>
          <p14:tracePt t="70603" x="9197975" y="2803525"/>
          <p14:tracePt t="70614" x="9197975" y="2795588"/>
          <p14:tracePt t="70626" x="9197975" y="2782888"/>
          <p14:tracePt t="70637" x="9185275" y="2755900"/>
          <p14:tracePt t="70648" x="9158288" y="2735263"/>
          <p14:tracePt t="70659" x="9110663" y="2708275"/>
          <p14:tracePt t="70670" x="9075738" y="2687638"/>
          <p14:tracePt t="70681" x="9001125" y="2646363"/>
          <p14:tracePt t="70714" x="8920163" y="2625725"/>
          <p14:tracePt t="70722" x="8831263" y="2613025"/>
          <p14:tracePt t="70728" x="8783638" y="2598738"/>
          <p14:tracePt t="70730" x="8715375" y="2598738"/>
          <p14:tracePt t="70740" x="8653463" y="2613025"/>
          <p14:tracePt t="70750" x="8605838" y="2625725"/>
          <p14:tracePt t="70761" x="8578850" y="2640013"/>
          <p14:tracePt t="70772" x="8545513" y="2660650"/>
          <p14:tracePt t="70783" x="8518525" y="2687638"/>
          <p14:tracePt t="70794" x="8504238" y="2720975"/>
          <p14:tracePt t="70806" x="8497888" y="2747963"/>
          <p14:tracePt t="70816" x="8497888" y="2782888"/>
          <p14:tracePt t="70827" x="8497888" y="2830513"/>
          <p14:tracePt t="70839" x="8497888" y="2863850"/>
          <p14:tracePt t="70850" x="8497888" y="2890838"/>
          <p14:tracePt t="70861" x="8497888" y="2911475"/>
          <p14:tracePt t="70872" x="8504238" y="2938463"/>
          <p14:tracePt t="70884" x="8518525" y="2967038"/>
          <p14:tracePt t="70895" x="8531225" y="2973388"/>
          <p14:tracePt t="70906" x="8551863" y="3000375"/>
          <p14:tracePt t="70919" x="8593138" y="3014663"/>
          <p14:tracePt t="70929" x="8640763" y="3033713"/>
          <p14:tracePt t="70940" x="8688388" y="3033713"/>
          <p14:tracePt t="70952" x="8763000" y="3048000"/>
          <p14:tracePt t="70963" x="8858250" y="3062288"/>
          <p14:tracePt t="70974" x="8926513" y="3062288"/>
          <p14:tracePt t="70986" x="8986838" y="3062288"/>
          <p14:tracePt t="70996" x="9063038" y="3048000"/>
          <p14:tracePt t="71007" x="9110663" y="3033713"/>
          <p14:tracePt t="71020" x="9144000" y="3021013"/>
          <p14:tracePt t="71030" x="9170988" y="3014663"/>
          <p14:tracePt t="71041" x="9185275" y="3000375"/>
          <p14:tracePt t="71054" x="9197975" y="2973388"/>
          <p14:tracePt t="71064" x="9197975" y="2967038"/>
          <p14:tracePt t="71075" x="9185275" y="2952750"/>
          <p14:tracePt t="71087" x="9170988" y="2938463"/>
          <p14:tracePt t="71097" x="9158288" y="2925763"/>
          <p14:tracePt t="71109" x="9144000" y="2911475"/>
          <p14:tracePt t="71120" x="9137650" y="2911475"/>
          <p14:tracePt t="71131" x="9123363" y="2911475"/>
          <p14:tracePt t="71142" x="9110663" y="2911475"/>
          <p14:tracePt t="71154" x="9096375" y="2925763"/>
          <p14:tracePt t="71165" x="9090025" y="2925763"/>
          <p14:tracePt t="71176" x="9075738" y="2952750"/>
          <p14:tracePt t="71188" x="9063038" y="2967038"/>
          <p14:tracePt t="71199" x="9048750" y="2986088"/>
          <p14:tracePt t="71210" x="9048750" y="3000375"/>
          <p14:tracePt t="71221" x="9048750" y="3021013"/>
          <p14:tracePt t="71233" x="9048750" y="3048000"/>
          <p14:tracePt t="71244" x="9034463" y="3062288"/>
          <p14:tracePt t="71255" x="9028113" y="3062288"/>
          <p14:tracePt t="71266" x="9001125" y="3062288"/>
          <p14:tracePt t="72087" x="9015413" y="3062288"/>
          <p14:tracePt t="72109" x="9028113" y="3062288"/>
          <p14:tracePt t="72211" x="9028113" y="3048000"/>
          <p14:tracePt t="72233" x="9015413" y="3048000"/>
          <p14:tracePt t="72245" x="9001125" y="3048000"/>
          <p14:tracePt t="72256" x="8980488" y="3048000"/>
          <p14:tracePt t="72268" x="8939213" y="3062288"/>
          <p14:tracePt t="72279" x="8905875" y="3062288"/>
          <p14:tracePt t="72291" x="8843963" y="3074988"/>
          <p14:tracePt t="72301" x="8763000" y="3095625"/>
          <p14:tracePt t="72312" x="8640763" y="3122613"/>
          <p14:tracePt t="72325" x="8531225" y="3157538"/>
          <p14:tracePt t="72335" x="8361363" y="3217863"/>
          <p14:tracePt t="72346" x="8170863" y="3279775"/>
          <p14:tracePt t="72359" x="7926388" y="3360738"/>
          <p14:tracePt t="72368" x="7735888" y="3422650"/>
          <p14:tracePt t="72380" x="7415213" y="3509963"/>
          <p14:tracePt t="72392" x="7069138" y="3605213"/>
          <p14:tracePt t="72402" x="6694488" y="3687763"/>
          <p14:tracePt t="72413" x="6415088" y="3748088"/>
          <p14:tracePt t="72425" x="6042025" y="3836988"/>
          <p14:tracePt t="72436" x="5694363" y="3884613"/>
          <p14:tracePt t="72448" x="5375275" y="3946525"/>
          <p14:tracePt t="72459" x="5170488" y="3967163"/>
          <p14:tracePt t="72470" x="4932363" y="4000500"/>
          <p14:tracePt t="72481" x="4735513" y="4054475"/>
          <p14:tracePt t="72492" x="4592638" y="4075113"/>
          <p14:tracePt t="72503" x="4518025" y="4102100"/>
          <p14:tracePt t="72515" x="4449763" y="4137025"/>
          <p14:tracePt t="72526" x="4395788" y="4170363"/>
          <p14:tracePt t="72537" x="4360863" y="4211638"/>
          <p14:tracePt t="72548" x="4348163" y="4232275"/>
          <p14:tracePt t="72560" x="4327525" y="4271963"/>
          <p14:tracePt t="72571" x="4300538" y="4306888"/>
          <p14:tracePt t="72582" x="4279900" y="4354513"/>
          <p14:tracePt t="72594" x="4252913" y="4387850"/>
          <p14:tracePt t="72605" x="4205288" y="4429125"/>
          <p14:tracePt t="72616" x="4157663" y="4476750"/>
          <p14:tracePt t="72627" x="4110038" y="4524375"/>
          <p14:tracePt t="72639" x="4081463" y="4557713"/>
          <p14:tracePt t="72650" x="4048125" y="4605338"/>
          <p14:tracePt t="72661" x="4014788" y="4646613"/>
          <p14:tracePt t="72672" x="3986213" y="4681538"/>
          <p14:tracePt t="72683" x="3973513" y="4708525"/>
          <p14:tracePt t="72695" x="3967163" y="4729163"/>
          <p14:tracePt t="72706" x="3952875" y="4756150"/>
          <p14:tracePt t="72718" x="3952875" y="4762500"/>
          <p14:tracePt t="72729" x="3938588" y="4776788"/>
          <p14:tracePt t="72741" x="3938588" y="4789488"/>
          <p14:tracePt t="72785" x="3925888" y="4803775"/>
          <p14:tracePt t="72807" x="3911600" y="4803775"/>
          <p14:tracePt t="72810" x="3890963" y="4803775"/>
          <p14:tracePt t="72820" x="3863975" y="4816475"/>
          <p14:tracePt t="72832" x="3830638" y="4816475"/>
          <p14:tracePt t="72842" x="3795713" y="4824413"/>
          <p14:tracePt t="72852" x="3756025" y="4824413"/>
          <p14:tracePt t="72864" x="3748088" y="4837113"/>
          <p14:tracePt t="72875" x="3735388" y="4851400"/>
          <p14:tracePt t="72886" x="3721100" y="4851400"/>
          <p14:tracePt t="72898" x="3708400" y="4851400"/>
          <p14:tracePt t="72909" x="3708400" y="4864100"/>
          <p14:tracePt t="72920" x="3694113" y="4864100"/>
          <p14:tracePt t="72942" x="3687763" y="4864100"/>
          <p14:tracePt t="72987" x="3673475" y="4864100"/>
          <p14:tracePt t="73009" x="3660775" y="4864100"/>
          <p14:tracePt t="73021" x="3646488" y="4851400"/>
          <p14:tracePt t="73033" x="3640138" y="4851400"/>
          <p14:tracePt t="73044" x="3640138" y="4837113"/>
          <p14:tracePt t="73055" x="3625850" y="4837113"/>
          <p14:tracePt t="73066" x="3613150" y="4824413"/>
          <p14:tracePt t="73077" x="3598863" y="4824413"/>
          <p14:tracePt t="73088" x="3586163" y="4824413"/>
          <p14:tracePt t="73100" x="3578225" y="4816475"/>
          <p14:tracePt t="73111" x="3565525" y="4816475"/>
          <p14:tracePt t="73122" x="3551238" y="4824413"/>
          <p14:tracePt t="73134" x="3538538" y="4824413"/>
          <p14:tracePt t="73145" x="3538538" y="4837113"/>
          <p14:tracePt t="73156" x="3530600" y="4851400"/>
          <p14:tracePt t="73168" x="3530600" y="4864100"/>
          <p14:tracePt t="73178" x="3530600" y="4872038"/>
          <p14:tracePt t="73191" x="3538538" y="4899025"/>
          <p14:tracePt t="73202" x="3565525" y="4926013"/>
          <p14:tracePt t="73213" x="3598863" y="4959350"/>
          <p14:tracePt t="73224" x="3646488" y="4979988"/>
          <p14:tracePt t="73235" x="3708400" y="5021263"/>
          <p14:tracePt t="73246" x="3795713" y="5054600"/>
          <p14:tracePt t="73259" x="3878263" y="5089525"/>
          <p14:tracePt t="73269" x="3952875" y="5116513"/>
          <p14:tracePt t="73280" x="4062413" y="5143500"/>
          <p14:tracePt t="73292" x="4170363" y="5149850"/>
          <p14:tracePt t="73302" x="4265613" y="5176838"/>
          <p14:tracePt t="73314" x="4327525" y="5191125"/>
          <p14:tracePt t="73325" x="4408488" y="5197475"/>
          <p14:tracePt t="73336" x="4470400" y="5211763"/>
          <p14:tracePt t="73347" x="4545013" y="5224463"/>
          <p14:tracePt t="73359" x="4605338" y="5238750"/>
          <p14:tracePt t="73370" x="4667250" y="5253038"/>
          <p14:tracePt t="73381" x="4735513" y="5259388"/>
          <p14:tracePt t="73393" x="4810125" y="5272088"/>
          <p14:tracePt t="73404" x="4872038" y="5272088"/>
          <p14:tracePt t="73415" x="4967288" y="5286375"/>
          <p14:tracePt t="73426" x="5089525" y="5307013"/>
          <p14:tracePt t="73438" x="5205413" y="5319713"/>
          <p14:tracePt t="73449" x="5340350" y="5348288"/>
          <p14:tracePt t="73460" x="5449888" y="5360988"/>
          <p14:tracePt t="73471" x="5605463" y="5367338"/>
          <p14:tracePt t="73482" x="5776913" y="5381625"/>
          <p14:tracePt t="73494" x="5946775" y="5395913"/>
          <p14:tracePt t="73505" x="6069013" y="5395913"/>
          <p14:tracePt t="73516" x="6232525" y="5408613"/>
          <p14:tracePt t="73528" x="6381750" y="5408613"/>
          <p14:tracePt t="73538" x="6524625" y="5408613"/>
          <p14:tracePt t="73550" x="6605588" y="5408613"/>
          <p14:tracePt t="73561" x="6729413" y="5408613"/>
          <p14:tracePt t="73573" x="6851650" y="5408613"/>
          <p14:tracePt t="73584" x="6946900" y="5395913"/>
          <p14:tracePt t="73595" x="7007225" y="5395913"/>
          <p14:tracePt t="73606" x="7096125" y="5395913"/>
          <p14:tracePt t="73617" x="7177088" y="5381625"/>
          <p14:tracePt t="73628" x="7253288" y="5381625"/>
          <p14:tracePt t="73641" x="7307263" y="5381625"/>
          <p14:tracePt t="73651" x="7381875" y="5367338"/>
          <p14:tracePt t="73663" x="7456488" y="5367338"/>
          <p14:tracePt t="73675" x="7524750" y="5360988"/>
          <p14:tracePt t="73685" x="7578725" y="5348288"/>
          <p14:tracePt t="73696" x="7634288" y="5334000"/>
          <p14:tracePt t="73708" x="7708900" y="5319713"/>
          <p14:tracePt t="73719" x="7769225" y="5307013"/>
          <p14:tracePt t="73730" x="7816850" y="5300663"/>
          <p14:tracePt t="73742" x="7878763" y="5272088"/>
          <p14:tracePt t="73752" x="7926388" y="5253038"/>
          <p14:tracePt t="73764" x="7974013" y="5224463"/>
          <p14:tracePt t="73775" x="8001000" y="5211763"/>
          <p14:tracePt t="73786" x="8021638" y="5176838"/>
          <p14:tracePt t="73798" x="8048625" y="5129213"/>
          <p14:tracePt t="73809" x="8069263" y="5081588"/>
          <p14:tracePt t="73820" x="8081963" y="5041900"/>
          <p14:tracePt t="73831" x="8110538" y="4973638"/>
          <p14:tracePt t="73853" x="8116888" y="4911725"/>
          <p14:tracePt t="73854" x="8116888" y="4851400"/>
          <p14:tracePt t="73865" x="8116888" y="4803775"/>
          <p14:tracePt t="73876" x="8116888" y="4756150"/>
          <p14:tracePt t="73887" x="8116888" y="4708525"/>
          <p14:tracePt t="73898" x="8110538" y="4667250"/>
          <p14:tracePt t="73910" x="8096250" y="4646613"/>
          <p14:tracePt t="73921" x="8081963" y="4619625"/>
          <p14:tracePt t="73944" x="8069263" y="4586288"/>
          <p14:tracePt t="73947" x="8048625" y="4557713"/>
          <p14:tracePt t="73957" x="8034338" y="4545013"/>
          <p14:tracePt t="73968" x="8007350" y="4538663"/>
          <p14:tracePt t="73978" x="8001000" y="4524375"/>
          <p14:tracePt t="73989" x="7974013" y="4510088"/>
          <p14:tracePt t="74000" x="7953375" y="4497388"/>
          <p14:tracePt t="74011" x="7926388" y="4491038"/>
          <p14:tracePt t="74022" x="7891463" y="4476750"/>
          <p14:tracePt t="74034" x="7851775" y="4462463"/>
          <p14:tracePt t="74045" x="7816850" y="4462463"/>
          <p14:tracePt t="74056" x="7769225" y="4435475"/>
          <p14:tracePt t="74067" x="7708900" y="4429125"/>
          <p14:tracePt t="74079" x="7646988" y="4402138"/>
          <p14:tracePt t="74092" x="7599363" y="4402138"/>
          <p14:tracePt t="74101" x="7524750" y="4381500"/>
          <p14:tracePt t="74112" x="7456488" y="4367213"/>
          <p14:tracePt t="74125" x="7381875" y="4340225"/>
          <p14:tracePt t="74135" x="7307263" y="4327525"/>
          <p14:tracePt t="74146" x="7212013" y="4306888"/>
          <p14:tracePt t="74158" x="7116763" y="4279900"/>
          <p14:tracePt t="74169" x="7034213" y="4271963"/>
          <p14:tracePt t="74180" x="6959600" y="4259263"/>
          <p14:tracePt t="74192" x="6864350" y="4244975"/>
          <p14:tracePt t="74202" x="6769100" y="4217988"/>
          <p14:tracePt t="74214" x="6646863" y="4211638"/>
          <p14:tracePt t="74225" x="6557963" y="4197350"/>
          <p14:tracePt t="74236" x="6450013" y="4197350"/>
          <p14:tracePt t="74248" x="6334125" y="4184650"/>
          <p14:tracePt t="74259" x="6211888" y="4170363"/>
          <p14:tracePt t="74270" x="6116638" y="4164013"/>
          <p14:tracePt t="74281" x="5980113" y="4149725"/>
          <p14:tracePt t="74293" x="5851525" y="4122738"/>
          <p14:tracePt t="74304" x="5715000" y="4110038"/>
          <p14:tracePt t="74315" x="5634038" y="4102100"/>
          <p14:tracePt t="74326" x="5524500" y="4089400"/>
          <p14:tracePt t="74337" x="5422900" y="4089400"/>
          <p14:tracePt t="74348" x="5327650" y="4089400"/>
          <p14:tracePt t="74360" x="5259388" y="4089400"/>
          <p14:tracePt t="74371" x="5170488" y="4089400"/>
          <p14:tracePt t="74382" x="5095875" y="4089400"/>
          <p14:tracePt t="74394" x="5000625" y="4075113"/>
          <p14:tracePt t="74405" x="4938713" y="4075113"/>
          <p14:tracePt t="74416" x="4843463" y="4075113"/>
          <p14:tracePt t="74428" x="4748213" y="4075113"/>
          <p14:tracePt t="74439" x="4652963" y="4075113"/>
          <p14:tracePt t="74450" x="4565650" y="4075113"/>
          <p14:tracePt t="74461" x="4456113" y="4089400"/>
          <p14:tracePt t="74472" x="4348163" y="4102100"/>
          <p14:tracePt t="74484" x="4265613" y="4110038"/>
          <p14:tracePt t="74495" x="4191000" y="4122738"/>
          <p14:tracePt t="74506" x="4122738" y="4149725"/>
          <p14:tracePt t="74517" x="4048125" y="4170363"/>
          <p14:tracePt t="74529" x="3986213" y="4197350"/>
          <p14:tracePt t="74541" x="3938588" y="4232275"/>
          <p14:tracePt t="74551" x="3905250" y="4259263"/>
          <p14:tracePt t="74563" x="3863975" y="4292600"/>
          <p14:tracePt t="74575" x="3843338" y="4327525"/>
          <p14:tracePt t="74585" x="3816350" y="4367213"/>
          <p14:tracePt t="74596" x="3803650" y="4402138"/>
          <p14:tracePt t="74609" x="3783013" y="4449763"/>
          <p14:tracePt t="74619" x="3768725" y="4491038"/>
          <p14:tracePt t="74630" x="3768725" y="4538663"/>
          <p14:tracePt t="74642" x="3768725" y="4557713"/>
          <p14:tracePt t="74653" x="3768725" y="4598988"/>
          <p14:tracePt t="74664" x="3783013" y="4633913"/>
          <p14:tracePt t="74675" x="3795713" y="4667250"/>
          <p14:tracePt t="74686" x="3803650" y="4694238"/>
          <p14:tracePt t="74697" x="3816350" y="4714875"/>
          <p14:tracePt t="74709" x="3843338" y="4756150"/>
          <p14:tracePt t="74720" x="3863975" y="4789488"/>
          <p14:tracePt t="74731" x="3905250" y="4816475"/>
          <p14:tracePt t="74743" x="3938588" y="4851400"/>
          <p14:tracePt t="74754" x="3973513" y="4872038"/>
          <p14:tracePt t="74765" x="4014788" y="4911725"/>
          <p14:tracePt t="74776" x="4033838" y="4926013"/>
          <p14:tracePt t="74788" x="4075113" y="4946650"/>
          <p14:tracePt t="74799" x="4110038" y="4973638"/>
          <p14:tracePt t="74810" x="4143375" y="4994275"/>
          <p14:tracePt t="74821" x="4170363" y="5006975"/>
          <p14:tracePt t="74833" x="4205288" y="5021263"/>
          <p14:tracePt t="74844" x="4238625" y="5041900"/>
          <p14:tracePt t="74855" x="4286250" y="5054600"/>
          <p14:tracePt t="74867" x="4327525" y="5068888"/>
          <p14:tracePt t="74878" x="4375150" y="5081588"/>
          <p14:tracePt t="74900" x="4435475" y="5089525"/>
          <p14:tracePt t="74903" x="4497388" y="5102225"/>
          <p14:tracePt t="74911" x="4545013" y="5116513"/>
          <p14:tracePt t="74925" x="4605338" y="5129213"/>
          <p14:tracePt t="74934" x="4673600" y="5143500"/>
          <p14:tracePt t="74945" x="4748213" y="5164138"/>
          <p14:tracePt t="74956" x="4795838" y="5176838"/>
          <p14:tracePt t="74967" x="4884738" y="5176838"/>
          <p14:tracePt t="74979" x="4967288" y="5197475"/>
          <p14:tracePt t="74991" x="5089525" y="5211763"/>
          <p14:tracePt t="75001" x="5157788" y="5224463"/>
          <p14:tracePt t="75013" x="5292725" y="5253038"/>
          <p14:tracePt t="75025" x="5422900" y="5259388"/>
          <p14:tracePt t="75035" x="5572125" y="5286375"/>
          <p14:tracePt t="75046" x="5681663" y="5300663"/>
          <p14:tracePt t="75058" x="5851525" y="5307013"/>
          <p14:tracePt t="75069" x="6015038" y="5319713"/>
          <p14:tracePt t="75080" x="6184900" y="5334000"/>
          <p14:tracePt t="75092" x="6292850" y="5334000"/>
          <p14:tracePt t="75103" x="6462713" y="5348288"/>
          <p14:tracePt t="75114" x="6619875" y="5348288"/>
          <p14:tracePt t="75125" x="6777038" y="5334000"/>
          <p14:tracePt t="75136" x="6864350" y="5319713"/>
          <p14:tracePt t="75147" x="6986588" y="5307013"/>
          <p14:tracePt t="75159" x="7116763" y="5300663"/>
          <p14:tracePt t="75170" x="7224713" y="5272088"/>
          <p14:tracePt t="75181" x="7307263" y="5253038"/>
          <p14:tracePt t="75193" x="7429500" y="5224463"/>
          <p14:tracePt t="75203" x="7539038" y="5191125"/>
          <p14:tracePt t="75215" x="7661275" y="5164138"/>
          <p14:tracePt t="75227" x="7742238" y="5143500"/>
          <p14:tracePt t="75237" x="7864475" y="5102225"/>
          <p14:tracePt t="75249" x="7974013" y="5054600"/>
          <p14:tracePt t="75260" x="8096250" y="5021263"/>
          <p14:tracePt t="75271" x="8170863" y="4979988"/>
          <p14:tracePt t="75283" x="8266113" y="4932363"/>
          <p14:tracePt t="75294" x="8334375" y="4899025"/>
          <p14:tracePt t="75305" x="8396288" y="4851400"/>
          <p14:tracePt t="75316" x="8423275" y="4816475"/>
          <p14:tracePt t="75327" x="8443913" y="4789488"/>
          <p14:tracePt t="75339" x="8456613" y="4756150"/>
          <p14:tracePt t="75350" x="8456613" y="4729163"/>
          <p14:tracePt t="75361" x="8456613" y="4708525"/>
          <p14:tracePt t="75372" x="8435975" y="4681538"/>
          <p14:tracePt t="75384" x="8408988" y="4652963"/>
          <p14:tracePt t="75395" x="8396288" y="4633913"/>
          <p14:tracePt t="75406" x="8375650" y="4619625"/>
          <p14:tracePt t="75417" x="8348663" y="4598988"/>
          <p14:tracePt t="75429" x="8313738" y="4572000"/>
          <p14:tracePt t="75441" x="8280400" y="4557713"/>
          <p14:tracePt t="75451" x="8239125" y="4538663"/>
          <p14:tracePt t="75463" x="8191500" y="4510088"/>
          <p14:tracePt t="75475" x="8129588" y="4497388"/>
          <p14:tracePt t="75485" x="8062913" y="4476750"/>
          <p14:tracePt t="75496" x="8001000" y="4462463"/>
          <p14:tracePt t="75509" x="7953375" y="4449763"/>
          <p14:tracePt t="75519" x="7891463" y="4449763"/>
          <p14:tracePt t="75530" x="7851775" y="4449763"/>
          <p14:tracePt t="75542" x="7831138" y="4449763"/>
          <p14:tracePt t="75553" x="7816850" y="4462463"/>
          <p14:tracePt t="75564" x="7804150" y="4491038"/>
          <p14:tracePt t="75576" x="7804150" y="4524375"/>
          <p14:tracePt t="75586" x="7816850" y="4572000"/>
          <p14:tracePt t="75597" x="7851775" y="4633913"/>
          <p14:tracePt t="75609" x="7926388" y="4714875"/>
          <p14:tracePt t="75620" x="8007350" y="4789488"/>
          <p14:tracePt t="75631" x="8096250" y="4864100"/>
          <p14:tracePt t="75643" x="8170863" y="4911725"/>
          <p14:tracePt t="75653" x="8266113" y="4973638"/>
          <p14:tracePt t="75665" x="8313738" y="5006975"/>
          <p14:tracePt t="75677" x="8313738" y="5021263"/>
          <p14:tracePt t="76170" x="8328025" y="5021263"/>
          <p14:tracePt t="76283" x="8328025" y="5006975"/>
          <p14:tracePt t="76294" x="8313738" y="5006975"/>
          <p14:tracePt t="76306" x="8301038" y="4994275"/>
          <p14:tracePt t="76318" x="8280400" y="4979988"/>
          <p14:tracePt t="76329" x="8253413" y="4959350"/>
          <p14:tracePt t="76340" x="8224838" y="4946650"/>
          <p14:tracePt t="76352" x="8205788" y="4932363"/>
          <p14:tracePt t="76362" x="8177213" y="4926013"/>
          <p14:tracePt t="76373" x="8158163" y="4899025"/>
          <p14:tracePt t="76386" x="8129588" y="4884738"/>
          <p14:tracePt t="76396" x="8096250" y="4864100"/>
          <p14:tracePt t="76407" x="8062913" y="4837113"/>
          <p14:tracePt t="76420" x="8001000" y="4816475"/>
          <p14:tracePt t="76430" x="7953375" y="4789488"/>
          <p14:tracePt t="76441" x="7864475" y="4756150"/>
          <p14:tracePt t="76453" x="7756525" y="4729163"/>
          <p14:tracePt t="76464" x="7646988" y="4694238"/>
          <p14:tracePt t="76475" x="7566025" y="4667250"/>
          <p14:tracePt t="76487" x="7456488" y="4652963"/>
          <p14:tracePt t="76498" x="7361238" y="4646613"/>
          <p14:tracePt t="76508" x="7300913" y="4646613"/>
          <p14:tracePt t="76520" x="7253288" y="4646613"/>
          <p14:tracePt t="76532" x="7212013" y="4652963"/>
          <p14:tracePt t="76544" x="7191375" y="4694238"/>
          <p14:tracePt t="76554" x="7177088" y="4729163"/>
          <p14:tracePt t="76565" x="7177088" y="4762500"/>
          <p14:tracePt t="76576" x="7205663" y="4824413"/>
          <p14:tracePt t="76587" x="7253288" y="4899025"/>
          <p14:tracePt t="76599" x="7319963" y="4973638"/>
          <p14:tracePt t="76611" x="7381875" y="5021263"/>
          <p14:tracePt t="76621" x="7491413" y="5081588"/>
          <p14:tracePt t="76632" x="7599363" y="5129213"/>
          <p14:tracePt t="76643" x="7721600" y="5149850"/>
          <p14:tracePt t="76655" x="7816850" y="5149850"/>
          <p14:tracePt t="76666" x="7878763" y="5149850"/>
          <p14:tracePt t="76677" x="7953375" y="5143500"/>
          <p14:tracePt t="76689" x="7974013" y="5116513"/>
          <p14:tracePt t="76700" x="7986713" y="5102225"/>
          <p14:tracePt t="76712" x="8001000" y="5068888"/>
          <p14:tracePt t="76722" x="7974013" y="5021263"/>
          <p14:tracePt t="76734" x="7939088" y="4946650"/>
          <p14:tracePt t="76745" x="7851775" y="4864100"/>
          <p14:tracePt t="76756" x="7742238" y="4789488"/>
          <p14:tracePt t="76767" x="7551738" y="4667250"/>
          <p14:tracePt t="76778" x="7286625" y="4557713"/>
          <p14:tracePt t="76790" x="6959600" y="4435475"/>
          <p14:tracePt t="76802" x="6729413" y="4367213"/>
          <p14:tracePt t="76812" x="6429375" y="4306888"/>
          <p14:tracePt t="76823" x="6184900" y="4279900"/>
          <p14:tracePt t="76836" x="5994400" y="4279900"/>
          <p14:tracePt t="76846" x="5884863" y="4292600"/>
          <p14:tracePt t="76858" x="5789613" y="4327525"/>
          <p14:tracePt t="76870" x="5715000" y="4381500"/>
          <p14:tracePt t="76880" x="5681663" y="4429125"/>
          <p14:tracePt t="76891" x="5667375" y="4476750"/>
          <p14:tracePt t="76903" x="5681663" y="4545013"/>
          <p14:tracePt t="76913" x="5700713" y="4633913"/>
          <p14:tracePt t="76925" x="5748338" y="4708525"/>
          <p14:tracePt t="76937" x="5810250" y="4762500"/>
          <p14:tracePt t="76947" x="5884863" y="4837113"/>
          <p14:tracePt t="76959" x="5967413" y="4899025"/>
          <p14:tracePt t="76970" x="6054725" y="4932363"/>
          <p14:tracePt t="77003" x="6122988" y="4959350"/>
          <p14:tracePt t="77007" x="6232525" y="4979988"/>
          <p14:tracePt t="77017" x="6340475" y="4979988"/>
          <p14:tracePt t="77019" x="6443663" y="4979988"/>
          <p14:tracePt t="77037" x="6572250" y="4979988"/>
          <p14:tracePt t="77038" x="6708775" y="4973638"/>
          <p14:tracePt t="77049" x="6824663" y="4946650"/>
          <p14:tracePt t="77062" x="6946900" y="4932363"/>
          <p14:tracePt t="77072" x="7007225" y="4926013"/>
          <p14:tracePt t="77082" x="7069138" y="4899025"/>
          <p14:tracePt t="77094" x="7116763" y="4884738"/>
          <p14:tracePt t="77105" x="7143750" y="4884738"/>
          <p14:tracePt t="77116" x="7150100" y="4884738"/>
          <p14:tracePt t="77127" x="7150100" y="4872038"/>
          <p14:tracePt t="77217" x="7164388" y="4872038"/>
          <p14:tracePt t="77228" x="7177088" y="4884738"/>
          <p14:tracePt t="77240" x="7205663" y="4884738"/>
          <p14:tracePt t="77252" x="7212013" y="4899025"/>
          <p14:tracePt t="77263" x="7253288" y="4911725"/>
          <p14:tracePt t="77274" x="7300913" y="4926013"/>
          <p14:tracePt t="77285" x="7361238" y="4946650"/>
          <p14:tracePt t="77296" x="7396163" y="4959350"/>
          <p14:tracePt t="77310" x="7443788" y="4973638"/>
          <p14:tracePt t="77320" x="7477125" y="4994275"/>
          <p14:tracePt t="77331" x="7518400" y="5006975"/>
          <p14:tracePt t="77342" x="7524750" y="5021263"/>
          <p14:tracePt t="77353" x="7539038" y="5033963"/>
          <p14:tracePt t="77364" x="7551738" y="5054600"/>
          <p14:tracePt t="77376" x="7566025" y="5068888"/>
          <p14:tracePt t="77386" x="7578725" y="5081588"/>
          <p14:tracePt t="77397" x="7586663" y="5089525"/>
          <p14:tracePt t="77420" x="7599363" y="5102225"/>
          <p14:tracePt t="77465" x="7586663" y="5102225"/>
          <p14:tracePt t="77477" x="7578725" y="5102225"/>
          <p14:tracePt t="77487" x="7551738" y="5089525"/>
          <p14:tracePt t="77499" x="7504113" y="5081588"/>
          <p14:tracePt t="77510" x="7443788" y="5068888"/>
          <p14:tracePt t="77521" x="7381875" y="5054600"/>
          <p14:tracePt t="77532" x="7286625" y="5041900"/>
          <p14:tracePt t="77544" x="7164388" y="5021263"/>
          <p14:tracePt t="77555" x="7054850" y="5006975"/>
          <p14:tracePt t="77566" x="6973888" y="4994275"/>
          <p14:tracePt t="77578" x="6851650" y="4979988"/>
          <p14:tracePt t="77589" x="6729413" y="4973638"/>
          <p14:tracePt t="77600" x="6605588" y="4959350"/>
          <p14:tracePt t="77611" x="6524625" y="4946650"/>
          <p14:tracePt t="77622" x="6402388" y="4932363"/>
          <p14:tracePt t="77634" x="6292850" y="4926013"/>
          <p14:tracePt t="77645" x="6184900" y="4899025"/>
          <p14:tracePt t="77656" x="6116638" y="4884738"/>
          <p14:tracePt t="77668" x="5994400" y="4872038"/>
          <p14:tracePt t="77679" x="5872163" y="4837113"/>
          <p14:tracePt t="77690" x="5776913" y="4824413"/>
          <p14:tracePt t="77702" x="5700713" y="4816475"/>
          <p14:tracePt t="77713" x="5634038" y="4789488"/>
          <p14:tracePt t="77724" x="5572125" y="4776788"/>
          <p14:tracePt t="77736" x="5530850" y="4776788"/>
          <p14:tracePt t="77746" x="5497513" y="4762500"/>
          <p14:tracePt t="77757" x="5476875" y="4762500"/>
          <p14:tracePt t="77768" x="5422900" y="4762500"/>
          <p14:tracePt t="77780" x="5367338" y="4756150"/>
          <p14:tracePt t="77791" x="5313363" y="4756150"/>
          <p14:tracePt t="77802" x="5265738" y="4741863"/>
          <p14:tracePt t="77949" x="5280025" y="4741863"/>
          <p14:tracePt t="77960" x="5340350" y="4741863"/>
          <p14:tracePt t="77971" x="5387975" y="4756150"/>
          <p14:tracePt t="77982" x="5402263" y="4756150"/>
          <p14:tracePt t="78005" x="5402263" y="4741863"/>
          <p14:tracePt t="78016" x="5387975" y="4741863"/>
          <p14:tracePt t="78027" x="5367338" y="4729163"/>
          <p14:tracePt t="78050" x="5340350" y="4714875"/>
          <p14:tracePt t="78053" x="5313363" y="4708525"/>
          <p14:tracePt t="78062" x="5265738" y="4694238"/>
          <p14:tracePt t="78072" x="5232400" y="4681538"/>
          <p14:tracePt t="78083" x="5170488" y="4652963"/>
          <p14:tracePt t="78095" x="5089525" y="4633913"/>
          <p14:tracePt t="78106" x="4967288" y="4598988"/>
          <p14:tracePt t="78118" x="4884738" y="4572000"/>
          <p14:tracePt t="78129" x="4748213" y="4545013"/>
          <p14:tracePt t="78140" x="4613275" y="4524375"/>
          <p14:tracePt t="78152" x="4483100" y="4497388"/>
          <p14:tracePt t="78163" x="4387850" y="4491038"/>
          <p14:tracePt t="78174" x="4265613" y="4476750"/>
          <p14:tracePt t="78186" x="4157663" y="4462463"/>
          <p14:tracePt t="78196" x="4062413" y="4462463"/>
          <p14:tracePt t="78207" x="4000500" y="4449763"/>
          <p14:tracePt t="78220" x="3925888" y="4449763"/>
          <p14:tracePt t="78230" x="3863975" y="4462463"/>
          <p14:tracePt t="78241" x="3803650" y="4462463"/>
          <p14:tracePt t="78253" x="3783013" y="4476750"/>
          <p14:tracePt t="78263" x="3748088" y="4491038"/>
          <p14:tracePt t="78275" x="3721100" y="4510088"/>
          <p14:tracePt t="78287" x="3708400" y="4538663"/>
          <p14:tracePt t="78297" x="3694113" y="4545013"/>
          <p14:tracePt t="78309" x="3694113" y="4586288"/>
          <p14:tracePt t="78320" x="3694113" y="4605338"/>
          <p14:tracePt t="78331" x="3708400" y="4633913"/>
          <p14:tracePt t="78342" x="3721100" y="4652963"/>
          <p14:tracePt t="78354" x="3748088" y="4681538"/>
          <p14:tracePt t="78365" x="3783013" y="4694238"/>
          <p14:tracePt t="78377" x="3816350" y="4708525"/>
          <p14:tracePt t="78388" x="3843338" y="4708525"/>
          <p14:tracePt t="78399" x="3878263" y="4708525"/>
          <p14:tracePt t="78410" x="3925888" y="4708525"/>
          <p14:tracePt t="78421" x="3973513" y="4694238"/>
          <p14:tracePt t="78432" x="4000500" y="4667250"/>
          <p14:tracePt t="78444" x="4048125" y="4646613"/>
          <p14:tracePt t="78455" x="4095750" y="4605338"/>
          <p14:tracePt t="78466" x="4122738" y="4557713"/>
          <p14:tracePt t="78477" x="4129088" y="4524375"/>
          <p14:tracePt t="78492" x="4129088" y="4476750"/>
          <p14:tracePt t="78504" x="4129088" y="4429125"/>
          <p14:tracePt t="78513" x="4122738" y="4387850"/>
          <p14:tracePt t="78523" x="4110038" y="4367213"/>
          <p14:tracePt t="78533" x="4075113" y="4340225"/>
          <p14:tracePt t="78545" x="4021138" y="4327525"/>
          <p14:tracePt t="78556" x="3952875" y="4306888"/>
          <p14:tracePt t="78568" x="3890963" y="4306888"/>
          <p14:tracePt t="78579" x="3803650" y="4306888"/>
          <p14:tracePt t="78590" x="3748088" y="4319588"/>
          <p14:tracePt t="78602" x="3708400" y="4340225"/>
          <p14:tracePt t="78613" x="3687763" y="4367213"/>
          <p14:tracePt t="78623" x="3660775" y="4402138"/>
          <p14:tracePt t="78636" x="3646488" y="4435475"/>
          <p14:tracePt t="78646" x="3646488" y="4491038"/>
          <p14:tracePt t="78658" x="3646488" y="4524375"/>
          <p14:tracePt t="78670" x="3660775" y="4545013"/>
          <p14:tracePt t="78680" x="3694113" y="4586288"/>
          <p14:tracePt t="78691" x="3748088" y="4605338"/>
          <p14:tracePt t="78703" x="3803650" y="4633913"/>
          <p14:tracePt t="78714" x="3857625" y="4646613"/>
          <p14:tracePt t="78725" x="3911600" y="4652963"/>
          <p14:tracePt t="78737" x="3973513" y="4652963"/>
          <p14:tracePt t="78747" x="4048125" y="4652963"/>
          <p14:tracePt t="78758" x="4095750" y="4646613"/>
          <p14:tracePt t="78770" x="4157663" y="4619625"/>
          <p14:tracePt t="78781" x="4217988" y="4598988"/>
          <p14:tracePt t="78792" x="4252913" y="4557713"/>
          <p14:tracePt t="78804" x="4265613" y="4524375"/>
          <p14:tracePt t="78815" x="4279900" y="4476750"/>
          <p14:tracePt t="78826" x="4265613" y="4429125"/>
          <p14:tracePt t="78838" x="4252913" y="4387850"/>
          <p14:tracePt t="78848" x="4232275" y="4354513"/>
          <p14:tracePt t="78860" x="4184650" y="4319588"/>
          <p14:tracePt t="78871" x="4122738" y="4292600"/>
          <p14:tracePt t="78882" x="4048125" y="4271963"/>
          <p14:tracePt t="78894" x="4000500" y="4259263"/>
          <p14:tracePt t="78905" x="3938588" y="4259263"/>
          <p14:tracePt t="78916" x="3878263" y="4259263"/>
          <p14:tracePt t="78927" x="3830638" y="4279900"/>
          <p14:tracePt t="78939" x="3803650" y="4292600"/>
          <p14:tracePt t="78950" x="3768725" y="4327525"/>
          <p14:tracePt t="78961" x="3756025" y="4367213"/>
          <p14:tracePt t="78973" x="3748088" y="4402138"/>
          <p14:tracePt t="78984" x="3748088" y="4435475"/>
          <p14:tracePt t="78995" x="3756025" y="4462463"/>
          <p14:tracePt t="79006" x="3783013" y="4497388"/>
          <p14:tracePt t="79018" x="3830638" y="4538663"/>
          <p14:tracePt t="79029" x="3863975" y="4557713"/>
          <p14:tracePt t="79040" x="3938588" y="4572000"/>
          <p14:tracePt t="79052" x="4021138" y="4586288"/>
          <p14:tracePt t="79062" x="4110038" y="4586288"/>
          <p14:tracePt t="79074" x="4170363" y="4586288"/>
          <p14:tracePt t="79096" x="4252913" y="4572000"/>
          <p14:tracePt t="79100" x="4313238" y="4545013"/>
          <p14:tracePt t="79107" x="4348163" y="4524375"/>
          <p14:tracePt t="79122" x="4360863" y="4497388"/>
          <p14:tracePt t="79131" x="4360863" y="4476750"/>
          <p14:tracePt t="79142" x="4360863" y="4435475"/>
          <p14:tracePt t="79153" x="4340225" y="4402138"/>
          <p14:tracePt t="79164" x="4313238" y="4367213"/>
          <p14:tracePt t="79175" x="4265613" y="4327525"/>
          <p14:tracePt t="79187" x="4205288" y="4306888"/>
          <p14:tracePt t="79198" x="4129088" y="4279900"/>
          <p14:tracePt t="79209" x="4081463" y="4271963"/>
          <p14:tracePt t="79220" x="4014788" y="4259263"/>
          <p14:tracePt t="79231" x="3952875" y="4259263"/>
          <p14:tracePt t="79242" x="3905250" y="4271963"/>
          <p14:tracePt t="79254" x="3863975" y="4279900"/>
          <p14:tracePt t="79265" x="3843338" y="4306888"/>
          <p14:tracePt t="79276" x="3816350" y="4319588"/>
          <p14:tracePt t="79287" x="3803650" y="4354513"/>
          <p14:tracePt t="79299" x="3795713" y="4381500"/>
          <p14:tracePt t="79310" x="3783013" y="4402138"/>
          <p14:tracePt t="79322" x="3783013" y="4435475"/>
          <p14:tracePt t="79333" x="3783013" y="4462463"/>
          <p14:tracePt t="79344" x="3795713" y="4491038"/>
          <p14:tracePt t="79355" x="3803650" y="4524375"/>
          <p14:tracePt t="79366" x="3843338" y="4557713"/>
          <p14:tracePt t="79377" x="3905250" y="4605338"/>
          <p14:tracePt t="79389" x="3952875" y="4619625"/>
          <p14:tracePt t="79400" x="4014788" y="4646613"/>
          <p14:tracePt t="79412" x="4081463" y="4652963"/>
          <p14:tracePt t="79423" x="4157663" y="4652963"/>
          <p14:tracePt t="79434" x="4205288" y="4646613"/>
          <p14:tracePt t="79445" x="4265613" y="4633913"/>
          <p14:tracePt t="79456" x="4313238" y="4619625"/>
          <p14:tracePt t="79469" x="4348163" y="4598988"/>
          <p14:tracePt t="79479" x="4360863" y="4586288"/>
          <p14:tracePt t="79490" x="4360863" y="4557713"/>
          <p14:tracePt t="79502" x="4360863" y="4524375"/>
          <p14:tracePt t="79512" x="4348163" y="4491038"/>
          <p14:tracePt t="79524" x="4327525" y="4462463"/>
          <p14:tracePt t="79536" x="4286250" y="4414838"/>
          <p14:tracePt t="79546" x="4232275" y="4381500"/>
          <p14:tracePt t="79557" x="4170363" y="4340225"/>
          <p14:tracePt t="79570" x="4110038" y="4327525"/>
          <p14:tracePt t="79580" x="4033838" y="4327525"/>
          <p14:tracePt t="79591" x="3967163" y="4327525"/>
          <p14:tracePt t="79603" x="3911600" y="4327525"/>
          <p14:tracePt t="79613" x="3878263" y="4340225"/>
          <p14:tracePt t="79625" x="3857625" y="4354513"/>
          <p14:tracePt t="79637" x="3830638" y="4367213"/>
          <p14:tracePt t="79647" x="3816350" y="4387850"/>
          <p14:tracePt t="79658" x="3803650" y="4402138"/>
          <p14:tracePt t="79670" x="3803650" y="4429125"/>
          <p14:tracePt t="79681" x="3795713" y="4449763"/>
          <p14:tracePt t="79692" x="3795713" y="4476750"/>
          <p14:tracePt t="79704" x="3795713" y="4491038"/>
          <p14:tracePt t="79715" x="3803650" y="4510088"/>
          <p14:tracePt t="79726" x="3816350" y="4524375"/>
          <p14:tracePt t="79738" x="3857625" y="4545013"/>
          <p14:tracePt t="79749" x="3878263" y="4572000"/>
          <p14:tracePt t="79760" x="3911600" y="4586288"/>
          <p14:tracePt t="79771" x="3967163" y="4598988"/>
          <p14:tracePt t="79782" x="4021138" y="4605338"/>
          <p14:tracePt t="79794" x="4075113" y="4619625"/>
          <p14:tracePt t="79805" x="4143375" y="4619625"/>
          <p14:tracePt t="79816" x="4232275" y="4633913"/>
          <p14:tracePt t="79827" x="4327525" y="4646613"/>
          <p14:tracePt t="79839" x="4408488" y="4652963"/>
          <p14:tracePt t="79850" x="4530725" y="4652963"/>
          <p14:tracePt t="79861" x="4625975" y="4667250"/>
          <p14:tracePt t="79873" x="4700588" y="4667250"/>
          <p14:tracePt t="79884" x="4721225" y="4681538"/>
          <p14:tracePt t="79895" x="4748213" y="4681538"/>
          <p14:tracePt t="79906" x="4762500" y="4681538"/>
          <p14:tracePt t="79973" x="4776788" y="4681538"/>
          <p14:tracePt t="79986" x="4783138" y="4681538"/>
          <p14:tracePt t="79996" x="4795838" y="4681538"/>
          <p14:tracePt t="80007" x="4810125" y="4694238"/>
          <p14:tracePt t="80020" x="4830763" y="4694238"/>
          <p14:tracePt t="80030" x="4857750" y="4694238"/>
          <p14:tracePt t="80041" x="4891088" y="4708525"/>
          <p14:tracePt t="80053" x="4953000" y="4714875"/>
          <p14:tracePt t="80064" x="5027613" y="4729163"/>
          <p14:tracePt t="80075" x="5089525" y="4741863"/>
          <p14:tracePt t="80087" x="5197475" y="4756150"/>
          <p14:tracePt t="80097" x="5313363" y="4776788"/>
          <p14:tracePt t="80109" x="5476875" y="4803775"/>
          <p14:tracePt t="80120" x="5592763" y="4824413"/>
          <p14:tracePt t="80153" x="5789613" y="4851400"/>
          <p14:tracePt t="80156" x="5980113" y="4884738"/>
          <p14:tracePt t="80166" x="6197600" y="4926013"/>
          <p14:tracePt t="80169" x="6367463" y="4932363"/>
          <p14:tracePt t="80187" x="6599238" y="4959350"/>
          <p14:tracePt t="80188" x="6816725" y="4973638"/>
          <p14:tracePt t="80199" x="7007225" y="4979988"/>
          <p14:tracePt t="80210" x="7143750" y="4994275"/>
          <p14:tracePt t="80221" x="7300913" y="4994275"/>
          <p14:tracePt t="80232" x="7415213" y="5006975"/>
          <p14:tracePt t="80244" x="7539038" y="5021263"/>
          <p14:tracePt t="80255" x="7599363" y="5033963"/>
          <p14:tracePt t="80266" x="7661275" y="5033963"/>
          <p14:tracePt t="80277" x="7708900" y="5033963"/>
          <p14:tracePt t="80289" x="7735888" y="5033963"/>
          <p14:tracePt t="80300" x="7742238" y="5033963"/>
          <p14:tracePt t="80311" x="7756525" y="5033963"/>
          <p14:tracePt t="80322" x="7769225" y="5033963"/>
          <p14:tracePt t="80490" x="7783513" y="5033963"/>
          <p14:tracePt t="80513" x="7796213" y="5021263"/>
          <p14:tracePt t="80525" x="7804150" y="5021263"/>
          <p14:tracePt t="80537" x="7804150" y="5006975"/>
          <p14:tracePt t="80548" x="7816850" y="4994275"/>
          <p14:tracePt t="80559" x="7831138" y="4979988"/>
          <p14:tracePt t="80570" x="7843838" y="4973638"/>
          <p14:tracePt t="80581" x="7851775" y="4959350"/>
          <p14:tracePt t="80592" x="7851775" y="4946650"/>
          <p14:tracePt t="80615" x="7851775" y="4932363"/>
          <p14:tracePt t="80693" x="7843838" y="4932363"/>
          <p14:tracePt t="80705" x="7843838" y="4946650"/>
          <p14:tracePt t="80716" x="7831138" y="4946650"/>
          <p14:tracePt t="80727" x="7804150" y="4959350"/>
          <p14:tracePt t="80739" x="7783513" y="4959350"/>
          <p14:tracePt t="80750" x="7742238" y="4973638"/>
          <p14:tracePt t="80762" x="7673975" y="4973638"/>
          <p14:tracePt t="80773" x="7586663" y="4973638"/>
          <p14:tracePt t="80784" x="7491413" y="4973638"/>
          <p14:tracePt t="80796" x="7429500" y="4959350"/>
          <p14:tracePt t="80806" x="7367588" y="4959350"/>
          <p14:tracePt t="80817" x="7307263" y="4959350"/>
          <p14:tracePt t="80829" x="7259638" y="4946650"/>
          <p14:tracePt t="80840" x="7239000" y="4932363"/>
          <p14:tracePt t="80851" x="7212013" y="4926013"/>
          <p14:tracePt t="80864" x="7191375" y="4911725"/>
          <p14:tracePt t="80875" x="7150100" y="4911725"/>
          <p14:tracePt t="80886" x="7129463" y="4899025"/>
          <p14:tracePt t="80897" x="7096125" y="4884738"/>
          <p14:tracePt t="80908" x="7042150" y="4872038"/>
          <p14:tracePt t="80920" x="6973888" y="4864100"/>
          <p14:tracePt t="80931" x="6899275" y="4851400"/>
          <p14:tracePt t="80943" x="6789738" y="4824413"/>
          <p14:tracePt t="80955" x="6661150" y="4816475"/>
          <p14:tracePt t="80965" x="6510338" y="4803775"/>
          <p14:tracePt t="80976" x="6381750" y="4803775"/>
          <p14:tracePt t="80988" x="6211888" y="4803775"/>
          <p14:tracePt t="80998" x="6042025" y="4816475"/>
          <p14:tracePt t="81009" x="5905500" y="4837113"/>
          <p14:tracePt t="81021" x="5851525" y="4864100"/>
          <p14:tracePt t="81031" x="5776913" y="4911725"/>
          <p14:tracePt t="81043" x="5741988" y="4946650"/>
          <p14:tracePt t="81054" x="5715000" y="4979988"/>
          <p14:tracePt t="81065" x="5715000" y="5021263"/>
          <p14:tracePt t="81076" x="5729288" y="5068888"/>
          <p14:tracePt t="81088" x="5748338" y="5116513"/>
          <p14:tracePt t="81099" x="5795963" y="5176838"/>
          <p14:tracePt t="81110" x="5872163" y="5238750"/>
          <p14:tracePt t="81123" x="5980113" y="5300663"/>
          <p14:tracePt t="81133" x="6102350" y="5348288"/>
          <p14:tracePt t="81144" x="6245225" y="5395913"/>
          <p14:tracePt t="81155" x="6367463" y="5408613"/>
          <p14:tracePt t="81166" x="6538913" y="5429250"/>
          <p14:tracePt t="81200" x="6694488" y="5429250"/>
          <p14:tracePt t="81204" x="6824663" y="5414963"/>
          <p14:tracePt t="81212" x="6932613" y="5381625"/>
          <p14:tracePt t="81217" x="6986588" y="5360988"/>
          <p14:tracePt t="81226" x="7034213" y="5307013"/>
          <p14:tracePt t="81234" x="7054850" y="5272088"/>
          <p14:tracePt t="81246" x="7042150" y="5224463"/>
          <p14:tracePt t="81258" x="7021513" y="5176838"/>
          <p14:tracePt t="81268" x="6959600" y="5102225"/>
          <p14:tracePt t="81280" x="6851650" y="5033963"/>
          <p14:tracePt t="81290" x="6729413" y="4973638"/>
          <p14:tracePt t="81301" x="6646863" y="4946650"/>
          <p14:tracePt t="81313" x="6551613" y="4926013"/>
          <p14:tracePt t="81324" x="6462713" y="4926013"/>
          <p14:tracePt t="81335" x="6396038" y="4926013"/>
          <p14:tracePt t="81346" x="6354763" y="4932363"/>
          <p14:tracePt t="81358" x="6319838" y="4932363"/>
          <p14:tracePt t="81370" x="6292850" y="4946650"/>
          <p14:tracePt t="81380" x="6272213" y="4959350"/>
          <p14:tracePt t="81391" x="6259513" y="4973638"/>
          <p14:tracePt t="81403" x="6245225" y="4979988"/>
          <p14:tracePt t="81414" x="6232525" y="4994275"/>
          <p14:tracePt t="81425" x="6224588" y="4994275"/>
          <p14:tracePt t="81439" x="6211888" y="5006975"/>
          <p14:tracePt t="81448" x="6197600" y="5006975"/>
          <p14:tracePt t="81492" x="6197600" y="4994275"/>
          <p14:tracePt t="81504" x="6184900" y="4994275"/>
          <p14:tracePt t="81526" x="6184900" y="4979988"/>
          <p14:tracePt t="81661" x="6197600" y="4979988"/>
          <p14:tracePt t="81672" x="6197600" y="4973638"/>
          <p14:tracePt t="81684" x="6211888" y="4973638"/>
          <p14:tracePt t="81695" x="6224588" y="4959350"/>
          <p14:tracePt t="81717" x="6232525" y="4959350"/>
          <p14:tracePt t="81728" x="6245225" y="4946650"/>
          <p14:tracePt t="81762" x="6259513" y="4932363"/>
          <p14:tracePt t="81953" x="6259513" y="4926013"/>
          <p14:tracePt t="81987" x="6245225" y="4926013"/>
          <p14:tracePt t="82122" x="6245225" y="4911725"/>
          <p14:tracePt t="82642" x="6211888" y="4911725"/>
          <p14:tracePt t="82652" x="6184900" y="4899025"/>
          <p14:tracePt t="82844" x="6197600" y="4899025"/>
          <p14:tracePt t="82854" x="6211888" y="4899025"/>
          <p14:tracePt t="82865" x="6211888" y="4884738"/>
          <p14:tracePt t="82881" x="6224588" y="4872038"/>
          <p14:tracePt t="82888" x="6245225" y="4872038"/>
          <p14:tracePt t="82899" x="6259513" y="4864100"/>
          <p14:tracePt t="82910" x="6286500" y="4864100"/>
          <p14:tracePt t="82921" x="6286500" y="4851400"/>
          <p14:tracePt t="82932" x="6292850" y="4851400"/>
          <p14:tracePt t="82944" x="6292850" y="4837113"/>
          <p14:tracePt t="82956" x="6307138" y="4824413"/>
          <p14:tracePt t="82977" x="6319838" y="4816475"/>
          <p14:tracePt t="82989" x="6334125" y="4816475"/>
          <p14:tracePt t="83044" x="6319838" y="4803775"/>
          <p14:tracePt t="83056" x="6319838" y="4789488"/>
          <p14:tracePt t="83067" x="6307138" y="4789488"/>
        </p14:tracePtLst>
      </p14:laserTraceLst>
    </p:ext>
  </p:extLs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igure 11.15 shows the iterated structure of the sponge function. The sponge construction operates on a state variable s of b = r + c bits, which is initialized to all zeros and modified at each iteration. The value r is called the bitrate. This value is the block size used to partition the input message. The term bitrate reflects the fact that r is the number of bits processed at each iteration: the larger the value of r, the greater the rate at which message bits are processed by the sponge construction. &#13;&#10;">
            <a:extLst>
              <a:ext uri="{FF2B5EF4-FFF2-40B4-BE49-F238E27FC236}">
                <a16:creationId xmlns:a16="http://schemas.microsoft.com/office/drawing/2014/main" id="{C2BFDE90-04C5-274E-AA13-1096298F1991}"/>
              </a:ext>
            </a:extLst>
          </p:cNvPr>
          <p:cNvPicPr>
            <a:picLocks noChangeAspect="1"/>
          </p:cNvPicPr>
          <p:nvPr/>
        </p:nvPicPr>
        <p:blipFill rotWithShape="1">
          <a:blip r:embed="rId3"/>
          <a:srcRect t="3670" b="8569"/>
          <a:stretch/>
        </p:blipFill>
        <p:spPr>
          <a:xfrm>
            <a:off x="2963652" y="-128481"/>
            <a:ext cx="6264696" cy="7114962"/>
          </a:xfrm>
          <a:prstGeom prst="rect">
            <a:avLst/>
          </a:prstGeom>
        </p:spPr>
      </p:pic>
      <p:sp>
        <p:nvSpPr>
          <p:cNvPr id="2" name="Title 1">
            <a:extLst>
              <a:ext uri="{FF2B5EF4-FFF2-40B4-BE49-F238E27FC236}">
                <a16:creationId xmlns:a16="http://schemas.microsoft.com/office/drawing/2014/main" id="{B17B2FA1-7851-4BE7-3CAF-BDE98B487950}"/>
              </a:ext>
            </a:extLst>
          </p:cNvPr>
          <p:cNvSpPr>
            <a:spLocks noGrp="1"/>
          </p:cNvSpPr>
          <p:nvPr>
            <p:ph type="title" idx="4294967295"/>
          </p:nvPr>
        </p:nvSpPr>
        <p:spPr>
          <a:xfrm>
            <a:off x="838200" y="-1325563"/>
            <a:ext cx="10515600" cy="1325563"/>
          </a:xfrm>
        </p:spPr>
        <p:txBody>
          <a:bodyPr vert="horz" lIns="91440" tIns="45720" rIns="91440" bIns="45720" rtlCol="0" anchor="b">
            <a:normAutofit/>
          </a:bodyPr>
          <a:lstStyle/>
          <a:p>
            <a:r>
              <a:rPr lang="en-US" dirty="0"/>
              <a:t>Sponge Construction</a:t>
            </a:r>
          </a:p>
        </p:txBody>
      </p:sp>
    </p:spTree>
  </p:cSld>
  <p:clrMapOvr>
    <a:masterClrMapping/>
  </p:clrMapOvr>
  <p:transition spd="med" advTm="180288">
    <p:wipe/>
  </p:transition>
  <p:extLst>
    <p:ext uri="{3A86A75C-4F4B-4683-9AE1-C65F6400EC91}">
      <p14:laserTraceLst xmlns:p14="http://schemas.microsoft.com/office/powerpoint/2010/main">
        <p14:tracePtLst>
          <p14:tracePt t="9948" x="4395788" y="6777038"/>
          <p14:tracePt t="9959" x="4503738" y="6605588"/>
          <p14:tracePt t="9970" x="4625975" y="6388100"/>
          <p14:tracePt t="9981" x="4776788" y="6122988"/>
          <p14:tracePt t="10015" x="4891088" y="5891213"/>
          <p14:tracePt t="10018" x="5075238" y="5551488"/>
          <p14:tracePt t="10026" x="5259388" y="5149850"/>
          <p14:tracePt t="10030" x="5402263" y="4851400"/>
          <p14:tracePt t="10039" x="5619750" y="4387850"/>
          <p14:tracePt t="10049" x="5795963" y="3919538"/>
          <p14:tracePt t="10060" x="5919788" y="3470275"/>
          <p14:tracePt t="10073" x="5994400" y="3074988"/>
          <p14:tracePt t="10083" x="6027738" y="2795588"/>
          <p14:tracePt t="10094" x="6069013" y="2422525"/>
          <p14:tracePt t="10106" x="6075363" y="2068513"/>
          <p14:tracePt t="10116" x="6089650" y="1741488"/>
          <p14:tracePt t="10128" x="6089650" y="1538288"/>
          <p14:tracePt t="10140" x="6075363" y="1279525"/>
          <p14:tracePt t="10150" x="6042025" y="1089025"/>
          <p14:tracePt t="10162" x="6007100" y="931863"/>
          <p14:tracePt t="10173" x="5967413" y="836613"/>
          <p14:tracePt t="10185" x="5919788" y="735013"/>
          <p14:tracePt t="10197" x="5884863" y="681038"/>
          <p14:tracePt t="10208" x="5851525" y="625475"/>
          <p14:tracePt t="10218" x="5837238" y="604838"/>
          <p14:tracePt t="10240" x="5824538" y="592138"/>
          <p14:tracePt t="10243" x="5824538" y="577850"/>
          <p14:tracePt t="10340" x="5824538" y="571500"/>
          <p14:tracePt t="10352" x="5824538" y="544513"/>
          <p14:tracePt t="10364" x="5837238" y="482600"/>
          <p14:tracePt t="10375" x="5837238" y="407988"/>
          <p14:tracePt t="10387" x="5824538" y="327025"/>
          <p14:tracePt t="10398" x="5810250" y="279400"/>
          <p14:tracePt t="10410" x="5789613" y="204788"/>
          <p14:tracePt t="10420" x="5762625" y="136525"/>
          <p14:tracePt t="10431" x="5729288" y="74613"/>
          <p14:tracePt t="10444" x="5681663" y="33338"/>
          <p14:tracePt t="10612" x="5205413" y="14288"/>
          <p14:tracePt t="10623" x="5157788" y="33338"/>
          <p14:tracePt t="10634" x="5137150" y="47625"/>
          <p14:tracePt t="10644" x="5095875" y="61913"/>
          <p14:tracePt t="10656" x="5075238" y="80963"/>
          <p14:tracePt t="10667" x="5048250" y="109538"/>
          <p14:tracePt t="10679" x="5041900" y="122238"/>
          <p14:tracePt t="10690" x="5027613" y="136525"/>
          <p14:tracePt t="10702" x="5014913" y="157163"/>
          <p14:tracePt t="10712" x="5000625" y="169863"/>
          <p14:tracePt t="10724" x="5000625" y="184150"/>
          <p14:tracePt t="10735" x="4986338" y="204788"/>
          <p14:tracePt t="10746" x="4986338" y="231775"/>
          <p14:tracePt t="10757" x="4986338" y="244475"/>
          <p14:tracePt t="10768" x="4986338" y="252413"/>
          <p14:tracePt t="10780" x="5000625" y="265113"/>
          <p14:tracePt t="10792" x="5000625" y="279400"/>
          <p14:tracePt t="10803" x="5014913" y="292100"/>
          <p14:tracePt t="10814" x="5027613" y="300038"/>
          <p14:tracePt t="10826" x="5048250" y="300038"/>
          <p14:tracePt t="10836" x="5075238" y="312738"/>
          <p14:tracePt t="10848" x="5110163" y="327025"/>
          <p14:tracePt t="10859" x="5137150" y="327025"/>
          <p14:tracePt t="10870" x="5184775" y="327025"/>
          <p14:tracePt t="10881" x="5245100" y="327025"/>
          <p14:tracePt t="10892" x="5307013" y="327025"/>
          <p14:tracePt t="10904" x="5354638" y="312738"/>
          <p14:tracePt t="10915" x="5402263" y="312738"/>
          <p14:tracePt t="10926" x="5435600" y="300038"/>
          <p14:tracePt t="10937" x="5462588" y="292100"/>
          <p14:tracePt t="10949" x="5476875" y="292100"/>
          <p14:tracePt t="10960" x="5476875" y="265113"/>
          <p14:tracePt t="10971" x="5476875" y="252413"/>
          <p14:tracePt t="10983" x="5476875" y="244475"/>
          <p14:tracePt t="10994" x="5476875" y="231775"/>
          <p14:tracePt t="11005" x="5462588" y="204788"/>
          <p14:tracePt t="11017" x="5422900" y="184150"/>
          <p14:tracePt t="11027" x="5387975" y="142875"/>
          <p14:tracePt t="11061" x="5340350" y="122238"/>
          <p14:tracePt t="11064" x="5259388" y="80963"/>
          <p14:tracePt t="11073" x="5149850" y="61913"/>
          <p14:tracePt t="11076" x="5062538" y="47625"/>
          <p14:tracePt t="11086" x="4986338" y="33338"/>
          <p14:tracePt t="11096" x="4919663" y="33338"/>
          <p14:tracePt t="11107" x="4872038" y="47625"/>
          <p14:tracePt t="11119" x="4830763" y="61913"/>
          <p14:tracePt t="11130" x="4795838" y="80963"/>
          <p14:tracePt t="11141" x="4783138" y="95250"/>
          <p14:tracePt t="11152" x="4776788" y="136525"/>
          <p14:tracePt t="11162" x="4776788" y="157163"/>
          <p14:tracePt t="11174" x="4776788" y="190500"/>
          <p14:tracePt t="11185" x="4776788" y="217488"/>
          <p14:tracePt t="11197" x="4795838" y="244475"/>
          <p14:tracePt t="11208" x="4824413" y="265113"/>
          <p14:tracePt t="11219" x="4857750" y="292100"/>
          <p14:tracePt t="11230" x="4891088" y="300038"/>
          <p14:tracePt t="11242" x="4938713" y="300038"/>
          <p14:tracePt t="11252" x="5014913" y="312738"/>
          <p14:tracePt t="11263" x="5089525" y="300038"/>
          <p14:tracePt t="11275" x="5149850" y="300038"/>
          <p14:tracePt t="11286" x="5205413" y="279400"/>
          <p14:tracePt t="11297" x="5265738" y="252413"/>
          <p14:tracePt t="11309" x="5307013" y="231775"/>
          <p14:tracePt t="11320" x="5327650" y="204788"/>
          <p14:tracePt t="11331" x="5354638" y="184150"/>
          <p14:tracePt t="11342" x="5354638" y="157163"/>
          <p14:tracePt t="11354" x="5367338" y="136525"/>
          <p14:tracePt t="11365" x="5367338" y="109538"/>
          <p14:tracePt t="11376" x="5354638" y="95250"/>
          <p14:tracePt t="11387" x="5340350" y="74613"/>
          <p14:tracePt t="11400" x="5327650" y="47625"/>
          <p14:tracePt t="11410" x="5313363" y="33338"/>
          <p14:tracePt t="11421" x="5292725" y="26988"/>
          <p14:tracePt t="11433" x="5265738" y="26988"/>
          <p14:tracePt t="11444" x="5245100" y="14288"/>
          <p14:tracePt t="11455" x="5218113" y="14288"/>
          <p14:tracePt t="11467" x="5184775" y="14288"/>
          <p14:tracePt t="11477" x="5149850" y="14288"/>
          <p14:tracePt t="11489" x="5095875" y="14288"/>
          <p14:tracePt t="11501" x="5075238" y="14288"/>
          <p14:tracePt t="11511" x="5027613" y="14288"/>
          <p14:tracePt t="11523" x="5000625" y="26988"/>
          <p14:tracePt t="11534" x="4979988" y="26988"/>
          <p14:tracePt t="11545" x="4967288" y="33338"/>
          <p14:tracePt t="11556" x="4953000" y="33338"/>
          <p14:tracePt t="11568" x="4938713" y="47625"/>
          <p14:tracePt t="11579" x="4938713" y="61913"/>
          <p14:tracePt t="11601" x="4938713" y="74613"/>
          <p14:tracePt t="11612" x="4938713" y="80963"/>
          <p14:tracePt t="11623" x="4938713" y="95250"/>
          <p14:tracePt t="11646" x="4953000" y="109538"/>
          <p14:tracePt t="11657" x="4967288" y="122238"/>
          <p14:tracePt t="11669" x="4979988" y="122238"/>
          <p14:tracePt t="11680" x="4986338" y="136525"/>
          <p14:tracePt t="11691" x="5000625" y="136525"/>
          <p14:tracePt t="11703" x="5041900" y="142875"/>
          <p14:tracePt t="11714" x="5062538" y="142875"/>
          <p14:tracePt t="11725" x="5089525" y="142875"/>
          <p14:tracePt t="11736" x="5110163" y="142875"/>
          <p14:tracePt t="11747" x="5137150" y="142875"/>
          <p14:tracePt t="11759" x="5157788" y="136525"/>
          <p14:tracePt t="11770" x="5170488" y="136525"/>
          <p14:tracePt t="11781" x="5184775" y="122238"/>
          <p14:tracePt t="11793" x="5197475" y="122238"/>
          <p14:tracePt t="11804" x="5205413" y="109538"/>
          <p14:tracePt t="11815" x="5205413" y="95250"/>
          <p14:tracePt t="11837" x="5205413" y="80963"/>
          <p14:tracePt t="11882" x="5197475" y="74613"/>
          <p14:tracePt t="11894" x="5170488" y="74613"/>
          <p14:tracePt t="11905" x="5149850" y="74613"/>
          <p14:tracePt t="11917" x="5122863" y="74613"/>
          <p14:tracePt t="11927" x="5095875" y="74613"/>
          <p14:tracePt t="11938" x="5062538" y="74613"/>
          <p14:tracePt t="11951" x="5041900" y="80963"/>
          <p14:tracePt t="11961" x="5014913" y="95250"/>
          <p14:tracePt t="11972" x="5000625" y="109538"/>
          <p14:tracePt t="11984" x="4979988" y="136525"/>
          <p14:tracePt t="11995" x="4979988" y="142875"/>
          <p14:tracePt t="12006" x="4979988" y="169863"/>
          <p14:tracePt t="12018" x="4979988" y="184150"/>
          <p14:tracePt t="12028" x="4979988" y="204788"/>
          <p14:tracePt t="12040" x="4986338" y="231775"/>
          <p14:tracePt t="12051" x="5014913" y="244475"/>
          <p14:tracePt t="12062" x="5041900" y="265113"/>
          <p14:tracePt t="12073" x="5075238" y="279400"/>
          <p14:tracePt t="12085" x="5122863" y="292100"/>
          <p14:tracePt t="12107" x="5149850" y="300038"/>
          <p14:tracePt t="12111" x="5197475" y="300038"/>
          <p14:tracePt t="12119" x="5259388" y="300038"/>
          <p14:tracePt t="12131" x="5307013" y="300038"/>
          <p14:tracePt t="12143" x="5340350" y="300038"/>
          <p14:tracePt t="12153" x="5387975" y="292100"/>
          <p14:tracePt t="12164" x="5402263" y="279400"/>
          <p14:tracePt t="12175" x="5422900" y="265113"/>
          <p14:tracePt t="12197" x="5435600" y="252413"/>
          <p14:tracePt t="12208" x="5435600" y="244475"/>
          <p14:tracePt t="12220" x="5435600" y="231775"/>
          <p14:tracePt t="12231" x="5422900" y="217488"/>
          <p14:tracePt t="12243" x="5422900" y="204788"/>
          <p14:tracePt t="12254" x="5414963" y="204788"/>
          <p14:tracePt t="12265" x="5414963" y="190500"/>
          <p14:tracePt t="12276" x="5402263" y="184150"/>
          <p14:tracePt t="12287" x="5387975" y="184150"/>
          <p14:tracePt t="12298" x="5375275" y="184150"/>
          <p14:tracePt t="12332" x="5367338" y="184150"/>
          <p14:tracePt t="14019" x="5367338" y="190500"/>
          <p14:tracePt t="14031" x="5367338" y="204788"/>
          <p14:tracePt t="14042" x="5367338" y="217488"/>
          <p14:tracePt t="14053" x="5375275" y="231775"/>
          <p14:tracePt t="14065" x="5375275" y="244475"/>
          <p14:tracePt t="14077" x="5387975" y="252413"/>
          <p14:tracePt t="14099" x="5402263" y="265113"/>
          <p14:tracePt t="14111" x="5414963" y="279400"/>
          <p14:tracePt t="14121" x="5422900" y="279400"/>
          <p14:tracePt t="14143" x="5435600" y="279400"/>
          <p14:tracePt t="14155" x="5449888" y="279400"/>
          <p14:tracePt t="14166" x="5462588" y="279400"/>
          <p14:tracePt t="14178" x="5476875" y="279400"/>
          <p14:tracePt t="14211" x="5483225" y="279400"/>
          <p14:tracePt t="14224" x="5497513" y="279400"/>
          <p14:tracePt t="14227" x="5510213" y="279400"/>
          <p14:tracePt t="14234" x="5524500" y="279400"/>
          <p14:tracePt t="14245" x="5524500" y="292100"/>
          <p14:tracePt t="14267" x="5530850" y="292100"/>
          <p14:tracePt t="14775" x="5530850" y="279400"/>
          <p14:tracePt t="15257" x="5545138" y="279400"/>
          <p14:tracePt t="15763" x="5545138" y="265113"/>
          <p14:tracePt t="15819" x="5557838" y="265113"/>
          <p14:tracePt t="15864" x="5557838" y="252413"/>
          <p14:tracePt t="15898" x="5545138" y="252413"/>
          <p14:tracePt t="15954" x="5530850" y="244475"/>
          <p14:tracePt t="15977" x="5524500" y="244475"/>
          <p14:tracePt t="16000" x="5510213" y="231775"/>
          <p14:tracePt t="16033" x="5497513" y="231775"/>
          <p14:tracePt t="16078" x="5483225" y="231775"/>
          <p14:tracePt t="23233" x="5476875" y="231775"/>
          <p14:tracePt t="23334" x="5462588" y="231775"/>
          <p14:tracePt t="23346" x="5462588" y="244475"/>
          <p14:tracePt t="23368" x="5449888" y="252413"/>
          <p14:tracePt t="23380" x="5435600" y="252413"/>
          <p14:tracePt t="23391" x="5414963" y="252413"/>
          <p14:tracePt t="23740" x="5422900" y="252413"/>
          <p14:tracePt t="23773" x="5435600" y="252413"/>
          <p14:tracePt t="23785" x="5449888" y="252413"/>
          <p14:tracePt t="23807" x="5462588" y="252413"/>
          <p14:tracePt t="23897" x="5449888" y="252413"/>
          <p14:tracePt t="23964" x="5435600" y="252413"/>
          <p14:tracePt t="24201" x="5422900" y="252413"/>
          <p14:tracePt t="24223" x="5414963" y="265113"/>
          <p14:tracePt t="24235" x="5402263" y="265113"/>
          <p14:tracePt t="24246" x="5387975" y="265113"/>
          <p14:tracePt t="24258" x="5367338" y="265113"/>
          <p14:tracePt t="24269" x="5340350" y="279400"/>
          <p14:tracePt t="24280" x="5327650" y="279400"/>
          <p14:tracePt t="24291" x="5307013" y="279400"/>
          <p14:tracePt t="24302" x="5292725" y="279400"/>
          <p14:tracePt t="24314" x="5280025" y="279400"/>
          <p14:tracePt t="24325" x="5265738" y="279400"/>
          <p14:tracePt t="24842" x="5280025" y="279400"/>
          <p14:tracePt t="24943" x="5280025" y="265113"/>
          <p14:tracePt t="25191" x="5265738" y="265113"/>
          <p14:tracePt t="25494" x="5259388" y="265113"/>
          <p14:tracePt t="25506" x="5245100" y="265113"/>
          <p14:tracePt t="25517" x="5232400" y="265113"/>
          <p14:tracePt t="25540" x="5218113" y="265113"/>
          <p14:tracePt t="25551" x="5205413" y="265113"/>
          <p14:tracePt t="25618" x="5197475" y="265113"/>
          <p14:tracePt t="25630" x="5197475" y="279400"/>
          <p14:tracePt t="25652" x="5184775" y="279400"/>
          <p14:tracePt t="25664" x="5184775" y="292100"/>
          <p14:tracePt t="25686" x="5184775" y="300038"/>
          <p14:tracePt t="25742" x="5184775" y="312738"/>
          <p14:tracePt t="25754" x="5184775" y="327025"/>
          <p14:tracePt t="25765" x="5197475" y="339725"/>
          <p14:tracePt t="25788" x="5205413" y="339725"/>
          <p14:tracePt t="25799" x="5218113" y="354013"/>
          <p14:tracePt t="25832" x="5232400" y="354013"/>
          <p14:tracePt t="25899" x="5245100" y="354013"/>
          <p14:tracePt t="25922" x="5259388" y="354013"/>
          <p14:tracePt t="25934" x="5259388" y="339725"/>
          <p14:tracePt t="25945" x="5265738" y="339725"/>
          <p14:tracePt t="25967" x="5280025" y="327025"/>
          <p14:tracePt t="26001" x="5280025" y="312738"/>
          <p14:tracePt t="26013" x="5292725" y="312738"/>
          <p14:tracePt t="26024" x="5292725" y="300038"/>
          <p14:tracePt t="26035" x="5307013" y="300038"/>
          <p14:tracePt t="26047" x="5307013" y="292100"/>
          <p14:tracePt t="26058" x="5307013" y="279400"/>
          <p14:tracePt t="26080" x="5307013" y="265113"/>
          <p14:tracePt t="26091" x="5292725" y="265113"/>
          <p14:tracePt t="26114" x="5292725" y="252413"/>
          <p14:tracePt t="26136" x="5280025" y="252413"/>
          <p14:tracePt t="26181" x="5265738" y="252413"/>
          <p14:tracePt t="26204" x="5259388" y="252413"/>
          <p14:tracePt t="26226" x="5245100" y="252413"/>
          <p14:tracePt t="26248" x="5232400" y="265113"/>
          <p14:tracePt t="26261" x="5218113" y="265113"/>
          <p14:tracePt t="26282" x="5205413" y="265113"/>
          <p14:tracePt t="26295" x="5197475" y="279400"/>
          <p14:tracePt t="26305" x="5184775" y="279400"/>
          <p14:tracePt t="26327" x="5184775" y="292100"/>
          <p14:tracePt t="26350" x="5170488" y="300038"/>
          <p14:tracePt t="26383" x="5170488" y="312738"/>
          <p14:tracePt t="26406" x="5184775" y="312738"/>
          <p14:tracePt t="26428" x="5184775" y="327025"/>
          <p14:tracePt t="26451" x="5197475" y="327025"/>
          <p14:tracePt t="26462" x="5205413" y="327025"/>
          <p14:tracePt t="26474" x="5218113" y="327025"/>
          <p14:tracePt t="26485" x="5232400" y="327025"/>
          <p14:tracePt t="26496" x="5245100" y="327025"/>
          <p14:tracePt t="26507" x="5259388" y="327025"/>
          <p14:tracePt t="26518" x="5280025" y="327025"/>
          <p14:tracePt t="26530" x="5292725" y="327025"/>
          <p14:tracePt t="26541" x="5307013" y="312738"/>
          <p14:tracePt t="26552" x="5313363" y="312738"/>
          <p14:tracePt t="26575" x="5327650" y="300038"/>
          <p14:tracePt t="26586" x="5340350" y="292100"/>
          <p14:tracePt t="26608" x="5340350" y="279400"/>
          <p14:tracePt t="26620" x="5354638" y="265113"/>
          <p14:tracePt t="26642" x="5354638" y="252413"/>
          <p14:tracePt t="26654" x="5340350" y="252413"/>
          <p14:tracePt t="26687" x="5327650" y="244475"/>
          <p14:tracePt t="26699" x="5313363" y="244475"/>
          <p14:tracePt t="26711" x="5307013" y="244475"/>
          <p14:tracePt t="26723" x="5292725" y="244475"/>
          <p14:tracePt t="26733" x="5280025" y="244475"/>
          <p14:tracePt t="26745" x="5265738" y="244475"/>
          <p14:tracePt t="26756" x="5245100" y="244475"/>
          <p14:tracePt t="26766" x="5232400" y="244475"/>
          <p14:tracePt t="26789" x="5218113" y="252413"/>
          <p14:tracePt t="26800" x="5205413" y="252413"/>
          <p14:tracePt t="26822" x="5197475" y="252413"/>
          <p14:tracePt t="26834" x="5197475" y="265113"/>
          <p14:tracePt t="26845" x="5184775" y="265113"/>
          <p14:tracePt t="26856" x="5184775" y="279400"/>
          <p14:tracePt t="26867" x="5170488" y="279400"/>
          <p14:tracePt t="26879" x="5170488" y="292100"/>
          <p14:tracePt t="26901" x="5170488" y="300038"/>
          <p14:tracePt t="26935" x="5184775" y="312738"/>
          <p14:tracePt t="26968" x="5197475" y="312738"/>
          <p14:tracePt t="27002" x="5205413" y="312738"/>
          <p14:tracePt t="42516" x="5218113" y="300038"/>
          <p14:tracePt t="42539" x="5232400" y="292100"/>
          <p14:tracePt t="42572" x="5245100" y="279400"/>
          <p14:tracePt t="42673" x="5245100" y="265113"/>
          <p14:tracePt t="42696" x="5232400" y="265113"/>
          <p14:tracePt t="42730" x="5218113" y="265113"/>
          <p14:tracePt t="42741" x="5205413" y="252413"/>
          <p14:tracePt t="42752" x="5197475" y="252413"/>
          <p14:tracePt t="42764" x="5184775" y="252413"/>
          <p14:tracePt t="42787" x="5170488" y="252413"/>
          <p14:tracePt t="42797" x="5157788" y="252413"/>
          <p14:tracePt t="42831" x="5149850" y="252413"/>
          <p14:tracePt t="42865" x="5137150" y="252413"/>
          <p14:tracePt t="42876" x="5122863" y="265113"/>
          <p14:tracePt t="42899" x="5110163" y="265113"/>
          <p14:tracePt t="42910" x="5110163" y="279400"/>
          <p14:tracePt t="42922" x="5095875" y="279400"/>
          <p14:tracePt t="42934" x="5095875" y="292100"/>
          <p14:tracePt t="42977" x="5095875" y="300038"/>
          <p14:tracePt t="43011" x="5095875" y="312738"/>
          <p14:tracePt t="43034" x="5110163" y="312738"/>
          <p14:tracePt t="43045" x="5110163" y="327025"/>
          <p14:tracePt t="43057" x="5122863" y="327025"/>
          <p14:tracePt t="43068" x="5137150" y="327025"/>
          <p14:tracePt t="43079" x="5149850" y="327025"/>
          <p14:tracePt t="43090" x="5157788" y="339725"/>
          <p14:tracePt t="43113" x="5170488" y="339725"/>
          <p14:tracePt t="43146" x="5184775" y="339725"/>
          <p14:tracePt t="43169" x="5197475" y="339725"/>
          <p14:tracePt t="43180" x="5205413" y="339725"/>
          <p14:tracePt t="43192" x="5205413" y="327025"/>
          <p14:tracePt t="43203" x="5218113" y="327025"/>
          <p14:tracePt t="43225" x="5232400" y="327025"/>
          <p14:tracePt t="43247" x="5245100" y="327025"/>
          <p14:tracePt t="43270" x="5259388" y="327025"/>
          <p14:tracePt t="43303" x="5259388" y="312738"/>
          <p14:tracePt t="43315" x="5265738" y="312738"/>
          <p14:tracePt t="43338" x="5265738" y="300038"/>
          <p14:tracePt t="43350" x="5280025" y="300038"/>
          <p14:tracePt t="43360" x="5280025" y="292100"/>
          <p14:tracePt t="43394" x="5280025" y="279400"/>
          <p14:tracePt t="43416" x="5265738" y="265113"/>
          <p14:tracePt t="43450" x="5259388" y="252413"/>
          <p14:tracePt t="43461" x="5245100" y="252413"/>
          <p14:tracePt t="43473" x="5232400" y="244475"/>
          <p14:tracePt t="43485" x="5218113" y="244475"/>
          <p14:tracePt t="43495" x="5197475" y="244475"/>
          <p14:tracePt t="43507" x="5184775" y="231775"/>
          <p14:tracePt t="43518" x="5157788" y="231775"/>
          <p14:tracePt t="43529" x="5149850" y="231775"/>
          <p14:tracePt t="43541" x="5122863" y="231775"/>
          <p14:tracePt t="43563" x="5095875" y="231775"/>
          <p14:tracePt t="43566" x="5075238" y="231775"/>
          <p14:tracePt t="43574" x="5062538" y="231775"/>
          <p14:tracePt t="43585" x="5041900" y="244475"/>
          <p14:tracePt t="43596" x="5027613" y="244475"/>
          <p14:tracePt t="43608" x="5014913" y="244475"/>
          <p14:tracePt t="43621" x="5000625" y="252413"/>
          <p14:tracePt t="43641" x="4986338" y="252413"/>
          <p14:tracePt t="43653" x="4986338" y="265113"/>
          <p14:tracePt t="43664" x="4979988" y="265113"/>
          <p14:tracePt t="43686" x="4979988" y="279400"/>
          <p14:tracePt t="43720" x="4979988" y="292100"/>
          <p14:tracePt t="43742" x="4979988" y="300038"/>
          <p14:tracePt t="43765" x="4979988" y="312738"/>
          <p14:tracePt t="43776" x="4986338" y="312738"/>
          <p14:tracePt t="43788" x="4986338" y="327025"/>
          <p14:tracePt t="43799" x="5000625" y="339725"/>
          <p14:tracePt t="43821" x="5014913" y="339725"/>
          <p14:tracePt t="43834" x="5027613" y="354013"/>
          <p14:tracePt t="43855" x="5041900" y="354013"/>
          <p14:tracePt t="43877" x="5048250" y="354013"/>
          <p14:tracePt t="43911" x="5062538" y="354013"/>
          <p14:tracePt t="43934" x="5075238" y="354013"/>
          <p14:tracePt t="43956" x="5089525" y="354013"/>
          <p14:tracePt t="43979" x="5095875" y="339725"/>
          <p14:tracePt t="43991" x="5110163" y="339725"/>
          <p14:tracePt t="44002" x="5122863" y="339725"/>
          <p14:tracePt t="44013" x="5137150" y="339725"/>
          <p14:tracePt t="44035" x="5149850" y="339725"/>
          <p14:tracePt t="44057" x="5149850" y="327025"/>
          <p14:tracePt t="44080" x="5157788" y="327025"/>
          <p14:tracePt t="44507" x="5157788" y="312738"/>
          <p14:tracePt t="44530" x="5157788" y="300038"/>
          <p14:tracePt t="44541" x="5170488" y="300038"/>
          <p14:tracePt t="44553" x="5170488" y="292100"/>
          <p14:tracePt t="44642" x="5157788" y="292100"/>
          <p14:tracePt t="44676" x="5149850" y="292100"/>
          <p14:tracePt t="44698" x="5137150" y="292100"/>
          <p14:tracePt t="53744" x="5122863" y="292100"/>
          <p14:tracePt t="53755" x="5110163" y="300038"/>
          <p14:tracePt t="53767" x="5095875" y="300038"/>
          <p14:tracePt t="53789" x="5089525" y="312738"/>
          <p14:tracePt t="53811" x="5075238" y="312738"/>
          <p14:tracePt t="53834" x="5075238" y="327025"/>
          <p14:tracePt t="53845" x="5062538" y="327025"/>
          <p14:tracePt t="53868" x="5062538" y="339725"/>
          <p14:tracePt t="53890" x="5062538" y="354013"/>
          <p14:tracePt t="53902" x="5075238" y="354013"/>
          <p14:tracePt t="53924" x="5089525" y="354013"/>
          <p14:tracePt t="53935" x="5089525" y="360363"/>
          <p14:tracePt t="53947" x="5095875" y="360363"/>
          <p14:tracePt t="53980" x="5110163" y="360363"/>
          <p14:tracePt t="53992" x="5122863" y="360363"/>
          <p14:tracePt t="54003" x="5137150" y="360363"/>
          <p14:tracePt t="54014" x="5149850" y="360363"/>
          <p14:tracePt t="54026" x="5170488" y="360363"/>
          <p14:tracePt t="54048" x="5184775" y="360363"/>
          <p14:tracePt t="54050" x="5205413" y="360363"/>
          <p14:tracePt t="54059" x="5218113" y="360363"/>
          <p14:tracePt t="54070" x="5232400" y="354013"/>
          <p14:tracePt t="54084" x="5259388" y="354013"/>
          <p14:tracePt t="54104" x="5265738" y="354013"/>
          <p14:tracePt t="54107" x="5280025" y="354013"/>
          <p14:tracePt t="54117" x="5292725" y="354013"/>
          <p14:tracePt t="54127" x="5313363" y="339725"/>
          <p14:tracePt t="54138" x="5327650" y="339725"/>
          <p14:tracePt t="54150" x="5340350" y="339725"/>
          <p14:tracePt t="54161" x="5354638" y="339725"/>
          <p14:tracePt t="54171" x="5367338" y="339725"/>
          <p14:tracePt t="54184" x="5367338" y="327025"/>
          <p14:tracePt t="54194" x="5375275" y="327025"/>
          <p14:tracePt t="54227" x="5387975" y="327025"/>
          <p14:tracePt t="54250" x="5402263" y="327025"/>
          <p14:tracePt t="54283" x="5414963" y="327025"/>
          <p14:tracePt t="54295" x="5414963" y="312738"/>
          <p14:tracePt t="54329" x="5422900" y="312738"/>
          <p14:tracePt t="54351" x="5435600" y="300038"/>
          <p14:tracePt t="54374" x="5449888" y="300038"/>
          <p14:tracePt t="54419" x="5462588" y="300038"/>
          <p14:tracePt t="54452" x="5476875" y="300038"/>
          <p14:tracePt t="54486" x="5483225" y="300038"/>
          <p14:tracePt t="54498" x="5483225" y="292100"/>
          <p14:tracePt t="54509" x="5497513" y="292100"/>
          <p14:tracePt t="54531" x="5510213" y="292100"/>
          <p14:tracePt t="54554" x="5524500" y="292100"/>
          <p14:tracePt t="54576" x="5530850" y="292100"/>
          <p14:tracePt t="54700" x="5545138" y="292100"/>
          <p14:tracePt t="54846" x="5557838" y="292100"/>
          <p14:tracePt t="54981" x="5545138" y="292100"/>
          <p14:tracePt t="55004" x="5530850" y="300038"/>
          <p14:tracePt t="55026" x="5524500" y="300038"/>
          <p14:tracePt t="55038" x="5524500" y="312738"/>
          <p14:tracePt t="55071" x="5524500" y="327025"/>
          <p14:tracePt t="55116" x="5524500" y="339725"/>
          <p14:tracePt t="55150" x="5530850" y="354013"/>
          <p14:tracePt t="55173" x="5545138" y="354013"/>
          <p14:tracePt t="55184" x="5557838" y="354013"/>
          <p14:tracePt t="55196" x="5572125" y="360363"/>
          <p14:tracePt t="55208" x="5586413" y="360363"/>
          <p14:tracePt t="55218" x="5592763" y="360363"/>
          <p14:tracePt t="55229" x="5605463" y="360363"/>
          <p14:tracePt t="55241" x="5619750" y="360363"/>
          <p14:tracePt t="55252" x="5634038" y="360363"/>
          <p14:tracePt t="55263" x="5634038" y="354013"/>
          <p14:tracePt t="55275" x="5640388" y="354013"/>
          <p14:tracePt t="55297" x="5653088" y="339725"/>
          <p14:tracePt t="55319" x="5653088" y="327025"/>
          <p14:tracePt t="55330" x="5653088" y="312738"/>
          <p14:tracePt t="55342" x="5653088" y="300038"/>
          <p14:tracePt t="55364" x="5640388" y="292100"/>
          <p14:tracePt t="55375" x="5634038" y="292100"/>
          <p14:tracePt t="55386" x="5619750" y="279400"/>
          <p14:tracePt t="55409" x="5605463" y="279400"/>
          <p14:tracePt t="55420" x="5592763" y="265113"/>
          <p14:tracePt t="55433" x="5586413" y="265113"/>
          <p14:tracePt t="55443" x="5572125" y="265113"/>
          <p14:tracePt t="55454" x="5572125" y="279400"/>
          <p14:tracePt t="55466" x="5557838" y="279400"/>
          <p14:tracePt t="55477" x="5545138" y="279400"/>
          <p14:tracePt t="55488" x="5530850" y="292100"/>
          <p14:tracePt t="55500" x="5524500" y="292100"/>
          <p14:tracePt t="55511" x="5510213" y="300038"/>
          <p14:tracePt t="55522" x="5497513" y="312738"/>
          <p14:tracePt t="55544" x="5483225" y="327025"/>
          <p14:tracePt t="55555" x="5483225" y="339725"/>
          <p14:tracePt t="55567" x="5483225" y="354013"/>
          <p14:tracePt t="55578" x="5476875" y="360363"/>
          <p14:tracePt t="55600" x="5483225" y="374650"/>
          <p14:tracePt t="55623" x="5483225" y="387350"/>
          <p14:tracePt t="55634" x="5497513" y="387350"/>
          <p14:tracePt t="55645" x="5510213" y="401638"/>
          <p14:tracePt t="55657" x="5524500" y="401638"/>
          <p14:tracePt t="55668" x="5530850" y="401638"/>
          <p14:tracePt t="55690" x="5545138" y="401638"/>
          <p14:tracePt t="55701" x="5557838" y="401638"/>
          <p14:tracePt t="55713" x="5572125" y="401638"/>
          <p14:tracePt t="55735" x="5586413" y="401638"/>
          <p14:tracePt t="55746" x="5592763" y="401638"/>
          <p14:tracePt t="55780" x="5605463" y="387350"/>
          <p14:tracePt t="55803" x="5605463" y="374650"/>
          <p14:tracePt t="55825" x="5605463" y="360363"/>
          <p14:tracePt t="55836" x="5605463" y="354013"/>
          <p14:tracePt t="55859" x="5605463" y="339725"/>
          <p14:tracePt t="55870" x="5592763" y="327025"/>
          <p14:tracePt t="55893" x="5586413" y="312738"/>
          <p14:tracePt t="55904" x="5572125" y="312738"/>
          <p14:tracePt t="55916" x="5557838" y="312738"/>
          <p14:tracePt t="55928" x="5545138" y="312738"/>
          <p14:tracePt t="55938" x="5530850" y="300038"/>
          <p14:tracePt t="55960" x="5524500" y="312738"/>
          <p14:tracePt t="55971" x="5510213" y="312738"/>
          <p14:tracePt t="55994" x="5497513" y="312738"/>
          <p14:tracePt t="56016" x="5483225" y="312738"/>
          <p14:tracePt t="56028" x="5483225" y="327025"/>
          <p14:tracePt t="56050" x="5476875" y="339725"/>
          <p14:tracePt t="56062" x="5476875" y="354013"/>
          <p14:tracePt t="56084" x="5476875" y="360363"/>
          <p14:tracePt t="56106" x="5483225" y="360363"/>
          <p14:tracePt t="56118" x="5483225" y="374650"/>
          <p14:tracePt t="56151" x="5497513" y="374650"/>
          <p14:tracePt t="56163" x="5510213" y="374650"/>
          <p14:tracePt t="56174" x="5524500" y="374650"/>
          <p14:tracePt t="56263" x="5524500" y="360363"/>
          <p14:tracePt t="58525" x="5524500" y="374650"/>
          <p14:tracePt t="58547" x="5497513" y="374650"/>
          <p14:tracePt t="58559" x="5483225" y="374650"/>
          <p14:tracePt t="58751" x="5510213" y="387350"/>
          <p14:tracePt t="58761" x="5530850" y="387350"/>
          <p14:tracePt t="58773" x="5557838" y="387350"/>
          <p14:tracePt t="58795" x="5572125" y="387350"/>
          <p14:tracePt t="58873" x="5572125" y="374650"/>
          <p14:tracePt t="58986" x="5586413" y="374650"/>
          <p14:tracePt t="59009" x="5586413" y="360363"/>
          <p14:tracePt t="59087" x="5592763" y="360363"/>
          <p14:tracePt t="59132" x="5605463" y="360363"/>
          <p14:tracePt t="59144" x="5619750" y="360363"/>
          <p14:tracePt t="59166" x="5634038" y="360363"/>
          <p14:tracePt t="59189" x="5640388" y="360363"/>
          <p14:tracePt t="59211" x="5653088" y="360363"/>
          <p14:tracePt t="59267" x="5667375" y="360363"/>
          <p14:tracePt t="59290" x="5667375" y="354013"/>
          <p14:tracePt t="59312" x="5681663" y="354013"/>
          <p14:tracePt t="59324" x="5681663" y="339725"/>
          <p14:tracePt t="59413" x="5681663" y="327025"/>
          <p14:tracePt t="96001" x="5653088" y="327025"/>
          <p14:tracePt t="96011" x="5640388" y="327025"/>
          <p14:tracePt t="96022" x="5634038" y="327025"/>
          <p14:tracePt t="96034" x="5619750" y="327025"/>
          <p14:tracePt t="96045" x="5605463" y="327025"/>
          <p14:tracePt t="96067" x="5592763" y="327025"/>
          <p14:tracePt t="96123" x="5586413" y="339725"/>
          <p14:tracePt t="96145" x="5572125" y="354013"/>
          <p14:tracePt t="96168" x="5572125" y="360363"/>
          <p14:tracePt t="96179" x="5557838" y="374650"/>
          <p14:tracePt t="96191" x="5557838" y="387350"/>
          <p14:tracePt t="96204" x="5557838" y="401638"/>
          <p14:tracePt t="96213" x="5557838" y="407988"/>
          <p14:tracePt t="96236" x="5572125" y="434975"/>
          <p14:tracePt t="96237" x="5572125" y="461963"/>
          <p14:tracePt t="96247" x="5592763" y="469900"/>
          <p14:tracePt t="96259" x="5605463" y="496888"/>
          <p14:tracePt t="96271" x="5619750" y="509588"/>
          <p14:tracePt t="96281" x="5640388" y="517525"/>
          <p14:tracePt t="96293" x="5667375" y="530225"/>
          <p14:tracePt t="96305" x="5694363" y="544513"/>
          <p14:tracePt t="96316" x="5715000" y="544513"/>
          <p14:tracePt t="96326" x="5741988" y="544513"/>
          <p14:tracePt t="96338" x="5748338" y="544513"/>
          <p14:tracePt t="96348" x="5776913" y="544513"/>
          <p14:tracePt t="96370" x="5795963" y="544513"/>
          <p14:tracePt t="96382" x="5810250" y="544513"/>
          <p14:tracePt t="96393" x="5824538" y="544513"/>
          <p14:tracePt t="96405" x="5837238" y="530225"/>
          <p14:tracePt t="96416" x="5851525" y="530225"/>
          <p14:tracePt t="96427" x="5857875" y="530225"/>
          <p14:tracePt t="96439" x="5872163" y="530225"/>
          <p14:tracePt t="96460" x="5884863" y="530225"/>
          <p14:tracePt t="96676" x="5884863" y="517525"/>
          <p14:tracePt t="96719" x="5884863" y="509588"/>
          <p14:tracePt t="96731" x="5899150" y="509588"/>
          <p14:tracePt t="96798" x="5899150" y="496888"/>
          <p14:tracePt t="96957" x="5899150" y="482600"/>
          <p14:tracePt t="96968" x="5899150" y="469900"/>
          <p14:tracePt t="96979" x="5899150" y="461963"/>
          <p14:tracePt t="96989" x="5899150" y="449263"/>
          <p14:tracePt t="97012" x="5899150" y="434975"/>
          <p14:tracePt t="97045" x="5899150" y="422275"/>
          <p14:tracePt t="97048" x="5899150" y="407988"/>
          <p14:tracePt t="97057" x="5899150" y="401638"/>
          <p14:tracePt t="97061" x="5884863" y="387350"/>
          <p14:tracePt t="97068" x="5884863" y="374650"/>
          <p14:tracePt t="97091" x="5872163" y="360363"/>
          <p14:tracePt t="97113" x="5857875" y="360363"/>
          <p14:tracePt t="97125" x="5851525" y="354013"/>
          <p14:tracePt t="97138" x="5837238" y="354013"/>
          <p14:tracePt t="97158" x="5824538" y="354013"/>
          <p14:tracePt t="97169" x="5810250" y="354013"/>
          <p14:tracePt t="97181" x="5795963" y="354013"/>
          <p14:tracePt t="97193" x="5789613" y="360363"/>
          <p14:tracePt t="97204" x="5762625" y="360363"/>
          <p14:tracePt t="97215" x="5748338" y="374650"/>
          <p14:tracePt t="97226" x="5729288" y="387350"/>
          <p14:tracePt t="97248" x="5715000" y="401638"/>
          <p14:tracePt t="97259" x="5700713" y="407988"/>
          <p14:tracePt t="97282" x="5700713" y="422275"/>
          <p14:tracePt t="97293" x="5700713" y="434975"/>
          <p14:tracePt t="97316" x="5700713" y="449263"/>
          <p14:tracePt t="97327" x="5715000" y="449263"/>
          <p14:tracePt t="97349" x="5729288" y="449263"/>
          <p14:tracePt t="97361" x="5748338" y="461963"/>
          <p14:tracePt t="97372" x="5762625" y="461963"/>
          <p14:tracePt t="97384" x="5789613" y="461963"/>
          <p14:tracePt t="97395" x="5810250" y="461963"/>
          <p14:tracePt t="97406" x="5837238" y="461963"/>
          <p14:tracePt t="97417" x="5851525" y="461963"/>
          <p14:tracePt t="97428" x="5857875" y="461963"/>
          <p14:tracePt t="97439" x="5872163" y="461963"/>
          <p14:tracePt t="97451" x="5884863" y="449263"/>
          <p14:tracePt t="97473" x="5899150" y="434975"/>
          <p14:tracePt t="97484" x="5899150" y="422275"/>
          <p14:tracePt t="97496" x="5899150" y="407988"/>
          <p14:tracePt t="97507" x="5899150" y="401638"/>
          <p14:tracePt t="97519" x="5884863" y="387350"/>
          <p14:tracePt t="97530" x="5884863" y="374650"/>
          <p14:tracePt t="97541" x="5872163" y="360363"/>
          <p14:tracePt t="97553" x="5872163" y="354013"/>
          <p14:tracePt t="97563" x="5857875" y="354013"/>
          <p14:tracePt t="97576" x="5857875" y="339725"/>
          <p14:tracePt t="97585" x="5851525" y="339725"/>
          <p14:tracePt t="97608" x="5837238" y="339725"/>
          <p14:tracePt t="97642" x="5824538" y="339725"/>
          <p14:tracePt t="97664" x="5810250" y="354013"/>
          <p14:tracePt t="97676" x="5795963" y="360363"/>
          <p14:tracePt t="97687" x="5789613" y="360363"/>
          <p14:tracePt t="97698" x="5776913" y="374650"/>
          <p14:tracePt t="97720" x="5776913" y="387350"/>
          <p14:tracePt t="97754" x="5776913" y="401638"/>
          <p14:tracePt t="97788" x="5789613" y="401638"/>
          <p14:tracePt t="97810" x="5795963" y="401638"/>
          <p14:tracePt t="97822" x="5810250" y="401638"/>
          <p14:tracePt t="97833" x="5824538" y="401638"/>
          <p14:tracePt t="97845" x="5837238" y="387350"/>
          <p14:tracePt t="97867" x="5851525" y="374650"/>
          <p14:tracePt t="97878" x="5851525" y="360363"/>
          <p14:tracePt t="97900" x="5851525" y="354013"/>
          <p14:tracePt t="97912" x="5837238" y="354013"/>
          <p14:tracePt t="97923" x="5837238" y="339725"/>
          <p14:tracePt t="97936" x="5824538" y="339725"/>
          <p14:tracePt t="97968" x="5810250" y="339725"/>
          <p14:tracePt t="97991" x="5795963" y="354013"/>
          <p14:tracePt t="98002" x="5789613" y="360363"/>
          <p14:tracePt t="98014" x="5776913" y="374650"/>
          <p14:tracePt t="98035" x="5776913" y="387350"/>
          <p14:tracePt t="98058" x="5776913" y="401638"/>
          <p14:tracePt t="98092" x="5789613" y="407988"/>
          <p14:tracePt t="98103" x="5795963" y="407988"/>
          <p14:tracePt t="98114" x="5810250" y="407988"/>
          <p14:tracePt t="98127" x="5824538" y="422275"/>
          <p14:tracePt t="98137" x="5837238" y="422275"/>
          <p14:tracePt t="98149" x="5857875" y="422275"/>
          <p14:tracePt t="98170" x="5884863" y="422275"/>
          <p14:tracePt t="98182" x="5899150" y="422275"/>
          <p14:tracePt t="98204" x="5905500" y="422275"/>
          <p14:tracePt t="100580" x="5899150" y="422275"/>
          <p14:tracePt t="100590" x="5884863" y="422275"/>
          <p14:tracePt t="100600" x="5872163" y="422275"/>
          <p14:tracePt t="100612" x="5857875" y="422275"/>
          <p14:tracePt t="100623" x="5837238" y="422275"/>
          <p14:tracePt t="100634" x="5810250" y="422275"/>
          <p14:tracePt t="100646" x="5776913" y="422275"/>
          <p14:tracePt t="100657" x="5741988" y="422275"/>
          <p14:tracePt t="100668" x="5694363" y="422275"/>
          <p14:tracePt t="100679" x="5667375" y="422275"/>
          <p14:tracePt t="100690" x="5619750" y="422275"/>
          <p14:tracePt t="100703" x="5592763" y="422275"/>
          <p14:tracePt t="100715" x="5572125" y="422275"/>
          <p14:tracePt t="100726" x="5557838" y="422275"/>
          <p14:tracePt t="100736" x="5545138" y="422275"/>
          <p14:tracePt t="100747" x="5530850" y="422275"/>
          <p14:tracePt t="100769" x="5524500" y="422275"/>
          <p14:tracePt t="100825" x="5510213" y="422275"/>
          <p14:tracePt t="100848" x="5497513" y="422275"/>
          <p14:tracePt t="100859" x="5483225" y="422275"/>
          <p14:tracePt t="100871" x="5476875" y="422275"/>
          <p14:tracePt t="100893" x="5462588" y="422275"/>
          <p14:tracePt t="100904" x="5449888" y="407988"/>
          <p14:tracePt t="100927" x="5435600" y="407988"/>
          <p14:tracePt t="101242" x="5435600" y="401638"/>
          <p14:tracePt t="101244" x="5435600" y="387350"/>
          <p14:tracePt t="101253" x="5435600" y="360363"/>
          <p14:tracePt t="101256" x="5435600" y="354013"/>
          <p14:tracePt t="101264" x="5435600" y="339725"/>
          <p14:tracePt t="101269" x="5435600" y="327025"/>
          <p14:tracePt t="101276" x="5422900" y="327025"/>
          <p14:tracePt t="101289" x="5422900" y="312738"/>
          <p14:tracePt t="101321" x="5414963" y="312738"/>
          <p14:tracePt t="101343" x="5402263" y="312738"/>
          <p14:tracePt t="101354" x="5387975" y="312738"/>
          <p14:tracePt t="101366" x="5375275" y="312738"/>
          <p14:tracePt t="101377" x="5354638" y="312738"/>
          <p14:tracePt t="101388" x="5327650" y="312738"/>
          <p14:tracePt t="101399" x="5307013" y="312738"/>
          <p14:tracePt t="101411" x="5280025" y="312738"/>
          <p14:tracePt t="101422" x="5265738" y="312738"/>
          <p14:tracePt t="101433" x="5259388" y="312738"/>
          <p14:tracePt t="101445" x="5245100" y="312738"/>
          <p14:tracePt t="101456" x="5232400" y="327025"/>
          <p14:tracePt t="101478" x="5218113" y="339725"/>
          <p14:tracePt t="101490" x="5218113" y="354013"/>
          <p14:tracePt t="101501" x="5218113" y="360363"/>
          <p14:tracePt t="101523" x="5218113" y="374650"/>
          <p14:tracePt t="101568" x="5232400" y="374650"/>
          <p14:tracePt t="101590" x="5245100" y="374650"/>
          <p14:tracePt t="101602" x="5259388" y="374650"/>
          <p14:tracePt t="101614" x="5265738" y="374650"/>
          <p14:tracePt t="101625" x="5280025" y="374650"/>
          <p14:tracePt t="101635" x="5292725" y="360363"/>
          <p14:tracePt t="101648" x="5313363" y="360363"/>
          <p14:tracePt t="101659" x="5313363" y="354013"/>
          <p14:tracePt t="101670" x="5327650" y="339725"/>
          <p14:tracePt t="101692" x="5327650" y="327025"/>
          <p14:tracePt t="101725" x="5327650" y="312738"/>
          <p14:tracePt t="101770" x="5313363" y="312738"/>
          <p14:tracePt t="101917" x="5313363" y="327025"/>
          <p14:tracePt t="101939" x="5313363" y="339725"/>
          <p14:tracePt t="101984" x="5327650" y="354013"/>
          <p14:tracePt t="102040" x="5340350" y="354013"/>
          <p14:tracePt t="102074" x="5354638" y="339725"/>
          <p14:tracePt t="102108" x="5354638" y="327025"/>
          <p14:tracePt t="105080" x="5367338" y="312738"/>
          <p14:tracePt t="105089" x="5375275" y="312738"/>
          <p14:tracePt t="105101" x="5387975" y="312738"/>
          <p14:tracePt t="105124" x="5402263" y="312738"/>
          <p14:tracePt t="105135" x="5402263" y="300038"/>
          <p14:tracePt t="105146" x="5414963" y="300038"/>
          <p14:tracePt t="105181" x="5422900" y="300038"/>
          <p14:tracePt t="105191" x="5422900" y="292100"/>
          <p14:tracePt t="105224" x="5435600" y="292100"/>
          <p14:tracePt t="105247" x="5435600" y="279400"/>
          <p14:tracePt t="105258" x="5449888" y="279400"/>
          <p14:tracePt t="105269" x="5449888" y="265113"/>
          <p14:tracePt t="105283" x="5462588" y="265113"/>
          <p14:tracePt t="105293" x="5462588" y="252413"/>
          <p14:tracePt t="105304" x="5476875" y="252413"/>
          <p14:tracePt t="105317" x="5483225" y="244475"/>
          <p14:tracePt t="105326" x="5483225" y="231775"/>
          <p14:tracePt t="105348" x="5497513" y="231775"/>
          <p14:tracePt t="105359" x="5497513" y="217488"/>
          <p14:tracePt t="105382" x="5497513" y="204788"/>
          <p14:tracePt t="105449" x="5497513" y="190500"/>
          <p14:tracePt t="105472" x="5497513" y="184150"/>
          <p14:tracePt t="105494" x="5483225" y="169863"/>
          <p14:tracePt t="105517" x="5483225" y="157163"/>
          <p14:tracePt t="105528" x="5476875" y="142875"/>
          <p14:tracePt t="105551" x="5462588" y="142875"/>
          <p14:tracePt t="105562" x="5462588" y="136525"/>
          <p14:tracePt t="105584" x="5449888" y="136525"/>
          <p14:tracePt t="105697" x="5435600" y="136525"/>
          <p14:tracePt t="105719" x="5422900" y="136525"/>
          <p14:tracePt t="105731" x="5414963" y="136525"/>
          <p14:tracePt t="105742" x="5414963" y="142875"/>
          <p14:tracePt t="105753" x="5402263" y="142875"/>
          <p14:tracePt t="105798" x="5402263" y="157163"/>
          <p14:tracePt t="105854" x="5402263" y="169863"/>
          <p14:tracePt t="105877" x="5414963" y="169863"/>
          <p14:tracePt t="105888" x="5422900" y="169863"/>
          <p14:tracePt t="105900" x="5435600" y="157163"/>
          <p14:tracePt t="105913" x="5449888" y="157163"/>
          <p14:tracePt t="105922" x="5462588" y="142875"/>
          <p14:tracePt t="105934" x="5476875" y="142875"/>
          <p14:tracePt t="105945" x="5497513" y="136525"/>
          <p14:tracePt t="105956" x="5497513" y="109538"/>
          <p14:tracePt t="105968" x="5510213" y="95250"/>
          <p14:tracePt t="105979" x="5510213" y="80963"/>
          <p14:tracePt t="106001" x="5510213" y="74613"/>
          <p14:tracePt t="106012" x="5497513" y="74613"/>
          <p14:tracePt t="106023" x="5497513" y="61913"/>
          <p14:tracePt t="106035" x="5483225" y="61913"/>
          <p14:tracePt t="106046" x="5476875" y="61913"/>
          <p14:tracePt t="106057" x="5449888" y="61913"/>
          <p14:tracePt t="106068" x="5435600" y="61913"/>
          <p14:tracePt t="106080" x="5414963" y="61913"/>
          <p14:tracePt t="106091" x="5375275" y="74613"/>
          <p14:tracePt t="106102" x="5367338" y="74613"/>
          <p14:tracePt t="106113" x="5340350" y="80963"/>
          <p14:tracePt t="106124" x="5327650" y="95250"/>
          <p14:tracePt t="106136" x="5327650" y="109538"/>
          <p14:tracePt t="106147" x="5313363" y="122238"/>
          <p14:tracePt t="106170" x="5313363" y="136525"/>
          <p14:tracePt t="106181" x="5327650" y="142875"/>
          <p14:tracePt t="106192" x="5354638" y="142875"/>
          <p14:tracePt t="106204" x="5375275" y="157163"/>
          <p14:tracePt t="106215" x="5402263" y="157163"/>
          <p14:tracePt t="106226" x="5422900" y="157163"/>
          <p14:tracePt t="106237" x="5449888" y="157163"/>
          <p14:tracePt t="106248" x="5462588" y="142875"/>
          <p14:tracePt t="106260" x="5476875" y="142875"/>
          <p14:tracePt t="106271" x="5476875" y="136525"/>
          <p14:tracePt t="106282" x="5476875" y="122238"/>
          <p14:tracePt t="106293" x="5476875" y="109538"/>
          <p14:tracePt t="106305" x="5462588" y="95250"/>
          <p14:tracePt t="106316" x="5435600" y="80963"/>
          <p14:tracePt t="106328" x="5414963" y="74613"/>
          <p14:tracePt t="106338" x="5375275" y="61913"/>
          <p14:tracePt t="106350" x="5354638" y="47625"/>
          <p14:tracePt t="106361" x="5313363" y="47625"/>
          <p14:tracePt t="106372" x="5292725" y="47625"/>
          <p14:tracePt t="106383" x="5280025" y="47625"/>
          <p14:tracePt t="106395" x="5265738" y="61913"/>
          <p14:tracePt t="106406" x="5259388" y="61913"/>
          <p14:tracePt t="106417" x="5259388" y="74613"/>
          <p14:tracePt t="106429" x="5259388" y="80963"/>
          <p14:tracePt t="106439" x="5259388" y="95250"/>
          <p14:tracePt t="106451" x="5265738" y="109538"/>
          <p14:tracePt t="106484" x="5292725" y="122238"/>
          <p14:tracePt t="106487" x="5307013" y="122238"/>
          <p14:tracePt t="106498" x="5313363" y="122238"/>
          <p14:tracePt t="106500" x="5340350" y="122238"/>
          <p14:tracePt t="106508" x="5367338" y="122238"/>
          <p14:tracePt t="106520" x="5375275" y="122238"/>
          <p14:tracePt t="106530" x="5387975" y="109538"/>
          <p14:tracePt t="106541" x="5402263" y="109538"/>
          <p14:tracePt t="106552" x="5402263" y="95250"/>
          <p14:tracePt t="106574" x="5402263" y="80963"/>
          <p14:tracePt t="106586" x="5387975" y="80963"/>
          <p14:tracePt t="106597" x="5387975" y="74613"/>
          <p14:tracePt t="106608" x="5367338" y="74613"/>
          <p14:tracePt t="106620" x="5340350" y="61913"/>
          <p14:tracePt t="106631" x="5327650" y="61913"/>
          <p14:tracePt t="106642" x="5292725" y="61913"/>
          <p14:tracePt t="106653" x="5265738" y="61913"/>
          <p14:tracePt t="106665" x="5245100" y="74613"/>
          <p14:tracePt t="106676" x="5232400" y="74613"/>
          <p14:tracePt t="106687" x="5218113" y="80963"/>
          <p14:tracePt t="106699" x="5218113" y="95250"/>
          <p14:tracePt t="106709" x="5218113" y="109538"/>
          <p14:tracePt t="106721" x="5218113" y="122238"/>
          <p14:tracePt t="106732" x="5218113" y="136525"/>
          <p14:tracePt t="106743" x="5232400" y="136525"/>
          <p14:tracePt t="106755" x="5259388" y="142875"/>
          <p14:tracePt t="106766" x="5265738" y="142875"/>
          <p14:tracePt t="106778" x="5292725" y="142875"/>
          <p14:tracePt t="106788" x="5313363" y="142875"/>
          <p14:tracePt t="106799" x="5327650" y="142875"/>
          <p14:tracePt t="106812" x="5340350" y="142875"/>
          <p14:tracePt t="106822" x="5340350" y="136525"/>
          <p14:tracePt t="106833" x="5354638" y="122238"/>
          <p14:tracePt t="106845" x="5354638" y="95250"/>
          <p14:tracePt t="106855" x="5340350" y="80963"/>
          <p14:tracePt t="106867" x="5313363" y="47625"/>
          <p14:tracePt t="106879" x="5292725" y="26988"/>
          <p14:tracePt t="107015" x="4938713" y="14288"/>
          <p14:tracePt t="107024" x="4938713" y="26988"/>
          <p14:tracePt t="107036" x="4967288" y="47625"/>
          <p14:tracePt t="107048" x="4979988" y="61913"/>
          <p14:tracePt t="107059" x="5014913" y="74613"/>
          <p14:tracePt t="107071" x="5062538" y="80963"/>
          <p14:tracePt t="107081" x="5095875" y="80963"/>
          <p14:tracePt t="107092" x="5122863" y="80963"/>
          <p14:tracePt t="107104" x="5149850" y="80963"/>
          <p14:tracePt t="107114" x="5170488" y="74613"/>
          <p14:tracePt t="107125" x="5184775" y="61913"/>
          <p14:tracePt t="107148" x="5184775" y="47625"/>
          <p14:tracePt t="107159" x="5184775" y="33338"/>
          <p14:tracePt t="107171" x="5170488" y="26988"/>
          <p14:tracePt t="107182" x="5170488" y="14288"/>
          <p14:tracePt t="107252" x="5095875" y="14288"/>
          <p14:tracePt t="107262" x="5089525" y="26988"/>
          <p14:tracePt t="107272" x="5089525" y="33338"/>
          <p14:tracePt t="107294" x="5095875" y="47625"/>
          <p14:tracePt t="107297" x="5095875" y="61913"/>
          <p14:tracePt t="107308" x="5122863" y="74613"/>
          <p14:tracePt t="107319" x="5137150" y="80963"/>
          <p14:tracePt t="107330" x="5170488" y="80963"/>
          <p14:tracePt t="107340" x="5197475" y="80963"/>
          <p14:tracePt t="107351" x="5232400" y="80963"/>
          <p14:tracePt t="107362" x="5245100" y="74613"/>
          <p14:tracePt t="107373" x="5259388" y="61913"/>
          <p14:tracePt t="107385" x="5265738" y="47625"/>
          <p14:tracePt t="107396" x="5265738" y="26988"/>
          <p14:tracePt t="107407" x="5265738" y="14288"/>
          <p14:tracePt t="107567" x="5062538" y="26988"/>
          <p14:tracePt t="107576" x="5075238" y="47625"/>
          <p14:tracePt t="107588" x="5089525" y="74613"/>
          <p14:tracePt t="107599" x="5110163" y="80963"/>
          <p14:tracePt t="107609" x="5149850" y="95250"/>
          <p14:tracePt t="107622" x="5170488" y="95250"/>
          <p14:tracePt t="107632" x="5205413" y="109538"/>
          <p14:tracePt t="107643" x="5232400" y="109538"/>
          <p14:tracePt t="107654" x="5245100" y="95250"/>
          <p14:tracePt t="107666" x="5259388" y="95250"/>
          <p14:tracePt t="107677" x="5265738" y="95250"/>
          <p14:tracePt t="107689" x="5265738" y="80963"/>
          <p14:tracePt t="107722" x="5265738" y="74613"/>
          <p14:tracePt t="112966" x="5265738" y="95250"/>
          <p14:tracePt t="112987" x="5265738" y="109538"/>
          <p14:tracePt t="112998" x="5265738" y="122238"/>
          <p14:tracePt t="113010" x="5265738" y="136525"/>
          <p14:tracePt t="113021" x="5265738" y="157163"/>
          <p14:tracePt t="113032" x="5265738" y="169863"/>
          <p14:tracePt t="113044" x="5259388" y="204788"/>
          <p14:tracePt t="113055" x="5232400" y="252413"/>
          <p14:tracePt t="113066" x="5218113" y="292100"/>
          <p14:tracePt t="113077" x="5205413" y="327025"/>
          <p14:tracePt t="113089" x="5184775" y="374650"/>
          <p14:tracePt t="113100" x="5170488" y="434975"/>
          <p14:tracePt t="113111" x="5149850" y="482600"/>
          <p14:tracePt t="113123" x="5149850" y="517525"/>
          <p14:tracePt t="113133" x="5137150" y="577850"/>
          <p14:tracePt t="113145" x="5122863" y="625475"/>
          <p14:tracePt t="113156" x="5122863" y="666750"/>
          <p14:tracePt t="113169" x="5110163" y="700088"/>
          <p14:tracePt t="113178" x="5110163" y="747713"/>
          <p14:tracePt t="113190" x="5095875" y="788988"/>
          <p14:tracePt t="113202" x="5075238" y="809625"/>
          <p14:tracePt t="113212" x="5048250" y="823913"/>
          <p14:tracePt t="113538" x="5048250" y="809625"/>
          <p14:tracePt t="113560" x="5041900" y="795338"/>
          <p14:tracePt t="113572" x="5014913" y="788988"/>
          <p14:tracePt t="113583" x="4986338" y="776288"/>
          <p14:tracePt t="113594" x="4979988" y="762000"/>
          <p14:tracePt t="113607" x="4967288" y="747713"/>
          <p14:tracePt t="113618" x="4953000" y="747713"/>
          <p14:tracePt t="113628" x="4938713" y="735013"/>
          <p14:tracePt t="113651" x="4932363" y="735013"/>
          <p14:tracePt t="113695" x="4932363" y="728663"/>
          <p14:tracePt t="113751" x="4919663" y="728663"/>
          <p14:tracePt t="113774" x="4919663" y="714375"/>
          <p14:tracePt t="113797" x="4905375" y="700088"/>
          <p14:tracePt t="113820" x="4891088" y="700088"/>
          <p14:tracePt t="113831" x="4891088" y="687388"/>
          <p14:tracePt t="113842" x="4884738" y="687388"/>
          <p14:tracePt t="113854" x="4872038" y="681038"/>
          <p14:tracePt t="113876" x="4857750" y="666750"/>
          <p14:tracePt t="113887" x="4830763" y="666750"/>
          <p14:tracePt t="113898" x="4824413" y="652463"/>
          <p14:tracePt t="113910" x="4810125" y="639763"/>
          <p14:tracePt t="113921" x="4783138" y="639763"/>
          <p14:tracePt t="113932" x="4776788" y="625475"/>
          <p14:tracePt t="113943" x="4748213" y="619125"/>
          <p14:tracePt t="113956" x="4735513" y="619125"/>
          <p14:tracePt t="113966" x="4714875" y="604838"/>
          <p14:tracePt t="113977" x="4700588" y="604838"/>
          <p14:tracePt t="113988" x="4673600" y="592138"/>
          <p14:tracePt t="114000" x="4652963" y="592138"/>
          <p14:tracePt t="114010" x="4640263" y="592138"/>
          <p14:tracePt t="114022" x="4613275" y="577850"/>
          <p14:tracePt t="114033" x="4592638" y="577850"/>
          <p14:tracePt t="114045" x="4565650" y="571500"/>
          <p14:tracePt t="114057" x="4545013" y="571500"/>
          <p14:tracePt t="114067" x="4503738" y="571500"/>
          <p14:tracePt t="114078" x="4470400" y="571500"/>
          <p14:tracePt t="114089" x="4449763" y="557213"/>
          <p14:tracePt t="114101" x="4408488" y="557213"/>
          <p14:tracePt t="114112" x="4387850" y="557213"/>
          <p14:tracePt t="114124" x="4360863" y="557213"/>
          <p14:tracePt t="114135" x="4327525" y="557213"/>
          <p14:tracePt t="114146" x="4300538" y="571500"/>
          <p14:tracePt t="114158" x="4279900" y="571500"/>
          <p14:tracePt t="114168" x="4252913" y="571500"/>
          <p14:tracePt t="114180" x="4217988" y="577850"/>
          <p14:tracePt t="114191" x="4184650" y="577850"/>
          <p14:tracePt t="114202" x="4143375" y="577850"/>
          <p14:tracePt t="114215" x="4110038" y="592138"/>
          <p14:tracePt t="114224" x="4075113" y="604838"/>
          <p14:tracePt t="114236" x="4033838" y="619125"/>
          <p14:tracePt t="114248" x="4014788" y="625475"/>
          <p14:tracePt t="114258" x="3973513" y="639763"/>
          <p14:tracePt t="114270" x="3952875" y="652463"/>
          <p14:tracePt t="114281" x="3925888" y="681038"/>
          <p14:tracePt t="114292" x="3911600" y="687388"/>
          <p14:tracePt t="114303" x="3890963" y="700088"/>
          <p14:tracePt t="114315" x="3878263" y="728663"/>
          <p14:tracePt t="114326" x="3878263" y="735013"/>
          <p14:tracePt t="114337" x="3863975" y="762000"/>
          <p14:tracePt t="114349" x="3863975" y="776288"/>
          <p14:tracePt t="114359" x="3863975" y="795338"/>
          <p14:tracePt t="114371" x="3863975" y="823913"/>
          <p14:tracePt t="114382" x="3863975" y="842963"/>
          <p14:tracePt t="114393" x="3863975" y="884238"/>
          <p14:tracePt t="114404" x="3878263" y="919163"/>
          <p14:tracePt t="114416" x="3890963" y="946150"/>
          <p14:tracePt t="114427" x="3905250" y="966788"/>
          <p14:tracePt t="114439" x="3925888" y="993775"/>
          <p14:tracePt t="114450" x="3952875" y="1006475"/>
          <p14:tracePt t="114461" x="3973513" y="1014413"/>
          <p14:tracePt t="114473" x="4000500" y="1027113"/>
          <p14:tracePt t="114483" x="4021138" y="1041400"/>
          <p14:tracePt t="114494" x="4062413" y="1041400"/>
          <p14:tracePt t="114506" x="4081463" y="1054100"/>
          <p14:tracePt t="114517" x="4110038" y="1054100"/>
          <p14:tracePt t="114528" x="4143375" y="1054100"/>
          <p14:tracePt t="114539" x="4170363" y="1054100"/>
          <p14:tracePt t="114551" x="4205288" y="1054100"/>
          <p14:tracePt t="114562" x="4217988" y="1054100"/>
          <p14:tracePt t="114573" x="4252913" y="1054100"/>
          <p14:tracePt t="114585" x="4286250" y="1041400"/>
          <p14:tracePt t="114597" x="4313238" y="1041400"/>
          <p14:tracePt t="114607" x="4348163" y="1027113"/>
          <p14:tracePt t="114618" x="4375150" y="1027113"/>
          <p14:tracePt t="114631" x="4408488" y="1014413"/>
          <p14:tracePt t="114641" x="4435475" y="993775"/>
          <p14:tracePt t="114652" x="4470400" y="966788"/>
          <p14:tracePt t="114665" x="4497388" y="946150"/>
          <p14:tracePt t="114674" x="4530725" y="919163"/>
          <p14:tracePt t="114686" x="4545013" y="884238"/>
          <p14:tracePt t="114698" x="4565650" y="836613"/>
          <p14:tracePt t="114708" x="4565650" y="809625"/>
          <p14:tracePt t="114720" x="4565650" y="776288"/>
          <p14:tracePt t="114731" x="4565650" y="747713"/>
          <p14:tracePt t="114742" x="4565650" y="728663"/>
          <p14:tracePt t="114753" x="4557713" y="700088"/>
          <p14:tracePt t="114765" x="4545013" y="687388"/>
          <p14:tracePt t="114776" x="4518025" y="666750"/>
          <p14:tracePt t="114787" x="4497388" y="639763"/>
          <p14:tracePt t="114799" x="4470400" y="625475"/>
          <p14:tracePt t="114809" x="4449763" y="619125"/>
          <p14:tracePt t="114821" x="4408488" y="604838"/>
          <p14:tracePt t="114833" x="4375150" y="604838"/>
          <p14:tracePt t="114843" x="4340225" y="592138"/>
          <p14:tracePt t="114866" x="4286250" y="592138"/>
          <p14:tracePt t="114868" x="4232275" y="592138"/>
          <p14:tracePt t="114880" x="4184650" y="592138"/>
          <p14:tracePt t="114890" x="4129088" y="592138"/>
          <p14:tracePt t="114900" x="4075113" y="592138"/>
          <p14:tracePt t="114911" x="4014788" y="604838"/>
          <p14:tracePt t="114922" x="3938588" y="619125"/>
          <p14:tracePt t="114933" x="3890963" y="639763"/>
          <p14:tracePt t="114945" x="3816350" y="652463"/>
          <p14:tracePt t="114956" x="3768725" y="687388"/>
          <p14:tracePt t="114967" x="3721100" y="714375"/>
          <p14:tracePt t="114978" x="3694113" y="735013"/>
          <p14:tracePt t="114990" x="3673475" y="747713"/>
          <p14:tracePt t="115001" x="3660775" y="776288"/>
          <p14:tracePt t="115012" x="3646488" y="809625"/>
          <p14:tracePt t="115023" x="3646488" y="823913"/>
          <p14:tracePt t="115035" x="3646488" y="842963"/>
          <p14:tracePt t="115047" x="3646488" y="871538"/>
          <p14:tracePt t="115057" x="3646488" y="898525"/>
          <p14:tracePt t="115068" x="3660775" y="904875"/>
          <p14:tracePt t="115081" x="3673475" y="931863"/>
          <p14:tracePt t="115091" x="3687763" y="946150"/>
          <p14:tracePt t="115102" x="3708400" y="966788"/>
          <p14:tracePt t="115114" x="3748088" y="993775"/>
          <p14:tracePt t="115125" x="3768725" y="1006475"/>
          <p14:tracePt t="115136" x="3803650" y="1027113"/>
          <p14:tracePt t="115148" x="3857625" y="1041400"/>
          <p14:tracePt t="115158" x="3905250" y="1054100"/>
          <p14:tracePt t="115170" x="3925888" y="1054100"/>
          <p14:tracePt t="115181" x="3973513" y="1062038"/>
          <p14:tracePt t="115192" x="4021138" y="1062038"/>
          <p14:tracePt t="115203" x="4062413" y="1062038"/>
          <p14:tracePt t="115215" x="4095750" y="1062038"/>
          <p14:tracePt t="115226" x="4129088" y="1062038"/>
          <p14:tracePt t="115237" x="4157663" y="1054100"/>
          <p14:tracePt t="115259" x="4191000" y="1041400"/>
          <p14:tracePt t="115266" x="4217988" y="1027113"/>
          <p14:tracePt t="115271" x="4252913" y="1006475"/>
          <p14:tracePt t="115285" x="4279900" y="979488"/>
          <p14:tracePt t="115294" x="4300538" y="952500"/>
          <p14:tracePt t="115306" x="4327525" y="931863"/>
          <p14:tracePt t="115317" x="4340225" y="898525"/>
          <p14:tracePt t="115327" x="4348163" y="857250"/>
          <p14:tracePt t="115338" x="4348163" y="836613"/>
          <p14:tracePt t="115350" x="4360863" y="809625"/>
          <p14:tracePt t="115361" x="4348163" y="788988"/>
          <p14:tracePt t="115373" x="4348163" y="762000"/>
          <p14:tracePt t="115383" x="4348163" y="735013"/>
          <p14:tracePt t="115394" x="4340225" y="714375"/>
          <p14:tracePt t="115406" x="4327525" y="700088"/>
          <p14:tracePt t="115417" x="4300538" y="681038"/>
          <p14:tracePt t="115429" x="4286250" y="666750"/>
          <p14:tracePt t="115440" x="4279900" y="666750"/>
          <p14:tracePt t="115451" x="4252913" y="652463"/>
          <p14:tracePt t="115462" x="4232275" y="652463"/>
          <p14:tracePt t="115473" x="4205288" y="652463"/>
          <p14:tracePt t="115484" x="4191000" y="652463"/>
          <p14:tracePt t="115497" x="4170363" y="652463"/>
          <p14:tracePt t="115507" x="4129088" y="652463"/>
          <p14:tracePt t="115518" x="4110038" y="652463"/>
          <p14:tracePt t="115531" x="4081463" y="666750"/>
          <p14:tracePt t="115541" x="4033838" y="681038"/>
          <p14:tracePt t="115552" x="4000500" y="687388"/>
          <p14:tracePt t="115565" x="3952875" y="714375"/>
          <p14:tracePt t="115575" x="3911600" y="735013"/>
          <p14:tracePt t="115586" x="3878263" y="762000"/>
          <p14:tracePt t="115598" x="3830638" y="795338"/>
          <p14:tracePt t="115608" x="3803650" y="823913"/>
          <p14:tracePt t="115620" x="3803650" y="836613"/>
          <p14:tracePt t="115631" x="3795713" y="857250"/>
          <p14:tracePt t="115642" x="3783013" y="871538"/>
          <p14:tracePt t="115653" x="3783013" y="884238"/>
          <p14:tracePt t="115665" x="3783013" y="904875"/>
          <p14:tracePt t="115676" x="3783013" y="919163"/>
          <p14:tracePt t="115687" x="3783013" y="946150"/>
          <p14:tracePt t="115700" x="3783013" y="952500"/>
          <p14:tracePt t="115710" x="3795713" y="979488"/>
          <p14:tracePt t="115721" x="3803650" y="993775"/>
          <p14:tracePt t="115732" x="3816350" y="1006475"/>
          <p14:tracePt t="115743" x="3843338" y="1027113"/>
          <p14:tracePt t="115755" x="3863975" y="1041400"/>
          <p14:tracePt t="115766" x="3890963" y="1054100"/>
          <p14:tracePt t="115777" x="3925888" y="1062038"/>
          <p14:tracePt t="115789" x="3967163" y="1074738"/>
          <p14:tracePt t="115800" x="4014788" y="1089025"/>
          <p14:tracePt t="115811" x="4048125" y="1101725"/>
          <p14:tracePt t="115823" x="4081463" y="1101725"/>
          <p14:tracePt t="115833" x="4129088" y="1101725"/>
          <p14:tracePt t="115844" x="4170363" y="1101725"/>
          <p14:tracePt t="115856" x="4191000" y="1089025"/>
          <p14:tracePt t="115867" x="4217988" y="1089025"/>
          <p14:tracePt t="115878" x="4232275" y="1074738"/>
          <p14:tracePt t="115890" x="4252913" y="1062038"/>
          <p14:tracePt t="115923" x="4265613" y="1054100"/>
          <p14:tracePt t="115926" x="4279900" y="1041400"/>
          <p14:tracePt t="115935" x="4279900" y="1014413"/>
          <p14:tracePt t="115939" x="4286250" y="1006475"/>
          <p14:tracePt t="115949" x="4286250" y="979488"/>
          <p14:tracePt t="115958" x="4286250" y="952500"/>
          <p14:tracePt t="115970" x="4286250" y="946150"/>
          <p14:tracePt t="115980" x="4286250" y="919163"/>
          <p14:tracePt t="115991" x="4286250" y="898525"/>
          <p14:tracePt t="116002" x="4286250" y="871538"/>
          <p14:tracePt t="116015" x="4286250" y="842963"/>
          <p14:tracePt t="116024" x="4279900" y="836613"/>
          <p14:tracePt t="116036" x="4265613" y="823913"/>
          <p14:tracePt t="116048" x="4252913" y="795338"/>
          <p14:tracePt t="116058" x="4238625" y="788988"/>
          <p14:tracePt t="116069" x="4217988" y="762000"/>
          <p14:tracePt t="116081" x="4205288" y="747713"/>
          <p14:tracePt t="116092" x="4184650" y="747713"/>
          <p14:tracePt t="116103" x="4170363" y="735013"/>
          <p14:tracePt t="116115" x="4157663" y="735013"/>
          <p14:tracePt t="116126" x="4143375" y="728663"/>
          <p14:tracePt t="116137" x="4122738" y="728663"/>
          <p14:tracePt t="116149" x="4110038" y="728663"/>
          <p14:tracePt t="116159" x="4095750" y="728663"/>
          <p14:tracePt t="116171" x="4081463" y="728663"/>
          <p14:tracePt t="116183" x="4048125" y="735013"/>
          <p14:tracePt t="116193" x="4014788" y="762000"/>
          <p14:tracePt t="116205" x="3967163" y="788988"/>
          <p14:tracePt t="116216" x="3925888" y="809625"/>
          <p14:tracePt t="116227" x="3905250" y="823913"/>
          <p14:tracePt t="116239" x="3878263" y="842963"/>
          <p14:tracePt t="116250" x="3863975" y="857250"/>
          <p14:tracePt t="116261" x="3843338" y="884238"/>
          <p14:tracePt t="116273" x="3843338" y="898525"/>
          <p14:tracePt t="116284" x="3830638" y="904875"/>
          <p14:tracePt t="116295" x="3816350" y="931863"/>
          <p14:tracePt t="116306" x="3816350" y="952500"/>
          <p14:tracePt t="116317" x="3816350" y="979488"/>
          <p14:tracePt t="116328" x="3816350" y="993775"/>
          <p14:tracePt t="116340" x="3816350" y="1006475"/>
          <p14:tracePt t="116351" x="3830638" y="1027113"/>
          <p14:tracePt t="116362" x="3843338" y="1027113"/>
          <p14:tracePt t="116373" x="3857625" y="1041400"/>
          <p14:tracePt t="116385" x="3863975" y="1041400"/>
          <p14:tracePt t="116397" x="3878263" y="1054100"/>
          <p14:tracePt t="116407" x="3890963" y="1054100"/>
          <p14:tracePt t="116419" x="3905250" y="1054100"/>
          <p14:tracePt t="116431" x="3925888" y="1054100"/>
          <p14:tracePt t="116441" x="3967163" y="1054100"/>
          <p14:tracePt t="116452" x="3986213" y="1054100"/>
          <p14:tracePt t="116465" x="4014788" y="1041400"/>
          <p14:tracePt t="116475" x="4048125" y="1041400"/>
          <p14:tracePt t="116486" x="4081463" y="1041400"/>
          <p14:tracePt t="116498" x="4110038" y="1027113"/>
          <p14:tracePt t="116508" x="4122738" y="1014413"/>
          <p14:tracePt t="116519" x="4143375" y="1006475"/>
          <p14:tracePt t="116531" x="4157663" y="993775"/>
          <p14:tracePt t="116542" x="4157663" y="979488"/>
          <p14:tracePt t="116553" x="4170363" y="966788"/>
          <p14:tracePt t="116565" x="4170363" y="946150"/>
          <p14:tracePt t="116576" x="4170363" y="919163"/>
          <p14:tracePt t="116587" x="4170363" y="898525"/>
          <p14:tracePt t="116599" x="4170363" y="871538"/>
          <p14:tracePt t="116609" x="4170363" y="842963"/>
          <p14:tracePt t="116621" x="4157663" y="823913"/>
          <p14:tracePt t="116633" x="4157663" y="795338"/>
          <p14:tracePt t="116643" x="4143375" y="788988"/>
          <p14:tracePt t="116654" x="4129088" y="762000"/>
          <p14:tracePt t="116666" x="4122738" y="747713"/>
          <p14:tracePt t="116677" x="4095750" y="735013"/>
          <p14:tracePt t="116689" x="4081463" y="728663"/>
          <p14:tracePt t="116701" x="4075113" y="728663"/>
          <p14:tracePt t="116711" x="4048125" y="714375"/>
          <p14:tracePt t="116733" x="4021138" y="714375"/>
          <p14:tracePt t="116744" x="4014788" y="714375"/>
          <p14:tracePt t="116756" x="3986213" y="728663"/>
          <p14:tracePt t="116767" x="3967163" y="728663"/>
          <p14:tracePt t="116778" x="3938588" y="735013"/>
          <p14:tracePt t="116790" x="3905250" y="762000"/>
          <p14:tracePt t="116801" x="3857625" y="788988"/>
          <p14:tracePt t="116812" x="3830638" y="809625"/>
          <p14:tracePt t="116824" x="3795713" y="836613"/>
          <p14:tracePt t="116835" x="3768725" y="857250"/>
          <p14:tracePt t="116847" x="3756025" y="884238"/>
          <p14:tracePt t="116857" x="3748088" y="898525"/>
          <p14:tracePt t="116868" x="3735388" y="904875"/>
          <p14:tracePt t="116880" x="3735388" y="931863"/>
          <p14:tracePt t="116891" x="3735388" y="946150"/>
          <p14:tracePt t="116902" x="3748088" y="952500"/>
          <p14:tracePt t="116925" x="3756025" y="966788"/>
          <p14:tracePt t="116936" x="3768725" y="979488"/>
          <p14:tracePt t="116969" x="3783013" y="979488"/>
          <p14:tracePt t="116973" x="3795713" y="993775"/>
          <p14:tracePt t="116985" x="3803650" y="993775"/>
          <p14:tracePt t="117003" x="3816350" y="993775"/>
          <p14:tracePt t="117037" x="3830638" y="993775"/>
          <p14:tracePt t="117059" x="3843338" y="993775"/>
          <p14:tracePt t="117071" x="3857625" y="979488"/>
          <p14:tracePt t="117104" x="3863975" y="979488"/>
          <p14:tracePt t="117116" x="3863975" y="966788"/>
          <p14:tracePt t="117149" x="3878263" y="966788"/>
          <p14:tracePt t="117161" x="3878263" y="952500"/>
          <p14:tracePt t="117262" x="3878263" y="966788"/>
          <p14:tracePt t="117273" x="3890963" y="966788"/>
          <p14:tracePt t="117284" x="3911600" y="979488"/>
          <p14:tracePt t="117295" x="3938588" y="993775"/>
          <p14:tracePt t="117309" x="3967163" y="1006475"/>
          <p14:tracePt t="117319" x="4000500" y="1006475"/>
          <p14:tracePt t="117329" x="4033838" y="1014413"/>
          <p14:tracePt t="117342" x="4075113" y="1027113"/>
          <p14:tracePt t="117353" x="4095750" y="1041400"/>
          <p14:tracePt t="117363" x="4122738" y="1041400"/>
          <p14:tracePt t="117375" x="4143375" y="1041400"/>
          <p14:tracePt t="117397" x="4157663" y="1041400"/>
          <p14:tracePt t="117453" x="4170363" y="1041400"/>
          <p14:tracePt t="117487" x="4184650" y="1041400"/>
          <p14:tracePt t="117509" x="4191000" y="1041400"/>
          <p14:tracePt t="117520" x="4205288" y="1041400"/>
          <p14:tracePt t="117532" x="4217988" y="1041400"/>
          <p14:tracePt t="117543" x="4232275" y="1041400"/>
          <p14:tracePt t="117555" x="4238625" y="1054100"/>
          <p14:tracePt t="117566" x="4252913" y="1054100"/>
          <p14:tracePt t="117577" x="4279900" y="1054100"/>
          <p14:tracePt t="117588" x="4286250" y="1054100"/>
          <p14:tracePt t="117600" x="4313238" y="1054100"/>
          <p14:tracePt t="117611" x="4327525" y="1054100"/>
          <p14:tracePt t="117622" x="4340225" y="1062038"/>
          <p14:tracePt t="117634" x="4348163" y="1062038"/>
          <p14:tracePt t="117678" x="4360863" y="1054100"/>
          <p14:tracePt t="117790" x="4360863" y="1062038"/>
          <p14:tracePt t="118039" x="4360863" y="1074738"/>
          <p14:tracePt t="118050" x="4375150" y="1074738"/>
          <p14:tracePt t="118061" x="4387850" y="1074738"/>
          <p14:tracePt t="118073" x="4395788" y="1074738"/>
          <p14:tracePt t="118117" x="4408488" y="1074738"/>
          <p14:tracePt t="118150" x="4422775" y="1074738"/>
          <p14:tracePt t="118184" x="4422775" y="1062038"/>
          <p14:tracePt t="118207" x="4435475" y="1062038"/>
          <p14:tracePt t="118229" x="4435475" y="1054100"/>
          <p14:tracePt t="118296" x="4422775" y="1054100"/>
          <p14:tracePt t="118319" x="4408488" y="1054100"/>
          <p14:tracePt t="118331" x="4395788" y="1054100"/>
          <p14:tracePt t="118343" x="4387850" y="1041400"/>
          <p14:tracePt t="118353" x="4375150" y="1041400"/>
          <p14:tracePt t="118366" x="4360863" y="1041400"/>
          <p14:tracePt t="118387" x="4348163" y="1041400"/>
          <p14:tracePt t="118431" x="4360863" y="1041400"/>
          <p14:tracePt t="118454" x="4375150" y="1041400"/>
          <p14:tracePt t="118466" x="4387850" y="1041400"/>
          <p14:tracePt t="118477" x="4395788" y="1041400"/>
          <p14:tracePt t="118489" x="4422775" y="1041400"/>
          <p14:tracePt t="118499" x="4449763" y="1041400"/>
          <p14:tracePt t="118511" x="4456113" y="1041400"/>
          <p14:tracePt t="118522" x="4470400" y="1054100"/>
          <p14:tracePt t="118589" x="4456113" y="1041400"/>
          <p14:tracePt t="118601" x="4435475" y="1041400"/>
          <p14:tracePt t="118612" x="4422775" y="1041400"/>
          <p14:tracePt t="118623" x="4395788" y="1041400"/>
          <p14:tracePt t="118635" x="4375150" y="1041400"/>
          <p14:tracePt t="118646" x="4360863" y="1041400"/>
          <p14:tracePt t="118658" x="4348163" y="1041400"/>
          <p14:tracePt t="118669" x="4348163" y="1027113"/>
          <p14:tracePt t="118724" x="4360863" y="1027113"/>
          <p14:tracePt t="118758" x="4375150" y="1027113"/>
          <p14:tracePt t="118770" x="4387850" y="1027113"/>
          <p14:tracePt t="118781" x="4395788" y="1027113"/>
          <p14:tracePt t="118793" x="4408488" y="1027113"/>
          <p14:tracePt t="118804" x="4422775" y="1041400"/>
          <p14:tracePt t="118826" x="4435475" y="1041400"/>
          <p14:tracePt t="118904" x="4449763" y="1041400"/>
          <p14:tracePt t="118916" x="4456113" y="1041400"/>
          <p14:tracePt t="118928" x="4470400" y="1041400"/>
          <p14:tracePt t="118939" x="4497388" y="1041400"/>
          <p14:tracePt t="118950" x="4530725" y="1041400"/>
          <p14:tracePt t="118961" x="4557713" y="1041400"/>
          <p14:tracePt t="118972" x="4592638" y="1041400"/>
          <p14:tracePt t="118984" x="4625975" y="1041400"/>
          <p14:tracePt t="118995" x="4667250" y="1041400"/>
          <p14:tracePt t="119006" x="4687888" y="1041400"/>
          <p14:tracePt t="119028" x="4700588" y="1041400"/>
          <p14:tracePt t="119062" x="4673600" y="1027113"/>
          <p14:tracePt t="119065" x="4667250" y="1027113"/>
          <p14:tracePt t="119230" x="4652963" y="1014413"/>
          <p14:tracePt t="119242" x="4667250" y="1014413"/>
          <p14:tracePt t="119286" x="4652963" y="1014413"/>
          <p14:tracePt t="119298" x="4625975" y="1014413"/>
          <p14:tracePt t="119309" x="4613275" y="1014413"/>
          <p14:tracePt t="119321" x="4605338" y="1014413"/>
          <p14:tracePt t="119354" x="4625975" y="1014413"/>
          <p14:tracePt t="119366" x="4687888" y="1014413"/>
          <p14:tracePt t="119378" x="4795838" y="1014413"/>
          <p14:tracePt t="119388" x="4938713" y="1014413"/>
          <p14:tracePt t="119400" x="5041900" y="1006475"/>
          <p14:tracePt t="119411" x="5157788" y="993775"/>
          <p14:tracePt t="119423" x="5265738" y="966788"/>
          <p14:tracePt t="119434" x="5354638" y="946150"/>
          <p14:tracePt t="119445" x="5414963" y="919163"/>
          <p14:tracePt t="119456" x="5483225" y="884238"/>
          <p14:tracePt t="119468" x="5530850" y="842963"/>
          <p14:tracePt t="119480" x="5557838" y="795338"/>
          <p14:tracePt t="119491" x="5586413" y="776288"/>
          <p14:tracePt t="119501" x="5586413" y="747713"/>
          <p14:tracePt t="119512" x="5586413" y="728663"/>
          <p14:tracePt t="119524" x="5586413" y="714375"/>
          <p14:tracePt t="119535" x="5586413" y="700088"/>
          <p14:tracePt t="119546" x="5572125" y="687388"/>
          <p14:tracePt t="119558" x="5572125" y="666750"/>
          <p14:tracePt t="119568" x="5557838" y="652463"/>
          <p14:tracePt t="119602" x="5557838" y="639763"/>
          <p14:tracePt t="119614" x="5545138" y="625475"/>
          <p14:tracePt t="119658" x="5557838" y="619125"/>
          <p14:tracePt t="119692" x="5572125" y="604838"/>
          <p14:tracePt t="119703" x="5586413" y="604838"/>
          <p14:tracePt t="119726" x="5592763" y="592138"/>
          <p14:tracePt t="119748" x="5605463" y="577850"/>
          <p14:tracePt t="119759" x="5619750" y="571500"/>
          <p14:tracePt t="119782" x="5634038" y="571500"/>
          <p14:tracePt t="119849" x="5619750" y="577850"/>
          <p14:tracePt t="119860" x="5619750" y="592138"/>
          <p14:tracePt t="119873" x="5619750" y="604838"/>
          <p14:tracePt t="119894" x="5634038" y="619125"/>
          <p14:tracePt t="119928" x="5640388" y="619125"/>
          <p14:tracePt t="119939" x="5653088" y="619125"/>
          <p14:tracePt t="119951" x="5653088" y="604838"/>
          <p14:tracePt t="119962" x="5667375" y="592138"/>
          <p14:tracePt t="119973" x="5681663" y="577850"/>
          <p14:tracePt t="119984" x="5681663" y="571500"/>
          <p14:tracePt t="119997" x="5681663" y="557213"/>
          <p14:tracePt t="120007" x="5681663" y="544513"/>
          <p14:tracePt t="120019" x="5681663" y="530225"/>
          <p14:tracePt t="120032" x="5667375" y="530225"/>
          <p14:tracePt t="120052" x="5653088" y="530225"/>
          <p14:tracePt t="120064" x="5640388" y="530225"/>
          <p14:tracePt t="120075" x="5634038" y="530225"/>
          <p14:tracePt t="120086" x="5605463" y="544513"/>
          <p14:tracePt t="120108" x="5572125" y="571500"/>
          <p14:tracePt t="120111" x="5545138" y="577850"/>
          <p14:tracePt t="120120" x="5497513" y="604838"/>
          <p14:tracePt t="120133" x="5476875" y="625475"/>
          <p14:tracePt t="120143" x="5449888" y="639763"/>
          <p14:tracePt t="120153" x="5414963" y="666750"/>
          <p14:tracePt t="120165" x="5367338" y="681038"/>
          <p14:tracePt t="120176" x="5327650" y="687388"/>
          <p14:tracePt t="120187" x="5265738" y="700088"/>
          <p14:tracePt t="120198" x="5184775" y="714375"/>
          <p14:tracePt t="120209" x="5089525" y="728663"/>
          <p14:tracePt t="120221" x="5014913" y="728663"/>
          <p14:tracePt t="120232" x="4905375" y="735013"/>
          <p14:tracePt t="120243" x="4810125" y="735013"/>
          <p14:tracePt t="120255" x="4735513" y="735013"/>
          <p14:tracePt t="120266" x="4687888" y="735013"/>
          <p14:tracePt t="120277" x="4625975" y="747713"/>
          <p14:tracePt t="120289" x="4578350" y="762000"/>
          <p14:tracePt t="120300" x="4545013" y="776288"/>
          <p14:tracePt t="120311" x="4518025" y="788988"/>
          <p14:tracePt t="120323" x="4497388" y="809625"/>
          <p14:tracePt t="120334" x="4483100" y="823913"/>
          <p14:tracePt t="120345" x="4483100" y="836613"/>
          <p14:tracePt t="120356" x="4483100" y="842963"/>
          <p14:tracePt t="120400" x="4497388" y="842963"/>
          <p14:tracePt t="120423" x="4518025" y="836613"/>
          <p14:tracePt t="120435" x="4530725" y="823913"/>
          <p14:tracePt t="120457" x="4530725" y="809625"/>
          <p14:tracePt t="120479" x="4530725" y="795338"/>
          <p14:tracePt t="120491" x="4518025" y="795338"/>
          <p14:tracePt t="120502" x="4497388" y="795338"/>
          <p14:tracePt t="120515" x="4449763" y="809625"/>
          <p14:tracePt t="120525" x="4395788" y="823913"/>
          <p14:tracePt t="120536" x="4348163" y="836613"/>
          <p14:tracePt t="120547" x="4300538" y="857250"/>
          <p14:tracePt t="120558" x="4265613" y="898525"/>
          <p14:tracePt t="120569" x="4238625" y="919163"/>
          <p14:tracePt t="120581" x="4232275" y="931863"/>
          <p14:tracePt t="120592" x="4232275" y="946150"/>
          <p14:tracePt t="120614" x="4238625" y="952500"/>
          <p14:tracePt t="120626" x="4265613" y="952500"/>
          <p14:tracePt t="120637" x="4286250" y="952500"/>
          <p14:tracePt t="120648" x="4327525" y="952500"/>
          <p14:tracePt t="120660" x="4360863" y="946150"/>
          <p14:tracePt t="120671" x="4395788" y="931863"/>
          <p14:tracePt t="120682" x="4435475" y="919163"/>
          <p14:tracePt t="120693" x="4470400" y="904875"/>
          <p14:tracePt t="120706" x="4497388" y="898525"/>
          <p14:tracePt t="120716" x="4497388" y="884238"/>
          <p14:tracePt t="120727" x="4497388" y="871538"/>
          <p14:tracePt t="120739" x="4497388" y="857250"/>
          <p14:tracePt t="120772" x="4483100" y="842963"/>
          <p14:tracePt t="120794" x="4470400" y="842963"/>
          <p14:tracePt t="120817" x="4456113" y="842963"/>
          <p14:tracePt t="120828" x="4449763" y="857250"/>
          <p14:tracePt t="120841" x="4449763" y="871538"/>
          <p14:tracePt t="120851" x="4435475" y="884238"/>
          <p14:tracePt t="120862" x="4422775" y="898525"/>
          <p14:tracePt t="120874" x="4422775" y="919163"/>
          <p14:tracePt t="120885" x="4422775" y="946150"/>
          <p14:tracePt t="120896" x="4435475" y="952500"/>
          <p14:tracePt t="120907" x="4449763" y="966788"/>
          <p14:tracePt t="120919" x="4456113" y="979488"/>
          <p14:tracePt t="120930" x="4497388" y="979488"/>
          <p14:tracePt t="120941" x="4530725" y="993775"/>
          <p14:tracePt t="120952" x="4557713" y="979488"/>
          <p14:tracePt t="120964" x="4592638" y="979488"/>
          <p14:tracePt t="120974" x="4613275" y="966788"/>
          <p14:tracePt t="120986" x="4625975" y="946150"/>
          <p14:tracePt t="120997" x="4640263" y="931863"/>
          <p14:tracePt t="121008" x="4652963" y="904875"/>
          <p14:tracePt t="121020" x="4652963" y="884238"/>
          <p14:tracePt t="121031" x="4640263" y="857250"/>
          <p14:tracePt t="121042" x="4625975" y="842963"/>
          <p14:tracePt t="121053" x="4605338" y="823913"/>
          <p14:tracePt t="121065" x="4578350" y="809625"/>
          <p14:tracePt t="121076" x="4545013" y="809625"/>
          <p14:tracePt t="121087" x="4503738" y="795338"/>
          <p14:tracePt t="121099" x="4470400" y="795338"/>
          <p14:tracePt t="121110" x="4422775" y="809625"/>
          <p14:tracePt t="121121" x="4387850" y="823913"/>
          <p14:tracePt t="121132" x="4360863" y="842963"/>
          <p14:tracePt t="121165" x="4340225" y="857250"/>
          <p14:tracePt t="121170" x="4327525" y="884238"/>
          <p14:tracePt t="121178" x="4327525" y="904875"/>
          <p14:tracePt t="121184" x="4327525" y="919163"/>
          <p14:tracePt t="121191" x="4327525" y="931863"/>
          <p14:tracePt t="121201" x="4340225" y="946150"/>
          <p14:tracePt t="121214" x="4348163" y="952500"/>
          <p14:tracePt t="121224" x="4375150" y="952500"/>
          <p14:tracePt t="121234" x="4387850" y="966788"/>
          <p14:tracePt t="121244" x="4408488" y="966788"/>
          <p14:tracePt t="121256" x="4435475" y="952500"/>
          <p14:tracePt t="121267" x="4456113" y="952500"/>
          <p14:tracePt t="121278" x="4470400" y="952500"/>
          <p14:tracePt t="121290" x="4483100" y="952500"/>
          <p14:tracePt t="121301" x="4497388" y="946150"/>
          <p14:tracePt t="121401" x="4503738" y="946150"/>
          <p14:tracePt t="121435" x="4518025" y="931863"/>
          <p14:tracePt t="121447" x="4545013" y="931863"/>
          <p14:tracePt t="121458" x="4565650" y="931863"/>
          <p14:tracePt t="121470" x="4592638" y="931863"/>
          <p14:tracePt t="121481" x="4625975" y="931863"/>
          <p14:tracePt t="121492" x="4667250" y="931863"/>
          <p14:tracePt t="121504" x="4700588" y="931863"/>
          <p14:tracePt t="121515" x="4748213" y="946150"/>
          <p14:tracePt t="121526" x="4795838" y="952500"/>
          <p14:tracePt t="121538" x="4824413" y="952500"/>
          <p14:tracePt t="121548" x="4857750" y="966788"/>
          <p14:tracePt t="121559" x="4884738" y="966788"/>
          <p14:tracePt t="121571" x="4905375" y="979488"/>
          <p14:tracePt t="121583" x="4932363" y="979488"/>
          <p14:tracePt t="121594" x="4967288" y="979488"/>
          <p14:tracePt t="121605" x="4986338" y="993775"/>
          <p14:tracePt t="121616" x="5027613" y="993775"/>
          <p14:tracePt t="121627" x="5048250" y="993775"/>
          <p14:tracePt t="121639" x="5075238" y="1006475"/>
          <p14:tracePt t="121650" x="5110163" y="1006475"/>
          <p14:tracePt t="121661" x="5149850" y="1014413"/>
          <p14:tracePt t="121683" x="5170488" y="1027113"/>
          <p14:tracePt t="121687" x="5184775" y="1027113"/>
          <p14:tracePt t="121695" x="5184775" y="1041400"/>
          <p14:tracePt t="121717" x="5170488" y="1041400"/>
          <p14:tracePt t="121728" x="5157788" y="1027113"/>
          <p14:tracePt t="121876" x="5184775" y="1041400"/>
          <p14:tracePt t="121885" x="5218113" y="1054100"/>
          <p14:tracePt t="121898" x="5259388" y="1062038"/>
          <p14:tracePt t="121908" x="5280025" y="1062038"/>
          <p14:tracePt t="121919" x="5292725" y="1062038"/>
          <p14:tracePt t="121942" x="5313363" y="1062038"/>
          <p14:tracePt t="121953" x="5327650" y="1062038"/>
          <p14:tracePt t="121964" x="5354638" y="1062038"/>
          <p14:tracePt t="121976" x="5367338" y="1062038"/>
          <p14:tracePt t="121987" x="5375275" y="1062038"/>
          <p14:tracePt t="121998" x="5402263" y="1062038"/>
          <p14:tracePt t="122010" x="5422900" y="1062038"/>
          <p14:tracePt t="122021" x="5449888" y="1062038"/>
          <p14:tracePt t="122032" x="5462588" y="1062038"/>
          <p14:tracePt t="122043" x="5476875" y="1062038"/>
          <p14:tracePt t="122055" x="5483225" y="1062038"/>
          <p14:tracePt t="122066" x="5497513" y="1062038"/>
          <p14:tracePt t="122078" x="5510213" y="1062038"/>
          <p14:tracePt t="122088" x="5510213" y="1054100"/>
          <p14:tracePt t="122099" x="5524500" y="1054100"/>
          <p14:tracePt t="122111" x="5530850" y="1054100"/>
          <p14:tracePt t="122122" x="5545138" y="1041400"/>
          <p14:tracePt t="122144" x="5557838" y="1027113"/>
          <p14:tracePt t="122156" x="5572125" y="1014413"/>
          <p14:tracePt t="122167" x="5586413" y="1006475"/>
          <p14:tracePt t="122179" x="5592763" y="979488"/>
          <p14:tracePt t="122212" x="5605463" y="952500"/>
          <p14:tracePt t="122215" x="5619750" y="931863"/>
          <p14:tracePt t="122224" x="5634038" y="898525"/>
          <p14:tracePt t="122230" x="5634038" y="842963"/>
          <p14:tracePt t="122257" x="5634038" y="795338"/>
          <p14:tracePt t="122259" x="5619750" y="762000"/>
          <p14:tracePt t="122268" x="5619750" y="714375"/>
          <p14:tracePt t="122271" x="5592763" y="681038"/>
          <p14:tracePt t="122281" x="5572125" y="652463"/>
          <p14:tracePt t="122291" x="5545138" y="639763"/>
          <p14:tracePt t="122303" x="5524500" y="619125"/>
          <p14:tracePt t="122316" x="5476875" y="604838"/>
          <p14:tracePt t="122325" x="5435600" y="604838"/>
          <p14:tracePt t="122338" x="5402263" y="604838"/>
          <p14:tracePt t="122348" x="5367338" y="604838"/>
          <p14:tracePt t="122358" x="5313363" y="619125"/>
          <p14:tracePt t="122370" x="5280025" y="619125"/>
          <p14:tracePt t="122381" x="5259388" y="625475"/>
          <p14:tracePt t="122392" x="5218113" y="652463"/>
          <p14:tracePt t="122404" x="5197475" y="681038"/>
          <p14:tracePt t="122415" x="5184775" y="687388"/>
          <p14:tracePt t="122426" x="5170488" y="714375"/>
          <p14:tracePt t="122437" x="5170488" y="728663"/>
          <p14:tracePt t="122448" x="5170488" y="735013"/>
          <p14:tracePt t="122459" x="5170488" y="747713"/>
          <p14:tracePt t="122471" x="5184775" y="762000"/>
          <p14:tracePt t="122482" x="5197475" y="762000"/>
          <p14:tracePt t="122494" x="5218113" y="776288"/>
          <p14:tracePt t="122505" x="5245100" y="776288"/>
          <p14:tracePt t="122516" x="5265738" y="776288"/>
          <p14:tracePt t="122528" x="5307013" y="776288"/>
          <p14:tracePt t="122538" x="5340350" y="762000"/>
          <p14:tracePt t="122549" x="5375275" y="747713"/>
          <p14:tracePt t="122562" x="5402263" y="735013"/>
          <p14:tracePt t="122572" x="5435600" y="728663"/>
          <p14:tracePt t="122583" x="5462588" y="687388"/>
          <p14:tracePt t="122596" x="5476875" y="652463"/>
          <p14:tracePt t="122606" x="5476875" y="625475"/>
          <p14:tracePt t="122617" x="5476875" y="592138"/>
          <p14:tracePt t="122629" x="5462588" y="557213"/>
          <p14:tracePt t="122639" x="5449888" y="530225"/>
          <p14:tracePt t="122651" x="5422900" y="509588"/>
          <p14:tracePt t="122663" x="5387975" y="482600"/>
          <p14:tracePt t="122673" x="5354638" y="469900"/>
          <p14:tracePt t="122685" x="5313363" y="461963"/>
          <p14:tracePt t="122696" x="5292725" y="461963"/>
          <p14:tracePt t="122707" x="5259388" y="461963"/>
          <p14:tracePt t="122719" x="5232400" y="469900"/>
          <p14:tracePt t="122730" x="5205413" y="469900"/>
          <p14:tracePt t="122741" x="5184775" y="482600"/>
          <p14:tracePt t="122752" x="5170488" y="509588"/>
          <p14:tracePt t="122764" x="5157788" y="530225"/>
          <p14:tracePt t="122774" x="5149850" y="557213"/>
          <p14:tracePt t="122786" x="5149850" y="571500"/>
          <p14:tracePt t="122797" x="5149850" y="577850"/>
          <p14:tracePt t="122808" x="5157788" y="604838"/>
          <p14:tracePt t="122820" x="5170488" y="619125"/>
          <p14:tracePt t="122831" x="5184775" y="625475"/>
          <p14:tracePt t="122842" x="5205413" y="639763"/>
          <p14:tracePt t="122853" x="5232400" y="652463"/>
          <p14:tracePt t="122865" x="5265738" y="652463"/>
          <p14:tracePt t="122876" x="5307013" y="666750"/>
          <p14:tracePt t="122888" x="5327650" y="666750"/>
          <p14:tracePt t="122899" x="5375275" y="666750"/>
          <p14:tracePt t="122910" x="5422900" y="681038"/>
          <p14:tracePt t="122921" x="5476875" y="681038"/>
          <p14:tracePt t="122932" x="5510213" y="681038"/>
          <p14:tracePt t="122944" x="5545138" y="666750"/>
          <p14:tracePt t="122955" x="5572125" y="652463"/>
          <p14:tracePt t="122966" x="5605463" y="639763"/>
          <p14:tracePt t="122978" x="5634038" y="625475"/>
          <p14:tracePt t="122989" x="5640388" y="604838"/>
          <p14:tracePt t="123000" x="5653088" y="592138"/>
          <p14:tracePt t="123012" x="5667375" y="571500"/>
          <p14:tracePt t="123022" x="5667375" y="557213"/>
          <p14:tracePt t="123033" x="5681663" y="544513"/>
          <p14:tracePt t="123046" x="5681663" y="517525"/>
          <p14:tracePt t="123056" x="5667375" y="496888"/>
          <p14:tracePt t="123067" x="5667375" y="482600"/>
          <p14:tracePt t="123079" x="5653088" y="461963"/>
          <p14:tracePt t="123090" x="5653088" y="449263"/>
          <p14:tracePt t="123101" x="5634038" y="422275"/>
          <p14:tracePt t="123113" x="5634038" y="407988"/>
          <p14:tracePt t="123123" x="5605463" y="401638"/>
          <p14:tracePt t="123135" x="5592763" y="387350"/>
          <p14:tracePt t="123146" x="5586413" y="374650"/>
          <p14:tracePt t="123157" x="5572125" y="360363"/>
          <p14:tracePt t="123168" x="5545138" y="360363"/>
          <p14:tracePt t="123180" x="5524500" y="354013"/>
          <p14:tracePt t="123191" x="5497513" y="354013"/>
          <p14:tracePt t="123202" x="5483225" y="354013"/>
          <p14:tracePt t="123224" x="5449888" y="354013"/>
          <p14:tracePt t="123228" x="5414963" y="354013"/>
          <p14:tracePt t="123258" x="5367338" y="360363"/>
          <p14:tracePt t="123262" x="5327650" y="374650"/>
          <p14:tracePt t="123271" x="5280025" y="387350"/>
          <p14:tracePt t="123280" x="5245100" y="401638"/>
          <p14:tracePt t="123284" x="5218113" y="407988"/>
          <p14:tracePt t="123298" x="5184775" y="434975"/>
          <p14:tracePt t="123305" x="5157788" y="449263"/>
          <p14:tracePt t="123316" x="5137150" y="469900"/>
          <p14:tracePt t="123326" x="5110163" y="496888"/>
          <p14:tracePt t="123338" x="5095875" y="509588"/>
          <p14:tracePt t="123349" x="5089525" y="530225"/>
          <p14:tracePt t="123360" x="5089525" y="557213"/>
          <p14:tracePt t="123371" x="5089525" y="577850"/>
          <p14:tracePt t="123382" x="5089525" y="592138"/>
          <p14:tracePt t="123394" x="5089525" y="604838"/>
          <p14:tracePt t="123405" x="5095875" y="619125"/>
          <p14:tracePt t="123416" x="5095875" y="625475"/>
          <p14:tracePt t="123428" x="5110163" y="639763"/>
          <p14:tracePt t="123439" x="5137150" y="639763"/>
          <p14:tracePt t="123450" x="5149850" y="652463"/>
          <p14:tracePt t="123462" x="5170488" y="666750"/>
          <p14:tracePt t="123473" x="5197475" y="681038"/>
          <p14:tracePt t="123483" x="5232400" y="681038"/>
          <p14:tracePt t="123496" x="5259388" y="687388"/>
          <p14:tracePt t="123506" x="5307013" y="687388"/>
          <p14:tracePt t="123517" x="5327650" y="687388"/>
          <p14:tracePt t="123529" x="5387975" y="687388"/>
          <p14:tracePt t="123540" x="5435600" y="687388"/>
          <p14:tracePt t="123551" x="5497513" y="681038"/>
          <p14:tracePt t="123563" x="5530850" y="681038"/>
          <p14:tracePt t="123573" x="5586413" y="666750"/>
          <p14:tracePt t="123585" x="5634038" y="639763"/>
          <p14:tracePt t="123597" x="5667375" y="619125"/>
          <p14:tracePt t="123607" x="5681663" y="604838"/>
          <p14:tracePt t="123620" x="5700713" y="577850"/>
          <p14:tracePt t="123631" x="5715000" y="557213"/>
          <p14:tracePt t="123641" x="5729288" y="530225"/>
          <p14:tracePt t="123653" x="5729288" y="517525"/>
          <p14:tracePt t="123664" x="5729288" y="496888"/>
          <p14:tracePt t="123675" x="5715000" y="482600"/>
          <p14:tracePt t="123686" x="5700713" y="469900"/>
          <p14:tracePt t="123698" x="5694363" y="461963"/>
          <p14:tracePt t="123708" x="5667375" y="449263"/>
          <p14:tracePt t="123720" x="5640388" y="434975"/>
          <p14:tracePt t="123731" x="5605463" y="422275"/>
          <p14:tracePt t="123742" x="5586413" y="422275"/>
          <p14:tracePt t="123754" x="5530850" y="407988"/>
          <p14:tracePt t="123765" x="5483225" y="407988"/>
          <p14:tracePt t="123776" x="5435600" y="407988"/>
          <p14:tracePt t="123787" x="5402263" y="422275"/>
          <p14:tracePt t="123798" x="5367338" y="422275"/>
          <p14:tracePt t="123810" x="5327650" y="434975"/>
          <p14:tracePt t="123821" x="5292725" y="449263"/>
          <p14:tracePt t="123832" x="5280025" y="461963"/>
          <p14:tracePt t="123845" x="5259388" y="469900"/>
          <p14:tracePt t="123855" x="5232400" y="496888"/>
          <p14:tracePt t="123867" x="5218113" y="509588"/>
          <p14:tracePt t="123878" x="5205413" y="530225"/>
          <p14:tracePt t="123888" x="5197475" y="544513"/>
          <p14:tracePt t="123900" x="5197475" y="571500"/>
          <p14:tracePt t="123912" x="5197475" y="577850"/>
          <p14:tracePt t="123922" x="5197475" y="592138"/>
          <p14:tracePt t="123933" x="5197475" y="619125"/>
          <p14:tracePt t="123946" x="5205413" y="639763"/>
          <p14:tracePt t="123956" x="5218113" y="652463"/>
          <p14:tracePt t="123967" x="5232400" y="666750"/>
          <p14:tracePt t="123979" x="5259388" y="687388"/>
          <p14:tracePt t="123990" x="5280025" y="700088"/>
          <p14:tracePt t="124001" x="5307013" y="714375"/>
          <p14:tracePt t="124012" x="5327650" y="714375"/>
          <p14:tracePt t="124023" x="5367338" y="728663"/>
          <p14:tracePt t="124035" x="5402263" y="728663"/>
          <p14:tracePt t="124046" x="5435600" y="735013"/>
          <p14:tracePt t="124057" x="5476875" y="735013"/>
          <p14:tracePt t="124068" x="5510213" y="735013"/>
          <p14:tracePt t="124080" x="5545138" y="728663"/>
          <p14:tracePt t="124091" x="5586413" y="714375"/>
          <p14:tracePt t="124102" x="5619750" y="700088"/>
          <p14:tracePt t="124114" x="5653088" y="687388"/>
          <p14:tracePt t="124125" x="5700713" y="666750"/>
          <p14:tracePt t="124136" x="5741988" y="625475"/>
          <p14:tracePt t="124148" x="5748338" y="619125"/>
          <p14:tracePt t="124158" x="5762625" y="577850"/>
          <p14:tracePt t="124170" x="5776913" y="557213"/>
          <p14:tracePt t="124181" x="5776913" y="544513"/>
          <p14:tracePt t="124192" x="5776913" y="517525"/>
          <p14:tracePt t="124203" x="5762625" y="509588"/>
          <p14:tracePt t="124215" x="5741988" y="482600"/>
          <p14:tracePt t="124226" x="5715000" y="469900"/>
          <p14:tracePt t="124237" x="5681663" y="461963"/>
          <p14:tracePt t="124248" x="5634038" y="449263"/>
          <p14:tracePt t="124260" x="5572125" y="434975"/>
          <p14:tracePt t="124271" x="5510213" y="422275"/>
          <p14:tracePt t="124282" x="5435600" y="422275"/>
          <p14:tracePt t="124304" x="5387975" y="422275"/>
          <p14:tracePt t="124308" x="5327650" y="422275"/>
          <p14:tracePt t="124316" x="5259388" y="422275"/>
          <p14:tracePt t="124329" x="5205413" y="434975"/>
          <p14:tracePt t="124339" x="5184775" y="449263"/>
          <p14:tracePt t="124350" x="5149850" y="469900"/>
          <p14:tracePt t="124362" x="5110163" y="482600"/>
          <p14:tracePt t="124372" x="5089525" y="509588"/>
          <p14:tracePt t="124383" x="5075238" y="517525"/>
          <p14:tracePt t="124396" x="5062538" y="544513"/>
          <p14:tracePt t="124406" x="5048250" y="557213"/>
          <p14:tracePt t="124417" x="5048250" y="577850"/>
          <p14:tracePt t="124429" x="5048250" y="592138"/>
          <p14:tracePt t="124440" x="5062538" y="619125"/>
          <p14:tracePt t="124451" x="5075238" y="639763"/>
          <p14:tracePt t="124463" x="5089525" y="652463"/>
          <p14:tracePt t="124473" x="5110163" y="666750"/>
          <p14:tracePt t="124484" x="5149850" y="687388"/>
          <p14:tracePt t="124496" x="5197475" y="700088"/>
          <p14:tracePt t="124507" x="5245100" y="700088"/>
          <p14:tracePt t="124518" x="5280025" y="714375"/>
          <p14:tracePt t="124530" x="5340350" y="714375"/>
          <p14:tracePt t="124541" x="5387975" y="728663"/>
          <p14:tracePt t="124552" x="5435600" y="728663"/>
          <p14:tracePt t="124563" x="5476875" y="714375"/>
          <p14:tracePt t="124574" x="5524500" y="700088"/>
          <p14:tracePt t="124586" x="5557838" y="687388"/>
          <p14:tracePt t="124597" x="5605463" y="666750"/>
          <p14:tracePt t="124608" x="5634038" y="639763"/>
          <p14:tracePt t="124620" x="5667375" y="619125"/>
          <p14:tracePt t="124631" x="5681663" y="577850"/>
          <p14:tracePt t="124642" x="5681663" y="557213"/>
          <p14:tracePt t="124653" x="5681663" y="530225"/>
          <p14:tracePt t="124665" x="5667375" y="509588"/>
          <p14:tracePt t="124676" x="5653088" y="482600"/>
          <p14:tracePt t="124687" x="5619750" y="461963"/>
          <p14:tracePt t="124699" x="5586413" y="449263"/>
          <p14:tracePt t="124710" x="5530850" y="422275"/>
          <p14:tracePt t="124721" x="5476875" y="407988"/>
          <p14:tracePt t="124732" x="5414963" y="407988"/>
          <p14:tracePt t="124745" x="5367338" y="407988"/>
          <p14:tracePt t="124754" x="5313363" y="407988"/>
          <p14:tracePt t="124766" x="5280025" y="407988"/>
          <p14:tracePt t="124778" x="5245100" y="422275"/>
          <p14:tracePt t="124789" x="5232400" y="434975"/>
          <p14:tracePt t="124800" x="5205413" y="449263"/>
          <p14:tracePt t="124812" x="5197475" y="469900"/>
          <p14:tracePt t="124822" x="5184775" y="496888"/>
          <p14:tracePt t="124833" x="5184775" y="517525"/>
          <p14:tracePt t="124846" x="5184775" y="544513"/>
          <p14:tracePt t="124856" x="5184775" y="571500"/>
          <p14:tracePt t="124867" x="5184775" y="592138"/>
          <p14:tracePt t="124879" x="5197475" y="604838"/>
          <p14:tracePt t="124890" x="5218113" y="619125"/>
          <p14:tracePt t="124901" x="5245100" y="639763"/>
          <p14:tracePt t="124913" x="5265738" y="652463"/>
          <p14:tracePt t="124924" x="5307013" y="666750"/>
          <p14:tracePt t="124935" x="5340350" y="681038"/>
          <p14:tracePt t="124946" x="5387975" y="681038"/>
          <p14:tracePt t="124957" x="5435600" y="687388"/>
          <p14:tracePt t="124969" x="5483225" y="687388"/>
          <p14:tracePt t="124980" x="5557838" y="681038"/>
          <p14:tracePt t="124991" x="5619750" y="666750"/>
          <p14:tracePt t="125002" x="5667375" y="652463"/>
          <p14:tracePt t="125014" x="5700713" y="639763"/>
          <p14:tracePt t="125024" x="5741988" y="604838"/>
          <p14:tracePt t="125036" x="5762625" y="577850"/>
          <p14:tracePt t="125047" x="5776913" y="557213"/>
          <p14:tracePt t="125058" x="5776913" y="530225"/>
          <p14:tracePt t="125070" x="5762625" y="509588"/>
          <p14:tracePt t="125081" x="5741988" y="482600"/>
          <p14:tracePt t="125092" x="5700713" y="469900"/>
          <p14:tracePt t="125104" x="5667375" y="449263"/>
          <p14:tracePt t="125115" x="5592763" y="434975"/>
          <p14:tracePt t="125126" x="5524500" y="434975"/>
          <p14:tracePt t="125137" x="5422900" y="434975"/>
          <p14:tracePt t="125148" x="5367338" y="449263"/>
          <p14:tracePt t="125160" x="5292725" y="469900"/>
          <p14:tracePt t="125171" x="5232400" y="496888"/>
          <p14:tracePt t="125182" x="5205413" y="517525"/>
          <p14:tracePt t="125193" x="5197475" y="530225"/>
          <p14:tracePt t="125205" x="5197475" y="544513"/>
          <p14:tracePt t="125216" x="5197475" y="571500"/>
          <p14:tracePt t="125228" x="5197475" y="577850"/>
          <p14:tracePt t="125238" x="5205413" y="592138"/>
          <p14:tracePt t="125250" x="5232400" y="604838"/>
          <p14:tracePt t="125262" x="5265738" y="619125"/>
          <p14:tracePt t="125272" x="5292725" y="619125"/>
          <p14:tracePt t="125287" x="5313363" y="619125"/>
          <p14:tracePt t="125296" x="5340350" y="619125"/>
          <p14:tracePt t="125306" x="5354638" y="619125"/>
          <p14:tracePt t="125317" x="5367338" y="619125"/>
          <p14:tracePt t="125329" x="5367338" y="604838"/>
          <p14:tracePt t="125384" x="5367338" y="619125"/>
          <p14:tracePt t="125396" x="5367338" y="625475"/>
          <p14:tracePt t="125407" x="5367338" y="639763"/>
          <p14:tracePt t="125418" x="5367338" y="652463"/>
          <p14:tracePt t="125430" x="5367338" y="681038"/>
          <p14:tracePt t="125441" x="5354638" y="700088"/>
          <p14:tracePt t="125452" x="5354638" y="714375"/>
          <p14:tracePt t="125464" x="5354638" y="728663"/>
          <p14:tracePt t="125474" x="5340350" y="735013"/>
          <p14:tracePt t="125486" x="5340350" y="728663"/>
          <p14:tracePt t="125656" x="5354638" y="728663"/>
          <p14:tracePt t="125666" x="5354638" y="714375"/>
          <p14:tracePt t="125699" x="5354638" y="700088"/>
          <p14:tracePt t="125744" x="5367338" y="700088"/>
          <p14:tracePt t="125767" x="5367338" y="714375"/>
          <p14:tracePt t="125789" x="5367338" y="728663"/>
          <p14:tracePt t="125801" x="5367338" y="735013"/>
          <p14:tracePt t="125812" x="5354638" y="762000"/>
          <p14:tracePt t="125824" x="5354638" y="788988"/>
          <p14:tracePt t="125835" x="5340350" y="823913"/>
          <p14:tracePt t="125846" x="5340350" y="871538"/>
          <p14:tracePt t="125858" x="5354638" y="946150"/>
          <p14:tracePt t="125869" x="5375275" y="1014413"/>
          <p14:tracePt t="125880" x="5402263" y="1074738"/>
          <p14:tracePt t="125891" x="5422900" y="1136650"/>
          <p14:tracePt t="125902" x="5449888" y="1184275"/>
          <p14:tracePt t="125914" x="5476875" y="1211263"/>
          <p14:tracePt t="125925" x="5476875" y="1223963"/>
          <p14:tracePt t="125936" x="5483225" y="1231900"/>
          <p14:tracePt t="125947" x="5483225" y="1244600"/>
          <p14:tracePt t="125959" x="5497513" y="1244600"/>
          <p14:tracePt t="126036" x="5510213" y="1244600"/>
          <p14:tracePt t="126183" x="5510213" y="1231900"/>
          <p14:tracePt t="126284" x="5497513" y="1223963"/>
          <p14:tracePt t="126307" x="5483225" y="1223963"/>
          <p14:tracePt t="126318" x="5476875" y="1223963"/>
          <p14:tracePt t="126330" x="5462588" y="1223963"/>
          <p14:tracePt t="126342" x="5449888" y="1223963"/>
          <p14:tracePt t="126353" x="5435600" y="1223963"/>
          <p14:tracePt t="126364" x="5422900" y="1211263"/>
          <p14:tracePt t="126408" x="5414963" y="1211263"/>
          <p14:tracePt t="126411" x="5402263" y="1211263"/>
          <p14:tracePt t="126420" x="5387975" y="1223963"/>
          <p14:tracePt t="126425" x="5375275" y="1223963"/>
          <p14:tracePt t="126431" x="5367338" y="1223963"/>
          <p14:tracePt t="126443" x="5354638" y="1231900"/>
          <p14:tracePt t="126454" x="5340350" y="1231900"/>
          <p14:tracePt t="126465" x="5327650" y="1244600"/>
          <p14:tracePt t="126477" x="5313363" y="1244600"/>
          <p14:tracePt t="126488" x="5307013" y="1258888"/>
          <p14:tracePt t="126500" x="5292725" y="1271588"/>
          <p14:tracePt t="126510" x="5280025" y="1271588"/>
          <p14:tracePt t="126521" x="5265738" y="1279525"/>
          <p14:tracePt t="126532" x="5265738" y="1292225"/>
          <p14:tracePt t="126544" x="5265738" y="1306513"/>
          <p14:tracePt t="126566" x="5265738" y="1319213"/>
          <p14:tracePt t="126577" x="5265738" y="1333500"/>
          <p14:tracePt t="126588" x="5265738" y="1339850"/>
          <p14:tracePt t="126600" x="5265738" y="1354138"/>
          <p14:tracePt t="126611" x="5265738" y="1366838"/>
          <p14:tracePt t="126622" x="5265738" y="1381125"/>
          <p14:tracePt t="126633" x="5280025" y="1381125"/>
          <p14:tracePt t="126645" x="5280025" y="1387475"/>
          <p14:tracePt t="126656" x="5292725" y="1401763"/>
          <p14:tracePt t="126667" x="5307013" y="1401763"/>
          <p14:tracePt t="126679" x="5313363" y="1414463"/>
          <p14:tracePt t="126689" x="5327650" y="1414463"/>
          <p14:tracePt t="126701" x="5354638" y="1428750"/>
          <p14:tracePt t="126712" x="5367338" y="1428750"/>
          <p14:tracePt t="126723" x="5387975" y="1428750"/>
          <p14:tracePt t="126735" x="5402263" y="1428750"/>
          <p14:tracePt t="126746" x="5414963" y="1428750"/>
          <p14:tracePt t="126758" x="5422900" y="1428750"/>
          <p14:tracePt t="126768" x="5449888" y="1443038"/>
          <p14:tracePt t="126779" x="5462588" y="1443038"/>
          <p14:tracePt t="126792" x="5476875" y="1443038"/>
          <p14:tracePt t="126802" x="5483225" y="1443038"/>
          <p14:tracePt t="126813" x="5510213" y="1428750"/>
          <p14:tracePt t="126826" x="5524500" y="1428750"/>
          <p14:tracePt t="126836" x="5530850" y="1414463"/>
          <p14:tracePt t="126847" x="5545138" y="1414463"/>
          <p14:tracePt t="126859" x="5557838" y="1401763"/>
          <p14:tracePt t="126870" x="5572125" y="1387475"/>
          <p14:tracePt t="126881" x="5586413" y="1381125"/>
          <p14:tracePt t="126893" x="5586413" y="1354138"/>
          <p14:tracePt t="126903" x="5586413" y="1339850"/>
          <p14:tracePt t="126915" x="5592763" y="1333500"/>
          <p14:tracePt t="126926" x="5592763" y="1306513"/>
          <p14:tracePt t="126937" x="5592763" y="1279525"/>
          <p14:tracePt t="126948" x="5586413" y="1271588"/>
          <p14:tracePt t="126960" x="5586413" y="1258888"/>
          <p14:tracePt t="126971" x="5572125" y="1231900"/>
          <p14:tracePt t="126983" x="5557838" y="1223963"/>
          <p14:tracePt t="126994" x="5530850" y="1211263"/>
          <p14:tracePt t="127005" x="5524500" y="1211263"/>
          <p14:tracePt t="127016" x="5497513" y="1196975"/>
          <p14:tracePt t="127027" x="5483225" y="1196975"/>
          <p14:tracePt t="127038" x="5462588" y="1196975"/>
          <p14:tracePt t="127061" x="5435600" y="1196975"/>
          <p14:tracePt t="127072" x="5422900" y="1196975"/>
          <p14:tracePt t="127084" x="5414963" y="1196975"/>
          <p14:tracePt t="127094" x="5414963" y="1211263"/>
          <p14:tracePt t="127106" x="5387975" y="1223963"/>
          <p14:tracePt t="127117" x="5375275" y="1231900"/>
          <p14:tracePt t="127128" x="5354638" y="1244600"/>
          <p14:tracePt t="127139" x="5340350" y="1244600"/>
          <p14:tracePt t="127151" x="5327650" y="1258888"/>
          <p14:tracePt t="127162" x="5313363" y="1271588"/>
          <p14:tracePt t="127173" x="5313363" y="1279525"/>
          <p14:tracePt t="127185" x="5307013" y="1279525"/>
          <p14:tracePt t="127197" x="5307013" y="1292225"/>
          <p14:tracePt t="127208" x="5307013" y="1306513"/>
          <p14:tracePt t="127218" x="5307013" y="1319213"/>
          <p14:tracePt t="127230" x="5307013" y="1333500"/>
          <p14:tracePt t="127241" x="5307013" y="1339850"/>
          <p14:tracePt t="127252" x="5307013" y="1354138"/>
          <p14:tracePt t="127263" x="5313363" y="1366838"/>
          <p14:tracePt t="127276" x="5313363" y="1381125"/>
          <p14:tracePt t="127286" x="5327650" y="1387475"/>
          <p14:tracePt t="127297" x="5327650" y="1401763"/>
          <p14:tracePt t="127309" x="5340350" y="1414463"/>
          <p14:tracePt t="127320" x="5354638" y="1428750"/>
          <p14:tracePt t="127342" x="5367338" y="1428750"/>
          <p14:tracePt t="127353" x="5375275" y="1428750"/>
          <p14:tracePt t="127365" x="5387975" y="1428750"/>
          <p14:tracePt t="127376" x="5387975" y="1443038"/>
          <p14:tracePt t="127387" x="5414963" y="1443038"/>
          <p14:tracePt t="127398" x="5422900" y="1443038"/>
          <p14:tracePt t="127410" x="5449888" y="1428750"/>
          <p14:tracePt t="127421" x="5462588" y="1428750"/>
          <p14:tracePt t="127454" x="5483225" y="1414463"/>
          <p14:tracePt t="127460" x="5510213" y="1401763"/>
          <p14:tracePt t="127466" x="5530850" y="1387475"/>
          <p14:tracePt t="127469" x="5545138" y="1381125"/>
          <p14:tracePt t="127478" x="5557838" y="1354138"/>
          <p14:tracePt t="127491" x="5572125" y="1333500"/>
          <p14:tracePt t="127500" x="5572125" y="1319213"/>
          <p14:tracePt t="127522" x="5572125" y="1306513"/>
          <p14:tracePt t="127533" x="5572125" y="1292225"/>
          <p14:tracePt t="127545" x="5572125" y="1279525"/>
          <p14:tracePt t="127567" x="5557838" y="1271588"/>
          <p14:tracePt t="127589" x="5545138" y="1271588"/>
          <p14:tracePt t="127612" x="5530850" y="1271588"/>
          <p14:tracePt t="127624" x="5524500" y="1271588"/>
          <p14:tracePt t="127635" x="5510213" y="1271588"/>
          <p14:tracePt t="127646" x="5497513" y="1271588"/>
          <p14:tracePt t="127658" x="5483225" y="1271588"/>
          <p14:tracePt t="127669" x="5462588" y="1271588"/>
          <p14:tracePt t="127681" x="5449888" y="1271588"/>
          <p14:tracePt t="127692" x="5435600" y="1271588"/>
          <p14:tracePt t="127703" x="5414963" y="1271588"/>
          <p14:tracePt t="127713" x="5402263" y="1271588"/>
          <p14:tracePt t="127725" x="5387975" y="1279525"/>
          <p14:tracePt t="127736" x="5375275" y="1279525"/>
          <p14:tracePt t="127747" x="5367338" y="1292225"/>
          <p14:tracePt t="127759" x="5354638" y="1306513"/>
          <p14:tracePt t="127770" x="5340350" y="1319213"/>
          <p14:tracePt t="127781" x="5340350" y="1333500"/>
          <p14:tracePt t="127793" x="5327650" y="1339850"/>
          <p14:tracePt t="127804" x="5327650" y="1366838"/>
          <p14:tracePt t="127815" x="5327650" y="1381125"/>
          <p14:tracePt t="127837" x="5340350" y="1387475"/>
          <p14:tracePt t="127848" x="5340350" y="1401763"/>
          <p14:tracePt t="127860" x="5367338" y="1401763"/>
          <p14:tracePt t="127871" x="5375275" y="1414463"/>
          <p14:tracePt t="127882" x="5387975" y="1414463"/>
          <p14:tracePt t="127893" x="5414963" y="1414463"/>
          <p14:tracePt t="127905" x="5435600" y="1414463"/>
          <p14:tracePt t="127916" x="5449888" y="1414463"/>
          <p14:tracePt t="127927" x="5476875" y="1401763"/>
          <p14:tracePt t="127939" x="5497513" y="1401763"/>
          <p14:tracePt t="127950" x="5510213" y="1381125"/>
          <p14:tracePt t="127961" x="5524500" y="1366838"/>
          <p14:tracePt t="127973" x="5530850" y="1333500"/>
          <p14:tracePt t="127985" x="5557838" y="1292225"/>
          <p14:tracePt t="127995" x="5557838" y="1244600"/>
          <p14:tracePt t="128006" x="5557838" y="1223963"/>
          <p14:tracePt t="128018" x="5557838" y="1184275"/>
          <p14:tracePt t="128028" x="5545138" y="1169988"/>
          <p14:tracePt t="128039" x="5530850" y="1149350"/>
          <p14:tracePt t="128052" x="5524500" y="1136650"/>
          <p14:tracePt t="128063" x="5510213" y="1122363"/>
          <p14:tracePt t="128074" x="5497513" y="1122363"/>
          <p14:tracePt t="128085" x="5483225" y="1122363"/>
          <p14:tracePt t="128107" x="5476875" y="1122363"/>
          <p14:tracePt t="128118" x="5462588" y="1122363"/>
          <p14:tracePt t="128130" x="5449888" y="1122363"/>
          <p14:tracePt t="128142" x="5435600" y="1136650"/>
          <p14:tracePt t="128152" x="5414963" y="1149350"/>
          <p14:tracePt t="128163" x="5402263" y="1163638"/>
          <p14:tracePt t="128176" x="5387975" y="1169988"/>
          <p14:tracePt t="128186" x="5375275" y="1184275"/>
          <p14:tracePt t="128198" x="5354638" y="1211263"/>
          <p14:tracePt t="128209" x="5340350" y="1223963"/>
          <p14:tracePt t="128219" x="5327650" y="1231900"/>
          <p14:tracePt t="128231" x="5327650" y="1244600"/>
          <p14:tracePt t="128243" x="5313363" y="1271588"/>
          <p14:tracePt t="128254" x="5307013" y="1279525"/>
          <p14:tracePt t="128265" x="5307013" y="1306513"/>
          <p14:tracePt t="128276" x="5307013" y="1319213"/>
          <p14:tracePt t="128287" x="5307013" y="1333500"/>
          <p14:tracePt t="128298" x="5313363" y="1354138"/>
          <p14:tracePt t="128310" x="5327650" y="1366838"/>
          <p14:tracePt t="128321" x="5340350" y="1381125"/>
          <p14:tracePt t="128333" x="5354638" y="1387475"/>
          <p14:tracePt t="128344" x="5375275" y="1401763"/>
          <p14:tracePt t="128354" x="5402263" y="1414463"/>
          <p14:tracePt t="128366" x="5422900" y="1428750"/>
          <p14:tracePt t="128378" x="5449888" y="1428750"/>
          <p14:tracePt t="128389" x="5476875" y="1428750"/>
          <p14:tracePt t="128401" x="5483225" y="1428750"/>
          <p14:tracePt t="128412" x="5497513" y="1428750"/>
          <p14:tracePt t="128422" x="5524500" y="1414463"/>
          <p14:tracePt t="128433" x="5530850" y="1401763"/>
          <p14:tracePt t="128445" x="5545138" y="1387475"/>
          <p14:tracePt t="128456" x="5557838" y="1381125"/>
          <p14:tracePt t="128468" x="5572125" y="1354138"/>
          <p14:tracePt t="128479" x="5586413" y="1333500"/>
          <p14:tracePt t="128501" x="5586413" y="1319213"/>
          <p14:tracePt t="128504" x="5586413" y="1306513"/>
          <p14:tracePt t="128512" x="5586413" y="1292225"/>
          <p14:tracePt t="128528" x="5586413" y="1279525"/>
          <p14:tracePt t="128537" x="5586413" y="1258888"/>
          <p14:tracePt t="128548" x="5572125" y="1244600"/>
          <p14:tracePt t="128560" x="5557838" y="1231900"/>
          <p14:tracePt t="128570" x="5545138" y="1223963"/>
          <p14:tracePt t="128581" x="5524500" y="1223963"/>
          <p14:tracePt t="128593" x="5510213" y="1211263"/>
          <p14:tracePt t="128603" x="5497513" y="1211263"/>
          <p14:tracePt t="128613" x="5476875" y="1211263"/>
          <p14:tracePt t="128626" x="5462588" y="1196975"/>
          <p14:tracePt t="128636" x="5449888" y="1196975"/>
          <p14:tracePt t="128648" x="5435600" y="1196975"/>
          <p14:tracePt t="128659" x="5422900" y="1196975"/>
          <p14:tracePt t="128670" x="5422900" y="1211263"/>
          <p14:tracePt t="128681" x="5414963" y="1211263"/>
          <p14:tracePt t="128693" x="5402263" y="1223963"/>
          <p14:tracePt t="128703" x="5387975" y="1231900"/>
          <p14:tracePt t="128715" x="5375275" y="1244600"/>
          <p14:tracePt t="128727" x="5367338" y="1258888"/>
          <p14:tracePt t="128737" x="5354638" y="1271588"/>
          <p14:tracePt t="128750" x="5340350" y="1279525"/>
          <p14:tracePt t="128761" x="5327650" y="1279525"/>
          <p14:tracePt t="128771" x="5327650" y="1292225"/>
          <p14:tracePt t="128783" x="5327650" y="1306513"/>
          <p14:tracePt t="128794" x="5327650" y="1319213"/>
          <p14:tracePt t="128805" x="5340350" y="1333500"/>
          <p14:tracePt t="128816" x="5340350" y="1339850"/>
          <p14:tracePt t="128828" x="5367338" y="1354138"/>
          <p14:tracePt t="128839" x="5387975" y="1354138"/>
          <p14:tracePt t="128850" x="5414963" y="1366838"/>
          <p14:tracePt t="128862" x="5422900" y="1366838"/>
          <p14:tracePt t="128872" x="5449888" y="1366838"/>
          <p14:tracePt t="128884" x="5462588" y="1366838"/>
          <p14:tracePt t="128895" x="5462588" y="1381125"/>
          <p14:tracePt t="128928" x="5462588" y="1366838"/>
          <p14:tracePt t="128940" x="5435600" y="1366838"/>
          <p14:tracePt t="128951" x="5422900" y="1354138"/>
          <p14:tracePt t="129130" x="5422900" y="1366838"/>
          <p14:tracePt t="129142" x="5435600" y="1354138"/>
          <p14:tracePt t="129165" x="5449888" y="1354138"/>
          <p14:tracePt t="129209" x="5462588" y="1354138"/>
          <p14:tracePt t="129232" x="5476875" y="1354138"/>
          <p14:tracePt t="129243" x="5476875" y="1339850"/>
          <p14:tracePt t="129277" x="5483225" y="1339850"/>
          <p14:tracePt t="129288" x="5483225" y="1333500"/>
          <p14:tracePt t="129311" x="5483225" y="1319213"/>
          <p14:tracePt t="129333" x="5483225" y="1306513"/>
          <p14:tracePt t="129355" x="5483225" y="1292225"/>
          <p14:tracePt t="129378" x="5483225" y="1279525"/>
          <p14:tracePt t="129389" x="5483225" y="1271588"/>
          <p14:tracePt t="129401" x="5476875" y="1271588"/>
          <p14:tracePt t="129413" x="5476875" y="1258888"/>
          <p14:tracePt t="129434" x="5462588" y="1244600"/>
          <p14:tracePt t="129457" x="5462588" y="1231900"/>
          <p14:tracePt t="129468" x="5449888" y="1231900"/>
          <p14:tracePt t="129480" x="5449888" y="1223963"/>
          <p14:tracePt t="129502" x="5435600" y="1211263"/>
          <p14:tracePt t="129514" x="5422900" y="1211263"/>
          <p14:tracePt t="129525" x="5422900" y="1196975"/>
          <p14:tracePt t="129547" x="5414963" y="1196975"/>
          <p14:tracePt t="129559" x="5402263" y="1196975"/>
          <p14:tracePt t="129570" x="5387975" y="1196975"/>
          <p14:tracePt t="129581" x="5375275" y="1196975"/>
          <p14:tracePt t="129603" x="5367338" y="1196975"/>
          <p14:tracePt t="129637" x="5354638" y="1196975"/>
          <p14:tracePt t="129659" x="5340350" y="1196975"/>
          <p14:tracePt t="129693" x="5327650" y="1196975"/>
          <p14:tracePt t="129727" x="5313363" y="1196975"/>
          <p14:tracePt t="129749" x="5307013" y="1196975"/>
          <p14:tracePt t="129794" x="5292725" y="1196975"/>
          <p14:tracePt t="129931" x="5280025" y="1211263"/>
          <p14:tracePt t="131157" x="5280025" y="1223963"/>
          <p14:tracePt t="131189" x="5280025" y="1231900"/>
          <p14:tracePt t="131193" x="5280025" y="1244600"/>
          <p14:tracePt t="131212" x="5280025" y="1258888"/>
          <p14:tracePt t="131235" x="5280025" y="1271588"/>
          <p14:tracePt t="131257" x="5292725" y="1271588"/>
          <p14:tracePt t="131280" x="5307013" y="1271588"/>
          <p14:tracePt t="131291" x="5313363" y="1279525"/>
          <p14:tracePt t="131302" x="5340350" y="1279525"/>
          <p14:tracePt t="131313" x="5354638" y="1279525"/>
          <p14:tracePt t="131327" x="5367338" y="1292225"/>
          <p14:tracePt t="131336" x="5375275" y="1292225"/>
          <p14:tracePt t="131348" x="5387975" y="1292225"/>
          <p14:tracePt t="131361" x="5402263" y="1292225"/>
          <p14:tracePt t="131371" x="5414963" y="1292225"/>
          <p14:tracePt t="131381" x="5414963" y="1279525"/>
          <p14:tracePt t="131393" x="5422900" y="1279525"/>
          <p14:tracePt t="131404" x="5435600" y="1271588"/>
          <p14:tracePt t="131415" x="5449888" y="1271588"/>
          <p14:tracePt t="131427" x="5449888" y="1258888"/>
          <p14:tracePt t="131437" x="5462588" y="1231900"/>
          <p14:tracePt t="131449" x="5462588" y="1223963"/>
          <p14:tracePt t="131460" x="5462588" y="1211263"/>
          <p14:tracePt t="131471" x="5449888" y="1211263"/>
          <p14:tracePt t="131482" x="5449888" y="1196975"/>
          <p14:tracePt t="131494" x="5435600" y="1196975"/>
          <p14:tracePt t="131505" x="5422900" y="1196975"/>
          <p14:tracePt t="131516" x="5414963" y="1184275"/>
          <p14:tracePt t="131528" x="5402263" y="1184275"/>
          <p14:tracePt t="131538" x="5387975" y="1184275"/>
          <p14:tracePt t="131550" x="5375275" y="1196975"/>
          <p14:tracePt t="131562" x="5367338" y="1196975"/>
          <p14:tracePt t="131572" x="5340350" y="1196975"/>
          <p14:tracePt t="131584" x="5313363" y="1211263"/>
          <p14:tracePt t="131595" x="5307013" y="1223963"/>
          <p14:tracePt t="131606" x="5292725" y="1231900"/>
          <p14:tracePt t="131617" x="5280025" y="1231900"/>
          <p14:tracePt t="131651" x="5280025" y="1244600"/>
          <p14:tracePt t="131673" x="5280025" y="1258888"/>
          <p14:tracePt t="131920" x="5265738" y="1258888"/>
          <p14:tracePt t="131932" x="5265738" y="1271588"/>
          <p14:tracePt t="131954" x="5265738" y="1279525"/>
          <p14:tracePt t="131966" x="5265738" y="1292225"/>
          <p14:tracePt t="131977" x="5265738" y="1306513"/>
          <p14:tracePt t="131989" x="5259388" y="1319213"/>
          <p14:tracePt t="132000" x="5259388" y="1339850"/>
          <p14:tracePt t="132011" x="5259388" y="1354138"/>
          <p14:tracePt t="132023" x="5259388" y="1366838"/>
          <p14:tracePt t="132033" x="5259388" y="1381125"/>
          <p14:tracePt t="132056" x="5259388" y="1387475"/>
          <p14:tracePt t="132067" x="5259388" y="1401763"/>
          <p14:tracePt t="132078" x="5265738" y="1401763"/>
          <p14:tracePt t="132090" x="5280025" y="1414463"/>
          <p14:tracePt t="132101" x="5292725" y="1428750"/>
          <p14:tracePt t="132113" x="5327650" y="1428750"/>
          <p14:tracePt t="132124" x="5354638" y="1443038"/>
          <p14:tracePt t="132135" x="5375275" y="1443038"/>
          <p14:tracePt t="132146" x="5402263" y="1443038"/>
          <p14:tracePt t="132157" x="5435600" y="1443038"/>
          <p14:tracePt t="132169" x="5462588" y="1443038"/>
          <p14:tracePt t="132181" x="5476875" y="1443038"/>
          <p14:tracePt t="132191" x="5483225" y="1443038"/>
          <p14:tracePt t="132202" x="5510213" y="1428750"/>
          <p14:tracePt t="132215" x="5524500" y="1401763"/>
          <p14:tracePt t="132225" x="5530850" y="1366838"/>
          <p14:tracePt t="132236" x="5530850" y="1339850"/>
          <p14:tracePt t="132247" x="5530850" y="1319213"/>
          <p14:tracePt t="132258" x="5530850" y="1292225"/>
          <p14:tracePt t="132270" x="5530850" y="1279525"/>
          <p14:tracePt t="132292" x="5524500" y="1271588"/>
          <p14:tracePt t="132303" x="5510213" y="1258888"/>
          <p14:tracePt t="132315" x="5497513" y="1244600"/>
          <p14:tracePt t="132326" x="5483225" y="1244600"/>
          <p14:tracePt t="132337" x="5476875" y="1244600"/>
          <p14:tracePt t="132348" x="5462588" y="1244600"/>
          <p14:tracePt t="132360" x="5449888" y="1244600"/>
          <p14:tracePt t="132371" x="5422900" y="1244600"/>
          <p14:tracePt t="132382" x="5414963" y="1244600"/>
          <p14:tracePt t="132393" x="5387975" y="1244600"/>
          <p14:tracePt t="132405" x="5367338" y="1244600"/>
          <p14:tracePt t="132416" x="5354638" y="1258888"/>
          <p14:tracePt t="132427" x="5327650" y="1258888"/>
          <p14:tracePt t="132439" x="5313363" y="1279525"/>
          <p14:tracePt t="132450" x="5307013" y="1292225"/>
          <p14:tracePt t="132461" x="5292725" y="1306513"/>
          <p14:tracePt t="132472" x="5292725" y="1333500"/>
          <p14:tracePt t="132484" x="5292725" y="1354138"/>
          <p14:tracePt t="132495" x="5307013" y="1366838"/>
          <p14:tracePt t="132507" x="5313363" y="1387475"/>
          <p14:tracePt t="132517" x="5340350" y="1414463"/>
          <p14:tracePt t="132528" x="5387975" y="1428750"/>
          <p14:tracePt t="132540" x="5435600" y="1449388"/>
          <p14:tracePt t="132551" x="5476875" y="1449388"/>
          <p14:tracePt t="132563" x="5524500" y="1462088"/>
          <p14:tracePt t="132574" x="5557838" y="1462088"/>
          <p14:tracePt t="132585" x="5586413" y="1449388"/>
          <p14:tracePt t="132597" x="5592763" y="1449388"/>
          <p14:tracePt t="132607" x="5605463" y="1443038"/>
          <p14:tracePt t="132618" x="5619750" y="1428750"/>
          <p14:tracePt t="132631" x="5619750" y="1414463"/>
          <p14:tracePt t="132641" x="5619750" y="1401763"/>
          <p14:tracePt t="132663" x="5605463" y="1387475"/>
          <p14:tracePt t="132698" x="5592763" y="1387475"/>
          <p14:tracePt t="132709" x="5592763" y="1381125"/>
          <p14:tracePt t="132711" x="5586413" y="1381125"/>
          <p14:tracePt t="132732" x="5572125" y="1381125"/>
          <p14:tracePt t="132753" x="5557838" y="1381125"/>
          <p14:tracePt t="132765" x="5545138" y="1381125"/>
          <p14:tracePt t="132776" x="5530850" y="1381125"/>
          <p14:tracePt t="132787" x="5524500" y="1381125"/>
          <p14:tracePt t="132798" x="5510213" y="1366838"/>
          <p14:tracePt t="133237" x="5510213" y="1381125"/>
          <p14:tracePt t="133260" x="5510213" y="1387475"/>
          <p14:tracePt t="133271" x="5510213" y="1401763"/>
          <p14:tracePt t="133283" x="5510213" y="1414463"/>
          <p14:tracePt t="133294" x="5524500" y="1428750"/>
          <p14:tracePt t="133304" x="5524500" y="1443038"/>
          <p14:tracePt t="133317" x="5524500" y="1462088"/>
          <p14:tracePt t="133328" x="5524500" y="1497013"/>
          <p14:tracePt t="133338" x="5530850" y="1538288"/>
          <p14:tracePt t="133351" x="5530850" y="1571625"/>
          <p14:tracePt t="133361" x="5545138" y="1619250"/>
          <p14:tracePt t="133373" x="5545138" y="1660525"/>
          <p14:tracePt t="133384" x="5557838" y="1708150"/>
          <p14:tracePt t="133395" x="5557838" y="1728788"/>
          <p14:tracePt t="133407" x="5557838" y="1768475"/>
          <p14:tracePt t="133417" x="5557838" y="1789113"/>
          <p14:tracePt t="133428" x="5557838" y="1816100"/>
          <p14:tracePt t="133441" x="5557838" y="1824038"/>
          <p14:tracePt t="133451" x="5572125" y="1824038"/>
          <p14:tracePt t="133507" x="5572125" y="1816100"/>
          <p14:tracePt t="133529" x="5557838" y="1803400"/>
          <p14:tracePt t="133574" x="5557838" y="1789113"/>
          <p14:tracePt t="133608" x="5557838" y="1776413"/>
          <p14:tracePt t="133631" x="5557838" y="1768475"/>
          <p14:tracePt t="133653" x="5557838" y="1755775"/>
          <p14:tracePt t="133676" x="5545138" y="1755775"/>
          <p14:tracePt t="133687" x="5545138" y="1741488"/>
          <p14:tracePt t="133743" x="5530850" y="1741488"/>
          <p14:tracePt t="133766" x="5524500" y="1741488"/>
          <p14:tracePt t="133777" x="5497513" y="1741488"/>
          <p14:tracePt t="133789" x="5483225" y="1728788"/>
          <p14:tracePt t="133801" x="5462588" y="1728788"/>
          <p14:tracePt t="133812" x="5449888" y="1728788"/>
          <p14:tracePt t="133823" x="5422900" y="1714500"/>
          <p14:tracePt t="133833" x="5402263" y="1714500"/>
          <p14:tracePt t="133845" x="5387975" y="1714500"/>
          <p14:tracePt t="133856" x="5375275" y="1714500"/>
          <p14:tracePt t="133868" x="5354638" y="1728788"/>
          <p14:tracePt t="133879" x="5340350" y="1728788"/>
          <p14:tracePt t="133889" x="5313363" y="1741488"/>
          <p14:tracePt t="133902" x="5307013" y="1741488"/>
          <p14:tracePt t="133912" x="5280025" y="1755775"/>
          <p14:tracePt t="133923" x="5265738" y="1776413"/>
          <p14:tracePt t="133936" x="5259388" y="1789113"/>
          <p14:tracePt t="133946" x="5245100" y="1803400"/>
          <p14:tracePt t="133957" x="5245100" y="1816100"/>
          <p14:tracePt t="133969" x="5245100" y="1824038"/>
          <p14:tracePt t="133991" x="5245100" y="1836738"/>
          <p14:tracePt t="134002" x="5259388" y="1851025"/>
          <p14:tracePt t="134014" x="5265738" y="1851025"/>
          <p14:tracePt t="134026" x="5280025" y="1851025"/>
          <p14:tracePt t="134036" x="5292725" y="1863725"/>
          <p14:tracePt t="134047" x="5313363" y="1863725"/>
          <p14:tracePt t="134059" x="5340350" y="1878013"/>
          <p14:tracePt t="134070" x="5375275" y="1878013"/>
          <p14:tracePt t="134081" x="5402263" y="1878013"/>
          <p14:tracePt t="134093" x="5422900" y="1878013"/>
          <p14:tracePt t="134103" x="5462588" y="1884363"/>
          <p14:tracePt t="134114" x="5483225" y="1884363"/>
          <p14:tracePt t="134126" x="5510213" y="1878013"/>
          <p14:tracePt t="134137" x="5530850" y="1878013"/>
          <p14:tracePt t="134148" x="5545138" y="1863725"/>
          <p14:tracePt t="134160" x="5557838" y="1851025"/>
          <p14:tracePt t="134171" x="5557838" y="1836738"/>
          <p14:tracePt t="134182" x="5572125" y="1803400"/>
          <p14:tracePt t="134194" x="5572125" y="1776413"/>
          <p14:tracePt t="134205" x="5572125" y="1755775"/>
          <p14:tracePt t="134216" x="5557838" y="1714500"/>
          <p14:tracePt t="134228" x="5545138" y="1693863"/>
          <p14:tracePt t="134239" x="5524500" y="1681163"/>
          <p14:tracePt t="134250" x="5497513" y="1666875"/>
          <p14:tracePt t="134272" x="5476875" y="1666875"/>
          <p14:tracePt t="134273" x="5435600" y="1666875"/>
          <p14:tracePt t="134283" x="5402263" y="1666875"/>
          <p14:tracePt t="134294" x="5375275" y="1666875"/>
          <p14:tracePt t="134306" x="5354638" y="1681163"/>
          <p14:tracePt t="134318" x="5327650" y="1708150"/>
          <p14:tracePt t="134329" x="5292725" y="1728788"/>
          <p14:tracePt t="134339" x="5280025" y="1755775"/>
          <p14:tracePt t="134352" x="5265738" y="1768475"/>
          <p14:tracePt t="134362" x="5259388" y="1789113"/>
          <p14:tracePt t="134373" x="5259388" y="1816100"/>
          <p14:tracePt t="134385" x="5259388" y="1824038"/>
          <p14:tracePt t="134396" x="5259388" y="1836738"/>
          <p14:tracePt t="134407" x="5265738" y="1863725"/>
          <p14:tracePt t="134419" x="5280025" y="1878013"/>
          <p14:tracePt t="134430" x="5313363" y="1884363"/>
          <p14:tracePt t="134442" x="5340350" y="1898650"/>
          <p14:tracePt t="134452" x="5375275" y="1911350"/>
          <p14:tracePt t="134464" x="5414963" y="1925638"/>
          <p14:tracePt t="134476" x="5462588" y="1925638"/>
          <p14:tracePt t="134486" x="5497513" y="1925638"/>
          <p14:tracePt t="134497" x="5530850" y="1925638"/>
          <p14:tracePt t="134510" x="5572125" y="1925638"/>
          <p14:tracePt t="134520" x="5592763" y="1925638"/>
          <p14:tracePt t="134531" x="5605463" y="1911350"/>
          <p14:tracePt t="134543" x="5619750" y="1898650"/>
          <p14:tracePt t="134554" x="5634038" y="1878013"/>
          <p14:tracePt t="134565" x="5634038" y="1851025"/>
          <p14:tracePt t="134576" x="5634038" y="1824038"/>
          <p14:tracePt t="134587" x="5619750" y="1776413"/>
          <p14:tracePt t="134599" x="5586413" y="1741488"/>
          <p14:tracePt t="134610" x="5545138" y="1708150"/>
          <p14:tracePt t="134621" x="5510213" y="1681163"/>
          <p14:tracePt t="134632" x="5462588" y="1666875"/>
          <p14:tracePt t="134644" x="5387975" y="1660525"/>
          <p14:tracePt t="134655" x="5340350" y="1646238"/>
          <p14:tracePt t="134666" x="5292725" y="1646238"/>
          <p14:tracePt t="134677" x="5259388" y="1646238"/>
          <p14:tracePt t="134688" x="5218113" y="1660525"/>
          <p14:tracePt t="134701" x="5197475" y="1666875"/>
          <p14:tracePt t="134711" x="5170488" y="1693863"/>
          <p14:tracePt t="134722" x="5157788" y="1714500"/>
          <p14:tracePt t="134734" x="5149850" y="1741488"/>
          <p14:tracePt t="134745" x="5137150" y="1776413"/>
          <p14:tracePt t="134756" x="5137150" y="1789113"/>
          <p14:tracePt t="134768" x="5137150" y="1803400"/>
          <p14:tracePt t="134789" x="5149850" y="1824038"/>
          <p14:tracePt t="134793" x="5157788" y="1836738"/>
          <p14:tracePt t="134802" x="5184775" y="1851025"/>
          <p14:tracePt t="134813" x="5232400" y="1863725"/>
          <p14:tracePt t="134823" x="5280025" y="1878013"/>
          <p14:tracePt t="134836" x="5313363" y="1878013"/>
          <p14:tracePt t="134847" x="5340350" y="1878013"/>
          <p14:tracePt t="134858" x="5375275" y="1878013"/>
          <p14:tracePt t="134869" x="5402263" y="1878013"/>
          <p14:tracePt t="134880" x="5414963" y="1878013"/>
          <p14:tracePt t="134892" x="5422900" y="1878013"/>
          <p14:tracePt t="135747" x="5422900" y="1884363"/>
          <p14:tracePt t="135768" x="5422900" y="1898650"/>
          <p14:tracePt t="135790" x="5422900" y="1911350"/>
          <p14:tracePt t="135847" x="5414963" y="1911350"/>
          <p14:tracePt t="135850" x="5402263" y="1925638"/>
          <p14:tracePt t="135870" x="5402263" y="1931988"/>
          <p14:tracePt t="135881" x="5387975" y="1931988"/>
          <p14:tracePt t="135893" x="5387975" y="1946275"/>
          <p14:tracePt t="135904" x="5387975" y="1958975"/>
          <p14:tracePt t="135915" x="5375275" y="1973263"/>
          <p14:tracePt t="135927" x="5367338" y="1985963"/>
          <p14:tracePt t="135937" x="5354638" y="2006600"/>
          <p14:tracePt t="135949" x="5340350" y="2033588"/>
          <p14:tracePt t="135960" x="5313363" y="2041525"/>
          <p14:tracePt t="135971" x="5307013" y="2068513"/>
          <p14:tracePt t="135983" x="5292725" y="2081213"/>
          <p14:tracePt t="135994" x="5292725" y="2101850"/>
          <p14:tracePt t="136005" x="5307013" y="2116138"/>
          <p14:tracePt t="136017" x="5307013" y="2128838"/>
          <p14:tracePt t="136027" x="5313363" y="2128838"/>
          <p14:tracePt t="136039" x="5327650" y="2143125"/>
          <p14:tracePt t="136050" x="5340350" y="2143125"/>
          <p14:tracePt t="136061" x="5354638" y="2128838"/>
          <p14:tracePt t="136083" x="5367338" y="2116138"/>
          <p14:tracePt t="136095" x="5367338" y="2101850"/>
          <p14:tracePt t="136117" x="5367338" y="2095500"/>
          <p14:tracePt t="136128" x="5354638" y="2095500"/>
          <p14:tracePt t="136140" x="5340350" y="2095500"/>
          <p14:tracePt t="136151" x="5307013" y="2095500"/>
          <p14:tracePt t="136162" x="5265738" y="2095500"/>
          <p14:tracePt t="136174" x="5205413" y="2095500"/>
          <p14:tracePt t="136185" x="5157788" y="2101850"/>
          <p14:tracePt t="136197" x="5075238" y="2101850"/>
          <p14:tracePt t="136209" x="4979988" y="2101850"/>
          <p14:tracePt t="136219" x="4872038" y="2095500"/>
          <p14:tracePt t="136230" x="4748213" y="2095500"/>
          <p14:tracePt t="136242" x="4652963" y="2095500"/>
          <p14:tracePt t="136252" x="4545013" y="2081213"/>
          <p14:tracePt t="136263" x="4422775" y="2081213"/>
          <p14:tracePt t="136275" x="4360863" y="2081213"/>
          <p14:tracePt t="136286" x="4286250" y="2081213"/>
          <p14:tracePt t="136297" x="4232275" y="2081213"/>
          <p14:tracePt t="136308" x="4184650" y="2081213"/>
          <p14:tracePt t="136320" x="4157663" y="2081213"/>
          <p14:tracePt t="136331" x="4129088" y="2081213"/>
          <p14:tracePt t="136344" x="4110038" y="2081213"/>
          <p14:tracePt t="136354" x="4081463" y="2081213"/>
          <p14:tracePt t="136364" x="4075113" y="2081213"/>
          <p14:tracePt t="136387" x="4062413" y="2095500"/>
          <p14:tracePt t="136399" x="4048125" y="2095500"/>
          <p14:tracePt t="136410" x="4033838" y="2095500"/>
          <p14:tracePt t="136421" x="4021138" y="2101850"/>
          <p14:tracePt t="136433" x="4014788" y="2101850"/>
          <p14:tracePt t="136443" x="4000500" y="2116138"/>
          <p14:tracePt t="136455" x="4000500" y="2128838"/>
          <p14:tracePt t="136467" x="3986213" y="2128838"/>
          <p14:tracePt t="136477" x="3973513" y="2143125"/>
          <p14:tracePt t="136488" x="3967163" y="2149475"/>
          <p14:tracePt t="136500" x="3967163" y="2163763"/>
          <p14:tracePt t="136511" x="3938588" y="2176463"/>
          <p14:tracePt t="136522" x="3925888" y="2190750"/>
          <p14:tracePt t="136534" x="3911600" y="2205038"/>
          <p14:tracePt t="136544" x="3911600" y="2211388"/>
          <p14:tracePt t="136556" x="3905250" y="2211388"/>
          <p14:tracePt t="136567" x="3890963" y="2224088"/>
          <p14:tracePt t="136578" x="3890963" y="2238375"/>
          <p14:tracePt t="136601" x="3890963" y="2252663"/>
          <p14:tracePt t="136646" x="3905250" y="2252663"/>
          <p14:tracePt t="136657" x="3911600" y="2252663"/>
          <p14:tracePt t="136668" x="3938588" y="2252663"/>
          <p14:tracePt t="136679" x="3967163" y="2252663"/>
          <p14:tracePt t="136691" x="4000500" y="2259013"/>
          <p14:tracePt t="136702" x="4033838" y="2259013"/>
          <p14:tracePt t="136713" x="4075113" y="2271713"/>
          <p14:tracePt t="136736" x="4081463" y="2271713"/>
          <p14:tracePt t="136758" x="4075113" y="2271713"/>
          <p14:tracePt t="136770" x="4048125" y="2271713"/>
          <p14:tracePt t="136781" x="4014788" y="2286000"/>
          <p14:tracePt t="136793" x="3952875" y="2286000"/>
          <p14:tracePt t="136804" x="3890963" y="2286000"/>
          <p14:tracePt t="136816" x="3863975" y="2286000"/>
          <p14:tracePt t="136827" x="3830638" y="2271713"/>
          <p14:tracePt t="136894" x="3857625" y="2271713"/>
          <p14:tracePt t="136905" x="3890963" y="2286000"/>
          <p14:tracePt t="136908" x="3938588" y="2286000"/>
          <p14:tracePt t="136918" x="4014788" y="2286000"/>
          <p14:tracePt t="136927" x="4095750" y="2300288"/>
          <p14:tracePt t="136940" x="4184650" y="2300288"/>
          <p14:tracePt t="136951" x="4232275" y="2300288"/>
          <p14:tracePt t="136961" x="4252913" y="2312988"/>
          <p14:tracePt t="137006" x="4232275" y="2312988"/>
          <p14:tracePt t="137018" x="4184650" y="2300288"/>
          <p14:tracePt t="137029" x="4110038" y="2300288"/>
          <p14:tracePt t="137040" x="4048125" y="2300288"/>
          <p14:tracePt t="137051" x="4000500" y="2300288"/>
          <p14:tracePt t="137062" x="3967163" y="2286000"/>
          <p14:tracePt t="137073" x="3938588" y="2286000"/>
          <p14:tracePt t="137118" x="3973513" y="2286000"/>
          <p14:tracePt t="137130" x="4048125" y="2286000"/>
          <p14:tracePt t="137141" x="4110038" y="2300288"/>
          <p14:tracePt t="137152" x="4205288" y="2300288"/>
          <p14:tracePt t="137163" x="4313238" y="2312988"/>
          <p14:tracePt t="137175" x="4387850" y="2319338"/>
          <p14:tracePt t="137186" x="4408488" y="2319338"/>
          <p14:tracePt t="137219" x="4395788" y="2319338"/>
          <p14:tracePt t="137231" x="4360863" y="2319338"/>
          <p14:tracePt t="137242" x="4279900" y="2312988"/>
          <p14:tracePt t="137253" x="4191000" y="2300288"/>
          <p14:tracePt t="137265" x="4095750" y="2286000"/>
          <p14:tracePt t="137277" x="4021138" y="2286000"/>
          <p14:tracePt t="137288" x="3967163" y="2271713"/>
          <p14:tracePt t="137298" x="3911600" y="2271713"/>
          <p14:tracePt t="137309" x="3905250" y="2271713"/>
          <p14:tracePt t="137355" x="3911600" y="2271713"/>
          <p14:tracePt t="137357" x="3952875" y="2271713"/>
          <p14:tracePt t="137369" x="4000500" y="2271713"/>
          <p14:tracePt t="137379" x="4062413" y="2286000"/>
          <p14:tracePt t="137389" x="4129088" y="2286000"/>
          <p14:tracePt t="137401" x="4191000" y="2286000"/>
          <p14:tracePt t="137411" x="4232275" y="2300288"/>
          <p14:tracePt t="137422" x="4238625" y="2300288"/>
          <p14:tracePt t="137445" x="4232275" y="2300288"/>
          <p14:tracePt t="137456" x="4191000" y="2300288"/>
          <p14:tracePt t="137468" x="4129088" y="2300288"/>
          <p14:tracePt t="137479" x="4033838" y="2300288"/>
          <p14:tracePt t="137490" x="3925888" y="2286000"/>
          <p14:tracePt t="137501" x="3857625" y="2286000"/>
          <p14:tracePt t="137512" x="3783013" y="2286000"/>
          <p14:tracePt t="137523" x="3735388" y="2286000"/>
          <p14:tracePt t="137535" x="3708400" y="2286000"/>
          <p14:tracePt t="137568" x="3721100" y="2286000"/>
          <p14:tracePt t="137580" x="3768725" y="2286000"/>
          <p14:tracePt t="137591" x="3816350" y="2286000"/>
          <p14:tracePt t="137602" x="3890963" y="2300288"/>
          <p14:tracePt t="137613" x="4000500" y="2300288"/>
          <p14:tracePt t="137625" x="4110038" y="2312988"/>
          <p14:tracePt t="137636" x="4184650" y="2319338"/>
          <p14:tracePt t="137647" x="4238625" y="2333625"/>
          <p14:tracePt t="137658" x="4265613" y="2333625"/>
          <p14:tracePt t="137681" x="4252913" y="2333625"/>
          <p14:tracePt t="137692" x="4217988" y="2333625"/>
          <p14:tracePt t="137704" x="4129088" y="2333625"/>
          <p14:tracePt t="137715" x="4021138" y="2333625"/>
          <p14:tracePt t="137726" x="3925888" y="2319338"/>
          <p14:tracePt t="137737" x="3830638" y="2319338"/>
          <p14:tracePt t="137749" x="3756025" y="2319338"/>
          <p14:tracePt t="137760" x="3721100" y="2312988"/>
          <p14:tracePt t="137793" x="3735388" y="2312988"/>
          <p14:tracePt t="137805" x="3783013" y="2312988"/>
          <p14:tracePt t="137816" x="3830638" y="2312988"/>
          <p14:tracePt t="137827" x="3911600" y="2319338"/>
          <p14:tracePt t="137839" x="4021138" y="2319338"/>
          <p14:tracePt t="137851" x="4122738" y="2333625"/>
          <p14:tracePt t="137861" x="4184650" y="2333625"/>
          <p14:tracePt t="137872" x="4238625" y="2333625"/>
          <p14:tracePt t="137884" x="4265613" y="2333625"/>
          <p14:tracePt t="137939" x="4232275" y="2333625"/>
          <p14:tracePt t="137942" x="4170363" y="2333625"/>
          <p14:tracePt t="137953" x="4075113" y="2333625"/>
          <p14:tracePt t="137955" x="3986213" y="2333625"/>
          <p14:tracePt t="137964" x="3863975" y="2319338"/>
          <p14:tracePt t="137974" x="3783013" y="2319338"/>
          <p14:tracePt t="137985" x="3735388" y="2319338"/>
          <p14:tracePt t="137996" x="3721100" y="2319338"/>
          <p14:tracePt t="138018" x="3735388" y="2319338"/>
          <p14:tracePt t="138029" x="3783013" y="2319338"/>
          <p14:tracePt t="138041" x="3843338" y="2319338"/>
          <p14:tracePt t="138052" x="3967163" y="2319338"/>
          <p14:tracePt t="138063" x="4095750" y="2333625"/>
          <p14:tracePt t="138075" x="4205288" y="2347913"/>
          <p14:tracePt t="138086" x="4265613" y="2360613"/>
          <p14:tracePt t="138097" x="4300538" y="2360613"/>
          <p14:tracePt t="138108" x="4313238" y="2366963"/>
          <p14:tracePt t="138131" x="4286250" y="2366963"/>
          <p14:tracePt t="138142" x="4232275" y="2366963"/>
          <p14:tracePt t="138153" x="4110038" y="2360613"/>
          <p14:tracePt t="138165" x="4000500" y="2347913"/>
          <p14:tracePt t="138177" x="3911600" y="2347913"/>
          <p14:tracePt t="138187" x="3830638" y="2333625"/>
          <p14:tracePt t="138199" x="3795713" y="2333625"/>
          <p14:tracePt t="138232" x="3803650" y="2333625"/>
          <p14:tracePt t="138243" x="3863975" y="2333625"/>
          <p14:tracePt t="138255" x="3952875" y="2347913"/>
          <p14:tracePt t="138266" x="4021138" y="2347913"/>
          <p14:tracePt t="138278" x="4129088" y="2360613"/>
          <p14:tracePt t="138289" x="4252913" y="2360613"/>
          <p14:tracePt t="138300" x="4340225" y="2366963"/>
          <p14:tracePt t="138312" x="4375150" y="2366963"/>
          <p14:tracePt t="138322" x="4387850" y="2366963"/>
          <p14:tracePt t="138345" x="4360863" y="2366963"/>
          <p14:tracePt t="138367" x="4313238" y="2366963"/>
          <p14:tracePt t="138370" x="4238625" y="2366963"/>
          <p14:tracePt t="138379" x="4122738" y="2366963"/>
          <p14:tracePt t="138392" x="4014788" y="2366963"/>
          <p14:tracePt t="138402" x="3952875" y="2366963"/>
          <p14:tracePt t="138412" x="3890963" y="2366963"/>
          <p14:tracePt t="138423" x="3857625" y="2366963"/>
          <p14:tracePt t="138457" x="3878263" y="2366963"/>
          <p14:tracePt t="138469" x="3925888" y="2366963"/>
          <p14:tracePt t="138480" x="3986213" y="2366963"/>
          <p14:tracePt t="138491" x="4048125" y="2366963"/>
          <p14:tracePt t="138503" x="4129088" y="2366963"/>
          <p14:tracePt t="138513" x="4232275" y="2366963"/>
          <p14:tracePt t="138525" x="4300538" y="2366963"/>
          <p14:tracePt t="138536" x="4327525" y="2366963"/>
          <p14:tracePt t="138569" x="4300538" y="2366963"/>
          <p14:tracePt t="138581" x="4252913" y="2366963"/>
          <p14:tracePt t="138592" x="4143375" y="2360613"/>
          <p14:tracePt t="138604" x="4021138" y="2360613"/>
          <p14:tracePt t="138614" x="3863975" y="2347913"/>
          <p14:tracePt t="138627" x="3748088" y="2333625"/>
          <p14:tracePt t="138637" x="3640138" y="2319338"/>
          <p14:tracePt t="138649" x="3565525" y="2319338"/>
          <p14:tracePt t="138660" x="3538538" y="2319338"/>
          <p14:tracePt t="138693" x="3551238" y="2319338"/>
          <p14:tracePt t="138705" x="3598863" y="2319338"/>
          <p14:tracePt t="138717" x="3646488" y="2333625"/>
          <p14:tracePt t="138728" x="3721100" y="2347913"/>
          <p14:tracePt t="138739" x="3816350" y="2360613"/>
          <p14:tracePt t="138751" x="3905250" y="2366963"/>
          <p14:tracePt t="138761" x="3973513" y="2366963"/>
          <p14:tracePt t="138772" x="4033838" y="2366963"/>
          <p14:tracePt t="138784" x="4081463" y="2366963"/>
          <p14:tracePt t="138795" x="4110038" y="2366963"/>
          <p14:tracePt t="138806" x="4122738" y="2366963"/>
          <p14:tracePt t="138818" x="4129088" y="2366963"/>
          <p14:tracePt t="138828" x="4129088" y="2360613"/>
          <p14:tracePt t="138840" x="4129088" y="2347913"/>
          <p14:tracePt t="138851" x="4129088" y="2333625"/>
          <p14:tracePt t="138862" x="4122738" y="2300288"/>
          <p14:tracePt t="138873" x="4110038" y="2238375"/>
          <p14:tracePt t="138896" x="4075113" y="2149475"/>
          <p14:tracePt t="138901" x="4048125" y="2101850"/>
          <p14:tracePt t="138908" x="4021138" y="2041525"/>
          <p14:tracePt t="138919" x="4000500" y="2006600"/>
          <p14:tracePt t="138931" x="3967163" y="1973263"/>
          <p14:tracePt t="138943" x="3938588" y="1958975"/>
          <p14:tracePt t="138954" x="3905250" y="1946275"/>
          <p14:tracePt t="138964" x="3857625" y="1931988"/>
          <p14:tracePt t="138986" x="3795713" y="1931988"/>
          <p14:tracePt t="138989" x="3748088" y="1946275"/>
          <p14:tracePt t="138999" x="3687763" y="1958975"/>
          <p14:tracePt t="139010" x="3625850" y="1985963"/>
          <p14:tracePt t="139021" x="3551238" y="2006600"/>
          <p14:tracePt t="139031" x="3517900" y="2041525"/>
          <p14:tracePt t="139043" x="3470275" y="2095500"/>
          <p14:tracePt t="139054" x="3455988" y="2128838"/>
          <p14:tracePt t="139065" x="3443288" y="2176463"/>
          <p14:tracePt t="139077" x="3455988" y="2205038"/>
          <p14:tracePt t="139088" x="3490913" y="2252663"/>
          <p14:tracePt t="139098" x="3565525" y="2300288"/>
          <p14:tracePt t="139110" x="3640138" y="2333625"/>
          <p14:tracePt t="139121" x="3708400" y="2360613"/>
          <p14:tracePt t="139133" x="3795713" y="2366963"/>
          <p14:tracePt t="139144" x="3890963" y="2366963"/>
          <p14:tracePt t="139155" x="3986213" y="2366963"/>
          <p14:tracePt t="139167" x="4062413" y="2366963"/>
          <p14:tracePt t="139177" x="4129088" y="2347913"/>
          <p14:tracePt t="139189" x="4170363" y="2319338"/>
          <p14:tracePt t="139201" x="4191000" y="2300288"/>
          <p14:tracePt t="139211" x="4205288" y="2259013"/>
          <p14:tracePt t="139223" x="4205288" y="2224088"/>
          <p14:tracePt t="139235" x="4191000" y="2176463"/>
          <p14:tracePt t="139245" x="4157663" y="2116138"/>
          <p14:tracePt t="139256" x="4095750" y="2068513"/>
          <p14:tracePt t="139268" x="4033838" y="2041525"/>
          <p14:tracePt t="139278" x="3952875" y="2020888"/>
          <p14:tracePt t="139290" x="3843338" y="2020888"/>
          <p14:tracePt t="139302" x="3756025" y="2020888"/>
          <p14:tracePt t="139312" x="3694113" y="2033588"/>
          <p14:tracePt t="139324" x="3640138" y="2041525"/>
          <p14:tracePt t="139335" x="3598863" y="2081213"/>
          <p14:tracePt t="139346" x="3578225" y="2116138"/>
          <p14:tracePt t="139357" x="3578225" y="2149475"/>
          <p14:tracePt t="139369" x="3578225" y="2190750"/>
          <p14:tracePt t="139380" x="3586163" y="2224088"/>
          <p14:tracePt t="139391" x="3625850" y="2252663"/>
          <p14:tracePt t="139403" x="3660775" y="2271713"/>
          <p14:tracePt t="139413" x="3721100" y="2300288"/>
          <p14:tracePt t="139425" x="3803650" y="2312988"/>
          <p14:tracePt t="139436" x="3905250" y="2319338"/>
          <p14:tracePt t="139447" x="3986213" y="2319338"/>
          <p14:tracePt t="139459" x="4122738" y="2312988"/>
          <p14:tracePt t="139470" x="4265613" y="2286000"/>
          <p14:tracePt t="139481" x="4360863" y="2259013"/>
          <p14:tracePt t="139493" x="4395788" y="2238375"/>
          <p14:tracePt t="139504" x="4449763" y="2190750"/>
          <p14:tracePt t="139515" x="4456113" y="2149475"/>
          <p14:tracePt t="139527" x="4456113" y="2116138"/>
          <p14:tracePt t="139537" x="4449763" y="2095500"/>
          <p14:tracePt t="139548" x="4387850" y="2041525"/>
          <p14:tracePt t="139560" x="4300538" y="1993900"/>
          <p14:tracePt t="139571" x="4184650" y="1946275"/>
          <p14:tracePt t="139585" x="4075113" y="1925638"/>
          <p14:tracePt t="139594" x="3925888" y="1925638"/>
          <p14:tracePt t="139605" x="3783013" y="1925638"/>
          <p14:tracePt t="139616" x="3660775" y="1946275"/>
          <p14:tracePt t="139627" x="3598863" y="1985963"/>
          <p14:tracePt t="139639" x="3538538" y="2041525"/>
          <p14:tracePt t="139651" x="3530600" y="2101850"/>
          <p14:tracePt t="139661" x="3530600" y="2163763"/>
          <p14:tracePt t="139672" x="3565525" y="2211388"/>
          <p14:tracePt t="139685" x="3625850" y="2271713"/>
          <p14:tracePt t="139695" x="3748088" y="2333625"/>
          <p14:tracePt t="139706" x="3863975" y="2381250"/>
          <p14:tracePt t="139719" x="3952875" y="2395538"/>
          <p14:tracePt t="139729" x="4062413" y="2408238"/>
          <p14:tracePt t="139740" x="4157663" y="2408238"/>
          <p14:tracePt t="139752" x="4265613" y="2395538"/>
          <p14:tracePt t="139762" x="4327525" y="2381250"/>
          <p14:tracePt t="139774" x="4387850" y="2366963"/>
          <p14:tracePt t="139785" x="4435475" y="2347913"/>
          <p14:tracePt t="139796" x="4456113" y="2347913"/>
          <p14:tracePt t="139818" x="4470400" y="2333625"/>
          <p14:tracePt t="139841" x="4456113" y="2333625"/>
          <p14:tracePt t="139852" x="4449763" y="2333625"/>
          <p14:tracePt t="139864" x="4435475" y="2319338"/>
          <p14:tracePt t="139875" x="4422775" y="2319338"/>
          <p14:tracePt t="139886" x="4395788" y="2312988"/>
          <p14:tracePt t="139897" x="4387850" y="2300288"/>
          <p14:tracePt t="140189" x="4408488" y="2300288"/>
          <p14:tracePt t="140212" x="4422775" y="2300288"/>
          <p14:tracePt t="140245" x="4435475" y="2300288"/>
          <p14:tracePt t="140291" x="4449763" y="2300288"/>
          <p14:tracePt t="140313" x="4456113" y="2300288"/>
          <p14:tracePt t="140325" x="4470400" y="2300288"/>
          <p14:tracePt t="140336" x="4483100" y="2312988"/>
          <p14:tracePt t="140348" x="4497388" y="2312988"/>
          <p14:tracePt t="140360" x="4518025" y="2312988"/>
          <p14:tracePt t="140372" x="4545013" y="2312988"/>
          <p14:tracePt t="140382" x="4565650" y="2312988"/>
          <p14:tracePt t="140393" x="4578350" y="2312988"/>
          <p14:tracePt t="140403" x="4605338" y="2312988"/>
          <p14:tracePt t="140416" x="4613275" y="2312988"/>
          <p14:tracePt t="140437" x="4640263" y="2312988"/>
          <p14:tracePt t="140440" x="4667250" y="2312988"/>
          <p14:tracePt t="140451" x="4687888" y="2312988"/>
          <p14:tracePt t="140461" x="4721225" y="2312988"/>
          <p14:tracePt t="140471" x="4748213" y="2312988"/>
          <p14:tracePt t="140483" x="4795838" y="2312988"/>
          <p14:tracePt t="140494" x="4843463" y="2319338"/>
          <p14:tracePt t="140505" x="4905375" y="2333625"/>
          <p14:tracePt t="140516" x="4967288" y="2347913"/>
          <p14:tracePt t="140527" x="5027613" y="2360613"/>
          <p14:tracePt t="140538" x="5075238" y="2366963"/>
          <p14:tracePt t="140550" x="5137150" y="2366963"/>
          <p14:tracePt t="140561" x="5184775" y="2381250"/>
          <p14:tracePt t="140572" x="5232400" y="2395538"/>
          <p14:tracePt t="140584" x="5259388" y="2395538"/>
          <p14:tracePt t="140595" x="5280025" y="2408238"/>
          <p14:tracePt t="140606" x="5307013" y="2408238"/>
          <p14:tracePt t="140617" x="5327650" y="2422525"/>
          <p14:tracePt t="140628" x="5340350" y="2422525"/>
          <p14:tracePt t="140640" x="5367338" y="2422525"/>
          <p14:tracePt t="140662" x="5375275" y="2422525"/>
          <p14:tracePt t="140696" x="5375275" y="2428875"/>
          <p14:tracePt t="140707" x="5387975" y="2443163"/>
          <p14:tracePt t="140718" x="5402263" y="2470150"/>
          <p14:tracePt t="140730" x="5414963" y="2490788"/>
          <p14:tracePt t="140741" x="5449888" y="2530475"/>
          <p14:tracePt t="140752" x="5483225" y="2551113"/>
          <p14:tracePt t="140763" x="5524500" y="2578100"/>
          <p14:tracePt t="140775" x="5572125" y="2598738"/>
          <p14:tracePt t="140786" x="5605463" y="2625725"/>
          <p14:tracePt t="140797" x="5640388" y="2640013"/>
          <p14:tracePt t="140808" x="5667375" y="2640013"/>
          <p14:tracePt t="140820" x="5694363" y="2646363"/>
          <p14:tracePt t="140833" x="5700713" y="2646363"/>
          <p14:tracePt t="140842" x="5715000" y="2640013"/>
          <p14:tracePt t="140865" x="5715000" y="2625725"/>
          <p14:tracePt t="140887" x="5715000" y="2613025"/>
          <p14:tracePt t="140899" x="5715000" y="2598738"/>
          <p14:tracePt t="140910" x="5700713" y="2586038"/>
          <p14:tracePt t="140932" x="5694363" y="2578100"/>
          <p14:tracePt t="140943" x="5681663" y="2578100"/>
          <p14:tracePt t="140955" x="5653088" y="2578100"/>
          <p14:tracePt t="140966" x="5640388" y="2578100"/>
          <p14:tracePt t="140977" x="5634038" y="2578100"/>
          <p14:tracePt t="140988" x="5619750" y="2578100"/>
          <p14:tracePt t="141000" x="5605463" y="2578100"/>
          <p14:tracePt t="141011" x="5592763" y="2578100"/>
          <p14:tracePt t="141022" x="5592763" y="2586038"/>
          <p14:tracePt t="141034" x="5586413" y="2586038"/>
          <p14:tracePt t="141045" x="5586413" y="2598738"/>
          <p14:tracePt t="141056" x="5572125" y="2598738"/>
          <p14:tracePt t="141091" x="5572125" y="2613025"/>
          <p14:tracePt t="141102" x="5557838" y="2613025"/>
          <p14:tracePt t="141104" x="5557838" y="2625725"/>
          <p14:tracePt t="141124" x="5557838" y="2640013"/>
          <p14:tracePt t="141134" x="5557838" y="2646363"/>
          <p14:tracePt t="141146" x="5557838" y="2660650"/>
          <p14:tracePt t="141158" x="5557838" y="2673350"/>
          <p14:tracePt t="141169" x="5572125" y="2693988"/>
          <p14:tracePt t="141180" x="5572125" y="2708275"/>
          <p14:tracePt t="141191" x="5586413" y="2735263"/>
          <p14:tracePt t="141202" x="5586413" y="2747963"/>
          <p14:tracePt t="141213" x="5586413" y="2755900"/>
          <p14:tracePt t="141226" x="5592763" y="2755900"/>
          <p14:tracePt t="141236" x="5592763" y="2768600"/>
          <p14:tracePt t="141258" x="5592763" y="2782888"/>
          <p14:tracePt t="141269" x="5586413" y="2782888"/>
          <p14:tracePt t="141292" x="5572125" y="2782888"/>
          <p14:tracePt t="141303" x="5557838" y="2782888"/>
          <p14:tracePt t="141315" x="5545138" y="2782888"/>
          <p14:tracePt t="141326" x="5530850" y="2782888"/>
          <p14:tracePt t="141382" x="5545138" y="2782888"/>
          <p14:tracePt t="141393" x="5557838" y="2782888"/>
          <p14:tracePt t="141405" x="5572125" y="2768600"/>
          <p14:tracePt t="141416" x="5586413" y="2768600"/>
          <p14:tracePt t="141427" x="5605463" y="2768600"/>
          <p14:tracePt t="141438" x="5619750" y="2768600"/>
          <p14:tracePt t="141451" x="5634038" y="2768600"/>
          <p14:tracePt t="141461" x="5640388" y="2782888"/>
          <p14:tracePt t="141472" x="5653088" y="2782888"/>
          <p14:tracePt t="141494" x="5667375" y="2795588"/>
          <p14:tracePt t="141517" x="5667375" y="2803525"/>
          <p14:tracePt t="141540" x="5667375" y="2816225"/>
          <p14:tracePt t="141551" x="5667375" y="2830513"/>
          <p14:tracePt t="141562" x="5667375" y="2843213"/>
          <p14:tracePt t="141574" x="5653088" y="2843213"/>
          <p14:tracePt t="141585" x="5640388" y="2843213"/>
          <p14:tracePt t="141811" x="5653088" y="2830513"/>
          <p14:tracePt t="141933" x="5640388" y="2830513"/>
          <p14:tracePt t="141944" x="5640388" y="2843213"/>
          <p14:tracePt t="141957" x="5634038" y="2843213"/>
          <p14:tracePt t="141968" x="5619750" y="2843213"/>
          <p14:tracePt t="141978" x="5619750" y="2857500"/>
          <p14:tracePt t="141991" x="5592763" y="2863850"/>
          <p14:tracePt t="142001" x="5586413" y="2878138"/>
          <p14:tracePt t="142012" x="5545138" y="2905125"/>
          <p14:tracePt t="142024" x="5530850" y="2911475"/>
          <p14:tracePt t="142035" x="5497513" y="2938463"/>
          <p14:tracePt t="142046" x="5476875" y="2967038"/>
          <p14:tracePt t="142058" x="5449888" y="2973388"/>
          <p14:tracePt t="142069" x="5435600" y="2986088"/>
          <p14:tracePt t="142081" x="5414963" y="3000375"/>
          <p14:tracePt t="142092" x="5402263" y="3014663"/>
          <p14:tracePt t="142136" x="5402263" y="3021013"/>
          <p14:tracePt t="142180" x="5414963" y="3021013"/>
          <p14:tracePt t="142203" x="5422900" y="3021013"/>
          <p14:tracePt t="142215" x="5435600" y="3014663"/>
          <p14:tracePt t="142237" x="5449888" y="3000375"/>
          <p14:tracePt t="142259" x="5449888" y="2986088"/>
          <p14:tracePt t="142304" x="5435600" y="2973388"/>
          <p14:tracePt t="142316" x="5422900" y="2973388"/>
          <p14:tracePt t="142339" x="5422900" y="2967038"/>
          <p14:tracePt t="142350" x="5414963" y="2967038"/>
          <p14:tracePt t="142361" x="5402263" y="2967038"/>
          <p14:tracePt t="142383" x="5387975" y="2967038"/>
          <p14:tracePt t="142395" x="5375275" y="2952750"/>
          <p14:tracePt t="142407" x="5367338" y="2952750"/>
          <p14:tracePt t="142418" x="5354638" y="2952750"/>
          <p14:tracePt t="142431" x="5340350" y="2952750"/>
          <p14:tracePt t="142441" x="5327650" y="2952750"/>
          <p14:tracePt t="142451" x="5313363" y="2952750"/>
          <p14:tracePt t="142463" x="5292725" y="2952750"/>
          <p14:tracePt t="142473" x="5280025" y="2952750"/>
          <p14:tracePt t="142485" x="5265738" y="2967038"/>
          <p14:tracePt t="142496" x="5259388" y="2973388"/>
          <p14:tracePt t="142508" x="5232400" y="2986088"/>
          <p14:tracePt t="142519" x="5218113" y="2986088"/>
          <p14:tracePt t="142530" x="5205413" y="3000375"/>
          <p14:tracePt t="142542" x="5205413" y="3014663"/>
          <p14:tracePt t="142552" x="5197475" y="3021013"/>
          <p14:tracePt t="142564" x="5197475" y="3033713"/>
          <p14:tracePt t="142575" x="5184775" y="3048000"/>
          <p14:tracePt t="142586" x="5184775" y="3062288"/>
          <p14:tracePt t="142598" x="5184775" y="3074988"/>
          <p14:tracePt t="142620" x="5184775" y="3081338"/>
          <p14:tracePt t="142632" x="5184775" y="3095625"/>
          <p14:tracePt t="142642" x="5197475" y="3095625"/>
          <p14:tracePt t="142653" x="5197475" y="3109913"/>
          <p14:tracePt t="142665" x="5197475" y="3122613"/>
          <p14:tracePt t="142676" x="5205413" y="3128963"/>
          <p14:tracePt t="142687" x="5218113" y="3143250"/>
          <p14:tracePt t="142710" x="5232400" y="3157538"/>
          <p14:tracePt t="142721" x="5245100" y="3157538"/>
          <p14:tracePt t="142733" x="5259388" y="3157538"/>
          <p14:tracePt t="142743" x="5280025" y="3170238"/>
          <p14:tracePt t="142755" x="5292725" y="3170238"/>
          <p14:tracePt t="142766" x="5313363" y="3170238"/>
          <p14:tracePt t="142777" x="5340350" y="3170238"/>
          <p14:tracePt t="142789" x="5367338" y="3170238"/>
          <p14:tracePt t="142800" x="5375275" y="3170238"/>
          <p14:tracePt t="142811" x="5387975" y="3170238"/>
          <p14:tracePt t="142822" x="5402263" y="3170238"/>
          <p14:tracePt t="142833" x="5414963" y="3157538"/>
          <p14:tracePt t="142845" x="5414963" y="3143250"/>
          <p14:tracePt t="142856" x="5422900" y="3128963"/>
          <p14:tracePt t="142867" x="5435600" y="3095625"/>
          <p14:tracePt t="142878" x="5449888" y="3074988"/>
          <p14:tracePt t="142890" x="5462588" y="3048000"/>
          <p14:tracePt t="142901" x="5462588" y="3021013"/>
          <p14:tracePt t="142912" x="5462588" y="3014663"/>
          <p14:tracePt t="142924" x="5462588" y="3000375"/>
          <p14:tracePt t="142935" x="5462588" y="2986088"/>
          <p14:tracePt t="142957" x="5449888" y="2986088"/>
          <p14:tracePt t="142969" x="5435600" y="2973388"/>
          <p14:tracePt t="142981" x="5422900" y="2973388"/>
          <p14:tracePt t="142991" x="5414963" y="2973388"/>
          <p14:tracePt t="143002" x="5402263" y="2973388"/>
          <p14:tracePt t="143016" x="5387975" y="2973388"/>
          <p14:tracePt t="143024" x="5375275" y="2973388"/>
          <p14:tracePt t="143036" x="5354638" y="2986088"/>
          <p14:tracePt t="143049" x="5340350" y="2986088"/>
          <p14:tracePt t="143059" x="5327650" y="3000375"/>
          <p14:tracePt t="143070" x="5313363" y="3014663"/>
          <p14:tracePt t="143082" x="5307013" y="3021013"/>
          <p14:tracePt t="143092" x="5292725" y="3033713"/>
          <p14:tracePt t="143104" x="5292725" y="3048000"/>
          <p14:tracePt t="143116" x="5292725" y="3062288"/>
          <p14:tracePt t="143126" x="5292725" y="3074988"/>
          <p14:tracePt t="143137" x="5292725" y="3081338"/>
          <p14:tracePt t="143149" x="5292725" y="3095625"/>
          <p14:tracePt t="143182" x="5307013" y="3109913"/>
          <p14:tracePt t="143186" x="5313363" y="3122613"/>
          <p14:tracePt t="143194" x="5327650" y="3122613"/>
          <p14:tracePt t="143198" x="5340350" y="3128963"/>
          <p14:tracePt t="143206" x="5354638" y="3128963"/>
          <p14:tracePt t="143217" x="5375275" y="3128963"/>
          <p14:tracePt t="143227" x="5387975" y="3128963"/>
          <p14:tracePt t="143239" x="5402263" y="3128963"/>
          <p14:tracePt t="143250" x="5414963" y="3128963"/>
          <p14:tracePt t="143272" x="5422900" y="3128963"/>
          <p14:tracePt t="143350" x="5435600" y="3128963"/>
          <p14:tracePt t="143384" x="5422900" y="3128963"/>
          <p14:tracePt t="143746" x="5435600" y="3128963"/>
          <p14:tracePt t="143801" x="5435600" y="3122613"/>
          <p14:tracePt t="143812" x="5449888" y="3122613"/>
          <p14:tracePt t="143868" x="5435600" y="3122613"/>
          <p14:tracePt t="144025" x="5422900" y="3122613"/>
          <p14:tracePt t="144037" x="5422900" y="3128963"/>
          <p14:tracePt t="144060" x="5414963" y="3128963"/>
          <p14:tracePt t="144072" x="5414963" y="3143250"/>
          <p14:tracePt t="144082" x="5414963" y="3157538"/>
          <p14:tracePt t="144094" x="5414963" y="3170238"/>
          <p14:tracePt t="144105" x="5414963" y="3184525"/>
          <p14:tracePt t="144117" x="5402263" y="3205163"/>
          <p14:tracePt t="144128" x="5402263" y="3217863"/>
          <p14:tracePt t="144139" x="5402263" y="3238500"/>
          <p14:tracePt t="144151" x="5402263" y="3265488"/>
          <p14:tracePt t="144162" x="5402263" y="3292475"/>
          <p14:tracePt t="144172" x="5402263" y="3300413"/>
          <p14:tracePt t="144184" x="5402263" y="3327400"/>
          <p14:tracePt t="144196" x="5402263" y="3340100"/>
          <p14:tracePt t="144207" x="5402263" y="3360738"/>
          <p14:tracePt t="144228" x="5402263" y="3375025"/>
          <p14:tracePt t="144231" x="5402263" y="3387725"/>
          <p14:tracePt t="144240" x="5402263" y="3402013"/>
          <p14:tracePt t="144254" x="5402263" y="3408363"/>
          <p14:tracePt t="144274" x="5402263" y="3422650"/>
          <p14:tracePt t="144285" x="5402263" y="3435350"/>
          <p14:tracePt t="144296" x="5402263" y="3449638"/>
          <p14:tracePt t="144307" x="5387975" y="3455988"/>
          <p14:tracePt t="144319" x="5387975" y="3470275"/>
          <p14:tracePt t="144330" x="5387975" y="3482975"/>
          <p14:tracePt t="144341" x="5387975" y="3497263"/>
          <p14:tracePt t="144353" x="5387975" y="3509963"/>
          <p14:tracePt t="144364" x="5387975" y="3517900"/>
          <p14:tracePt t="144375" x="5387975" y="3530600"/>
          <p14:tracePt t="144386" x="5387975" y="3557588"/>
          <p14:tracePt t="144397" x="5375275" y="3565525"/>
          <p14:tracePt t="144409" x="5375275" y="3592513"/>
          <p14:tracePt t="144420" x="5375275" y="3605213"/>
          <p14:tracePt t="144431" x="5375275" y="3625850"/>
          <p14:tracePt t="144443" x="5375275" y="3640138"/>
          <p14:tracePt t="144454" x="5375275" y="3652838"/>
          <p14:tracePt t="144465" x="5375275" y="3673475"/>
          <p14:tracePt t="144476" x="5375275" y="3687763"/>
          <p14:tracePt t="144487" x="5375275" y="3700463"/>
          <p14:tracePt t="144498" x="5375275" y="3714750"/>
          <p14:tracePt t="144510" x="5367338" y="3735388"/>
          <p14:tracePt t="144521" x="5367338" y="3748088"/>
          <p14:tracePt t="144543" x="5367338" y="3762375"/>
          <p14:tracePt t="144555" x="5367338" y="3776663"/>
          <p14:tracePt t="144566" x="5367338" y="3783013"/>
          <p14:tracePt t="144577" x="5367338" y="3795713"/>
          <p14:tracePt t="144589" x="5367338" y="3810000"/>
          <p14:tracePt t="144600" x="5354638" y="3810000"/>
          <p14:tracePt t="144611" x="5354638" y="3824288"/>
          <p14:tracePt t="144622" x="5354638" y="3836988"/>
          <p14:tracePt t="144635" x="5354638" y="3843338"/>
          <p14:tracePt t="144645" x="5354638" y="3857625"/>
          <p14:tracePt t="144656" x="5354638" y="3871913"/>
          <p14:tracePt t="144678" x="5354638" y="3884613"/>
          <p14:tracePt t="144690" x="5340350" y="3890963"/>
          <p14:tracePt t="144702" x="5340350" y="3919538"/>
          <p14:tracePt t="144712" x="5340350" y="3932238"/>
          <p14:tracePt t="144723" x="5340350" y="3946525"/>
          <p14:tracePt t="144735" x="5340350" y="3952875"/>
          <p14:tracePt t="144746" x="5340350" y="3967163"/>
          <p14:tracePt t="144757" x="5340350" y="3979863"/>
          <p14:tracePt t="144769" x="5340350" y="4000500"/>
          <p14:tracePt t="144780" x="5340350" y="4014788"/>
          <p14:tracePt t="144791" x="5327650" y="4041775"/>
          <p14:tracePt t="144803" x="5327650" y="4054475"/>
          <p14:tracePt t="144814" x="5327650" y="4075113"/>
          <p14:tracePt t="144825" x="5327650" y="4110038"/>
          <p14:tracePt t="144836" x="5327650" y="4149725"/>
          <p14:tracePt t="144847" x="5327650" y="4184650"/>
          <p14:tracePt t="144858" x="5327650" y="4232275"/>
          <p14:tracePt t="144870" x="5327650" y="4279900"/>
          <p14:tracePt t="144881" x="5327650" y="4327525"/>
          <p14:tracePt t="144892" x="5327650" y="4381500"/>
          <p14:tracePt t="144904" x="5327650" y="4435475"/>
          <p14:tracePt t="144915" x="5327650" y="4497388"/>
          <p14:tracePt t="144927" x="5327650" y="4545013"/>
          <p14:tracePt t="144938" x="5327650" y="4598988"/>
          <p14:tracePt t="144948" x="5340350" y="4646613"/>
          <p14:tracePt t="144960" x="5354638" y="4694238"/>
          <p14:tracePt t="144971" x="5367338" y="4729163"/>
          <p14:tracePt t="144982" x="5367338" y="4741863"/>
          <p14:tracePt t="145488" x="5367338" y="4756150"/>
          <p14:tracePt t="145522" x="5367338" y="4762500"/>
          <p14:tracePt t="145544" x="5367338" y="4776788"/>
          <p14:tracePt t="145567" x="5367338" y="4789488"/>
          <p14:tracePt t="145590" x="5354638" y="4803775"/>
          <p14:tracePt t="145601" x="5354638" y="4816475"/>
          <p14:tracePt t="145612" x="5354638" y="4824413"/>
          <p14:tracePt t="145624" x="5340350" y="4851400"/>
          <p14:tracePt t="145635" x="5327650" y="4864100"/>
          <p14:tracePt t="145646" x="5327650" y="4884738"/>
          <p14:tracePt t="145658" x="5313363" y="4911725"/>
          <p14:tracePt t="145670" x="5313363" y="4946650"/>
          <p14:tracePt t="145680" x="5313363" y="4979988"/>
          <p14:tracePt t="145691" x="5313363" y="5021263"/>
          <p14:tracePt t="145703" x="5313363" y="5054600"/>
          <p14:tracePt t="145713" x="5313363" y="5081588"/>
          <p14:tracePt t="145725" x="5313363" y="5102225"/>
          <p14:tracePt t="145736" x="5313363" y="5116513"/>
          <p14:tracePt t="145747" x="5307013" y="5116513"/>
          <p14:tracePt t="145759" x="5292725" y="5116513"/>
          <p14:tracePt t="145770" x="5265738" y="5116513"/>
          <p14:tracePt t="145781" x="5232400" y="5102225"/>
          <p14:tracePt t="145793" x="5184775" y="5089525"/>
          <p14:tracePt t="145804" x="5122863" y="5081588"/>
          <p14:tracePt t="145815" x="5041900" y="5054600"/>
          <p14:tracePt t="145827" x="4967288" y="5021263"/>
          <p14:tracePt t="145837" x="4830763" y="4973638"/>
          <p14:tracePt t="145848" x="4687888" y="4926013"/>
          <p14:tracePt t="145860" x="4565650" y="4872038"/>
          <p14:tracePt t="145871" x="4470400" y="4851400"/>
          <p14:tracePt t="145882" x="4375150" y="4824413"/>
          <p14:tracePt t="145894" x="4286250" y="4803775"/>
          <p14:tracePt t="145905" x="4217988" y="4776788"/>
          <p14:tracePt t="145916" x="4170363" y="4762500"/>
          <p14:tracePt t="145928" x="4110038" y="4756150"/>
          <p14:tracePt t="145938" x="4048125" y="4741863"/>
          <p14:tracePt t="145950" x="4014788" y="4729163"/>
          <p14:tracePt t="145961" x="3973513" y="4714875"/>
          <p14:tracePt t="145972" x="3952875" y="4714875"/>
          <p14:tracePt t="145984" x="3911600" y="4708525"/>
          <p14:tracePt t="145995" x="3890963" y="4708525"/>
          <p14:tracePt t="146006" x="3863975" y="4708525"/>
          <p14:tracePt t="146018" x="3830638" y="4694238"/>
          <p14:tracePt t="146029" x="3795713" y="4681538"/>
          <p14:tracePt t="146040" x="3756025" y="4667250"/>
          <p14:tracePt t="146052" x="3735388" y="4652963"/>
          <p14:tracePt t="146062" x="3694113" y="4646613"/>
          <p14:tracePt t="146073" x="3673475" y="4646613"/>
          <p14:tracePt t="146085" x="3660775" y="4633913"/>
          <p14:tracePt t="146096" x="3646488" y="4633913"/>
          <p14:tracePt t="146107" x="3640138" y="4633913"/>
          <p14:tracePt t="146119" x="3640138" y="4646613"/>
          <p14:tracePt t="146130" x="3625850" y="4646613"/>
          <p14:tracePt t="146142" x="3598863" y="4667250"/>
          <p14:tracePt t="146152" x="3586163" y="4694238"/>
          <p14:tracePt t="146163" x="3578225" y="4729163"/>
          <p14:tracePt t="146176" x="3578225" y="4762500"/>
          <p14:tracePt t="146186" x="3578225" y="4816475"/>
          <p14:tracePt t="146198" x="3578225" y="4837113"/>
          <p14:tracePt t="146210" x="3598863" y="4872038"/>
          <p14:tracePt t="146220" x="3625850" y="4911725"/>
          <p14:tracePt t="146231" x="3660775" y="4932363"/>
          <p14:tracePt t="146243" x="3694113" y="4959350"/>
          <p14:tracePt t="146253" x="3735388" y="4979988"/>
          <p14:tracePt t="146265" x="3783013" y="4994275"/>
          <p14:tracePt t="146277" x="3830638" y="5006975"/>
          <p14:tracePt t="146287" x="3863975" y="5006975"/>
          <p14:tracePt t="146299" x="3911600" y="5006975"/>
          <p14:tracePt t="146332" x="3967163" y="5006975"/>
          <p14:tracePt t="146334" x="4021138" y="4994275"/>
          <p14:tracePt t="146345" x="4075113" y="4994275"/>
          <p14:tracePt t="146347" x="4143375" y="4973638"/>
          <p14:tracePt t="146356" x="4232275" y="4959350"/>
          <p14:tracePt t="146368" x="4279900" y="4926013"/>
          <p14:tracePt t="146378" x="4313238" y="4899025"/>
          <p14:tracePt t="146389" x="4327525" y="4851400"/>
          <p14:tracePt t="146400" x="4340225" y="4803775"/>
          <p14:tracePt t="146412" x="4327525" y="4762500"/>
          <p14:tracePt t="146422" x="4300538" y="4741863"/>
          <p14:tracePt t="146434" x="4279900" y="4714875"/>
          <p14:tracePt t="146445" x="4238625" y="4694238"/>
          <p14:tracePt t="146456" x="4205288" y="4667250"/>
          <p14:tracePt t="146468" x="4157663" y="4652963"/>
          <p14:tracePt t="146479" x="4110038" y="4652963"/>
          <p14:tracePt t="146490" x="4048125" y="4646613"/>
          <p14:tracePt t="146502" x="3986213" y="4646613"/>
          <p14:tracePt t="146512" x="3925888" y="4646613"/>
          <p14:tracePt t="146524" x="3857625" y="4652963"/>
          <p14:tracePt t="146535" x="3783013" y="4667250"/>
          <p14:tracePt t="146546" x="3721100" y="4694238"/>
          <p14:tracePt t="146557" x="3694113" y="4714875"/>
          <p14:tracePt t="146569" x="3660775" y="4741863"/>
          <p14:tracePt t="146580" x="3646488" y="4762500"/>
          <p14:tracePt t="146592" x="3646488" y="4789488"/>
          <p14:tracePt t="146602" x="3646488" y="4816475"/>
          <p14:tracePt t="146613" x="3660775" y="4837113"/>
          <p14:tracePt t="146626" x="3687763" y="4864100"/>
          <p14:tracePt t="146636" x="3708400" y="4872038"/>
          <p14:tracePt t="146647" x="3748088" y="4884738"/>
          <p14:tracePt t="146659" x="3783013" y="4899025"/>
          <p14:tracePt t="146670" x="3830638" y="4899025"/>
          <p14:tracePt t="146681" x="3878263" y="4911725"/>
          <p14:tracePt t="146693" x="3925888" y="4911725"/>
          <p14:tracePt t="146704" x="3967163" y="4899025"/>
          <p14:tracePt t="146715" x="4000500" y="4884738"/>
          <p14:tracePt t="146727" x="4021138" y="4864100"/>
          <p14:tracePt t="146737" x="4021138" y="4851400"/>
          <p14:tracePt t="146748" x="4033838" y="4816475"/>
          <p14:tracePt t="146760" x="4033838" y="4776788"/>
          <p14:tracePt t="146771" x="4021138" y="4729163"/>
          <p14:tracePt t="146782" x="4000500" y="4694238"/>
          <p14:tracePt t="146794" x="3952875" y="4652963"/>
          <p14:tracePt t="146805" x="3911600" y="4619625"/>
          <p14:tracePt t="146816" x="3863975" y="4605338"/>
          <p14:tracePt t="146828" x="3830638" y="4598988"/>
          <p14:tracePt t="146838" x="3795713" y="4598988"/>
          <p14:tracePt t="146850" x="3756025" y="4598988"/>
          <p14:tracePt t="146861" x="3735388" y="4605338"/>
          <p14:tracePt t="146872" x="3708400" y="4619625"/>
          <p14:tracePt t="146884" x="3673475" y="4652963"/>
          <p14:tracePt t="146895" x="3646488" y="4708525"/>
          <p14:tracePt t="146906" x="3625850" y="4756150"/>
          <p14:tracePt t="146918" x="3625850" y="4776788"/>
          <p14:tracePt t="146928" x="3640138" y="4824413"/>
          <p14:tracePt t="146940" x="3660775" y="4872038"/>
          <p14:tracePt t="146952" x="3708400" y="4911725"/>
          <p14:tracePt t="146962" x="3768725" y="4932363"/>
          <p14:tracePt t="146974" x="3830638" y="4959350"/>
          <p14:tracePt t="146986" x="3905250" y="4979988"/>
          <p14:tracePt t="146996" x="3967163" y="4979988"/>
          <p14:tracePt t="147007" x="4014788" y="4979988"/>
          <p14:tracePt t="147019" x="4075113" y="4959350"/>
          <p14:tracePt t="147030" x="4110038" y="4946650"/>
          <p14:tracePt t="147042" x="4129088" y="4911725"/>
          <p14:tracePt t="147052" x="4143375" y="4884738"/>
          <p14:tracePt t="147064" x="4157663" y="4824413"/>
          <p14:tracePt t="147075" x="4157663" y="4776788"/>
          <p14:tracePt t="147086" x="4143375" y="4729163"/>
          <p14:tracePt t="147097" x="4129088" y="4708525"/>
          <p14:tracePt t="147110" x="4110038" y="4681538"/>
          <p14:tracePt t="147120" x="4075113" y="4667250"/>
          <p14:tracePt t="147131" x="4033838" y="4667250"/>
          <p14:tracePt t="147143" x="4000500" y="4667250"/>
          <p14:tracePt t="147154" x="3967163" y="4667250"/>
          <p14:tracePt t="147165" x="3925888" y="4694238"/>
          <p14:tracePt t="147177" x="3890963" y="4729163"/>
          <p14:tracePt t="147188" x="3863975" y="4756150"/>
          <p14:tracePt t="147198" x="3857625" y="4803775"/>
          <p14:tracePt t="147210" x="3843338" y="4837113"/>
          <p14:tracePt t="147221" x="3843338" y="4864100"/>
          <p14:tracePt t="147232" x="3843338" y="4884738"/>
          <p14:tracePt t="147244" x="3857625" y="4911725"/>
          <p14:tracePt t="147255" x="3890963" y="4926013"/>
          <p14:tracePt t="147266" x="3925888" y="4932363"/>
          <p14:tracePt t="147278" x="3952875" y="4932363"/>
          <p14:tracePt t="147289" x="4014788" y="4932363"/>
          <p14:tracePt t="147300" x="4075113" y="4932363"/>
          <p14:tracePt t="147311" x="4129088" y="4926013"/>
          <p14:tracePt t="147322" x="4157663" y="4911725"/>
          <p14:tracePt t="147334" x="4191000" y="4884738"/>
          <p14:tracePt t="147345" x="4217988" y="4851400"/>
          <p14:tracePt t="147378" x="4232275" y="4824413"/>
          <p14:tracePt t="147382" x="4232275" y="4803775"/>
          <p14:tracePt t="147390" x="4217988" y="4762500"/>
          <p14:tracePt t="147397" x="4191000" y="4729163"/>
          <p14:tracePt t="147403" x="4157663" y="4708525"/>
          <p14:tracePt t="147412" x="4122738" y="4681538"/>
          <p14:tracePt t="147427" x="4062413" y="4667250"/>
          <p14:tracePt t="147436" x="4000500" y="4652963"/>
          <p14:tracePt t="147447" x="3925888" y="4652963"/>
          <p14:tracePt t="147458" x="3890963" y="4652963"/>
          <p14:tracePt t="147469" x="3843338" y="4652963"/>
          <p14:tracePt t="147480" x="3803650" y="4667250"/>
          <p14:tracePt t="147492" x="3783013" y="4694238"/>
          <p14:tracePt t="147502" x="3768725" y="4714875"/>
          <p14:tracePt t="147514" x="3756025" y="4741863"/>
          <p14:tracePt t="147526" x="3748088" y="4776788"/>
          <p14:tracePt t="147536" x="3748088" y="4803775"/>
          <p14:tracePt t="147548" x="3748088" y="4824413"/>
          <p14:tracePt t="147560" x="3756025" y="4851400"/>
          <p14:tracePt t="147570" x="3783013" y="4864100"/>
          <p14:tracePt t="147583" x="3803650" y="4884738"/>
          <p14:tracePt t="147594" x="3830638" y="4884738"/>
          <p14:tracePt t="147604" x="3857625" y="4899025"/>
          <p14:tracePt t="147615" x="3890963" y="4911725"/>
          <p14:tracePt t="147627" x="3925888" y="4911725"/>
          <p14:tracePt t="147637" x="3952875" y="4911725"/>
          <p14:tracePt t="147649" x="3986213" y="4911725"/>
          <p14:tracePt t="147660" x="4014788" y="4899025"/>
          <p14:tracePt t="147671" x="4048125" y="4884738"/>
          <p14:tracePt t="147682" x="4075113" y="4872038"/>
          <p14:tracePt t="147694" x="4081463" y="4851400"/>
          <p14:tracePt t="147705" x="4095750" y="4824413"/>
          <p14:tracePt t="147716" x="4095750" y="4789488"/>
          <p14:tracePt t="147728" x="4095750" y="4756150"/>
          <p14:tracePt t="147739" x="4081463" y="4714875"/>
          <p14:tracePt t="147750" x="4048125" y="4667250"/>
          <p14:tracePt t="147761" x="4000500" y="4633913"/>
          <p14:tracePt t="147772" x="3967163" y="4605338"/>
          <p14:tracePt t="147784" x="3911600" y="4586288"/>
          <p14:tracePt t="147796" x="3863975" y="4572000"/>
          <p14:tracePt t="147806" x="3830638" y="4572000"/>
          <p14:tracePt t="147818" x="3803650" y="4572000"/>
          <p14:tracePt t="147829" x="3768725" y="4572000"/>
          <p14:tracePt t="147840" x="3756025" y="4598988"/>
          <p14:tracePt t="147851" x="3735388" y="4633913"/>
          <p14:tracePt t="147862" x="3721100" y="4652963"/>
          <p14:tracePt t="147874" x="3721100" y="4708525"/>
          <p14:tracePt t="147885" x="3721100" y="4741863"/>
          <p14:tracePt t="147896" x="3735388" y="4776788"/>
          <p14:tracePt t="147907" x="3748088" y="4789488"/>
          <p14:tracePt t="147919" x="3768725" y="4816475"/>
          <p14:tracePt t="147930" x="3803650" y="4837113"/>
          <p14:tracePt t="147942" x="3843338" y="4851400"/>
          <p14:tracePt t="147952" x="3878263" y="4851400"/>
          <p14:tracePt t="147964" x="3911600" y="4864100"/>
          <p14:tracePt t="147976" x="3952875" y="4864100"/>
          <p14:tracePt t="147986" x="3986213" y="4864100"/>
          <p14:tracePt t="147997" x="4014788" y="4864100"/>
          <p14:tracePt t="148009" x="4033838" y="4851400"/>
          <p14:tracePt t="148020" x="4062413" y="4837113"/>
          <p14:tracePt t="148031" x="4075113" y="4816475"/>
          <p14:tracePt t="148043" x="4081463" y="4803775"/>
          <p14:tracePt t="148053" x="4081463" y="4776788"/>
          <p14:tracePt t="148065" x="4081463" y="4762500"/>
          <p14:tracePt t="148077" x="4081463" y="4741863"/>
          <p14:tracePt t="148087" x="4075113" y="4714875"/>
          <p14:tracePt t="148098" x="4075113" y="4708525"/>
          <p14:tracePt t="148110" x="4062413" y="4681538"/>
          <p14:tracePt t="148121" x="4048125" y="4667250"/>
          <p14:tracePt t="148133" x="4033838" y="4652963"/>
          <p14:tracePt t="148144" x="4033838" y="4646613"/>
          <p14:tracePt t="148155" x="4021138" y="4633913"/>
          <p14:tracePt t="148166" x="4014788" y="4633913"/>
          <p14:tracePt t="148188" x="4000500" y="4633913"/>
          <p14:tracePt t="148200" x="3986213" y="4619625"/>
          <p14:tracePt t="148211" x="3973513" y="4619625"/>
          <p14:tracePt t="148222" x="3967163" y="4619625"/>
          <p14:tracePt t="148234" x="3952875" y="4619625"/>
          <p14:tracePt t="148245" x="3938588" y="4619625"/>
          <p14:tracePt t="148267" x="3925888" y="4619625"/>
          <p14:tracePt t="148289" x="3911600" y="4619625"/>
          <p14:tracePt t="148730" x="3905250" y="4619625"/>
          <p14:tracePt t="148751" x="3890963" y="4619625"/>
          <p14:tracePt t="148762" x="3878263" y="4619625"/>
          <p14:tracePt t="148784" x="3863975" y="4619625"/>
          <p14:tracePt t="148796" x="3843338" y="4619625"/>
          <p14:tracePt t="148808" x="3830638" y="4619625"/>
          <p14:tracePt t="148818" x="3816350" y="4633913"/>
          <p14:tracePt t="148830" x="3795713" y="4633913"/>
          <p14:tracePt t="148842" x="3768725" y="4646613"/>
          <p14:tracePt t="148852" x="3748088" y="4667250"/>
          <p14:tracePt t="148863" x="3721100" y="4694238"/>
          <p14:tracePt t="148876" x="3708400" y="4729163"/>
          <p14:tracePt t="148886" x="3694113" y="4762500"/>
          <p14:tracePt t="148898" x="3694113" y="4776788"/>
          <p14:tracePt t="148908" x="3694113" y="4803775"/>
          <p14:tracePt t="148920" x="3708400" y="4824413"/>
          <p14:tracePt t="148932" x="3748088" y="4851400"/>
          <p14:tracePt t="148942" x="3768725" y="4864100"/>
          <p14:tracePt t="148954" x="3803650" y="4872038"/>
          <p14:tracePt t="148966" x="3843338" y="4884738"/>
          <p14:tracePt t="148976" x="3863975" y="4884738"/>
          <p14:tracePt t="148987" x="3890963" y="4884738"/>
          <p14:tracePt t="149000" x="3925888" y="4884738"/>
          <p14:tracePt t="149010" x="3952875" y="4872038"/>
          <p14:tracePt t="149021" x="3967163" y="4872038"/>
          <p14:tracePt t="149033" x="3986213" y="4864100"/>
          <p14:tracePt t="149043" x="4000500" y="4837113"/>
          <p14:tracePt t="149055" x="4014788" y="4803775"/>
          <p14:tracePt t="149066" x="4014788" y="4762500"/>
          <p14:tracePt t="149077" x="4014788" y="4729163"/>
          <p14:tracePt t="149088" x="4000500" y="4681538"/>
          <p14:tracePt t="149100" x="3986213" y="4646613"/>
          <p14:tracePt t="149111" x="3967163" y="4605338"/>
          <p14:tracePt t="149122" x="3938588" y="4586288"/>
          <p14:tracePt t="149134" x="3905250" y="4572000"/>
          <p14:tracePt t="149145" x="3863975" y="4557713"/>
          <p14:tracePt t="149156" x="3830638" y="4557713"/>
          <p14:tracePt t="149167" x="3803650" y="4572000"/>
          <p14:tracePt t="149178" x="3768725" y="4598988"/>
          <p14:tracePt t="149190" x="3735388" y="4633913"/>
          <p14:tracePt t="149202" x="3694113" y="4667250"/>
          <p14:tracePt t="149212" x="3687763" y="4714875"/>
          <p14:tracePt t="149224" x="3673475" y="4756150"/>
          <p14:tracePt t="149235" x="3687763" y="4776788"/>
          <p14:tracePt t="149246" x="3687763" y="4803775"/>
          <p14:tracePt t="149257" x="3708400" y="4816475"/>
          <p14:tracePt t="149269" x="3735388" y="4837113"/>
          <p14:tracePt t="149280" x="3783013" y="4864100"/>
          <p14:tracePt t="149291" x="3843338" y="4872038"/>
          <p14:tracePt t="149302" x="3890963" y="4872038"/>
          <p14:tracePt t="149314" x="3952875" y="4872038"/>
          <p14:tracePt t="149325" x="4014788" y="4872038"/>
          <p14:tracePt t="149336" x="4075113" y="4864100"/>
          <p14:tracePt t="149347" x="4110038" y="4864100"/>
          <p14:tracePt t="149359" x="4143375" y="4837113"/>
          <p14:tracePt t="149370" x="4170363" y="4803775"/>
          <p14:tracePt t="149382" x="4184650" y="4762500"/>
          <p14:tracePt t="149392" x="4191000" y="4741863"/>
          <p14:tracePt t="149404" x="4184650" y="4694238"/>
          <p14:tracePt t="149416" x="4157663" y="4652963"/>
          <p14:tracePt t="149426" x="4129088" y="4619625"/>
          <p14:tracePt t="149437" x="4110038" y="4598988"/>
          <p14:tracePt t="149449" x="4075113" y="4572000"/>
          <p14:tracePt t="149471" x="4021138" y="4557713"/>
          <p14:tracePt t="149474" x="3986213" y="4557713"/>
          <p14:tracePt t="149485" x="3967163" y="4557713"/>
          <p14:tracePt t="149495" x="3938588" y="4572000"/>
          <p14:tracePt t="149506" x="3911600" y="4586288"/>
          <p14:tracePt t="149517" x="3890963" y="4605338"/>
          <p14:tracePt t="149527" x="3863975" y="4633913"/>
          <p14:tracePt t="149539" x="3857625" y="4667250"/>
          <p14:tracePt t="149550" x="3843338" y="4694238"/>
          <p14:tracePt t="149561" x="3843338" y="4714875"/>
          <p14:tracePt t="149573" x="3843338" y="4741863"/>
          <p14:tracePt t="149584" x="3843338" y="4756150"/>
          <p14:tracePt t="149595" x="3843338" y="4776788"/>
          <p14:tracePt t="149606" x="3843338" y="4803775"/>
          <p14:tracePt t="149618" x="3857625" y="4816475"/>
          <p14:tracePt t="149629" x="3878263" y="4837113"/>
          <p14:tracePt t="149640" x="3905250" y="4851400"/>
          <p14:tracePt t="149651" x="3925888" y="4864100"/>
          <p14:tracePt t="149662" x="3952875" y="4872038"/>
          <p14:tracePt t="149674" x="3986213" y="4872038"/>
          <p14:tracePt t="149685" x="4021138" y="4872038"/>
          <p14:tracePt t="149696" x="4075113" y="4872038"/>
          <p14:tracePt t="149707" x="4095750" y="4864100"/>
          <p14:tracePt t="149719" x="4129088" y="4851400"/>
          <p14:tracePt t="149730" x="4157663" y="4837113"/>
          <p14:tracePt t="149741" x="4170363" y="4816475"/>
          <p14:tracePt t="149752" x="4170363" y="4789488"/>
          <p14:tracePt t="149764" x="4170363" y="4756150"/>
          <p14:tracePt t="149775" x="4143375" y="4708525"/>
          <p14:tracePt t="149786" x="4110038" y="4652963"/>
          <p14:tracePt t="149798" x="4075113" y="4633913"/>
          <p14:tracePt t="149808" x="4021138" y="4598988"/>
          <p14:tracePt t="149820" x="3967163" y="4586288"/>
          <p14:tracePt t="149832" x="3911600" y="4586288"/>
          <p14:tracePt t="149843" x="3878263" y="4586288"/>
          <p14:tracePt t="149853" x="3830638" y="4598988"/>
          <p14:tracePt t="149866" x="3795713" y="4605338"/>
          <p14:tracePt t="149876" x="3768725" y="4646613"/>
          <p14:tracePt t="149888" x="3748088" y="4667250"/>
          <p14:tracePt t="149900" x="3735388" y="4708525"/>
          <p14:tracePt t="149910" x="3721100" y="4756150"/>
          <p14:tracePt t="149921" x="3721100" y="4776788"/>
          <p14:tracePt t="149933" x="3735388" y="4803775"/>
          <p14:tracePt t="149943" x="3748088" y="4824413"/>
          <p14:tracePt t="149955" x="3768725" y="4851400"/>
          <p14:tracePt t="149966" x="3795713" y="4864100"/>
          <p14:tracePt t="149977" x="3816350" y="4872038"/>
          <p14:tracePt t="149989" x="3857625" y="4884738"/>
          <p14:tracePt t="150000" x="3878263" y="4899025"/>
          <p14:tracePt t="150011" x="3911600" y="4899025"/>
          <p14:tracePt t="150023" x="3952875" y="4899025"/>
          <p14:tracePt t="150034" x="4000500" y="4899025"/>
          <p14:tracePt t="150045" x="4048125" y="4884738"/>
          <p14:tracePt t="150056" x="4081463" y="4872038"/>
          <p14:tracePt t="150068" x="4095750" y="4864100"/>
          <p14:tracePt t="150079" x="4110038" y="4837113"/>
          <p14:tracePt t="150090" x="4110038" y="4803775"/>
          <p14:tracePt t="150101" x="4081463" y="4762500"/>
          <p14:tracePt t="150112" x="4075113" y="4741863"/>
          <p14:tracePt t="150124" x="4021138" y="4714875"/>
          <p14:tracePt t="150135" x="3952875" y="4708525"/>
          <p14:tracePt t="150146" x="3878263" y="4694238"/>
          <p14:tracePt t="150158" x="3830638" y="4681538"/>
          <p14:tracePt t="150169" x="3768725" y="4694238"/>
          <p14:tracePt t="150180" x="3721100" y="4729163"/>
          <p14:tracePt t="150191" x="3687763" y="4776788"/>
          <p14:tracePt t="150203" x="3660775" y="4816475"/>
          <p14:tracePt t="150214" x="3660775" y="4872038"/>
          <p14:tracePt t="150225" x="3660775" y="4932363"/>
          <p14:tracePt t="150236" x="3687763" y="5006975"/>
          <p14:tracePt t="150248" x="3721100" y="5054600"/>
          <p14:tracePt t="150258" x="3783013" y="5143500"/>
          <p14:tracePt t="150270" x="3843338" y="5211763"/>
          <p14:tracePt t="150282" x="3911600" y="5272088"/>
          <p14:tracePt t="150292" x="3967163" y="5300663"/>
          <p14:tracePt t="150304" x="4000500" y="5334000"/>
          <p14:tracePt t="150316" x="4033838" y="5360988"/>
          <p14:tracePt t="150326" x="4062413" y="5381625"/>
          <p14:tracePt t="150348" x="4081463" y="5395913"/>
          <p14:tracePt t="150353" x="4110038" y="5395913"/>
          <p14:tracePt t="150361" x="4129088" y="5408613"/>
          <p14:tracePt t="150373" x="4143375" y="5408613"/>
          <p14:tracePt t="150383" x="4157663" y="5408613"/>
          <p14:tracePt t="150393" x="4170363" y="5395913"/>
          <p14:tracePt t="150416" x="4184650" y="5381625"/>
          <p14:tracePt t="150427" x="4184650" y="5367338"/>
          <p14:tracePt t="150438" x="4191000" y="5348288"/>
          <p14:tracePt t="150450" x="4191000" y="5334000"/>
          <p14:tracePt t="150461" x="4191000" y="5307013"/>
          <p14:tracePt t="150472" x="4191000" y="5300663"/>
          <p14:tracePt t="150484" x="4191000" y="5272088"/>
          <p14:tracePt t="150495" x="4184650" y="5238750"/>
          <p14:tracePt t="150529" x="4157663" y="5191125"/>
          <p14:tracePt t="150532" x="4143375" y="5164138"/>
          <p14:tracePt t="150541" x="4122738" y="5129213"/>
          <p14:tracePt t="150543" x="4095750" y="5089525"/>
          <p14:tracePt t="150553" x="4062413" y="5068888"/>
          <p14:tracePt t="150563" x="4048125" y="5054600"/>
          <p14:tracePt t="150575" x="4021138" y="5041900"/>
          <p14:tracePt t="150586" x="4000500" y="5041900"/>
          <p14:tracePt t="150596" x="3986213" y="5041900"/>
          <p14:tracePt t="150608" x="3973513" y="5041900"/>
          <p14:tracePt t="150619" x="3973513" y="5054600"/>
          <p14:tracePt t="150630" x="3967163" y="5089525"/>
          <p14:tracePt t="150641" x="3967163" y="5116513"/>
          <p14:tracePt t="150653" x="3973513" y="5129213"/>
          <p14:tracePt t="150664" x="3986213" y="5149850"/>
          <p14:tracePt t="150675" x="4014788" y="5176838"/>
          <p14:tracePt t="150697" x="4000500" y="5176838"/>
          <p14:tracePt t="150989" x="4014788" y="5176838"/>
          <p14:tracePt t="151012" x="4021138" y="5176838"/>
          <p14:tracePt t="151091" x="4033838" y="5176838"/>
          <p14:tracePt t="151135" x="4048125" y="5176838"/>
          <p14:tracePt t="151147" x="4048125" y="5191125"/>
          <p14:tracePt t="151192" x="4062413" y="5191125"/>
          <p14:tracePt t="151327" x="4075113" y="5191125"/>
          <p14:tracePt t="151394" x="4075113" y="5176838"/>
          <p14:tracePt t="151406" x="4081463" y="5176838"/>
          <p14:tracePt t="151835" x="4081463" y="5211763"/>
          <p14:tracePt t="151845" x="4081463" y="5259388"/>
          <p14:tracePt t="151856" x="4095750" y="5307013"/>
          <p14:tracePt t="151869" x="4129088" y="5381625"/>
          <p14:tracePt t="151880" x="4184650" y="5456238"/>
          <p14:tracePt t="151891" x="4232275" y="5503863"/>
          <p14:tracePt t="151902" x="4300538" y="5565775"/>
          <p14:tracePt t="151912" x="4360863" y="5613400"/>
          <p14:tracePt t="151924" x="4422775" y="5646738"/>
          <p14:tracePt t="151935" x="4470400" y="5688013"/>
          <p14:tracePt t="151947" x="4545013" y="5708650"/>
          <p14:tracePt t="151958" x="4605338" y="5735638"/>
          <p14:tracePt t="151969" x="4640263" y="5741988"/>
          <p14:tracePt t="151981" x="4687888" y="5756275"/>
          <p14:tracePt t="151992" x="4748213" y="5768975"/>
          <p14:tracePt t="152003" x="4795838" y="5768975"/>
          <p14:tracePt t="152014" x="4872038" y="5783263"/>
          <p14:tracePt t="152025" x="4932363" y="5795963"/>
          <p14:tracePt t="152037" x="5048250" y="5803900"/>
          <p14:tracePt t="152047" x="5184775" y="5816600"/>
          <p14:tracePt t="152059" x="5340350" y="5816600"/>
          <p14:tracePt t="152070" x="5449888" y="5816600"/>
          <p14:tracePt t="152081" x="5586413" y="5803900"/>
          <p14:tracePt t="152093" x="5694363" y="5783263"/>
          <p14:tracePt t="152104" x="5762625" y="5741988"/>
          <p14:tracePt t="152115" x="5795963" y="5721350"/>
          <p14:tracePt t="152126" x="5810250" y="5708650"/>
          <p14:tracePt t="152138" x="5824538" y="5688013"/>
          <p14:tracePt t="152149" x="5810250" y="5661025"/>
          <p14:tracePt t="152160" x="5810250" y="5634038"/>
          <p14:tracePt t="152172" x="5789613" y="5626100"/>
          <p14:tracePt t="152182" x="5776913" y="5599113"/>
          <p14:tracePt t="152194" x="5748338" y="5586413"/>
          <p14:tracePt t="152205" x="5729288" y="5578475"/>
          <p14:tracePt t="152216" x="5700713" y="5565775"/>
          <p14:tracePt t="152227" x="5694363" y="5565775"/>
          <p14:tracePt t="152239" x="5667375" y="5565775"/>
          <p14:tracePt t="152250" x="5653088" y="5565775"/>
          <p14:tracePt t="152261" x="5634038" y="5578475"/>
          <p14:tracePt t="152273" x="5592763" y="5586413"/>
          <p14:tracePt t="152283" x="5557838" y="5613400"/>
          <p14:tracePt t="152295" x="5524500" y="5634038"/>
          <p14:tracePt t="152306" x="5483225" y="5673725"/>
          <p14:tracePt t="152317" x="5449888" y="5694363"/>
          <p14:tracePt t="152329" x="5422900" y="5735638"/>
          <p14:tracePt t="152340" x="5414963" y="5741988"/>
          <p14:tracePt t="152351" x="5414963" y="5768975"/>
          <p14:tracePt t="152362" x="5414963" y="5783263"/>
          <p14:tracePt t="152374" x="5422900" y="5803900"/>
          <p14:tracePt t="152385" x="5435600" y="5816600"/>
          <p14:tracePt t="152396" x="5476875" y="5830888"/>
          <p14:tracePt t="152407" x="5524500" y="5830888"/>
          <p14:tracePt t="152418" x="5572125" y="5843588"/>
          <p14:tracePt t="152430" x="5605463" y="5843588"/>
          <p14:tracePt t="152442" x="5653088" y="5843588"/>
          <p14:tracePt t="152452" x="5694363" y="5830888"/>
          <p14:tracePt t="152464" x="5700713" y="5816600"/>
          <p14:tracePt t="152475" x="5715000" y="5803900"/>
          <p14:tracePt t="152487" x="5729288" y="5783263"/>
          <p14:tracePt t="152497" x="5715000" y="5756275"/>
          <p14:tracePt t="152509" x="5700713" y="5708650"/>
          <p14:tracePt t="152521" x="5681663" y="5673725"/>
          <p14:tracePt t="152531" x="5640388" y="5634038"/>
          <p14:tracePt t="152543" x="5586413" y="5613400"/>
          <p14:tracePt t="152555" x="5524500" y="5586413"/>
          <p14:tracePt t="152565" x="5483225" y="5578475"/>
          <p14:tracePt t="152576" x="5422900" y="5578475"/>
          <p14:tracePt t="152588" x="5387975" y="5578475"/>
          <p14:tracePt t="152621" x="5354638" y="5586413"/>
          <p14:tracePt t="152624" x="5327650" y="5599113"/>
          <p14:tracePt t="152633" x="5307013" y="5634038"/>
          <p14:tracePt t="152637" x="5280025" y="5661025"/>
          <p14:tracePt t="152646" x="5265738" y="5688013"/>
          <p14:tracePt t="152657" x="5265738" y="5708650"/>
          <p14:tracePt t="152666" x="5265738" y="5735638"/>
          <p14:tracePt t="152677" x="5292725" y="5756275"/>
          <p14:tracePt t="152689" x="5307013" y="5768975"/>
          <p14:tracePt t="152700" x="5340350" y="5783263"/>
          <p14:tracePt t="152712" x="5375275" y="5795963"/>
          <p14:tracePt t="152723" x="5422900" y="5803900"/>
          <p14:tracePt t="152733" x="5483225" y="5803900"/>
          <p14:tracePt t="152745" x="5524500" y="5803900"/>
          <p14:tracePt t="152756" x="5586413" y="5803900"/>
          <p14:tracePt t="152767" x="5640388" y="5795963"/>
          <p14:tracePt t="152779" x="5694363" y="5783263"/>
          <p14:tracePt t="152790" x="5715000" y="5768975"/>
          <p14:tracePt t="152801" x="5729288" y="5741988"/>
          <p14:tracePt t="152813" x="5741988" y="5721350"/>
          <p14:tracePt t="152824" x="5741988" y="5694363"/>
          <p14:tracePt t="152835" x="5729288" y="5673725"/>
          <p14:tracePt t="152846" x="5700713" y="5634038"/>
          <p14:tracePt t="152858" x="5653088" y="5613400"/>
          <p14:tracePt t="152871" x="5592763" y="5586413"/>
          <p14:tracePt t="152881" x="5545138" y="5578475"/>
          <p14:tracePt t="152891" x="5462588" y="5565775"/>
          <p14:tracePt t="152903" x="5402263" y="5565775"/>
          <p14:tracePt t="152914" x="5340350" y="5565775"/>
          <p14:tracePt t="152925" x="5307013" y="5578475"/>
          <p14:tracePt t="152937" x="5280025" y="5599113"/>
          <p14:tracePt t="152947" x="5245100" y="5626100"/>
          <p14:tracePt t="152959" x="5218113" y="5661025"/>
          <p14:tracePt t="152971" x="5205413" y="5688013"/>
          <p14:tracePt t="152981" x="5197475" y="5708650"/>
          <p14:tracePt t="152992" x="5197475" y="5735638"/>
          <p14:tracePt t="153004" x="5197475" y="5741988"/>
          <p14:tracePt t="153015" x="5205413" y="5741988"/>
          <p14:tracePt t="153026" x="5218113" y="5756275"/>
          <p14:tracePt t="153038" x="5218113" y="5768975"/>
          <p14:tracePt t="153049" x="5245100" y="5768975"/>
          <p14:tracePt t="153060" x="5259388" y="5768975"/>
          <p14:tracePt t="153072" x="5280025" y="5768975"/>
          <p14:tracePt t="153082" x="5307013" y="5768975"/>
          <p14:tracePt t="153094" x="5340350" y="5768975"/>
          <p14:tracePt t="153105" x="5367338" y="5756275"/>
          <p14:tracePt t="153116" x="5422900" y="5756275"/>
          <p14:tracePt t="153128" x="5462588" y="5741988"/>
          <p14:tracePt t="153139" x="5497513" y="5721350"/>
          <p14:tracePt t="153150" x="5524500" y="5708650"/>
          <p14:tracePt t="153162" x="5545138" y="5688013"/>
          <p14:tracePt t="153173" x="5545138" y="5661025"/>
          <p14:tracePt t="153183" x="5545138" y="5634038"/>
          <p14:tracePt t="153197" x="5545138" y="5626100"/>
          <p14:tracePt t="153207" x="5530850" y="5586413"/>
          <p14:tracePt t="153218" x="5510213" y="5565775"/>
          <p14:tracePt t="153229" x="5476875" y="5551488"/>
          <p14:tracePt t="153240" x="5435600" y="5524500"/>
          <p14:tracePt t="153251" x="5375275" y="5518150"/>
          <p14:tracePt t="153263" x="5313363" y="5503863"/>
          <p14:tracePt t="153274" x="5259388" y="5503863"/>
          <p14:tracePt t="153285" x="5218113" y="5503863"/>
          <p14:tracePt t="153296" x="5170488" y="5503863"/>
          <p14:tracePt t="153308" x="5122863" y="5518150"/>
          <p14:tracePt t="153319" x="5089525" y="5524500"/>
          <p14:tracePt t="153330" x="5062538" y="5538788"/>
          <p14:tracePt t="153341" x="5041900" y="5565775"/>
          <p14:tracePt t="153352" x="5000625" y="5586413"/>
          <p14:tracePt t="153363" x="4979988" y="5613400"/>
          <p14:tracePt t="153375" x="4967288" y="5634038"/>
          <p14:tracePt t="153387" x="4967288" y="5661025"/>
          <p14:tracePt t="153397" x="4953000" y="5673725"/>
          <p14:tracePt t="153409" x="4967288" y="5688013"/>
          <p14:tracePt t="153421" x="4967288" y="5694363"/>
          <p14:tracePt t="153431" x="4979988" y="5694363"/>
          <p14:tracePt t="153443" x="4979988" y="5708650"/>
          <p14:tracePt t="153455" x="4986338" y="5708650"/>
          <p14:tracePt t="153465" x="5000625" y="5708650"/>
          <p14:tracePt t="153476" x="5014913" y="5708650"/>
          <p14:tracePt t="153488" x="5027613" y="5708650"/>
          <p14:tracePt t="153499" x="5048250" y="5708650"/>
          <p14:tracePt t="153510" x="5075238" y="5708650"/>
          <p14:tracePt t="153522" x="5110163" y="5708650"/>
          <p14:tracePt t="153532" x="5157788" y="5721350"/>
          <p14:tracePt t="153544" x="5218113" y="5735638"/>
          <p14:tracePt t="153556" x="5265738" y="5735638"/>
          <p14:tracePt t="153566" x="5327650" y="5741988"/>
          <p14:tracePt t="153577" x="5402263" y="5756275"/>
          <p14:tracePt t="153589" x="5462588" y="5768975"/>
          <p14:tracePt t="153600" x="5510213" y="5768975"/>
          <p14:tracePt t="153612" x="5586413" y="5783263"/>
          <p14:tracePt t="153623" x="5640388" y="5783263"/>
          <p14:tracePt t="153634" x="5694363" y="5795963"/>
          <p14:tracePt t="153646" x="5729288" y="5795963"/>
          <p14:tracePt t="153667" x="5762625" y="5795963"/>
          <p14:tracePt t="153671" x="5789613" y="5795963"/>
          <p14:tracePt t="153681" x="5810250" y="5795963"/>
          <p14:tracePt t="153691" x="5837238" y="5795963"/>
          <p14:tracePt t="153701" x="5872163" y="5803900"/>
          <p14:tracePt t="153713" x="5899150" y="5803900"/>
          <p14:tracePt t="153724" x="5919788" y="5803900"/>
          <p14:tracePt t="153735" x="5946775" y="5803900"/>
          <p14:tracePt t="153746" x="5967413" y="5803900"/>
          <p14:tracePt t="153757" x="5994400" y="5803900"/>
          <p14:tracePt t="153769" x="6007100" y="5803900"/>
          <p14:tracePt t="153780" x="6027738" y="5803900"/>
          <p14:tracePt t="153791" x="6042025" y="5803900"/>
          <p14:tracePt t="153802" x="6069013" y="5803900"/>
          <p14:tracePt t="153814" x="6075363" y="5803900"/>
          <p14:tracePt t="153825" x="6089650" y="5803900"/>
          <p14:tracePt t="153837" x="6102350" y="5803900"/>
          <p14:tracePt t="153859" x="6116638" y="5803900"/>
          <p14:tracePt t="154049" x="6122988" y="5803900"/>
          <p14:tracePt t="154072" x="6137275" y="5803900"/>
          <p14:tracePt t="154084" x="6164263" y="5803900"/>
          <p14:tracePt t="154095" x="6176963" y="5803900"/>
          <p14:tracePt t="154106" x="6197600" y="5803900"/>
          <p14:tracePt t="154117" x="6211888" y="5803900"/>
          <p14:tracePt t="154128" x="6224588" y="5803900"/>
          <p14:tracePt t="154151" x="6232525" y="5803900"/>
          <p14:tracePt t="154218" x="6245225" y="5803900"/>
          <p14:tracePt t="154241" x="6259513" y="5795963"/>
          <p14:tracePt t="154263" x="6272213" y="5783263"/>
          <p14:tracePt t="154276" x="6286500" y="5783263"/>
          <p14:tracePt t="154286" x="6286500" y="5768975"/>
          <p14:tracePt t="154297" x="6307138" y="5741988"/>
          <p14:tracePt t="154309" x="6319838" y="5735638"/>
          <p14:tracePt t="154320" x="6319838" y="5721350"/>
          <p14:tracePt t="154331" x="6340475" y="5694363"/>
          <p14:tracePt t="154343" x="6340475" y="5673725"/>
          <p14:tracePt t="154354" x="6354763" y="5661025"/>
          <p14:tracePt t="154365" x="6367463" y="5646738"/>
          <p14:tracePt t="154376" x="6367463" y="5626100"/>
          <p14:tracePt t="154387" x="6367463" y="5613400"/>
          <p14:tracePt t="154399" x="6367463" y="5586413"/>
          <p14:tracePt t="154421" x="6367463" y="5578475"/>
          <p14:tracePt t="154488" x="6354763" y="5578475"/>
          <p14:tracePt t="154500" x="6354763" y="5586413"/>
          <p14:tracePt t="154511" x="6334125" y="5599113"/>
          <p14:tracePt t="154522" x="6272213" y="5634038"/>
          <p14:tracePt t="154534" x="6197600" y="5673725"/>
          <p14:tracePt t="154545" x="6116638" y="5694363"/>
          <p14:tracePt t="154556" x="6007100" y="5741988"/>
          <p14:tracePt t="154568" x="5899150" y="5783263"/>
          <p14:tracePt t="154579" x="5795963" y="5803900"/>
          <p14:tracePt t="154590" x="5741988" y="5830888"/>
          <p14:tracePt t="154602" x="5681663" y="5843588"/>
          <p14:tracePt t="154613" x="5634038" y="5851525"/>
          <p14:tracePt t="154624" x="5592763" y="5851525"/>
          <p14:tracePt t="154635" x="5592763" y="5864225"/>
          <p14:tracePt t="154646" x="5586413" y="5864225"/>
          <p14:tracePt t="154668" x="5572125" y="5864225"/>
          <p14:tracePt t="154691" x="5557838" y="5851525"/>
          <p14:tracePt t="154713" x="5530850" y="5843588"/>
          <p14:tracePt t="154716" x="5497513" y="5830888"/>
          <p14:tracePt t="154728" x="5449888" y="5803900"/>
          <p14:tracePt t="154738" x="5402263" y="5795963"/>
          <p14:tracePt t="154748" x="5340350" y="5768975"/>
          <p14:tracePt t="154760" x="5280025" y="5756275"/>
          <p14:tracePt t="154770" x="5232400" y="5741988"/>
          <p14:tracePt t="154781" x="5184775" y="5735638"/>
          <p14:tracePt t="154793" x="5122863" y="5721350"/>
          <p14:tracePt t="154804" x="5062538" y="5721350"/>
          <p14:tracePt t="154815" x="5027613" y="5721350"/>
          <p14:tracePt t="154827" x="4953000" y="5721350"/>
          <p14:tracePt t="154837" x="4891088" y="5735638"/>
          <p14:tracePt t="154848" x="4824413" y="5741988"/>
          <p14:tracePt t="154861" x="4776788" y="5741988"/>
          <p14:tracePt t="154871" x="4700588" y="5756275"/>
          <p14:tracePt t="154882" x="4640263" y="5768975"/>
          <p14:tracePt t="154894" x="4565650" y="5783263"/>
          <p14:tracePt t="154905" x="4518025" y="5803900"/>
          <p14:tracePt t="154916" x="4470400" y="5816600"/>
          <p14:tracePt t="154928" x="4435475" y="5843588"/>
          <p14:tracePt t="154939" x="4395788" y="5864225"/>
          <p14:tracePt t="154950" x="4387850" y="5891213"/>
          <p14:tracePt t="154962" x="4360863" y="5911850"/>
          <p14:tracePt t="154972" x="4360863" y="5938838"/>
          <p14:tracePt t="154984" x="4348163" y="5959475"/>
          <p14:tracePt t="154995" x="4348163" y="6000750"/>
          <p14:tracePt t="155006" x="4360863" y="6021388"/>
          <p14:tracePt t="155017" x="4375150" y="6062663"/>
          <p14:tracePt t="155029" x="4387850" y="6096000"/>
          <p14:tracePt t="155040" x="4408488" y="6122988"/>
          <p14:tracePt t="155052" x="4449763" y="6143625"/>
          <p14:tracePt t="155063" x="4483100" y="6176963"/>
          <p14:tracePt t="155074" x="4530725" y="6218238"/>
          <p14:tracePt t="155085" x="4578350" y="6232525"/>
          <p14:tracePt t="155096" x="4625975" y="6253163"/>
          <p14:tracePt t="155107" x="4687888" y="6280150"/>
          <p14:tracePt t="155119" x="4735513" y="6286500"/>
          <p14:tracePt t="155130" x="4783138" y="6300788"/>
          <p14:tracePt t="155141" x="4843463" y="6313488"/>
          <p14:tracePt t="155153" x="4905375" y="6327775"/>
          <p14:tracePt t="155163" x="4979988" y="6327775"/>
          <p14:tracePt t="155175" x="5041900" y="6340475"/>
          <p14:tracePt t="155186" x="5110163" y="6340475"/>
          <p14:tracePt t="155197" x="5170488" y="6340475"/>
          <p14:tracePt t="155210" x="5259388" y="6340475"/>
          <p14:tracePt t="155220" x="5313363" y="6327775"/>
          <p14:tracePt t="155231" x="5414963" y="6313488"/>
          <p14:tracePt t="155243" x="5524500" y="6300788"/>
          <p14:tracePt t="155254" x="5634038" y="6265863"/>
          <p14:tracePt t="155265" x="5694363" y="6232525"/>
          <p14:tracePt t="155277" x="5762625" y="6191250"/>
          <p14:tracePt t="155288" x="5824538" y="6143625"/>
          <p14:tracePt t="155299" x="5857875" y="6096000"/>
          <p14:tracePt t="155311" x="5872163" y="6062663"/>
          <p14:tracePt t="155321" x="5872163" y="6015038"/>
          <p14:tracePt t="155332" x="5857875" y="5959475"/>
          <p14:tracePt t="155344" x="5851525" y="5911850"/>
          <p14:tracePt t="155355" x="5824538" y="5878513"/>
          <p14:tracePt t="155366" x="5789613" y="5830888"/>
          <p14:tracePt t="155378" x="5748338" y="5795963"/>
          <p14:tracePt t="155389" x="5694363" y="5741988"/>
          <p14:tracePt t="155400" x="5634038" y="5721350"/>
          <p14:tracePt t="155412" x="5557838" y="5688013"/>
          <p14:tracePt t="155422" x="5449888" y="5661025"/>
          <p14:tracePt t="155434" x="5354638" y="5634038"/>
          <p14:tracePt t="155445" x="5280025" y="5634038"/>
          <p14:tracePt t="155456" x="5197475" y="5646738"/>
          <p14:tracePt t="155470" x="5095875" y="5661025"/>
          <p14:tracePt t="155481" x="5000625" y="5673725"/>
          <p14:tracePt t="155492" x="4919663" y="5694363"/>
          <p14:tracePt t="155504" x="4824413" y="5708650"/>
          <p14:tracePt t="155516" x="4735513" y="5741988"/>
          <p14:tracePt t="155530" x="4652963" y="5768975"/>
          <p14:tracePt t="155540" x="4605338" y="5783263"/>
          <p14:tracePt t="155549" x="4545013" y="5816600"/>
          <p14:tracePt t="155563" x="4483100" y="5843588"/>
          <p14:tracePt t="155574" x="4435475" y="5864225"/>
          <p14:tracePt t="155582" x="4408488" y="5878513"/>
          <p14:tracePt t="155597" x="4387850" y="5905500"/>
          <p14:tracePt t="155605" x="4348163" y="5911850"/>
          <p14:tracePt t="155615" x="4340225" y="5938838"/>
          <p14:tracePt t="155626" x="4313238" y="5953125"/>
          <p14:tracePt t="155636" x="4300538" y="5959475"/>
          <p14:tracePt t="155648" x="4286250" y="5986463"/>
          <p14:tracePt t="155659" x="4286250" y="6000750"/>
          <p14:tracePt t="155670" x="4279900" y="6015038"/>
          <p14:tracePt t="155681" x="4279900" y="6021388"/>
          <p14:tracePt t="155693" x="4279900" y="6034088"/>
          <p14:tracePt t="155704" x="4279900" y="6048375"/>
          <p14:tracePt t="155715" x="4279900" y="6062663"/>
          <p14:tracePt t="155737" x="4279900" y="6069013"/>
          <p14:tracePt t="155771" x="4286250" y="6069013"/>
          <p14:tracePt t="155774" x="4286250" y="6081713"/>
          <p14:tracePt t="155787" x="4300538" y="6096000"/>
          <p14:tracePt t="155797" x="4300538" y="6110288"/>
          <p14:tracePt t="155805" x="4313238" y="6110288"/>
          <p14:tracePt t="155816" x="4327525" y="6122988"/>
          <p14:tracePt t="155828" x="4348163" y="6129338"/>
          <p14:tracePt t="155838" x="4360863" y="6129338"/>
          <p14:tracePt t="155850" x="4387850" y="6143625"/>
          <p14:tracePt t="155861" x="4422775" y="6157913"/>
          <p14:tracePt t="155872" x="4470400" y="6170613"/>
          <p14:tracePt t="155884" x="4518025" y="6191250"/>
          <p14:tracePt t="155895" x="4565650" y="6205538"/>
          <p14:tracePt t="155906" x="4652963" y="6218238"/>
          <p14:tracePt t="155917" x="4735513" y="6232525"/>
          <p14:tracePt t="155929" x="4824413" y="6238875"/>
          <p14:tracePt t="155940" x="4884738" y="6253163"/>
          <p14:tracePt t="155951" x="4967288" y="6265863"/>
          <p14:tracePt t="155962" x="5041900" y="6280150"/>
          <p14:tracePt t="155974" x="5095875" y="6286500"/>
          <p14:tracePt t="155985" x="5149850" y="6286500"/>
          <p14:tracePt t="155996" x="5205413" y="6300788"/>
          <p14:tracePt t="156007" x="5259388" y="6300788"/>
          <p14:tracePt t="156019" x="5313363" y="6300788"/>
          <p14:tracePt t="156030" x="5367338" y="6300788"/>
          <p14:tracePt t="156041" x="5422900" y="6300788"/>
          <p14:tracePt t="156052" x="5497513" y="6286500"/>
          <p14:tracePt t="156064" x="5557838" y="6286500"/>
          <p14:tracePt t="156075" x="5619750" y="6280150"/>
          <p14:tracePt t="156086" x="5694363" y="6265863"/>
          <p14:tracePt t="156098" x="5748338" y="6253163"/>
          <p14:tracePt t="156109" x="5810250" y="6238875"/>
          <p14:tracePt t="156120" x="5837238" y="6232525"/>
          <p14:tracePt t="156131" x="5872163" y="6218238"/>
          <p14:tracePt t="156143" x="5899150" y="6191250"/>
          <p14:tracePt t="156154" x="5919788" y="6170613"/>
          <p14:tracePt t="156165" x="5919788" y="6143625"/>
          <p14:tracePt t="156178" x="5932488" y="6110288"/>
          <p14:tracePt t="156187" x="5919788" y="6062663"/>
          <p14:tracePt t="156199" x="5905500" y="6015038"/>
          <p14:tracePt t="156211" x="5884863" y="5959475"/>
          <p14:tracePt t="156221" x="5851525" y="5911850"/>
          <p14:tracePt t="156232" x="5810250" y="5851525"/>
          <p14:tracePt t="156244" x="5762625" y="5816600"/>
          <p14:tracePt t="156255" x="5729288" y="5795963"/>
          <p14:tracePt t="156266" x="5694363" y="5768975"/>
          <p14:tracePt t="156278" x="5653088" y="5741988"/>
          <p14:tracePt t="156289" x="5605463" y="5735638"/>
          <p14:tracePt t="156300" x="5572125" y="5735638"/>
          <p14:tracePt t="156311" x="5510213" y="5721350"/>
          <p14:tracePt t="156323" x="5449888" y="5708650"/>
          <p14:tracePt t="156334" x="5375275" y="5708650"/>
          <p14:tracePt t="156345" x="5327650" y="5708650"/>
          <p14:tracePt t="156356" x="5245100" y="5708650"/>
          <p14:tracePt t="156367" x="5137150" y="5708650"/>
          <p14:tracePt t="156379" x="5048250" y="5721350"/>
          <p14:tracePt t="156391" x="4986338" y="5741988"/>
          <p14:tracePt t="156402" x="4932363" y="5768975"/>
          <p14:tracePt t="156413" x="4857750" y="5803900"/>
          <p14:tracePt t="156424" x="4783138" y="5843588"/>
          <p14:tracePt t="156435" x="4735513" y="5864225"/>
          <p14:tracePt t="156447" x="4687888" y="5905500"/>
          <p14:tracePt t="156458" x="4640263" y="5938838"/>
          <p14:tracePt t="156469" x="4605338" y="5959475"/>
          <p14:tracePt t="156480" x="4578350" y="5986463"/>
          <p14:tracePt t="156491" x="4557713" y="6015038"/>
          <p14:tracePt t="156502" x="4545013" y="6034088"/>
          <p14:tracePt t="156514" x="4545013" y="6062663"/>
          <p14:tracePt t="156525" x="4545013" y="6069013"/>
          <p14:tracePt t="156536" x="4557713" y="6096000"/>
          <p14:tracePt t="156548" x="4565650" y="6122988"/>
          <p14:tracePt t="156560" x="4592638" y="6143625"/>
          <p14:tracePt t="156570" x="4613275" y="6157913"/>
          <p14:tracePt t="156581" x="4667250" y="6176963"/>
          <p14:tracePt t="156593" x="4714875" y="6205538"/>
          <p14:tracePt t="156603" x="4762500" y="6232525"/>
          <p14:tracePt t="156615" x="4795838" y="6238875"/>
          <p14:tracePt t="156627" x="4843463" y="6253163"/>
          <p14:tracePt t="156637" x="4884738" y="6265863"/>
          <p14:tracePt t="156648" x="4905375" y="6280150"/>
          <p14:tracePt t="156661" x="4932363" y="6280150"/>
          <p14:tracePt t="156671" x="4967288" y="6280150"/>
          <p14:tracePt t="156682" x="5000625" y="6280150"/>
          <p14:tracePt t="156694" x="5048250" y="6286500"/>
          <p14:tracePt t="156705" x="5089525" y="6286500"/>
          <p14:tracePt t="156716" x="5122863" y="6286500"/>
          <p14:tracePt t="156728" x="5170488" y="6286500"/>
          <p14:tracePt t="156739" x="5205413" y="6286500"/>
          <p14:tracePt t="156750" x="5232400" y="6286500"/>
          <p14:tracePt t="156761" x="5259388" y="6286500"/>
          <p14:tracePt t="156772" x="5280025" y="6286500"/>
          <p14:tracePt t="156784" x="5307013" y="6286500"/>
          <p14:tracePt t="156817" x="5313363" y="6286500"/>
          <p14:tracePt t="156820" x="5327650" y="6286500"/>
          <p14:tracePt t="156942" x="5340350" y="6286500"/>
          <p14:tracePt t="156952" x="5354638" y="6286500"/>
          <p14:tracePt t="156974" x="5367338" y="6286500"/>
          <p14:tracePt t="156997" x="5375275" y="6286500"/>
          <p14:tracePt t="157076" x="5387975" y="6286500"/>
          <p14:tracePt t="157098" x="5402263" y="6286500"/>
          <p14:tracePt t="157177" x="5414963" y="6280150"/>
          <p14:tracePt t="157200" x="5422900" y="6265863"/>
          <p14:tracePt t="157212" x="5435600" y="6253163"/>
          <p14:tracePt t="157222" x="5462588" y="6238875"/>
          <p14:tracePt t="157234" x="5497513" y="6218238"/>
          <p14:tracePt t="157246" x="5524500" y="6191250"/>
          <p14:tracePt t="157257" x="5557838" y="6157913"/>
          <p14:tracePt t="157268" x="5592763" y="6122988"/>
          <p14:tracePt t="157290" x="5634038" y="6069013"/>
          <p14:tracePt t="157293" x="5653088" y="6034088"/>
          <p14:tracePt t="157302" x="5694363" y="5986463"/>
          <p14:tracePt t="157313" x="5700713" y="5938838"/>
          <p14:tracePt t="157324" x="5715000" y="5905500"/>
          <p14:tracePt t="157335" x="5715000" y="5878513"/>
          <p14:tracePt t="157348" x="5715000" y="5851525"/>
          <p14:tracePt t="157358" x="5715000" y="5816600"/>
          <p14:tracePt t="157368" x="5700713" y="5795963"/>
          <p14:tracePt t="157380" x="5700713" y="5783263"/>
          <p14:tracePt t="157391" x="5700713" y="5768975"/>
          <p14:tracePt t="157403" x="5700713" y="5756275"/>
          <p14:tracePt t="157414" x="5700713" y="5741988"/>
          <p14:tracePt t="157425" x="5700713" y="5735638"/>
          <p14:tracePt t="157436" x="5694363" y="5721350"/>
          <p14:tracePt t="157448" x="5694363" y="5708650"/>
          <p14:tracePt t="157481" x="5694363" y="5694363"/>
          <p14:tracePt t="157638" x="5694363" y="5688013"/>
          <p14:tracePt t="157739" x="5694363" y="5673725"/>
          <p14:tracePt t="157751" x="5681663" y="5673725"/>
          <p14:tracePt t="157762" x="5681663" y="5661025"/>
          <p14:tracePt t="157773" x="5667375" y="5661025"/>
          <p14:tracePt t="157829" x="5653088" y="5646738"/>
          <p14:tracePt t="157865" x="5653088" y="5634038"/>
          <p14:tracePt t="157876" x="5640388" y="5634038"/>
          <p14:tracePt t="157887" x="5634038" y="5626100"/>
          <p14:tracePt t="157898" x="5619750" y="5613400"/>
          <p14:tracePt t="157910" x="5605463" y="5599113"/>
          <p14:tracePt t="157921" x="5592763" y="5599113"/>
          <p14:tracePt t="157931" x="5586413" y="5586413"/>
          <p14:tracePt t="157943" x="5557838" y="5578475"/>
          <p14:tracePt t="157954" x="5545138" y="5565775"/>
          <p14:tracePt t="157965" x="5524500" y="5565775"/>
          <p14:tracePt t="157976" x="5497513" y="5551488"/>
          <p14:tracePt t="157988" x="5476875" y="5551488"/>
          <p14:tracePt t="157999" x="5462588" y="5551488"/>
          <p14:tracePt t="158010" x="5435600" y="5551488"/>
          <p14:tracePt t="158021" x="5422900" y="5551488"/>
          <p14:tracePt t="158032" x="5414963" y="5551488"/>
          <p14:tracePt t="158044" x="5387975" y="5565775"/>
          <p14:tracePt t="158055" x="5375275" y="5578475"/>
          <p14:tracePt t="158066" x="5354638" y="5586413"/>
          <p14:tracePt t="158078" x="5327650" y="5613400"/>
          <p14:tracePt t="158089" x="5313363" y="5626100"/>
          <p14:tracePt t="158101" x="5307013" y="5646738"/>
          <p14:tracePt t="158112" x="5292725" y="5661025"/>
          <p14:tracePt t="158122" x="5280025" y="5688013"/>
          <p14:tracePt t="158134" x="5265738" y="5694363"/>
          <p14:tracePt t="158145" x="5265738" y="5708650"/>
          <p14:tracePt t="158156" x="5265738" y="5735638"/>
          <p14:tracePt t="158168" x="5265738" y="5741988"/>
          <p14:tracePt t="158179" x="5265738" y="5756275"/>
          <p14:tracePt t="158190" x="5280025" y="5756275"/>
          <p14:tracePt t="158201" x="5280025" y="5768975"/>
          <p14:tracePt t="158213" x="5307013" y="5783263"/>
          <p14:tracePt t="158223" x="5313363" y="5783263"/>
          <p14:tracePt t="158235" x="5340350" y="5783263"/>
          <p14:tracePt t="158246" x="5367338" y="5783263"/>
          <p14:tracePt t="158258" x="5387975" y="5783263"/>
          <p14:tracePt t="158269" x="5414963" y="5783263"/>
          <p14:tracePt t="158280" x="5449888" y="5783263"/>
          <p14:tracePt t="158292" x="5462588" y="5783263"/>
          <p14:tracePt t="158302" x="5476875" y="5783263"/>
          <p14:tracePt t="158314" x="5483225" y="5768975"/>
          <p14:tracePt t="158326" x="5497513" y="5756275"/>
          <p14:tracePt t="158336" x="5510213" y="5741988"/>
          <p14:tracePt t="158347" x="5510213" y="5721350"/>
          <p14:tracePt t="158359" x="5510213" y="5694363"/>
          <p14:tracePt t="158370" x="5510213" y="5673725"/>
          <p14:tracePt t="158381" x="5497513" y="5634038"/>
          <p14:tracePt t="158393" x="5476875" y="5599113"/>
          <p14:tracePt t="158404" x="5449888" y="5586413"/>
          <p14:tracePt t="158415" x="5422900" y="5565775"/>
          <p14:tracePt t="158426" x="5402263" y="5551488"/>
          <p14:tracePt t="158437" x="5375275" y="5551488"/>
          <p14:tracePt t="158449" x="5354638" y="5551488"/>
          <p14:tracePt t="158460" x="5340350" y="5551488"/>
          <p14:tracePt t="158471" x="5327650" y="5551488"/>
          <p14:tracePt t="158483" x="5307013" y="5551488"/>
          <p14:tracePt t="158494" x="5280025" y="5565775"/>
          <p14:tracePt t="158505" x="5245100" y="5586413"/>
          <p14:tracePt t="158516" x="5218113" y="5599113"/>
          <p14:tracePt t="158528" x="5197475" y="5634038"/>
          <p14:tracePt t="158539" x="5170488" y="5661025"/>
          <p14:tracePt t="158550" x="5157788" y="5688013"/>
          <p14:tracePt t="158561" x="5149850" y="5694363"/>
          <p14:tracePt t="158572" x="5149850" y="5721350"/>
          <p14:tracePt t="158584" x="5149850" y="5741988"/>
          <p14:tracePt t="158595" x="5149850" y="5756275"/>
          <p14:tracePt t="158606" x="5157788" y="5768975"/>
          <p14:tracePt t="158618" x="5157788" y="5795963"/>
          <p14:tracePt t="158629" x="5170488" y="5795963"/>
          <p14:tracePt t="158640" x="5184775" y="5803900"/>
          <p14:tracePt t="158651" x="5197475" y="5816600"/>
          <p14:tracePt t="158662" x="5205413" y="5816600"/>
          <p14:tracePt t="158674" x="5232400" y="5816600"/>
          <p14:tracePt t="158686" x="5245100" y="5830888"/>
          <p14:tracePt t="158696" x="5265738" y="5830888"/>
          <p14:tracePt t="158708" x="5280025" y="5830888"/>
          <p14:tracePt t="158719" x="5292725" y="5830888"/>
          <p14:tracePt t="158730" x="5307013" y="5830888"/>
          <p14:tracePt t="158742" x="5313363" y="5830888"/>
          <p14:tracePt t="158786" x="5327650" y="5816600"/>
          <p14:tracePt t="158853" x="5313363" y="5803900"/>
          <p14:tracePt t="158876" x="5307013" y="5795963"/>
          <p14:tracePt t="158887" x="5265738" y="5768975"/>
          <p14:tracePt t="158910" x="5205413" y="5735638"/>
          <p14:tracePt t="158913" x="5122863" y="5694363"/>
          <p14:tracePt t="158921" x="5027613" y="5646738"/>
          <p14:tracePt t="158933" x="4905375" y="5599113"/>
          <p14:tracePt t="158945" x="4776788" y="5538788"/>
          <p14:tracePt t="158955" x="4667250" y="5476875"/>
          <p14:tracePt t="158966" x="4592638" y="5443538"/>
          <p14:tracePt t="158978" x="4497388" y="5395913"/>
          <p14:tracePt t="158989" x="4422775" y="5348288"/>
          <p14:tracePt t="159001" x="4348163" y="5307013"/>
          <p14:tracePt t="159012" x="4327525" y="5286375"/>
          <p14:tracePt t="159023" x="4286250" y="5259388"/>
          <p14:tracePt t="159034" x="4265613" y="5253038"/>
          <p14:tracePt t="159056" x="4252913" y="5238750"/>
          <p14:tracePt t="159507" x="4265613" y="5238750"/>
          <p14:tracePt t="159518" x="4279900" y="5238750"/>
          <p14:tracePt t="159530" x="4300538" y="5238750"/>
          <p14:tracePt t="159540" x="4327525" y="5224463"/>
          <p14:tracePt t="159553" x="4348163" y="5224463"/>
          <p14:tracePt t="159563" x="4408488" y="5197475"/>
          <p14:tracePt t="159574" x="4483100" y="5143500"/>
          <p14:tracePt t="159586" x="4578350" y="5068888"/>
          <p14:tracePt t="159596" x="4667250" y="4994275"/>
          <p14:tracePt t="159607" x="4795838" y="4837113"/>
          <p14:tracePt t="159620" x="4953000" y="4633913"/>
          <p14:tracePt t="159630" x="5089525" y="4381500"/>
          <p14:tracePt t="159641" x="5170488" y="4184650"/>
          <p14:tracePt t="159653" x="5259388" y="3905250"/>
          <p14:tracePt t="159664" x="5313363" y="3640138"/>
          <p14:tracePt t="159676" x="5340350" y="3360738"/>
          <p14:tracePt t="159686" x="5340350" y="3184525"/>
          <p14:tracePt t="159698" x="5340350" y="2938463"/>
          <p14:tracePt t="159710" x="5327650" y="2720975"/>
          <p14:tracePt t="159720" x="5307013" y="2517775"/>
          <p14:tracePt t="159731" x="5292725" y="2360613"/>
          <p14:tracePt t="159743" x="5265738" y="2176463"/>
          <p14:tracePt t="159753" x="5232400" y="2006600"/>
          <p14:tracePt t="159765" x="5197475" y="1851025"/>
          <p14:tracePt t="159777" x="5157788" y="1768475"/>
          <p14:tracePt t="159787" x="5122863" y="1660525"/>
          <p14:tracePt t="159798" x="5075238" y="1585913"/>
          <p14:tracePt t="159811" x="5041900" y="1538288"/>
          <p14:tracePt t="159821" x="5014913" y="1497013"/>
          <p14:tracePt t="159832" x="4979988" y="1476375"/>
          <p14:tracePt t="159844" x="4967288" y="1462088"/>
          <p14:tracePt t="159855" x="4953000" y="1449388"/>
          <p14:tracePt t="159866" x="4938713" y="1449388"/>
          <p14:tracePt t="159889" x="4932363" y="1449388"/>
          <p14:tracePt t="159956" x="4919663" y="1443038"/>
          <p14:tracePt t="159959" x="4905375" y="1443038"/>
          <p14:tracePt t="159968" x="4884738" y="1428750"/>
          <p14:tracePt t="159981" x="4830763" y="1401763"/>
          <p14:tracePt t="159991" x="4762500" y="1354138"/>
          <p14:tracePt t="160002" x="4714875" y="1319213"/>
          <p14:tracePt t="160013" x="4625975" y="1258888"/>
          <p14:tracePt t="160024" x="4545013" y="1196975"/>
          <p14:tracePt t="160035" x="4470400" y="1136650"/>
          <p14:tracePt t="160046" x="4422775" y="1089025"/>
          <p14:tracePt t="160057" x="4360863" y="1027113"/>
          <p14:tracePt t="160069" x="4286250" y="966788"/>
          <p14:tracePt t="160080" x="4232275" y="919163"/>
          <p14:tracePt t="160091" x="4184650" y="884238"/>
          <p14:tracePt t="160103" x="4129088" y="842963"/>
          <p14:tracePt t="160114" x="4095750" y="809625"/>
          <p14:tracePt t="160126" x="4048125" y="788988"/>
          <p14:tracePt t="160136" x="4014788" y="776288"/>
          <p14:tracePt t="160147" x="3973513" y="747713"/>
          <p14:tracePt t="160159" x="3925888" y="735013"/>
          <p14:tracePt t="160170" x="3878263" y="728663"/>
          <p14:tracePt t="160181" x="3843338" y="728663"/>
          <p14:tracePt t="160194" x="3795713" y="728663"/>
          <p14:tracePt t="160203" x="3748088" y="728663"/>
          <p14:tracePt t="160215" x="3694113" y="728663"/>
          <p14:tracePt t="160227" x="3660775" y="735013"/>
          <p14:tracePt t="160237" x="3625850" y="762000"/>
          <p14:tracePt t="160249" x="3586163" y="788988"/>
          <p14:tracePt t="160261" x="3538538" y="823913"/>
          <p14:tracePt t="160271" x="3503613" y="871538"/>
          <p14:tracePt t="160282" x="3443288" y="946150"/>
          <p14:tracePt t="160294" x="3395663" y="1041400"/>
          <p14:tracePt t="160305" x="3348038" y="1169988"/>
          <p14:tracePt t="160317" x="3319463" y="1279525"/>
          <p14:tracePt t="160328" x="3271838" y="1449388"/>
          <p14:tracePt t="160339" x="3252788" y="1633538"/>
          <p14:tracePt t="160350" x="3238500" y="1851025"/>
          <p14:tracePt t="160361" x="3211513" y="2020888"/>
          <p14:tracePt t="160373" x="3190875" y="2238375"/>
          <p14:tracePt t="160383" x="3163888" y="2470150"/>
          <p14:tracePt t="160395" x="3143250" y="2693988"/>
          <p14:tracePt t="160406" x="3128963" y="2863850"/>
          <p14:tracePt t="160418" x="3101975" y="3081338"/>
          <p14:tracePt t="160429" x="3101975" y="3292475"/>
          <p14:tracePt t="160440" x="3095625" y="3470275"/>
          <p14:tracePt t="160451" x="3095625" y="3605213"/>
          <p14:tracePt t="160462" x="3081338" y="3776663"/>
          <p14:tracePt t="160474" x="3081338" y="3932238"/>
          <p14:tracePt t="160485" x="3068638" y="4075113"/>
          <p14:tracePt t="160496" x="3068638" y="4170363"/>
          <p14:tracePt t="160508" x="3054350" y="4279900"/>
          <p14:tracePt t="160519" x="3054350" y="4402138"/>
          <p14:tracePt t="160530" x="3054350" y="4510088"/>
          <p14:tracePt t="160541" x="3054350" y="4586288"/>
          <p14:tracePt t="160553" x="3054350" y="4694238"/>
          <p14:tracePt t="160564" x="3068638" y="4789488"/>
          <p14:tracePt t="160576" x="3081338" y="4872038"/>
          <p14:tracePt t="160586" x="3095625" y="4932363"/>
          <p14:tracePt t="160597" x="3101975" y="5006975"/>
          <p14:tracePt t="160610" x="3128963" y="5081588"/>
          <p14:tracePt t="160620" x="3157538" y="5149850"/>
          <p14:tracePt t="160632" x="3190875" y="5211763"/>
          <p14:tracePt t="160644" x="3238500" y="5286375"/>
          <p14:tracePt t="160654" x="3313113" y="5367338"/>
          <p14:tracePt t="160665" x="3381375" y="5429250"/>
          <p14:tracePt t="160677" x="3429000" y="5470525"/>
          <p14:tracePt t="160687" x="3490913" y="5503863"/>
          <p14:tracePt t="160699" x="3538538" y="5518150"/>
          <p14:tracePt t="160711" x="3578225" y="5524500"/>
          <p14:tracePt t="160721" x="3613150" y="5524500"/>
          <p14:tracePt t="160733" x="3660775" y="5524500"/>
          <p14:tracePt t="160744" x="3721100" y="5524500"/>
          <p14:tracePt t="160755" x="3803650" y="5503863"/>
          <p14:tracePt t="160766" x="3878263" y="5470525"/>
          <p14:tracePt t="160778" x="4000500" y="5408613"/>
          <p14:tracePt t="160788" x="4143375" y="5319713"/>
          <p14:tracePt t="160800" x="4286250" y="5211763"/>
          <p14:tracePt t="160812" x="4395788" y="5129213"/>
          <p14:tracePt t="160822" x="4545013" y="4979988"/>
          <p14:tracePt t="160834" x="4714875" y="4824413"/>
          <p14:tracePt t="160845" x="4872038" y="4652963"/>
          <p14:tracePt t="160856" x="4986338" y="4510088"/>
          <p14:tracePt t="160868" x="5137150" y="4306888"/>
          <p14:tracePt t="160879" x="5245100" y="4062413"/>
          <p14:tracePt t="160890" x="5313363" y="3836988"/>
          <p14:tracePt t="160901" x="5354638" y="3667125"/>
          <p14:tracePt t="160913" x="5387975" y="3455988"/>
          <p14:tracePt t="160924" x="5402263" y="3265488"/>
          <p14:tracePt t="160935" x="5422900" y="3081338"/>
          <p14:tracePt t="160946" x="5422900" y="2973388"/>
          <p14:tracePt t="160957" x="5435600" y="2857500"/>
          <p14:tracePt t="160969" x="5449888" y="2735263"/>
          <p14:tracePt t="160980" x="5449888" y="2625725"/>
          <p14:tracePt t="161014" x="5449888" y="2538413"/>
          <p14:tracePt t="161016" x="5449888" y="2428875"/>
          <p14:tracePt t="161029" x="5449888" y="2319338"/>
          <p14:tracePt t="161030" x="5449888" y="2238375"/>
          <p14:tracePt t="161038" x="5435600" y="2176463"/>
          <p14:tracePt t="161048" x="5435600" y="2101850"/>
          <p14:tracePt t="161060" x="5435600" y="2041525"/>
          <p14:tracePt t="161070" x="5422900" y="1985963"/>
          <p14:tracePt t="161081" x="5422900" y="1946275"/>
          <p14:tracePt t="161094" x="5402263" y="1898650"/>
          <p14:tracePt t="161104" x="5375275" y="1863725"/>
          <p14:tracePt t="161115" x="5354638" y="1816100"/>
          <p14:tracePt t="161127" x="5327650" y="1789113"/>
          <p14:tracePt t="161138" x="5292725" y="1755775"/>
          <p14:tracePt t="161149" x="5245100" y="1728788"/>
          <p14:tracePt t="161160" x="5197475" y="1708150"/>
          <p14:tracePt t="161171" x="5149850" y="1693863"/>
          <p14:tracePt t="161182" x="5089525" y="1681163"/>
          <p14:tracePt t="161194" x="5014913" y="1660525"/>
          <p14:tracePt t="161205" x="4953000" y="1646238"/>
          <p14:tracePt t="161216" x="4905375" y="1646238"/>
          <p14:tracePt t="161228" x="4872038" y="1633538"/>
          <p14:tracePt t="161239" x="4830763" y="1633538"/>
          <p14:tracePt t="161250" x="4824413" y="1633538"/>
          <p14:tracePt t="161261" x="4810125" y="1633538"/>
          <p14:tracePt t="161272" x="4783138" y="1633538"/>
          <p14:tracePt t="161283" x="4776788" y="1619250"/>
          <p14:tracePt t="161295" x="4762500" y="1619250"/>
          <p14:tracePt t="161317" x="4748213" y="1619250"/>
          <p14:tracePt t="161340" x="4735513" y="1619250"/>
          <p14:tracePt t="161351" x="4735513" y="1604963"/>
          <p14:tracePt t="161362" x="4714875" y="1571625"/>
          <p14:tracePt t="161373" x="4687888" y="1497013"/>
          <p14:tracePt t="161385" x="4667250" y="1414463"/>
          <p14:tracePt t="161396" x="4652963" y="1333500"/>
          <p14:tracePt t="161407" x="4625975" y="1196975"/>
          <p14:tracePt t="161419" x="4625975" y="1089025"/>
          <p14:tracePt t="161430" x="4625975" y="979488"/>
          <p14:tracePt t="161441" x="4613275" y="904875"/>
          <p14:tracePt t="161453" x="4605338" y="836613"/>
          <p14:tracePt t="161464" x="4578350" y="776288"/>
          <p14:tracePt t="161476" x="4557713" y="728663"/>
          <p14:tracePt t="161486" x="4530725" y="687388"/>
          <p14:tracePt t="161498" x="4483100" y="652463"/>
          <p14:tracePt t="161510" x="4435475" y="619125"/>
          <p14:tracePt t="161520" x="4375150" y="592138"/>
          <p14:tracePt t="161532" x="4313238" y="571500"/>
          <p14:tracePt t="161544" x="4238625" y="544513"/>
          <p14:tracePt t="161554" x="4157663" y="530225"/>
          <p14:tracePt t="161565" x="4062413" y="530225"/>
          <p14:tracePt t="161577" x="4000500" y="530225"/>
          <p14:tracePt t="161587" x="3911600" y="530225"/>
          <p14:tracePt t="161599" x="3830638" y="557213"/>
          <p14:tracePt t="161611" x="3735388" y="577850"/>
          <p14:tracePt t="161621" x="3673475" y="619125"/>
          <p14:tracePt t="161632" x="3586163" y="681038"/>
          <p14:tracePt t="161644" x="3490913" y="747713"/>
          <p14:tracePt t="161655" x="3395663" y="842963"/>
          <p14:tracePt t="161666" x="3333750" y="946150"/>
          <p14:tracePt t="161678" x="3238500" y="1089025"/>
          <p14:tracePt t="161688" x="3143250" y="1271588"/>
          <p14:tracePt t="161700" x="3054350" y="1497013"/>
          <p14:tracePt t="161711" x="3006725" y="1666875"/>
          <p14:tracePt t="161722" x="2973388" y="1911350"/>
          <p14:tracePt t="161734" x="2959100" y="2149475"/>
          <p14:tracePt t="161745" x="2938463" y="2408238"/>
          <p14:tracePt t="161756" x="2925763" y="2586038"/>
          <p14:tracePt t="161768" x="2911475" y="2795588"/>
          <p14:tracePt t="161779" x="2884488" y="2973388"/>
          <p14:tracePt t="161790" x="2878138" y="3143250"/>
          <p14:tracePt t="161802" x="2878138" y="3279775"/>
          <p14:tracePt t="161813" x="2863850" y="3435350"/>
          <p14:tracePt t="161823" x="2863850" y="3565525"/>
          <p14:tracePt t="161835" x="2863850" y="3700463"/>
          <p14:tracePt t="161846" x="2863850" y="3795713"/>
          <p14:tracePt t="161857" x="2863850" y="3905250"/>
          <p14:tracePt t="161869" x="2878138" y="4014788"/>
          <p14:tracePt t="161880" x="2878138" y="4110038"/>
          <p14:tracePt t="161891" x="2884488" y="4184650"/>
          <p14:tracePt t="161903" x="2911475" y="4279900"/>
          <p14:tracePt t="161914" x="2925763" y="4381500"/>
          <p14:tracePt t="161926" x="2946400" y="4462463"/>
          <p14:tracePt t="161936" x="2973388" y="4510088"/>
          <p14:tracePt t="161948" x="3006725" y="4572000"/>
          <p14:tracePt t="161960" x="3048000" y="4619625"/>
          <p14:tracePt t="161970" x="3081338" y="4667250"/>
          <p14:tracePt t="161981" x="3128963" y="4708525"/>
          <p14:tracePt t="161994" x="3190875" y="4756150"/>
          <p14:tracePt t="162004" x="3265488" y="4803775"/>
          <p14:tracePt t="162015" x="3333750" y="4851400"/>
          <p14:tracePt t="162027" x="3381375" y="4872038"/>
          <p14:tracePt t="162060" x="3443288" y="4911725"/>
          <p14:tracePt t="162063" x="3503613" y="4926013"/>
          <p14:tracePt t="162072" x="3538538" y="4932363"/>
          <p14:tracePt t="162077" x="3565525" y="4932363"/>
          <p14:tracePt t="162083" x="3598863" y="4932363"/>
          <p14:tracePt t="162095" x="3646488" y="4932363"/>
          <p14:tracePt t="162107" x="3708400" y="4932363"/>
          <p14:tracePt t="162118" x="3756025" y="4932363"/>
          <p14:tracePt t="162128" x="3863975" y="4911725"/>
          <p14:tracePt t="162139" x="3986213" y="4884738"/>
          <p14:tracePt t="162150" x="4122738" y="4824413"/>
          <p14:tracePt t="162162" x="4232275" y="4756150"/>
          <p14:tracePt t="162172" x="4375150" y="4633913"/>
          <p14:tracePt t="162184" x="4530725" y="4462463"/>
          <p14:tracePt t="162195" x="4667250" y="4259263"/>
          <p14:tracePt t="162206" x="4783138" y="4089400"/>
          <p14:tracePt t="162218" x="4919663" y="3824288"/>
          <p14:tracePt t="162229" x="5041900" y="3544888"/>
          <p14:tracePt t="162240" x="5137150" y="3205163"/>
          <p14:tracePt t="162251" x="5170488" y="2967038"/>
          <p14:tracePt t="162263" x="5197475" y="2613025"/>
          <p14:tracePt t="162274" x="5197475" y="2271713"/>
          <p14:tracePt t="162285" x="5170488" y="1946275"/>
          <p14:tracePt t="162296" x="5149850" y="1755775"/>
          <p14:tracePt t="162307" x="5122863" y="1538288"/>
          <p14:tracePt t="162319" x="5089525" y="1366838"/>
          <p14:tracePt t="162330" x="5048250" y="1231900"/>
          <p14:tracePt t="162341" x="5027613" y="1149350"/>
          <p14:tracePt t="162353" x="4979988" y="1089025"/>
          <p14:tracePt t="162364" x="4938713" y="1041400"/>
          <p14:tracePt t="162376" x="4919663" y="1014413"/>
          <p14:tracePt t="162386" x="4905375" y="1014413"/>
          <p14:tracePt t="162398" x="4891088" y="1014413"/>
          <p14:tracePt t="162410" x="4884738" y="1014413"/>
          <p14:tracePt t="162431" x="4884738" y="1027113"/>
          <p14:tracePt t="162444" x="4884738" y="1041400"/>
          <p14:tracePt t="162454" x="4884738" y="1054100"/>
          <p14:tracePt t="162476" x="4884738" y="1062038"/>
          <p14:tracePt t="162487" x="4884738" y="1074738"/>
          <p14:tracePt t="162499" x="4884738" y="1089025"/>
          <p14:tracePt t="162521" x="4884738" y="1101725"/>
          <p14:tracePt t="162532" x="4884738" y="1116013"/>
          <p14:tracePt t="162544" x="4884738" y="1122363"/>
          <p14:tracePt t="162555" x="4884738" y="1136650"/>
          <p14:tracePt t="162566" x="4872038" y="1163638"/>
          <p14:tracePt t="162578" x="4872038" y="1196975"/>
          <p14:tracePt t="162589" x="4857750" y="1244600"/>
          <p14:tracePt t="162600" x="4843463" y="1306513"/>
          <p14:tracePt t="162611" x="4830763" y="1339850"/>
          <p14:tracePt t="162622" x="4824413" y="1387475"/>
          <p14:tracePt t="162634" x="4810125" y="1443038"/>
          <p14:tracePt t="162645" x="4795838" y="1490663"/>
          <p14:tracePt t="162656" x="4795838" y="1509713"/>
          <p14:tracePt t="162668" x="4810125" y="1557338"/>
          <p14:tracePt t="162679" x="4824413" y="1598613"/>
          <p14:tracePt t="162690" x="4843463" y="1646238"/>
          <p14:tracePt t="162702" x="4872038" y="1681163"/>
          <p14:tracePt t="162713" x="4891088" y="1714500"/>
          <p14:tracePt t="162724" x="4905375" y="1741488"/>
          <p14:tracePt t="162736" x="4905375" y="1755775"/>
          <p14:tracePt t="162937" x="4932363" y="1755775"/>
          <p14:tracePt t="162948" x="4986338" y="1768475"/>
          <p14:tracePt t="162960" x="5048250" y="1776413"/>
          <p14:tracePt t="162971" x="5095875" y="1803400"/>
          <p14:tracePt t="162983" x="5205413" y="1836738"/>
          <p14:tracePt t="162994" x="5313363" y="1878013"/>
          <p14:tracePt t="163006" x="5510213" y="1973263"/>
          <p14:tracePt t="163016" x="5729288" y="2081213"/>
          <p14:tracePt t="163027" x="5884863" y="2163763"/>
          <p14:tracePt t="163040" x="6164263" y="2300288"/>
          <p14:tracePt t="163050" x="6367463" y="2408238"/>
          <p14:tracePt t="163061" x="6661150" y="2565400"/>
          <p14:tracePt t="163073" x="6932613" y="2720975"/>
          <p14:tracePt t="163106" x="7081838" y="2803525"/>
          <p14:tracePt t="163109" x="7239000" y="2911475"/>
          <p14:tracePt t="163117" x="7319963" y="2973388"/>
          <p14:tracePt t="163121" x="7408863" y="3033713"/>
          <p14:tracePt t="163133" x="7470775" y="3081338"/>
          <p14:tracePt t="163142" x="7504113" y="3109913"/>
          <p14:tracePt t="163152" x="7524750" y="3128963"/>
          <p14:tracePt t="163166" x="7539038" y="3143250"/>
          <p14:tracePt t="163176" x="7539038" y="3157538"/>
          <p14:tracePt t="163197" x="7539038" y="3170238"/>
          <p14:tracePt t="163207" x="7551738" y="3170238"/>
          <p14:tracePt t="163219" x="7566025" y="3190875"/>
          <p14:tracePt t="163231" x="7599363" y="3232150"/>
          <p14:tracePt t="163241" x="7661275" y="3279775"/>
          <p14:tracePt t="163252" x="7721600" y="3327400"/>
          <p14:tracePt t="163264" x="7816850" y="3387725"/>
          <p14:tracePt t="163275" x="7891463" y="3435350"/>
          <p14:tracePt t="163286" x="7959725" y="3470275"/>
          <p14:tracePt t="163298" x="8001000" y="3509963"/>
          <p14:tracePt t="163308" x="8062913" y="3530600"/>
          <p14:tracePt t="163320" x="8110538" y="3565525"/>
          <p14:tracePt t="163331" x="8143875" y="3578225"/>
          <p14:tracePt t="163342" x="8158163" y="3592513"/>
          <p14:tracePt t="163354" x="8170863" y="3605213"/>
          <p14:tracePt t="163478" x="8158163" y="3605213"/>
          <p14:tracePt t="163522" x="8143875" y="3605213"/>
          <p14:tracePt t="163544" x="8129588" y="3605213"/>
          <p14:tracePt t="163556" x="8116888" y="3605213"/>
          <p14:tracePt t="163567" x="8110538" y="3605213"/>
          <p14:tracePt t="163579" x="8081963" y="3605213"/>
          <p14:tracePt t="163591" x="8062913" y="3592513"/>
          <p14:tracePt t="163602" x="8034338" y="3592513"/>
          <p14:tracePt t="163613" x="8007350" y="3592513"/>
          <p14:tracePt t="163624" x="7959725" y="3592513"/>
          <p14:tracePt t="163635" x="7912100" y="3578225"/>
          <p14:tracePt t="163646" x="7864475" y="3565525"/>
          <p14:tracePt t="163657" x="7831138" y="3565525"/>
          <p14:tracePt t="163669" x="7783513" y="3565525"/>
          <p14:tracePt t="163681" x="7756525" y="3565525"/>
          <p14:tracePt t="163691" x="7742238" y="3565525"/>
          <p14:tracePt t="163702" x="7735888" y="3565525"/>
          <p14:tracePt t="163906" x="7735888" y="3557588"/>
          <p14:tracePt t="163917" x="7721600" y="3557588"/>
          <p14:tracePt t="163983" x="7708900" y="3557588"/>
          <p14:tracePt t="164467" x="7735888" y="3557588"/>
          <p14:tracePt t="164479" x="7742238" y="3557588"/>
          <p14:tracePt t="164490" x="7783513" y="3557588"/>
          <p14:tracePt t="164501" x="7816850" y="3557588"/>
          <p14:tracePt t="164513" x="7864475" y="3565525"/>
          <p14:tracePt t="164524" x="7891463" y="3565525"/>
          <p14:tracePt t="164536" x="7926388" y="3578225"/>
          <p14:tracePt t="164547" x="7959725" y="3578225"/>
          <p14:tracePt t="164557" x="7986713" y="3592513"/>
          <p14:tracePt t="164570" x="8001000" y="3592513"/>
          <p14:tracePt t="164580" x="8007350" y="3592513"/>
          <p14:tracePt t="165087" x="7974013" y="3592513"/>
          <p14:tracePt t="165098" x="7959725" y="3578225"/>
          <p14:tracePt t="165109" x="7953375" y="3578225"/>
          <p14:tracePt t="165120" x="7926388" y="3578225"/>
          <p14:tracePt t="165132" x="7891463" y="3578225"/>
          <p14:tracePt t="165143" x="7864475" y="3565525"/>
          <p14:tracePt t="165153" x="7843838" y="3565525"/>
          <p14:tracePt t="165165" x="7831138" y="3565525"/>
          <p14:tracePt t="165176" x="7816850" y="3565525"/>
          <p14:tracePt t="165198" x="7816850" y="3557588"/>
          <p14:tracePt t="165202" x="7804150" y="3557588"/>
          <p14:tracePt t="165221" x="7796213" y="3557588"/>
          <p14:tracePt t="165243" x="7783513" y="3557588"/>
          <p14:tracePt t="165256" x="7756525" y="3544888"/>
          <p14:tracePt t="165267" x="7735888" y="3544888"/>
          <p14:tracePt t="165278" x="7708900" y="3544888"/>
          <p14:tracePt t="165289" x="7694613" y="3530600"/>
          <p14:tracePt t="165300" x="7688263" y="3530600"/>
          <p14:tracePt t="165570" x="7694613" y="3530600"/>
          <p14:tracePt t="165592" x="7708900" y="3530600"/>
          <p14:tracePt t="165670" x="7721600" y="3530600"/>
          <p14:tracePt t="165682" x="7735888" y="3530600"/>
          <p14:tracePt t="165694" x="7735888" y="3544888"/>
          <p14:tracePt t="165706" x="7742238" y="3544888"/>
          <p14:tracePt t="165716" x="7769225" y="3544888"/>
          <p14:tracePt t="165728" x="7783513" y="3544888"/>
          <p14:tracePt t="165739" x="7804150" y="3544888"/>
          <p14:tracePt t="165750" x="7843838" y="3557588"/>
          <p14:tracePt t="165762" x="7878763" y="3565525"/>
          <p14:tracePt t="165773" x="7926388" y="3565525"/>
          <p14:tracePt t="165784" x="7959725" y="3565525"/>
          <p14:tracePt t="165796" x="8007350" y="3578225"/>
          <p14:tracePt t="165806" x="8069263" y="3578225"/>
          <p14:tracePt t="165817" x="8143875" y="3578225"/>
          <p14:tracePt t="165829" x="8191500" y="3578225"/>
          <p14:tracePt t="165840" x="8266113" y="3592513"/>
          <p14:tracePt t="165851" x="8334375" y="3592513"/>
          <p14:tracePt t="165863" x="8423275" y="3592513"/>
          <p14:tracePt t="165874" x="8483600" y="3592513"/>
          <p14:tracePt t="165885" x="8551863" y="3605213"/>
          <p14:tracePt t="165896" x="8613775" y="3605213"/>
          <p14:tracePt t="165907" x="8674100" y="3605213"/>
          <p14:tracePt t="165919" x="8715375" y="3605213"/>
          <p14:tracePt t="165930" x="8748713" y="3605213"/>
          <p14:tracePt t="165941" x="8783638" y="3605213"/>
          <p14:tracePt t="165953" x="8796338" y="3605213"/>
          <p14:tracePt t="165975" x="8810625" y="3605213"/>
          <p14:tracePt t="166020" x="8796338" y="3605213"/>
          <p14:tracePt t="166031" x="8769350" y="3605213"/>
          <p14:tracePt t="166042" x="8736013" y="3592513"/>
          <p14:tracePt t="166054" x="8688388" y="3592513"/>
          <p14:tracePt t="166065" x="8613775" y="3592513"/>
          <p14:tracePt t="166076" x="8531225" y="3578225"/>
          <p14:tracePt t="166088" x="8435975" y="3578225"/>
          <p14:tracePt t="166099" x="8334375" y="3578225"/>
          <p14:tracePt t="166110" x="8224838" y="3578225"/>
          <p14:tracePt t="166121" x="8110538" y="3578225"/>
          <p14:tracePt t="166133" x="8001000" y="3565525"/>
          <p14:tracePt t="166143" x="7912100" y="3565525"/>
          <p14:tracePt t="166155" x="7816850" y="3565525"/>
          <p14:tracePt t="166166" x="7721600" y="3565525"/>
          <p14:tracePt t="166178" x="7661275" y="3565525"/>
          <p14:tracePt t="166189" x="7613650" y="3565525"/>
          <p14:tracePt t="166200" x="7566025" y="3557588"/>
          <p14:tracePt t="166212" x="7539038" y="3557588"/>
          <p14:tracePt t="166223" x="7524750" y="3557588"/>
          <p14:tracePt t="166278" x="7539038" y="3565525"/>
          <p14:tracePt t="166290" x="7551738" y="3565525"/>
          <p14:tracePt t="166301" x="7586663" y="3565525"/>
          <p14:tracePt t="166312" x="7634288" y="3565525"/>
          <p14:tracePt t="166323" x="7688263" y="3565525"/>
          <p14:tracePt t="166335" x="7796213" y="3565525"/>
          <p14:tracePt t="166346" x="7939088" y="3565525"/>
          <p14:tracePt t="166357" x="8110538" y="3578225"/>
          <p14:tracePt t="166369" x="8239125" y="3578225"/>
          <p14:tracePt t="166380" x="8408988" y="3578225"/>
          <p14:tracePt t="166391" x="8566150" y="3592513"/>
          <p14:tracePt t="166402" x="8688388" y="3592513"/>
          <p14:tracePt t="166414" x="8763000" y="3592513"/>
          <p14:tracePt t="166425" x="8831263" y="3592513"/>
          <p14:tracePt t="166436" x="8878888" y="3592513"/>
          <p14:tracePt t="166448" x="8905875" y="3592513"/>
          <p14:tracePt t="166459" x="8920163" y="3592513"/>
          <p14:tracePt t="166481" x="8926513" y="3592513"/>
          <p14:tracePt t="166582" x="8926513" y="3578225"/>
          <p14:tracePt t="166593" x="8926513" y="3565525"/>
          <p14:tracePt t="166605" x="8939213" y="3544888"/>
          <p14:tracePt t="166616" x="8953500" y="3509963"/>
          <p14:tracePt t="166627" x="8967788" y="3455988"/>
          <p14:tracePt t="166639" x="8980488" y="3387725"/>
          <p14:tracePt t="166651" x="9015413" y="3232150"/>
          <p14:tracePt t="166662" x="9028113" y="3021013"/>
          <p14:tracePt t="166672" x="9028113" y="2755900"/>
          <p14:tracePt t="166685" x="9001125" y="2530475"/>
          <p14:tracePt t="166695" x="8939213" y="2211388"/>
          <p14:tracePt t="166706" x="8843963" y="1911350"/>
          <p14:tracePt t="166718" x="8736013" y="1666875"/>
          <p14:tracePt t="166729" x="8661400" y="1509713"/>
          <p14:tracePt t="166741" x="8566150" y="1354138"/>
          <p14:tracePt t="166752" x="8497888" y="1231900"/>
          <p14:tracePt t="166763" x="8435975" y="1122363"/>
          <p14:tracePt t="166774" x="8388350" y="1062038"/>
          <p14:tracePt t="166785" x="8313738" y="979488"/>
          <p14:tracePt t="166796" x="8218488" y="919163"/>
          <p14:tracePt t="166808" x="8110538" y="842963"/>
          <p14:tracePt t="166819" x="8007350" y="809625"/>
          <p14:tracePt t="166830" x="7891463" y="747713"/>
          <p14:tracePt t="166842" x="7769225" y="714375"/>
          <p14:tracePt t="166852" x="7673975" y="681038"/>
          <p14:tracePt t="166864" x="7613650" y="652463"/>
          <p14:tracePt t="166875" x="7539038" y="625475"/>
          <p14:tracePt t="166886" x="7491413" y="619125"/>
          <p14:tracePt t="166898" x="7456488" y="604838"/>
          <p14:tracePt t="166909" x="7429500" y="592138"/>
          <p14:tracePt t="166920" x="7396163" y="577850"/>
          <p14:tracePt t="166931" x="7381875" y="577850"/>
          <p14:tracePt t="166943" x="7361238" y="577850"/>
          <p14:tracePt t="166953" x="7361238" y="571500"/>
          <p14:tracePt t="166965" x="7348538" y="571500"/>
          <p14:tracePt t="166987" x="7334250" y="571500"/>
          <p14:tracePt t="166999" x="7319963" y="571500"/>
          <p14:tracePt t="167021" x="7307263" y="571500"/>
          <p14:tracePt t="167033" x="7300913" y="571500"/>
          <p14:tracePt t="167055" x="7286625" y="571500"/>
          <p14:tracePt t="167066" x="7272338" y="571500"/>
          <p14:tracePt t="167077" x="7259638" y="577850"/>
          <p14:tracePt t="167089" x="7253288" y="577850"/>
          <p14:tracePt t="167100" x="7239000" y="577850"/>
          <p14:tracePt t="167111" x="7224713" y="592138"/>
          <p14:tracePt t="167122" x="7212013" y="592138"/>
          <p14:tracePt t="167134" x="7191375" y="592138"/>
          <p14:tracePt t="167145" x="7177088" y="604838"/>
          <p14:tracePt t="167156" x="7143750" y="604838"/>
          <p14:tracePt t="167168" x="7102475" y="619125"/>
          <p14:tracePt t="167179" x="7081838" y="625475"/>
          <p14:tracePt t="167191" x="7042150" y="639763"/>
          <p14:tracePt t="167201" x="6994525" y="666750"/>
          <p14:tracePt t="167212" x="6946900" y="687388"/>
          <p14:tracePt t="167226" x="6926263" y="714375"/>
          <p14:tracePt t="167235" x="6899275" y="747713"/>
          <p14:tracePt t="167246" x="6884988" y="788988"/>
          <p14:tracePt t="167258" x="6884988" y="836613"/>
          <p14:tracePt t="167268" x="6884988" y="871538"/>
          <p14:tracePt t="167302" x="6899275" y="919163"/>
          <p14:tracePt t="167305" x="6926263" y="952500"/>
          <p14:tracePt t="167314" x="6946900" y="993775"/>
          <p14:tracePt t="167318" x="6973888" y="1014413"/>
          <p14:tracePt t="167328" x="7007225" y="1041400"/>
          <p14:tracePt t="167337" x="7042150" y="1062038"/>
          <p14:tracePt t="167348" x="7081838" y="1074738"/>
          <p14:tracePt t="167361" x="7116763" y="1074738"/>
          <p14:tracePt t="167371" x="7164388" y="1074738"/>
          <p14:tracePt t="167381" x="7224713" y="1074738"/>
          <p14:tracePt t="167393" x="7286625" y="1062038"/>
          <p14:tracePt t="167404" x="7334250" y="1054100"/>
          <p14:tracePt t="167415" x="7381875" y="1014413"/>
          <p14:tracePt t="167426" x="7429500" y="979488"/>
          <p14:tracePt t="167438" x="7470775" y="919163"/>
          <p14:tracePt t="167449" x="7477125" y="871538"/>
          <p14:tracePt t="167460" x="7477125" y="809625"/>
          <p14:tracePt t="167471" x="7477125" y="747713"/>
          <p14:tracePt t="167482" x="7470775" y="714375"/>
          <p14:tracePt t="167494" x="7443788" y="681038"/>
          <p14:tracePt t="167505" x="7408863" y="639763"/>
          <p14:tracePt t="167517" x="7348538" y="619125"/>
          <p14:tracePt t="167528" x="7272338" y="577850"/>
          <p14:tracePt t="167539" x="7212013" y="571500"/>
          <p14:tracePt t="167550" x="7129463" y="557213"/>
          <p14:tracePt t="167562" x="7042150" y="544513"/>
          <p14:tracePt t="167572" x="6973888" y="544513"/>
          <p14:tracePt t="167584" x="6932613" y="557213"/>
          <p14:tracePt t="167595" x="6884988" y="577850"/>
          <p14:tracePt t="167606" x="6851650" y="604838"/>
          <p14:tracePt t="167617" x="6789738" y="652463"/>
          <p14:tracePt t="167629" x="6769100" y="700088"/>
          <p14:tracePt t="167640" x="6715125" y="762000"/>
          <p14:tracePt t="167651" x="6694488" y="823913"/>
          <p14:tracePt t="167662" x="6681788" y="898525"/>
          <p14:tracePt t="167675" x="6681788" y="946150"/>
          <p14:tracePt t="167685" x="6694488" y="1014413"/>
          <p14:tracePt t="167696" x="6715125" y="1089025"/>
          <p14:tracePt t="167709" x="6756400" y="1163638"/>
          <p14:tracePt t="167719" x="6789738" y="1196975"/>
          <p14:tracePt t="167730" x="6851650" y="1258888"/>
          <p14:tracePt t="167742" x="6911975" y="1292225"/>
          <p14:tracePt t="167753" x="6986588" y="1319213"/>
          <p14:tracePt t="167764" x="7042150" y="1333500"/>
          <p14:tracePt t="167775" x="7129463" y="1333500"/>
          <p14:tracePt t="167786" x="7212013" y="1333500"/>
          <p14:tracePt t="167798" x="7286625" y="1319213"/>
          <p14:tracePt t="167809" x="7334250" y="1292225"/>
          <p14:tracePt t="167820" x="7367588" y="1258888"/>
          <p14:tracePt t="167832" x="7408863" y="1196975"/>
          <p14:tracePt t="167843" x="7429500" y="1136650"/>
          <p14:tracePt t="167854" x="7429500" y="1074738"/>
          <p14:tracePt t="167865" x="7429500" y="993775"/>
          <p14:tracePt t="167876" x="7408863" y="904875"/>
          <p14:tracePt t="167887" x="7361238" y="823913"/>
          <p14:tracePt t="167899" x="7307263" y="776288"/>
          <p14:tracePt t="167911" x="7253288" y="714375"/>
          <p14:tracePt t="167921" x="7177088" y="681038"/>
          <p14:tracePt t="167933" x="7102475" y="652463"/>
          <p14:tracePt t="167944" x="7069138" y="639763"/>
          <p14:tracePt t="167955" x="7021513" y="639763"/>
          <p14:tracePt t="167966" x="6994525" y="652463"/>
          <p14:tracePt t="167978" x="6973888" y="666750"/>
          <p14:tracePt t="167989" x="6946900" y="687388"/>
          <p14:tracePt t="168000" x="6932613" y="728663"/>
          <p14:tracePt t="168011" x="6911975" y="776288"/>
          <p14:tracePt t="168022" x="6899275" y="836613"/>
          <p14:tracePt t="168034" x="6899275" y="871538"/>
          <p14:tracePt t="168045" x="6911975" y="931863"/>
          <p14:tracePt t="168056" x="6926263" y="979488"/>
          <p14:tracePt t="168068" x="6932613" y="1027113"/>
          <p14:tracePt t="168079" x="6959600" y="1054100"/>
          <p14:tracePt t="168091" x="6994525" y="1074738"/>
          <p14:tracePt t="168101" x="7034213" y="1101725"/>
          <p14:tracePt t="168113" x="7081838" y="1122363"/>
          <p14:tracePt t="168124" x="7129463" y="1122363"/>
          <p14:tracePt t="168135" x="7177088" y="1136650"/>
          <p14:tracePt t="168146" x="7224713" y="1136650"/>
          <p14:tracePt t="168159" x="7272338" y="1116013"/>
          <p14:tracePt t="168169" x="7300913" y="1101725"/>
          <p14:tracePt t="168180" x="7319963" y="1062038"/>
          <p14:tracePt t="168192" x="7348538" y="1027113"/>
          <p14:tracePt t="168203" x="7361238" y="966788"/>
          <p14:tracePt t="168214" x="7361238" y="904875"/>
          <p14:tracePt t="168225" x="7348538" y="842963"/>
          <p14:tracePt t="168236" x="7300913" y="762000"/>
          <p14:tracePt t="168247" x="7239000" y="700088"/>
          <p14:tracePt t="168259" x="7177088" y="652463"/>
          <p14:tracePt t="168270" x="7081838" y="604838"/>
          <p14:tracePt t="168281" x="6994525" y="577850"/>
          <p14:tracePt t="168293" x="6926263" y="577850"/>
          <p14:tracePt t="168304" x="6878638" y="577850"/>
          <p14:tracePt t="168315" x="6816725" y="604838"/>
          <p14:tracePt t="168326" x="6777038" y="639763"/>
          <p14:tracePt t="168349" x="6742113" y="681038"/>
          <p14:tracePt t="168352" x="6715125" y="735013"/>
          <p14:tracePt t="168361" x="6694488" y="823913"/>
          <p14:tracePt t="168374" x="6694488" y="919163"/>
          <p14:tracePt t="168384" x="6715125" y="1006475"/>
          <p14:tracePt t="168394" x="6756400" y="1062038"/>
          <p14:tracePt t="168405" x="6789738" y="1122363"/>
          <p14:tracePt t="168417" x="6851650" y="1184275"/>
          <p14:tracePt t="168428" x="6899275" y="1211263"/>
          <p14:tracePt t="168439" x="6946900" y="1231900"/>
          <p14:tracePt t="168450" x="7007225" y="1244600"/>
          <p14:tracePt t="168461" x="7069138" y="1244600"/>
          <p14:tracePt t="168472" x="7129463" y="1244600"/>
          <p14:tracePt t="168483" x="7177088" y="1231900"/>
          <p14:tracePt t="168495" x="7239000" y="1223963"/>
          <p14:tracePt t="168506" x="7300913" y="1196975"/>
          <p14:tracePt t="168517" x="7334250" y="1163638"/>
          <p14:tracePt t="168529" x="7361238" y="1122363"/>
          <p14:tracePt t="168541" x="7367588" y="1089025"/>
          <p14:tracePt t="168551" x="7367588" y="1041400"/>
          <p14:tracePt t="168563" x="7361238" y="993775"/>
          <p14:tracePt t="168575" x="7348538" y="966788"/>
          <p14:tracePt t="168585" x="7307263" y="931863"/>
          <p14:tracePt t="168596" x="7259638" y="898525"/>
          <p14:tracePt t="168609" x="7205663" y="857250"/>
          <p14:tracePt t="168619" x="7150100" y="842963"/>
          <p14:tracePt t="168630" x="7096125" y="842963"/>
          <p14:tracePt t="168642" x="7034213" y="842963"/>
          <p14:tracePt t="168652" x="6986588" y="857250"/>
          <p14:tracePt t="168664" x="6946900" y="884238"/>
          <p14:tracePt t="168676" x="6899275" y="931863"/>
          <p14:tracePt t="168686" x="6864350" y="993775"/>
          <p14:tracePt t="168699" x="6837363" y="1062038"/>
          <p14:tracePt t="168710" x="6837363" y="1116013"/>
          <p14:tracePt t="168720" x="6837363" y="1169988"/>
          <p14:tracePt t="168731" x="6851650" y="1223963"/>
          <p14:tracePt t="168743" x="6878638" y="1258888"/>
          <p14:tracePt t="168754" x="6926263" y="1292225"/>
          <p14:tracePt t="168765" x="6973888" y="1319213"/>
          <p14:tracePt t="168777" x="7034213" y="1339850"/>
          <p14:tracePt t="168787" x="7081838" y="1339850"/>
          <p14:tracePt t="168799" x="7150100" y="1339850"/>
          <p14:tracePt t="168810" x="7212013" y="1333500"/>
          <p14:tracePt t="168821" x="7259638" y="1306513"/>
          <p14:tracePt t="168833" x="7300913" y="1279525"/>
          <p14:tracePt t="168844" x="7334250" y="1244600"/>
          <p14:tracePt t="168855" x="7348538" y="1211263"/>
          <p14:tracePt t="168866" x="7348538" y="1163638"/>
          <p14:tracePt t="168877" x="7348538" y="1116013"/>
          <p14:tracePt t="168889" x="7307263" y="1062038"/>
          <p14:tracePt t="168901" x="7259638" y="1014413"/>
          <p14:tracePt t="168911" x="7205663" y="966788"/>
          <p14:tracePt t="168922" x="7129463" y="946150"/>
          <p14:tracePt t="168934" x="7081838" y="931863"/>
          <p14:tracePt t="168945" x="7021513" y="931863"/>
          <p14:tracePt t="168956" x="6973888" y="946150"/>
          <p14:tracePt t="168967" x="6932613" y="952500"/>
          <p14:tracePt t="168979" x="6911975" y="979488"/>
          <p14:tracePt t="168990" x="6878638" y="1014413"/>
          <p14:tracePt t="169001" x="6851650" y="1062038"/>
          <p14:tracePt t="169012" x="6837363" y="1116013"/>
          <p14:tracePt t="169025" x="6816725" y="1169988"/>
          <p14:tracePt t="169035" x="6804025" y="1231900"/>
          <p14:tracePt t="169046" x="6804025" y="1306513"/>
          <p14:tracePt t="169058" x="6804025" y="1381125"/>
          <p14:tracePt t="169069" x="6816725" y="1443038"/>
          <p14:tracePt t="169080" x="6837363" y="1509713"/>
          <p14:tracePt t="169092" x="6864350" y="1585913"/>
          <p14:tracePt t="169103" x="6884988" y="1660525"/>
          <p14:tracePt t="169114" x="6911975" y="1708150"/>
          <p14:tracePt t="169126" x="6946900" y="1768475"/>
          <p14:tracePt t="169136" x="6973888" y="1824038"/>
          <p14:tracePt t="169147" x="7007225" y="1884363"/>
          <p14:tracePt t="169159" x="7042150" y="1931988"/>
          <p14:tracePt t="169170" x="7081838" y="1973263"/>
          <p14:tracePt t="169181" x="7116763" y="1993900"/>
          <p14:tracePt t="169193" x="7150100" y="2020888"/>
          <p14:tracePt t="169203" x="7177088" y="2033588"/>
          <p14:tracePt t="169215" x="7212013" y="2033588"/>
          <p14:tracePt t="169227" x="7253288" y="2033588"/>
          <p14:tracePt t="169238" x="7272338" y="2020888"/>
          <p14:tracePt t="169249" x="7286625" y="2006600"/>
          <p14:tracePt t="169260" x="7300913" y="1993900"/>
          <p14:tracePt t="169271" x="7307263" y="1958975"/>
          <p14:tracePt t="169283" x="7307263" y="1931988"/>
          <p14:tracePt t="169294" x="7300913" y="1911350"/>
          <p14:tracePt t="169305" x="7286625" y="1878013"/>
          <p14:tracePt t="169316" x="7259638" y="1851025"/>
          <p14:tracePt t="169327" x="7224713" y="1824038"/>
          <p14:tracePt t="169339" x="7205663" y="1816100"/>
          <p14:tracePt t="169350" x="7164388" y="1816100"/>
          <p14:tracePt t="169361" x="7129463" y="1816100"/>
          <p14:tracePt t="169372" x="7096125" y="1824038"/>
          <p14:tracePt t="169395" x="7069138" y="1836738"/>
          <p14:tracePt t="169398" x="7034213" y="1863725"/>
          <p14:tracePt t="169410" x="6994525" y="1898650"/>
          <p14:tracePt t="169419" x="6946900" y="1946275"/>
          <p14:tracePt t="169430" x="6926263" y="1985963"/>
          <p14:tracePt t="169441" x="6899275" y="2020888"/>
          <p14:tracePt t="169451" x="6878638" y="2054225"/>
          <p14:tracePt t="169463" x="6864350" y="2095500"/>
          <p14:tracePt t="169475" x="6851650" y="2128838"/>
          <p14:tracePt t="169485" x="6851650" y="2163763"/>
          <p14:tracePt t="169497" x="6851650" y="2211388"/>
          <p14:tracePt t="169509" x="6864350" y="2252663"/>
          <p14:tracePt t="169519" x="6864350" y="2286000"/>
          <p14:tracePt t="169530" x="6878638" y="2319338"/>
          <p14:tracePt t="169542" x="6899275" y="2347913"/>
          <p14:tracePt t="169552" x="6932613" y="2381250"/>
          <p14:tracePt t="169564" x="6959600" y="2408238"/>
          <p14:tracePt t="169576" x="7007225" y="2422525"/>
          <p14:tracePt t="169586" x="7042150" y="2428875"/>
          <p14:tracePt t="169598" x="7081838" y="2428875"/>
          <p14:tracePt t="169609" x="7129463" y="2443163"/>
          <p14:tracePt t="169620" x="7191375" y="2443163"/>
          <p14:tracePt t="169631" x="7253288" y="2428875"/>
          <p14:tracePt t="169643" x="7319963" y="2422525"/>
          <p14:tracePt t="169654" x="7367588" y="2395538"/>
          <p14:tracePt t="169665" x="7429500" y="2366963"/>
          <p14:tracePt t="169677" x="7491413" y="2333625"/>
          <p14:tracePt t="169687" x="7539038" y="2300288"/>
          <p14:tracePt t="169699" x="7566025" y="2259013"/>
          <p14:tracePt t="169711" x="7586663" y="2205038"/>
          <p14:tracePt t="169721" x="7586663" y="2143125"/>
          <p14:tracePt t="169733" x="7578725" y="2068513"/>
          <p14:tracePt t="169744" x="7551738" y="2020888"/>
          <p14:tracePt t="169755" x="7524750" y="1973263"/>
          <p14:tracePt t="169767" x="7477125" y="1925638"/>
          <p14:tracePt t="169778" x="7429500" y="1878013"/>
          <p14:tracePt t="169789" x="7381875" y="1851025"/>
          <p14:tracePt t="169800" x="7307263" y="1824038"/>
          <p14:tracePt t="169812" x="7253288" y="1803400"/>
          <p14:tracePt t="169822" x="7191375" y="1789113"/>
          <p14:tracePt t="169834" x="7164388" y="1789113"/>
          <p14:tracePt t="169845" x="7129463" y="1789113"/>
          <p14:tracePt t="169856" x="7102475" y="1803400"/>
          <p14:tracePt t="169868" x="7081838" y="1824038"/>
          <p14:tracePt t="169879" x="7042150" y="1851025"/>
          <p14:tracePt t="169891" x="7007225" y="1898650"/>
          <p14:tracePt t="169901" x="6973888" y="1931988"/>
          <p14:tracePt t="169913" x="6946900" y="1985963"/>
          <p14:tracePt t="169924" x="6932613" y="2033588"/>
          <p14:tracePt t="169935" x="6926263" y="2054225"/>
          <p14:tracePt t="169947" x="6911975" y="2101850"/>
          <p14:tracePt t="169959" x="6911975" y="2143125"/>
          <p14:tracePt t="169969" x="6911975" y="2163763"/>
          <p14:tracePt t="169980" x="6932613" y="2205038"/>
          <p14:tracePt t="169992" x="6959600" y="2238375"/>
          <p14:tracePt t="170003" x="7007225" y="2271713"/>
          <p14:tracePt t="170014" x="7042150" y="2300288"/>
          <p14:tracePt t="170025" x="7116763" y="2312988"/>
          <p14:tracePt t="170036" x="7164388" y="2319338"/>
          <p14:tracePt t="170048" x="7224713" y="2319338"/>
          <p14:tracePt t="170059" x="7259638" y="2319338"/>
          <p14:tracePt t="170070" x="7307263" y="2319338"/>
          <p14:tracePt t="170081" x="7334250" y="2312988"/>
          <p14:tracePt t="170093" x="7361238" y="2300288"/>
          <p14:tracePt t="170104" x="7367588" y="2271713"/>
          <p14:tracePt t="170115" x="7367588" y="2238375"/>
          <p14:tracePt t="170126" x="7367588" y="2190750"/>
          <p14:tracePt t="170137" x="7361238" y="2128838"/>
          <p14:tracePt t="170149" x="7348538" y="2081213"/>
          <p14:tracePt t="170160" x="7319963" y="2020888"/>
          <p14:tracePt t="170171" x="7286625" y="1985963"/>
          <p14:tracePt t="170182" x="7253288" y="1958975"/>
          <p14:tracePt t="170194" x="7224713" y="1946275"/>
          <p14:tracePt t="170205" x="7205663" y="1931988"/>
          <p14:tracePt t="170216" x="7164388" y="1931988"/>
          <p14:tracePt t="170228" x="7143750" y="1946275"/>
          <p14:tracePt t="170239" x="7116763" y="1958975"/>
          <p14:tracePt t="170250" x="7081838" y="1973263"/>
          <p14:tracePt t="170261" x="7042150" y="2006600"/>
          <p14:tracePt t="170272" x="7007225" y="2033588"/>
          <p14:tracePt t="170284" x="6986588" y="2068513"/>
          <p14:tracePt t="170295" x="6959600" y="2095500"/>
          <p14:tracePt t="170306" x="6946900" y="2128838"/>
          <p14:tracePt t="170318" x="6946900" y="2143125"/>
          <p14:tracePt t="170329" x="6946900" y="2176463"/>
          <p14:tracePt t="170341" x="6959600" y="2211388"/>
          <p14:tracePt t="170351" x="6986588" y="2252663"/>
          <p14:tracePt t="170362" x="7007225" y="2271713"/>
          <p14:tracePt t="170375" x="7042150" y="2300288"/>
          <p14:tracePt t="170385" x="7081838" y="2319338"/>
          <p14:tracePt t="170396" x="7129463" y="2347913"/>
          <p14:tracePt t="170409" x="7164388" y="2360613"/>
          <p14:tracePt t="170419" x="7212013" y="2366963"/>
          <p14:tracePt t="170441" x="7259638" y="2366963"/>
          <p14:tracePt t="170445" x="7319963" y="2366963"/>
          <p14:tracePt t="170455" x="7367588" y="2366963"/>
          <p14:tracePt t="170465" x="7415213" y="2360613"/>
          <p14:tracePt t="170476" x="7470775" y="2333625"/>
          <p14:tracePt t="170486" x="7518400" y="2312988"/>
          <p14:tracePt t="170498" x="7539038" y="2271713"/>
          <p14:tracePt t="170509" x="7566025" y="2224088"/>
          <p14:tracePt t="170520" x="7566025" y="2163763"/>
          <p14:tracePt t="170531" x="7551738" y="2101850"/>
          <p14:tracePt t="170543" x="7539038" y="2054225"/>
          <p14:tracePt t="170554" x="7491413" y="2006600"/>
          <p14:tracePt t="170565" x="7443788" y="1958975"/>
          <p14:tracePt t="170577" x="7367588" y="1925638"/>
          <p14:tracePt t="170588" x="7319963" y="1898650"/>
          <p14:tracePt t="170599" x="7253288" y="1884363"/>
          <p14:tracePt t="170610" x="7191375" y="1878013"/>
          <p14:tracePt t="170621" x="7116763" y="1863725"/>
          <p14:tracePt t="170633" x="7069138" y="1863725"/>
          <p14:tracePt t="170644" x="7021513" y="1878013"/>
          <p14:tracePt t="170655" x="6986588" y="1898650"/>
          <p14:tracePt t="170667" x="6946900" y="1925638"/>
          <p14:tracePt t="170678" x="6932613" y="1946275"/>
          <p14:tracePt t="170689" x="6926263" y="1973263"/>
          <p14:tracePt t="170700" x="6911975" y="1993900"/>
          <p14:tracePt t="170711" x="6911975" y="2041525"/>
          <p14:tracePt t="170722" x="6911975" y="2068513"/>
          <p14:tracePt t="170733" x="6899275" y="2101850"/>
          <p14:tracePt t="170745" x="6899275" y="2149475"/>
          <p14:tracePt t="170756" x="6911975" y="2176463"/>
          <p14:tracePt t="170768" x="6911975" y="2211388"/>
          <p14:tracePt t="170779" x="6926263" y="2252663"/>
          <p14:tracePt t="170791" x="6946900" y="2286000"/>
          <p14:tracePt t="170801" x="6973888" y="2319338"/>
          <p14:tracePt t="170813" x="7007225" y="2347913"/>
          <p14:tracePt t="170825" x="7034213" y="2360613"/>
          <p14:tracePt t="170835" x="7081838" y="2381250"/>
          <p14:tracePt t="170847" x="7129463" y="2395538"/>
          <p14:tracePt t="170858" x="7164388" y="2395538"/>
          <p14:tracePt t="170869" x="7224713" y="2408238"/>
          <p14:tracePt t="170880" x="7272338" y="2408238"/>
          <p14:tracePt t="170892" x="7319963" y="2395538"/>
          <p14:tracePt t="170903" x="7361238" y="2395538"/>
          <p14:tracePt t="170914" x="7408863" y="2381250"/>
          <p14:tracePt t="170926" x="7443788" y="2366963"/>
          <p14:tracePt t="170936" x="7477125" y="2360613"/>
          <p14:tracePt t="170948" x="7504113" y="2333625"/>
          <p14:tracePt t="170959" x="7524750" y="2319338"/>
          <p14:tracePt t="170970" x="7551738" y="2300288"/>
          <p14:tracePt t="170982" x="7566025" y="2259013"/>
          <p14:tracePt t="170993" x="7578725" y="2238375"/>
          <p14:tracePt t="171004" x="7586663" y="2205038"/>
          <p14:tracePt t="171016" x="7599363" y="2163763"/>
          <p14:tracePt t="171027" x="7613650" y="2116138"/>
          <p14:tracePt t="171038" x="7613650" y="2081213"/>
          <p14:tracePt t="171049" x="7626350" y="2020888"/>
          <p14:tracePt t="171060" x="7634288" y="1958975"/>
          <p14:tracePt t="171071" x="7646988" y="1898650"/>
          <p14:tracePt t="171083" x="7661275" y="1836738"/>
          <p14:tracePt t="171094" x="7661275" y="1768475"/>
          <p14:tracePt t="171105" x="7673975" y="1693863"/>
          <p14:tracePt t="171117" x="7673975" y="1619250"/>
          <p14:tracePt t="171128" x="7673975" y="1557338"/>
          <p14:tracePt t="171139" x="7673975" y="1497013"/>
          <p14:tracePt t="171150" x="7673975" y="1443038"/>
          <p14:tracePt t="171161" x="7673975" y="1366838"/>
          <p14:tracePt t="171173" x="7673975" y="1306513"/>
          <p14:tracePt t="171184" x="7673975" y="1258888"/>
          <p14:tracePt t="171195" x="7673975" y="1211263"/>
          <p14:tracePt t="171206" x="7673975" y="1163638"/>
          <p14:tracePt t="171218" x="7661275" y="1136650"/>
          <p14:tracePt t="171229" x="7661275" y="1101725"/>
          <p14:tracePt t="171241" x="7646988" y="1062038"/>
          <p14:tracePt t="171251" x="7634288" y="1027113"/>
          <p14:tracePt t="171263" x="7613650" y="1006475"/>
          <p14:tracePt t="171275" x="7599363" y="979488"/>
          <p14:tracePt t="171285" x="7586663" y="946150"/>
          <p14:tracePt t="171297" x="7566025" y="904875"/>
          <p14:tracePt t="171309" x="7539038" y="884238"/>
          <p14:tracePt t="171319" x="7518400" y="871538"/>
          <p14:tracePt t="171330" x="7491413" y="842963"/>
          <p14:tracePt t="171342" x="7470775" y="823913"/>
          <p14:tracePt t="171353" x="7443788" y="809625"/>
          <p14:tracePt t="171364" x="7429500" y="795338"/>
          <p14:tracePt t="171375" x="7415213" y="788988"/>
          <p14:tracePt t="171386" x="7396163" y="776288"/>
          <p14:tracePt t="171398" x="7381875" y="762000"/>
          <p14:tracePt t="171409" x="7367588" y="747713"/>
          <p14:tracePt t="171420" x="7348538" y="747713"/>
          <p14:tracePt t="171431" x="7334250" y="735013"/>
          <p14:tracePt t="171443" x="7319963" y="735013"/>
          <p14:tracePt t="171453" x="7307263" y="735013"/>
          <p14:tracePt t="171465" x="7286625" y="735013"/>
          <p14:tracePt t="171499" x="7259638" y="735013"/>
          <p14:tracePt t="171502" x="7239000" y="735013"/>
          <p14:tracePt t="171512" x="7212013" y="735013"/>
          <p14:tracePt t="171513" x="7191375" y="747713"/>
          <p14:tracePt t="171524" x="7164388" y="747713"/>
          <p14:tracePt t="171534" x="7150100" y="762000"/>
          <p14:tracePt t="171544" x="7129463" y="776288"/>
          <p14:tracePt t="171555" x="7116763" y="795338"/>
          <p14:tracePt t="171567" x="7096125" y="836613"/>
          <p14:tracePt t="171578" x="7069138" y="871538"/>
          <p14:tracePt t="171589" x="7042150" y="904875"/>
          <p14:tracePt t="171600" x="6994525" y="966788"/>
          <p14:tracePt t="171612" x="6946900" y="1054100"/>
          <p14:tracePt t="171626" x="6884988" y="1149350"/>
          <p14:tracePt t="171635" x="6851650" y="1223963"/>
          <p14:tracePt t="171646" x="6804025" y="1319213"/>
          <p14:tracePt t="171656" x="6756400" y="1414463"/>
          <p14:tracePt t="171668" x="6729413" y="1538288"/>
          <p14:tracePt t="171679" x="6708775" y="1619250"/>
          <p14:tracePt t="171691" x="6694488" y="1741488"/>
          <p14:tracePt t="171702" x="6694488" y="1851025"/>
          <p14:tracePt t="171713" x="6681788" y="1958975"/>
          <p14:tracePt t="171725" x="6681788" y="2033588"/>
          <p14:tracePt t="171735" x="6681788" y="2116138"/>
          <p14:tracePt t="171746" x="6681788" y="2190750"/>
          <p14:tracePt t="171759" x="6681788" y="2286000"/>
          <p14:tracePt t="171769" x="6681788" y="2347913"/>
          <p14:tracePt t="171780" x="6681788" y="2455863"/>
          <p14:tracePt t="171792" x="6694488" y="2551113"/>
          <p14:tracePt t="171802" x="6715125" y="2640013"/>
          <p14:tracePt t="171814" x="6729413" y="2693988"/>
          <p14:tracePt t="171825" x="6742113" y="2755900"/>
          <p14:tracePt t="171836" x="6769100" y="2803525"/>
          <p14:tracePt t="171848" x="6789738" y="2843213"/>
          <p14:tracePt t="171859" x="6804025" y="2857500"/>
          <p14:tracePt t="171870" x="6824663" y="2863850"/>
          <p14:tracePt t="171881" x="6864350" y="2878138"/>
          <p14:tracePt t="171893" x="6884988" y="2878138"/>
          <p14:tracePt t="171904" x="6911975" y="2863850"/>
          <p14:tracePt t="171915" x="6946900" y="2863850"/>
          <p14:tracePt t="171927" x="6986588" y="2843213"/>
          <p14:tracePt t="171937" x="7021513" y="2830513"/>
          <p14:tracePt t="171949" x="7054850" y="2803525"/>
          <p14:tracePt t="171961" x="7096125" y="2782888"/>
          <p14:tracePt t="171971" x="7150100" y="2747963"/>
          <p14:tracePt t="171983" x="7212013" y="2693988"/>
          <p14:tracePt t="171994" x="7253288" y="2640013"/>
          <p14:tracePt t="172005" x="7319963" y="2551113"/>
          <p14:tracePt t="172017" x="7381875" y="2428875"/>
          <p14:tracePt t="172028" x="7443788" y="2312988"/>
          <p14:tracePt t="172039" x="7491413" y="2205038"/>
          <p14:tracePt t="172050" x="7539038" y="2068513"/>
          <p14:tracePt t="172061" x="7578725" y="1946275"/>
          <p14:tracePt t="172073" x="7613650" y="1824038"/>
          <p14:tracePt t="172084" x="7634288" y="1741488"/>
          <p14:tracePt t="172095" x="7673975" y="1619250"/>
          <p14:tracePt t="172106" x="7688263" y="1497013"/>
          <p14:tracePt t="172118" x="7708900" y="1381125"/>
          <p14:tracePt t="172129" x="7721600" y="1306513"/>
          <p14:tracePt t="172141" x="7721600" y="1223963"/>
          <p14:tracePt t="172151" x="7735888" y="1136650"/>
          <p14:tracePt t="172163" x="7735888" y="1074738"/>
          <p14:tracePt t="172175" x="7735888" y="1041400"/>
          <p14:tracePt t="172185" x="7721600" y="1006475"/>
          <p14:tracePt t="172197" x="7721600" y="979488"/>
          <p14:tracePt t="172209" x="7721600" y="966788"/>
          <p14:tracePt t="172219" x="7708900" y="946150"/>
          <p14:tracePt t="172230" x="7694613" y="931863"/>
          <p14:tracePt t="172242" x="7688263" y="904875"/>
          <p14:tracePt t="172252" x="7673975" y="898525"/>
          <p14:tracePt t="172264" x="7661275" y="884238"/>
          <p14:tracePt t="172276" x="7626350" y="871538"/>
          <p14:tracePt t="172286" x="7599363" y="857250"/>
          <p14:tracePt t="172298" x="7551738" y="842963"/>
          <p14:tracePt t="172309" x="7504113" y="842963"/>
          <p14:tracePt t="172320" x="7429500" y="836613"/>
          <p14:tracePt t="172331" x="7367588" y="823913"/>
          <p14:tracePt t="172343" x="7307263" y="823913"/>
          <p14:tracePt t="172354" x="7259638" y="823913"/>
          <p14:tracePt t="172365" x="7212013" y="823913"/>
          <p14:tracePt t="172376" x="7177088" y="836613"/>
          <p14:tracePt t="172387" x="7143750" y="836613"/>
          <p14:tracePt t="172399" x="7116763" y="842963"/>
          <p14:tracePt t="172410" x="7081838" y="884238"/>
          <p14:tracePt t="172421" x="7034213" y="931863"/>
          <p14:tracePt t="172433" x="6973888" y="993775"/>
          <p14:tracePt t="172444" x="6926263" y="1054100"/>
          <p14:tracePt t="172455" x="6851650" y="1136650"/>
          <p14:tracePt t="172467" x="6777038" y="1244600"/>
          <p14:tracePt t="172478" x="6729413" y="1366838"/>
          <p14:tracePt t="172489" x="6694488" y="1449388"/>
          <p14:tracePt t="172500" x="6661150" y="1585913"/>
          <p14:tracePt t="172512" x="6634163" y="1708150"/>
          <p14:tracePt t="172545" x="6634163" y="1863725"/>
          <p14:tracePt t="172547" x="6646863" y="1973263"/>
          <p14:tracePt t="172560" x="6667500" y="2128838"/>
          <p14:tracePt t="172561" x="6708775" y="2271713"/>
          <p14:tracePt t="172569" x="6756400" y="2366963"/>
          <p14:tracePt t="172579" x="6804025" y="2490788"/>
          <p14:tracePt t="172591" x="6864350" y="2625725"/>
          <p14:tracePt t="172601" x="6926263" y="2735263"/>
          <p14:tracePt t="172612" x="6959600" y="2816225"/>
          <p14:tracePt t="172625" x="6994525" y="2878138"/>
          <p14:tracePt t="172635" x="7034213" y="2938463"/>
          <p14:tracePt t="172646" x="7054850" y="2973388"/>
          <p14:tracePt t="172659" x="7081838" y="3000375"/>
          <p14:tracePt t="172668" x="7096125" y="3014663"/>
          <p14:tracePt t="172680" x="7102475" y="3014663"/>
          <p14:tracePt t="172692" x="7116763" y="3021013"/>
          <p14:tracePt t="172702" x="7129463" y="3021013"/>
          <p14:tracePt t="172724" x="7143750" y="3021013"/>
          <p14:tracePt t="172736" x="7150100" y="3021013"/>
          <p14:tracePt t="172747" x="7164388" y="3014663"/>
          <p14:tracePt t="172759" x="7191375" y="3014663"/>
          <p14:tracePt t="172770" x="7224713" y="3000375"/>
          <p14:tracePt t="172781" x="7272338" y="2973388"/>
          <p14:tracePt t="172793" x="7319963" y="2952750"/>
          <p14:tracePt t="172804" x="7361238" y="2925763"/>
          <p14:tracePt t="172815" x="7396163" y="2890838"/>
          <p14:tracePt t="172826" x="7443788" y="2857500"/>
          <p14:tracePt t="172837" x="7477125" y="2795588"/>
          <p14:tracePt t="172849" x="7491413" y="2735263"/>
          <p14:tracePt t="172861" x="7524750" y="2625725"/>
          <p14:tracePt t="172871" x="7551738" y="2490788"/>
          <p14:tracePt t="172883" x="7566025" y="2319338"/>
          <p14:tracePt t="172894" x="7566025" y="2190750"/>
          <p14:tracePt t="172905" x="7578725" y="2006600"/>
          <p14:tracePt t="172917" x="7578725" y="1836738"/>
          <p14:tracePt t="172928" x="7578725" y="1681163"/>
          <p14:tracePt t="172939" x="7578725" y="1571625"/>
          <p14:tracePt t="172950" x="7578725" y="1449388"/>
          <p14:tracePt t="172961" x="7578725" y="1339850"/>
          <p14:tracePt t="172972" x="7578725" y="1244600"/>
          <p14:tracePt t="172983" x="7578725" y="1184275"/>
          <p14:tracePt t="172995" x="7566025" y="1116013"/>
          <p14:tracePt t="173006" x="7551738" y="1054100"/>
          <p14:tracePt t="173018" x="7539038" y="1006475"/>
          <p14:tracePt t="173029" x="7524750" y="993775"/>
          <p14:tracePt t="173041" x="7518400" y="966788"/>
          <p14:tracePt t="173051" x="7504113" y="952500"/>
          <p14:tracePt t="173062" x="7491413" y="952500"/>
          <p14:tracePt t="173085" x="7477125" y="952500"/>
          <p14:tracePt t="173096" x="7477125" y="946150"/>
          <p14:tracePt t="173108" x="7470775" y="946150"/>
          <p14:tracePt t="173119" x="7456488" y="946150"/>
          <p14:tracePt t="173130" x="7443788" y="946150"/>
          <p14:tracePt t="173142" x="7429500" y="946150"/>
          <p14:tracePt t="173153" x="7415213" y="946150"/>
          <p14:tracePt t="173164" x="7408863" y="946150"/>
          <p14:tracePt t="173186" x="7396163" y="946150"/>
          <p14:tracePt t="173198" x="7381875" y="946150"/>
          <p14:tracePt t="173231" x="7367588" y="946150"/>
          <p14:tracePt t="173253" x="7361238" y="946150"/>
          <p14:tracePt t="173265" x="7348538" y="946150"/>
          <p14:tracePt t="173276" x="7334250" y="931863"/>
          <p14:tracePt t="173288" x="7319963" y="931863"/>
          <p14:tracePt t="173299" x="7307263" y="931863"/>
          <p14:tracePt t="173310" x="7286625" y="931863"/>
          <p14:tracePt t="173321" x="7253288" y="946150"/>
          <p14:tracePt t="173333" x="7224713" y="946150"/>
          <p14:tracePt t="173344" x="7164388" y="966788"/>
          <p14:tracePt t="173355" x="7096125" y="1006475"/>
          <p14:tracePt t="173367" x="7021513" y="1062038"/>
          <p14:tracePt t="173378" x="6946900" y="1116013"/>
          <p14:tracePt t="173389" x="6837363" y="1196975"/>
          <p14:tracePt t="173401" x="6742113" y="1292225"/>
          <p14:tracePt t="173411" x="6667500" y="1387475"/>
          <p14:tracePt t="173422" x="6634163" y="1449388"/>
          <p14:tracePt t="173434" x="6605588" y="1538288"/>
          <p14:tracePt t="173445" x="6599238" y="1619250"/>
          <p14:tracePt t="173456" x="6599238" y="1693863"/>
          <p14:tracePt t="173468" x="6599238" y="1741488"/>
          <p14:tracePt t="173479" x="6605588" y="1816100"/>
          <p14:tracePt t="173490" x="6634163" y="1884363"/>
          <p14:tracePt t="173502" x="6661150" y="1931988"/>
          <p14:tracePt t="173513" x="6681788" y="1985963"/>
          <p14:tracePt t="173525" x="6694488" y="2006600"/>
          <p14:tracePt t="173535" x="6708775" y="2041525"/>
          <p14:tracePt t="173546" x="6708775" y="2054225"/>
          <p14:tracePt t="173559" x="6715125" y="2081213"/>
          <p14:tracePt t="173569" x="6715125" y="2095500"/>
          <p14:tracePt t="173591" x="6715125" y="2116138"/>
          <p14:tracePt t="173594" x="6729413" y="2128838"/>
          <p14:tracePt t="173605" x="6729413" y="2143125"/>
          <p14:tracePt t="173625" x="6729413" y="2149475"/>
          <p14:tracePt t="173636" x="6742113" y="2149475"/>
          <p14:tracePt t="173659" x="6742113" y="2163763"/>
          <p14:tracePt t="173670" x="6742113" y="2176463"/>
          <p14:tracePt t="173692" x="6742113" y="2190750"/>
          <p14:tracePt t="173704" x="6756400" y="2205038"/>
          <p14:tracePt t="173715" x="6756400" y="2211388"/>
          <p14:tracePt t="173727" x="6769100" y="2224088"/>
          <p14:tracePt t="173738" x="6769100" y="2238375"/>
          <p14:tracePt t="173749" x="6777038" y="2252663"/>
          <p14:tracePt t="173760" x="6789738" y="2271713"/>
          <p14:tracePt t="173771" x="6804025" y="2286000"/>
          <p14:tracePt t="173783" x="6816725" y="2300288"/>
          <p14:tracePt t="173794" x="6824663" y="2312988"/>
          <p14:tracePt t="173816" x="6837363" y="2319338"/>
          <p14:tracePt t="173861" x="6851650" y="2319338"/>
          <p14:tracePt t="173906" x="6864350" y="2319338"/>
          <p14:tracePt t="173928" x="6864350" y="2333625"/>
          <p14:tracePt t="173940" x="6878638" y="2333625"/>
          <p14:tracePt t="173952" x="6878638" y="2347913"/>
          <p14:tracePt t="173963" x="6884988" y="2347913"/>
          <p14:tracePt t="173975" x="6899275" y="2360613"/>
          <p14:tracePt t="173986" x="6899275" y="2366963"/>
          <p14:tracePt t="173996" x="6911975" y="2366963"/>
          <p14:tracePt t="174008" x="6926263" y="2381250"/>
          <p14:tracePt t="174019" x="6932613" y="2381250"/>
          <p14:tracePt t="174030" x="6946900" y="2395538"/>
          <p14:tracePt t="174042" x="6973888" y="2408238"/>
          <p14:tracePt t="174052" x="6994525" y="2408238"/>
          <p14:tracePt t="174064" x="7021513" y="2422525"/>
          <p14:tracePt t="174076" x="7054850" y="2422525"/>
          <p14:tracePt t="174086" x="7096125" y="2422525"/>
          <p14:tracePt t="174098" x="7129463" y="2422525"/>
          <p14:tracePt t="174109" x="7177088" y="2422525"/>
          <p14:tracePt t="174120" x="7239000" y="2422525"/>
          <p14:tracePt t="174131" x="7300913" y="2422525"/>
          <p14:tracePt t="174143" x="7348538" y="2408238"/>
          <p14:tracePt t="174154" x="7415213" y="2395538"/>
          <p14:tracePt t="174165" x="7491413" y="2366963"/>
          <p14:tracePt t="174177" x="7578725" y="2347913"/>
          <p14:tracePt t="174188" x="7626350" y="2319338"/>
          <p14:tracePt t="174200" x="7708900" y="2271713"/>
          <p14:tracePt t="174211" x="7769225" y="2238375"/>
          <p14:tracePt t="174221" x="7816850" y="2190750"/>
          <p14:tracePt t="174233" x="7843838" y="2163763"/>
          <p14:tracePt t="174244" x="7851775" y="2128838"/>
          <p14:tracePt t="174255" x="7864475" y="2095500"/>
          <p14:tracePt t="174267" x="7878763" y="2068513"/>
          <p14:tracePt t="174278" x="7891463" y="2054225"/>
          <p14:tracePt t="174289" x="7891463" y="2041525"/>
          <p14:tracePt t="174300" x="7891463" y="2033588"/>
          <p14:tracePt t="174311" x="7905750" y="2020888"/>
          <p14:tracePt t="174334" x="7905750" y="2006600"/>
          <p14:tracePt t="174345" x="7912100" y="2006600"/>
          <p14:tracePt t="175618" x="7926388" y="2006600"/>
          <p14:tracePt t="176090" x="7926388" y="1985963"/>
          <p14:tracePt t="176100" x="7912100" y="1946275"/>
          <p14:tracePt t="176112" x="7912100" y="1851025"/>
          <p14:tracePt t="176123" x="7891463" y="1714500"/>
          <p14:tracePt t="176134" x="7878763" y="1598613"/>
          <p14:tracePt t="176145" x="7851775" y="1462088"/>
          <p14:tracePt t="176156" x="7843838" y="1339850"/>
          <p14:tracePt t="176168" x="7816850" y="1258888"/>
          <p14:tracePt t="176179" x="7804150" y="1211263"/>
          <p14:tracePt t="176190" x="7796213" y="1149350"/>
          <p14:tracePt t="176213" x="7769225" y="1101725"/>
          <p14:tracePt t="176213" x="7742238" y="1062038"/>
          <p14:tracePt t="176224" x="7708900" y="1027113"/>
          <p14:tracePt t="176236" x="7673975" y="993775"/>
          <p14:tracePt t="176247" x="7613650" y="946150"/>
          <p14:tracePt t="176257" x="7551738" y="919163"/>
          <p14:tracePt t="176269" x="7504113" y="898525"/>
          <p14:tracePt t="176280" x="7456488" y="898525"/>
          <p14:tracePt t="176292" x="7429500" y="884238"/>
          <p14:tracePt t="176303" x="7408863" y="884238"/>
          <p14:tracePt t="176325" x="7396163" y="884238"/>
          <p14:tracePt t="176359" x="7381875" y="884238"/>
          <p14:tracePt t="176370" x="7367588" y="884238"/>
          <p14:tracePt t="176381" x="7348538" y="884238"/>
          <p14:tracePt t="176393" x="7319963" y="871538"/>
          <p14:tracePt t="176404" x="7300913" y="871538"/>
          <p14:tracePt t="176415" x="7286625" y="871538"/>
          <p14:tracePt t="176426" x="7259638" y="871538"/>
          <p14:tracePt t="176437" x="7253288" y="884238"/>
          <p14:tracePt t="176449" x="7224713" y="884238"/>
          <p14:tracePt t="176460" x="7212013" y="904875"/>
          <p14:tracePt t="176471" x="7177088" y="946150"/>
          <p14:tracePt t="176482" x="7143750" y="993775"/>
          <p14:tracePt t="176494" x="7102475" y="1041400"/>
          <p14:tracePt t="176505" x="7069138" y="1122363"/>
          <p14:tracePt t="176516" x="7007225" y="1231900"/>
          <p14:tracePt t="176528" x="6973888" y="1354138"/>
          <p14:tracePt t="176539" x="6932613" y="1449388"/>
          <p14:tracePt t="176550" x="6899275" y="1619250"/>
          <p14:tracePt t="176562" x="6884988" y="1803400"/>
          <p14:tracePt t="176572" x="6884988" y="1985963"/>
          <p14:tracePt t="176584" x="6899275" y="2116138"/>
          <p14:tracePt t="176595" x="6946900" y="2286000"/>
          <p14:tracePt t="176606" x="6994525" y="2422525"/>
          <p14:tracePt t="176618" x="7042150" y="2503488"/>
          <p14:tracePt t="176629" x="7081838" y="2565400"/>
          <p14:tracePt t="176640" x="7116763" y="2613025"/>
          <p14:tracePt t="176651" x="7164388" y="2646363"/>
          <p14:tracePt t="176663" x="7191375" y="2673350"/>
          <p14:tracePt t="176674" x="7205663" y="2673350"/>
          <p14:tracePt t="176685" x="7224713" y="2673350"/>
          <p14:tracePt t="176696" x="7239000" y="2660650"/>
          <p14:tracePt t="176707" x="7259638" y="2646363"/>
          <p14:tracePt t="176741" x="7300913" y="2613025"/>
          <p14:tracePt t="176744" x="7334250" y="2551113"/>
          <p14:tracePt t="176753" x="7396163" y="2428875"/>
          <p14:tracePt t="176760" x="7456488" y="2259013"/>
          <p14:tracePt t="176766" x="7504113" y="2116138"/>
          <p14:tracePt t="176778" x="7578725" y="1884363"/>
          <p14:tracePt t="176788" x="7626350" y="1660525"/>
          <p14:tracePt t="176799" x="7661275" y="1428750"/>
          <p14:tracePt t="176810" x="7673975" y="1271588"/>
          <p14:tracePt t="176820" x="7673975" y="1089025"/>
          <p14:tracePt t="176831" x="7661275" y="946150"/>
          <p14:tracePt t="176843" x="7626350" y="842963"/>
          <p14:tracePt t="176854" x="7613650" y="809625"/>
          <p14:tracePt t="176865" x="7578725" y="762000"/>
          <p14:tracePt t="176876" x="7539038" y="728663"/>
          <p14:tracePt t="176887" x="7518400" y="714375"/>
          <p14:tracePt t="176899" x="7491413" y="700088"/>
          <p14:tracePt t="176910" x="7470775" y="700088"/>
          <p14:tracePt t="176921" x="7443788" y="700088"/>
          <p14:tracePt t="176932" x="7415213" y="700088"/>
          <p14:tracePt t="176944" x="7396163" y="714375"/>
          <p14:tracePt t="176955" x="7361238" y="735013"/>
          <p14:tracePt t="176966" x="7319963" y="762000"/>
          <p14:tracePt t="176978" x="7272338" y="809625"/>
          <p14:tracePt t="176989" x="7239000" y="842963"/>
          <p14:tracePt t="177000" x="7177088" y="919163"/>
          <p14:tracePt t="177011" x="7116763" y="1006475"/>
          <p14:tracePt t="177022" x="7069138" y="1101725"/>
          <p14:tracePt t="177034" x="7034213" y="1169988"/>
          <p14:tracePt t="177045" x="6986588" y="1306513"/>
          <p14:tracePt t="177056" x="6959600" y="1462088"/>
          <p14:tracePt t="177068" x="6932613" y="1633538"/>
          <p14:tracePt t="177079" x="6932613" y="1755775"/>
          <p14:tracePt t="177090" x="6946900" y="1898650"/>
          <p14:tracePt t="177101" x="6959600" y="2006600"/>
          <p14:tracePt t="177112" x="6986588" y="2101850"/>
          <p14:tracePt t="177124" x="6994525" y="2149475"/>
          <p14:tracePt t="177135" x="7021513" y="2205038"/>
          <p14:tracePt t="177147" x="7054850" y="2238375"/>
          <p14:tracePt t="177157" x="7081838" y="2259013"/>
          <p14:tracePt t="177169" x="7096125" y="2271713"/>
          <p14:tracePt t="177180" x="7116763" y="2286000"/>
          <p14:tracePt t="177192" x="7129463" y="2286000"/>
          <p14:tracePt t="177203" x="7143750" y="2286000"/>
          <p14:tracePt t="177225" x="7150100" y="2286000"/>
        </p14:tracePtLst>
      </p14:laserTraceLst>
    </p:ext>
  </p:extLs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37FF1F4-838F-014C-A697-1DE2E7778557}"/>
              </a:ext>
            </a:extLst>
          </p:cNvPr>
          <p:cNvSpPr/>
          <p:nvPr/>
        </p:nvSpPr>
        <p:spPr>
          <a:xfrm>
            <a:off x="2423591" y="6273223"/>
            <a:ext cx="7632843" cy="892552"/>
          </a:xfrm>
          <a:prstGeom prst="rect">
            <a:avLst/>
          </a:prstGeom>
        </p:spPr>
        <p:txBody>
          <a:bodyPr wrap="square">
            <a:spAutoFit/>
          </a:bodyPr>
          <a:lstStyle/>
          <a:p>
            <a:pPr>
              <a:spcBef>
                <a:spcPts val="0"/>
              </a:spcBef>
              <a:spcAft>
                <a:spcPts val="0"/>
              </a:spcAft>
              <a:tabLst>
                <a:tab pos="514350" algn="l"/>
                <a:tab pos="685800" algn="l"/>
              </a:tabLst>
            </a:pPr>
            <a:r>
              <a:rPr lang="en-US" dirty="0">
                <a:latin typeface="Times" pitchFamily="2" charset="0"/>
                <a:ea typeface="Times New Roman" panose="02020603050405020304" pitchFamily="18" charset="0"/>
                <a:cs typeface="Times New Roman" panose="02020603050405020304" pitchFamily="18" charset="0"/>
              </a:rPr>
              <a:t>Note:	All sizes and security levels are measured in bits.</a:t>
            </a:r>
            <a:endParaRPr lang="en-US" b="1" dirty="0">
              <a:latin typeface="Times" pitchFamily="2" charset="0"/>
              <a:ea typeface="Times New Roman" panose="02020603050405020304" pitchFamily="18" charset="0"/>
              <a:cs typeface="Times New Roman" panose="02020603050405020304" pitchFamily="18" charset="0"/>
            </a:endParaRPr>
          </a:p>
          <a:p>
            <a:br>
              <a:rPr lang="en-US" sz="1600" dirty="0">
                <a:latin typeface="Times" pitchFamily="2" charset="0"/>
                <a:ea typeface="Times New Roman" panose="02020603050405020304" pitchFamily="18" charset="0"/>
                <a:cs typeface="Times New Roman" panose="02020603050405020304" pitchFamily="18" charset="0"/>
              </a:rPr>
            </a:br>
            <a:endParaRPr lang="en-US" dirty="0"/>
          </a:p>
        </p:txBody>
      </p:sp>
      <p:sp>
        <p:nvSpPr>
          <p:cNvPr id="3" name="Title 2"/>
          <p:cNvSpPr>
            <a:spLocks noGrp="1"/>
          </p:cNvSpPr>
          <p:nvPr>
            <p:ph type="title" idx="4294967295"/>
          </p:nvPr>
        </p:nvSpPr>
        <p:spPr>
          <a:xfrm>
            <a:off x="1524000" y="1"/>
            <a:ext cx="9144000" cy="1261884"/>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400" b="0" i="0" u="none" strike="noStrike" kern="1200" cap="none" spc="0" normalizeH="0" baseline="0" noProof="0" dirty="0">
                <a:ln>
                  <a:noFill/>
                </a:ln>
                <a:solidFill>
                  <a:schemeClr val="tx2"/>
                </a:solidFill>
                <a:effectLst/>
                <a:uLnTx/>
                <a:uFillTx/>
                <a:latin typeface="+mn-lt"/>
                <a:ea typeface="ＭＳ Ｐゴシック" pitchFamily="-84" charset="-128"/>
                <a:cs typeface="ＭＳ Ｐゴシック" pitchFamily="-84" charset="-128"/>
              </a:rPr>
              <a:t>Table 11.5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chemeClr val="tx2"/>
                </a:solidFill>
                <a:effectLst/>
                <a:uLnTx/>
                <a:uFillTx/>
                <a:latin typeface="+mn-lt"/>
                <a:ea typeface="ＭＳ Ｐゴシック" pitchFamily="-84" charset="-128"/>
                <a:cs typeface="ＭＳ Ｐゴシック" pitchFamily="-84" charset="-128"/>
              </a:rPr>
              <a:t>SHA-3 Parameters </a:t>
            </a:r>
          </a:p>
        </p:txBody>
      </p:sp>
      <p:pic>
        <p:nvPicPr>
          <p:cNvPr id="5" name="Picture 4" descr="Table 11.5 shows the supported values of r and c. As Table 11.5 shows, the hash function security associated with the sponge construction is a function of the capacity c. &#13;&#10;">
            <a:extLst>
              <a:ext uri="{FF2B5EF4-FFF2-40B4-BE49-F238E27FC236}">
                <a16:creationId xmlns:a16="http://schemas.microsoft.com/office/drawing/2014/main" id="{E081E68F-4296-9C49-9B6D-89CD5A36BD73}"/>
              </a:ext>
            </a:extLst>
          </p:cNvPr>
          <p:cNvPicPr>
            <a:picLocks noChangeAspect="1"/>
          </p:cNvPicPr>
          <p:nvPr/>
        </p:nvPicPr>
        <p:blipFill>
          <a:blip r:embed="rId3"/>
          <a:stretch>
            <a:fillRect/>
          </a:stretch>
        </p:blipFill>
        <p:spPr>
          <a:xfrm>
            <a:off x="2135567" y="1375628"/>
            <a:ext cx="9266592" cy="5148107"/>
          </a:xfrm>
          <a:prstGeom prst="rect">
            <a:avLst/>
          </a:prstGeom>
        </p:spPr>
      </p:pic>
      <p:cxnSp>
        <p:nvCxnSpPr>
          <p:cNvPr id="7" name="Straight Connector 6">
            <a:extLst>
              <a:ext uri="{FF2B5EF4-FFF2-40B4-BE49-F238E27FC236}">
                <a16:creationId xmlns:a16="http://schemas.microsoft.com/office/drawing/2014/main" id="{9ACDAEFE-86AF-9B40-8F40-009E05AC618E}"/>
              </a:ext>
              <a:ext uri="{C183D7F6-B498-43B3-948B-1728B52AA6E4}">
                <adec:decorative xmlns:adec="http://schemas.microsoft.com/office/drawing/2017/decorative" val="1"/>
              </a:ext>
            </a:extLst>
          </p:cNvPr>
          <p:cNvCxnSpPr>
            <a:cxnSpLocks/>
          </p:cNvCxnSpPr>
          <p:nvPr/>
        </p:nvCxnSpPr>
        <p:spPr>
          <a:xfrm>
            <a:off x="2144822" y="1375627"/>
            <a:ext cx="0" cy="4897596"/>
          </a:xfrm>
          <a:prstGeom prst="line">
            <a:avLst/>
          </a:prstGeom>
          <a:ln w="22225">
            <a:solidFill>
              <a:schemeClr val="tx1">
                <a:alpha val="50000"/>
              </a:schemeClr>
            </a:solidFill>
          </a:ln>
        </p:spPr>
        <p:style>
          <a:lnRef idx="2">
            <a:schemeClr val="accent1"/>
          </a:lnRef>
          <a:fillRef idx="0">
            <a:schemeClr val="accent1"/>
          </a:fillRef>
          <a:effectRef idx="1">
            <a:schemeClr val="accent1"/>
          </a:effectRef>
          <a:fontRef idx="minor">
            <a:schemeClr val="tx1"/>
          </a:fontRef>
        </p:style>
      </p:cxnSp>
    </p:spTree>
  </p:cSld>
  <p:clrMapOvr>
    <a:masterClrMapping/>
  </p:clrMapOvr>
  <p:transition spd="med" advTm="77728">
    <p:wipe dir="d"/>
  </p:transition>
  <p:extLst>
    <p:ext uri="{3A86A75C-4F4B-4683-9AE1-C65F6400EC91}">
      <p14:laserTraceLst xmlns:p14="http://schemas.microsoft.com/office/powerpoint/2010/main">
        <p14:tracePtLst>
          <p14:tracePt t="4199" x="6396038" y="2366963"/>
          <p14:tracePt t="4200" x="6027738" y="2408238"/>
          <p14:tracePt t="4209" x="5700713" y="2443163"/>
          <p14:tracePt t="4221" x="5259388" y="2490788"/>
          <p14:tracePt t="4233" x="4830763" y="2538413"/>
          <p14:tracePt t="4244" x="4545013" y="2565400"/>
          <p14:tracePt t="4255" x="4129088" y="2598738"/>
          <p14:tracePt t="4266" x="3768725" y="2660650"/>
          <p14:tracePt t="4277" x="3586163" y="2687638"/>
          <p14:tracePt t="4288" x="3422650" y="2720975"/>
          <p14:tracePt t="4303" x="3375025" y="2735263"/>
          <p14:tracePt t="4315" x="3319463" y="2755900"/>
          <p14:tracePt t="4324" x="3313113" y="2782888"/>
          <p14:tracePt t="4334" x="3300413" y="2795588"/>
          <p14:tracePt t="4346" x="3300413" y="2803525"/>
          <p14:tracePt t="4356" x="3271838" y="2816225"/>
          <p14:tracePt t="4367" x="3265488" y="2843213"/>
          <p14:tracePt t="4379" x="3238500" y="2857500"/>
          <p14:tracePt t="4390" x="3205163" y="2878138"/>
          <p14:tracePt t="4401" x="3163888" y="2905125"/>
          <p14:tracePt t="4413" x="3101975" y="2938463"/>
          <p14:tracePt t="4423" x="3054350" y="2967038"/>
          <p14:tracePt t="4435" x="2986088" y="3000375"/>
          <p14:tracePt t="4447" x="2898775" y="3021013"/>
          <p14:tracePt t="4457" x="2830513" y="3048000"/>
          <p14:tracePt t="4469" x="2789238" y="3062288"/>
          <p14:tracePt t="4481" x="2768600" y="3081338"/>
          <p14:tracePt t="4491" x="2755900" y="3095625"/>
          <p14:tracePt t="4502" x="2768600" y="3095625"/>
          <p14:tracePt t="4514" x="2776538" y="3095625"/>
          <p14:tracePt t="4525" x="2803525" y="3081338"/>
          <p14:tracePt t="4536" x="2863850" y="3062288"/>
          <p14:tracePt t="4548" x="2938463" y="3021013"/>
          <p14:tracePt t="4558" x="2986088" y="3000375"/>
          <p14:tracePt t="4570" x="3033713" y="2952750"/>
          <p14:tracePt t="4581" x="3068638" y="2911475"/>
          <p14:tracePt t="4592" x="3095625" y="2863850"/>
          <p14:tracePt t="4604" x="3116263" y="2816225"/>
          <p14:tracePt t="4615" x="3128963" y="2782888"/>
          <p14:tracePt t="4626" x="3128963" y="2755900"/>
          <p14:tracePt t="4637" x="3116263" y="2735263"/>
          <p14:tracePt t="4649" x="3101975" y="2720975"/>
          <p14:tracePt t="4660" x="3081338" y="2720975"/>
          <p14:tracePt t="4671" x="3033713" y="2720975"/>
          <p14:tracePt t="4682" x="2973388" y="2735263"/>
          <p14:tracePt t="4694" x="2911475" y="2768600"/>
          <p14:tracePt t="4704" x="2878138" y="2795588"/>
          <p14:tracePt t="4720" x="2836863" y="2830513"/>
          <p14:tracePt t="4732" x="2830513" y="2857500"/>
          <p14:tracePt t="4741" x="2830513" y="2878138"/>
          <p14:tracePt t="4751" x="2851150" y="2905125"/>
          <p14:tracePt t="4761" x="2898775" y="2925763"/>
          <p14:tracePt t="4772" x="2973388" y="2938463"/>
          <p14:tracePt t="4784" x="3068638" y="2938463"/>
          <p14:tracePt t="4796" x="3128963" y="2938463"/>
          <p14:tracePt t="4806" x="3205163" y="2925763"/>
          <p14:tracePt t="4817" x="3252788" y="2905125"/>
          <p14:tracePt t="4840" x="3271838" y="2878138"/>
          <p14:tracePt t="4843" x="3286125" y="2863850"/>
          <p14:tracePt t="4851" x="3286125" y="2843213"/>
          <p14:tracePt t="4865" x="3271838" y="2816225"/>
          <p14:tracePt t="4874" x="3238500" y="2782888"/>
          <p14:tracePt t="4885" x="3205163" y="2768600"/>
          <p14:tracePt t="4897" x="3116263" y="2768600"/>
          <p14:tracePt t="4907" x="3048000" y="2768600"/>
          <p14:tracePt t="4918" x="2986088" y="2782888"/>
          <p14:tracePt t="4931" x="2946400" y="2795588"/>
          <p14:tracePt t="4941" x="2925763" y="2803525"/>
          <p14:tracePt t="4952" x="2911475" y="2816225"/>
          <p14:tracePt t="4964" x="2911475" y="2843213"/>
          <p14:tracePt t="4975" x="2925763" y="2843213"/>
          <p14:tracePt t="4986" x="2946400" y="2863850"/>
          <p14:tracePt t="4998" x="2994025" y="2878138"/>
          <p14:tracePt t="5008" x="3048000" y="2878138"/>
          <p14:tracePt t="5020" x="3081338" y="2878138"/>
          <p14:tracePt t="5031" x="3116263" y="2878138"/>
          <p14:tracePt t="5042" x="3143250" y="2878138"/>
          <p14:tracePt t="5053" x="3157538" y="2878138"/>
          <p14:tracePt t="5065" x="3157538" y="2863850"/>
          <p14:tracePt t="5087" x="3143250" y="2863850"/>
          <p14:tracePt t="5098" x="3101975" y="2863850"/>
          <p14:tracePt t="5109" x="3081338" y="2878138"/>
          <p14:tracePt t="5121" x="3021013" y="2911475"/>
          <p14:tracePt t="5132" x="2938463" y="2973388"/>
          <p14:tracePt t="5144" x="2863850" y="3081338"/>
          <p14:tracePt t="5155" x="2816225" y="3184525"/>
          <p14:tracePt t="5166" x="2755900" y="3348038"/>
          <p14:tracePt t="5177" x="2720975" y="3517900"/>
          <p14:tracePt t="5188" x="2708275" y="3673475"/>
          <p14:tracePt t="5200" x="2708275" y="3824288"/>
          <p14:tracePt t="5211" x="2728913" y="3919538"/>
          <p14:tracePt t="5222" x="2768600" y="4014788"/>
          <p14:tracePt t="5234" x="2816225" y="4089400"/>
          <p14:tracePt t="5246" x="2863850" y="4110038"/>
          <p14:tracePt t="5256" x="2884488" y="4122738"/>
          <p14:tracePt t="5267" x="2911475" y="4110038"/>
          <p14:tracePt t="5279" x="2946400" y="4102100"/>
          <p14:tracePt t="5290" x="2973388" y="4089400"/>
          <p14:tracePt t="5301" x="2986088" y="4062413"/>
          <p14:tracePt t="5313" x="2994025" y="4041775"/>
          <p14:tracePt t="5324" x="3006725" y="4000500"/>
          <p14:tracePt t="5335" x="3006725" y="3967163"/>
          <p14:tracePt t="5347" x="3006725" y="3952875"/>
          <p14:tracePt t="5357" x="2994025" y="3932238"/>
          <p14:tracePt t="5369" x="2986088" y="3932238"/>
          <p14:tracePt t="5381" x="2973388" y="3932238"/>
          <p14:tracePt t="5391" x="2959100" y="3932238"/>
          <p14:tracePt t="5402" x="2938463" y="3932238"/>
          <p14:tracePt t="5414" x="2911475" y="3946525"/>
          <p14:tracePt t="5424" x="2878138" y="3967163"/>
          <p14:tracePt t="5436" x="2851150" y="4000500"/>
          <p14:tracePt t="5448" x="2816225" y="4054475"/>
          <p14:tracePt t="5458" x="2789238" y="4110038"/>
          <p14:tracePt t="5470" x="2755900" y="4184650"/>
          <p14:tracePt t="5481" x="2755900" y="4232275"/>
          <p14:tracePt t="5492" x="2755900" y="4279900"/>
          <p14:tracePt t="5503" x="2768600" y="4327525"/>
          <p14:tracePt t="5515" x="2803525" y="4381500"/>
          <p14:tracePt t="5526" x="2836863" y="4402138"/>
          <p14:tracePt t="5537" x="2898775" y="4414838"/>
          <p14:tracePt t="5548" x="2959100" y="4429125"/>
          <p14:tracePt t="5560" x="3033713" y="4429125"/>
          <p14:tracePt t="5571" x="3081338" y="4429125"/>
          <p14:tracePt t="5582" x="3157538" y="4402138"/>
          <p14:tracePt t="5593" x="3205163" y="4381500"/>
          <p14:tracePt t="5605" x="3224213" y="4340225"/>
          <p14:tracePt t="5616" x="3238500" y="4319588"/>
          <p14:tracePt t="5627" x="3238500" y="4292600"/>
          <p14:tracePt t="5639" x="3224213" y="4279900"/>
          <p14:tracePt t="5650" x="3190875" y="4271963"/>
          <p14:tracePt t="5661" x="3143250" y="4271963"/>
          <p14:tracePt t="5672" x="3095625" y="4271963"/>
          <p14:tracePt t="5683" x="3048000" y="4279900"/>
          <p14:tracePt t="5696" x="3021013" y="4292600"/>
          <p14:tracePt t="5706" x="3006725" y="4306888"/>
          <p14:tracePt t="5717" x="3006725" y="4327525"/>
          <p14:tracePt t="5730" x="3006725" y="4340225"/>
          <p14:tracePt t="5740" x="3006725" y="4354513"/>
          <p14:tracePt t="5751" x="3021013" y="4367213"/>
          <p14:tracePt t="5763" x="3033713" y="4367213"/>
          <p14:tracePt t="5773" x="3068638" y="4367213"/>
          <p14:tracePt t="5785" x="3101975" y="4367213"/>
          <p14:tracePt t="5807" x="3143250" y="4367213"/>
          <p14:tracePt t="5810" x="3163888" y="4354513"/>
          <p14:tracePt t="5820" x="3190875" y="4340225"/>
          <p14:tracePt t="5832" x="3211513" y="4319588"/>
          <p14:tracePt t="5841" x="3211513" y="4306888"/>
          <p14:tracePt t="5853" x="3211513" y="4292600"/>
          <p14:tracePt t="5864" x="3211513" y="4279900"/>
          <p14:tracePt t="5897" x="3205163" y="4271963"/>
          <p14:tracePt t="5901" x="3190875" y="4259263"/>
          <p14:tracePt t="5913" x="3143250" y="4244975"/>
          <p14:tracePt t="5914" x="3081338" y="4244975"/>
          <p14:tracePt t="5923" x="3048000" y="4259263"/>
          <p14:tracePt t="5933" x="3006725" y="4271963"/>
          <p14:tracePt t="5943" x="2986088" y="4279900"/>
          <p14:tracePt t="5954" x="2973388" y="4292600"/>
          <p14:tracePt t="5965" x="2973388" y="4319588"/>
          <p14:tracePt t="5976" x="2973388" y="4327525"/>
          <p14:tracePt t="5987" x="2973388" y="4340225"/>
          <p14:tracePt t="5998" x="2994025" y="4367213"/>
          <p14:tracePt t="6010" x="3021013" y="4381500"/>
          <p14:tracePt t="6021" x="3054350" y="4387850"/>
          <p14:tracePt t="6032" x="3081338" y="4387850"/>
          <p14:tracePt t="6043" x="3116263" y="4387850"/>
          <p14:tracePt t="6054" x="3143250" y="4387850"/>
          <p14:tracePt t="6066" x="3163888" y="4381500"/>
          <p14:tracePt t="6077" x="3176588" y="4381500"/>
          <p14:tracePt t="6088" x="3176588" y="4367213"/>
          <p14:tracePt t="6100" x="3176588" y="4340225"/>
          <p14:tracePt t="6111" x="3176588" y="4319588"/>
          <p14:tracePt t="6122" x="3163888" y="4319588"/>
          <p14:tracePt t="6134" x="3143250" y="4306888"/>
          <p14:tracePt t="6146" x="3116263" y="4306888"/>
          <p14:tracePt t="6156" x="3081338" y="4306888"/>
          <p14:tracePt t="6167" x="3068638" y="4319588"/>
          <p14:tracePt t="6179" x="3054350" y="4327525"/>
          <p14:tracePt t="6190" x="3054350" y="4340225"/>
          <p14:tracePt t="6201" x="3048000" y="4354513"/>
          <p14:tracePt t="6223" x="3048000" y="4367213"/>
          <p14:tracePt t="6234" x="3054350" y="4367213"/>
          <p14:tracePt t="6268" x="3054350" y="4354513"/>
          <p14:tracePt t="7000" x="3054350" y="4367213"/>
          <p14:tracePt t="7033" x="3068638" y="4367213"/>
          <p14:tracePt t="7044" x="3081338" y="4367213"/>
          <p14:tracePt t="7111" x="3095625" y="4367213"/>
          <p14:tracePt t="7889" x="3101975" y="4381500"/>
          <p14:tracePt t="7910" x="3116263" y="4381500"/>
          <p14:tracePt t="7922" x="3128963" y="4381500"/>
          <p14:tracePt t="7933" x="3143250" y="4381500"/>
          <p14:tracePt t="7945" x="3157538" y="4381500"/>
          <p14:tracePt t="7956" x="3163888" y="4381500"/>
          <p14:tracePt t="7989" x="3176588" y="4381500"/>
          <p14:tracePt t="7993" x="3190875" y="4381500"/>
          <p14:tracePt t="8004" x="3211513" y="4367213"/>
          <p14:tracePt t="8004" x="3224213" y="4367213"/>
          <p14:tracePt t="8012" x="3238500" y="4367213"/>
          <p14:tracePt t="8024" x="3252788" y="4354513"/>
          <p14:tracePt t="8036" x="3252788" y="4340225"/>
          <p14:tracePt t="8046" x="3252788" y="4327525"/>
          <p14:tracePt t="8058" x="3252788" y="4319588"/>
          <p14:tracePt t="8068" x="3238500" y="4306888"/>
          <p14:tracePt t="8080" x="3224213" y="4279900"/>
          <p14:tracePt t="8092" x="3205163" y="4271963"/>
          <p14:tracePt t="8102" x="3190875" y="4271963"/>
          <p14:tracePt t="8113" x="3176588" y="4271963"/>
          <p14:tracePt t="8126" x="3163888" y="4271963"/>
          <p14:tracePt t="8136" x="3157538" y="4271963"/>
          <p14:tracePt t="8147" x="3143250" y="4271963"/>
          <p14:tracePt t="8160" x="3128963" y="4271963"/>
          <p14:tracePt t="8170" x="3101975" y="4279900"/>
          <p14:tracePt t="8181" x="3095625" y="4292600"/>
          <p14:tracePt t="8193" x="3068638" y="4292600"/>
          <p14:tracePt t="8203" x="3054350" y="4306888"/>
          <p14:tracePt t="8215" x="3033713" y="4319588"/>
          <p14:tracePt t="8226" x="3033713" y="4327525"/>
          <p14:tracePt t="8237" x="3021013" y="4327525"/>
          <p14:tracePt t="8248" x="3021013" y="4340225"/>
          <p14:tracePt t="8282" x="3021013" y="4354513"/>
          <p14:tracePt t="8315" x="3033713" y="4354513"/>
          <p14:tracePt t="8327" x="3033713" y="4367213"/>
          <p14:tracePt t="8338" x="3048000" y="4367213"/>
          <p14:tracePt t="8349" x="3054350" y="4367213"/>
          <p14:tracePt t="8383" x="3068638" y="4367213"/>
          <p14:tracePt t="14785" x="3095625" y="4354513"/>
          <p14:tracePt t="14789" x="3101975" y="4340225"/>
          <p14:tracePt t="14802" x="3128963" y="4327525"/>
          <p14:tracePt t="14809" x="3163888" y="4319588"/>
          <p14:tracePt t="14820" x="3211513" y="4292600"/>
          <p14:tracePt t="14830" x="3252788" y="4279900"/>
          <p14:tracePt t="14841" x="3319463" y="4244975"/>
          <p14:tracePt t="14853" x="3408363" y="4197350"/>
          <p14:tracePt t="14863" x="3470275" y="4164013"/>
          <p14:tracePt t="14875" x="3551238" y="4110038"/>
          <p14:tracePt t="14887" x="3598863" y="4075113"/>
          <p14:tracePt t="14899" x="3673475" y="4000500"/>
          <p14:tracePt t="14908" x="3735388" y="3932238"/>
          <p14:tracePt t="14920" x="3768725" y="3871913"/>
          <p14:tracePt t="14933" x="3816350" y="3783013"/>
          <p14:tracePt t="14942" x="3863975" y="3700463"/>
          <p14:tracePt t="14954" x="3905250" y="3625850"/>
          <p14:tracePt t="14967" x="3952875" y="3530600"/>
          <p14:tracePt t="14976" x="3973513" y="3470275"/>
          <p14:tracePt t="14987" x="4014788" y="3387725"/>
          <p14:tracePt t="15000" x="4048125" y="3300413"/>
          <p14:tracePt t="15020" x="4062413" y="3238500"/>
          <p14:tracePt t="15026" x="4081463" y="3157538"/>
          <p14:tracePt t="15036" x="4110038" y="3095625"/>
          <p14:tracePt t="15045" x="4129088" y="3014663"/>
          <p14:tracePt t="15056" x="4143375" y="2938463"/>
          <p14:tracePt t="15067" x="4157663" y="2905125"/>
          <p14:tracePt t="15077" x="4170363" y="2843213"/>
          <p14:tracePt t="15088" x="4170363" y="2803525"/>
          <p14:tracePt t="15100" x="4170363" y="2768600"/>
          <p14:tracePt t="15111" x="4170363" y="2735263"/>
          <p14:tracePt t="15122" x="4170363" y="2708275"/>
          <p14:tracePt t="15134" x="4170363" y="2693988"/>
          <p14:tracePt t="15156" x="4157663" y="2687638"/>
          <p14:tracePt t="15178" x="4143375" y="2687638"/>
          <p14:tracePt t="15190" x="4122738" y="2687638"/>
          <p14:tracePt t="15201" x="4095750" y="2687638"/>
          <p14:tracePt t="15212" x="4075113" y="2687638"/>
          <p14:tracePt t="16190" x="4075113" y="2673350"/>
          <p14:tracePt t="16213" x="4075113" y="2660650"/>
          <p14:tracePt t="16224" x="4075113" y="2646363"/>
          <p14:tracePt t="16236" x="4062413" y="2625725"/>
          <p14:tracePt t="16247" x="4048125" y="2586038"/>
          <p14:tracePt t="16258" x="4033838" y="2565400"/>
          <p14:tracePt t="16270" x="4021138" y="2551113"/>
          <p14:tracePt t="16281" x="4000500" y="2538413"/>
          <p14:tracePt t="16292" x="3986213" y="2530475"/>
          <p14:tracePt t="16303" x="3952875" y="2530475"/>
          <p14:tracePt t="16315" x="3925888" y="2530475"/>
          <p14:tracePt t="16326" x="3890963" y="2530475"/>
          <p14:tracePt t="16337" x="3863975" y="2538413"/>
          <p14:tracePt t="16348" x="3830638" y="2551113"/>
          <p14:tracePt t="16382" x="3795713" y="2578100"/>
          <p14:tracePt t="16386" x="3756025" y="2598738"/>
          <p14:tracePt t="16398" x="3721100" y="2646363"/>
          <p14:tracePt t="16399" x="3687763" y="2687638"/>
          <p14:tracePt t="16406" x="3673475" y="2708275"/>
          <p14:tracePt t="16418" x="3673475" y="2735263"/>
          <p14:tracePt t="16427" x="3673475" y="2755900"/>
          <p14:tracePt t="16438" x="3673475" y="2768600"/>
          <p14:tracePt t="16450" x="3687763" y="2795588"/>
          <p14:tracePt t="16462" x="3721100" y="2803525"/>
          <p14:tracePt t="16472" x="3768725" y="2816225"/>
          <p14:tracePt t="16483" x="3816350" y="2830513"/>
          <p14:tracePt t="16496" x="3878263" y="2830513"/>
          <p14:tracePt t="16506" x="3911600" y="2830513"/>
          <p14:tracePt t="16517" x="3952875" y="2830513"/>
          <p14:tracePt t="16530" x="3973513" y="2830513"/>
          <p14:tracePt t="16540" x="4000500" y="2830513"/>
          <p14:tracePt t="16551" x="4000500" y="2816225"/>
          <p14:tracePt t="16563" x="4014788" y="2816225"/>
          <p14:tracePt t="16573" x="4014788" y="2803525"/>
          <p14:tracePt t="16585" x="4014788" y="2795588"/>
          <p14:tracePt t="16618" x="4014788" y="2782888"/>
          <p14:tracePt t="16708" x="4000500" y="2795588"/>
          <p14:tracePt t="17529" x="3986213" y="2803525"/>
          <p14:tracePt t="17552" x="3986213" y="2816225"/>
          <p14:tracePt t="17563" x="3986213" y="2830513"/>
          <p14:tracePt t="17574" x="3973513" y="2843213"/>
          <p14:tracePt t="17586" x="3973513" y="2857500"/>
          <p14:tracePt t="17597" x="3973513" y="2878138"/>
          <p14:tracePt t="17608" x="3973513" y="2890838"/>
          <p14:tracePt t="17620" x="3967163" y="2925763"/>
          <p14:tracePt t="17631" x="3967163" y="2952750"/>
          <p14:tracePt t="17644" x="3952875" y="2986088"/>
          <p14:tracePt t="17654" x="3925888" y="3021013"/>
          <p14:tracePt t="17665" x="3911600" y="3074988"/>
          <p14:tracePt t="17677" x="3905250" y="3109913"/>
          <p14:tracePt t="17688" x="3878263" y="3143250"/>
          <p14:tracePt t="17698" x="3863975" y="3190875"/>
          <p14:tracePt t="17710" x="3843338" y="3238500"/>
          <p14:tracePt t="17721" x="3830638" y="3292475"/>
          <p14:tracePt t="17732" x="3816350" y="3327400"/>
          <p14:tracePt t="17744" x="3803650" y="3360738"/>
          <p14:tracePt t="17755" x="3783013" y="3408363"/>
          <p14:tracePt t="17766" x="3768725" y="3455988"/>
          <p14:tracePt t="17778" x="3748088" y="3497263"/>
          <p14:tracePt t="17789" x="3735388" y="3557588"/>
          <p14:tracePt t="17800" x="3708400" y="3605213"/>
          <p14:tracePt t="17812" x="3694113" y="3667125"/>
          <p14:tracePt t="17822" x="3694113" y="3700463"/>
          <p14:tracePt t="17834" x="3687763" y="3748088"/>
          <p14:tracePt t="17845" x="3687763" y="3795713"/>
          <p14:tracePt t="17856" x="3687763" y="3843338"/>
          <p14:tracePt t="17867" x="3694113" y="3871913"/>
          <p14:tracePt t="17879" x="3708400" y="3919538"/>
          <p14:tracePt t="17890" x="3735388" y="3952875"/>
          <p14:tracePt t="17901" x="3756025" y="3994150"/>
          <p14:tracePt t="17913" x="3756025" y="4014788"/>
          <p14:tracePt t="17923" x="3768725" y="4041775"/>
          <p14:tracePt t="17935" x="3768725" y="4054475"/>
          <p14:tracePt t="17946" x="3748088" y="4054475"/>
          <p14:tracePt t="17957" x="3735388" y="4054475"/>
          <p14:tracePt t="18946" x="3748088" y="4054475"/>
          <p14:tracePt t="19014" x="3748088" y="4062413"/>
          <p14:tracePt t="19239" x="3748088" y="4075113"/>
          <p14:tracePt t="25305" x="3748088" y="4122738"/>
          <p14:tracePt t="25315" x="3748088" y="4197350"/>
          <p14:tracePt t="25326" x="3748088" y="4279900"/>
          <p14:tracePt t="25338" x="3748088" y="4327525"/>
          <p14:tracePt t="25348" x="3748088" y="4381500"/>
          <p14:tracePt t="25360" x="3748088" y="4387850"/>
          <p14:tracePt t="26023" x="3756025" y="4387850"/>
          <p14:tracePt t="26079" x="3756025" y="4402138"/>
          <p14:tracePt t="26192" x="3768725" y="4402138"/>
          <p14:tracePt t="26745" x="3768725" y="4414838"/>
          <p14:tracePt t="26754" x="3783013" y="4429125"/>
          <p14:tracePt t="26766" x="3795713" y="4429125"/>
          <p14:tracePt t="26778" x="3816350" y="4435475"/>
          <p14:tracePt t="26788" x="3843338" y="4449763"/>
          <p14:tracePt t="26800" x="3878263" y="4462463"/>
          <p14:tracePt t="26811" x="3911600" y="4476750"/>
          <p14:tracePt t="26822" x="3967163" y="4497388"/>
          <p14:tracePt t="26834" x="4021138" y="4524375"/>
          <p14:tracePt t="26867" x="4075113" y="4538663"/>
          <p14:tracePt t="26872" x="4095750" y="4538663"/>
          <p14:tracePt t="26882" x="4143375" y="4545013"/>
          <p14:tracePt t="26884" x="4170363" y="4545013"/>
          <p14:tracePt t="26892" x="4191000" y="4545013"/>
          <p14:tracePt t="26902" x="4217988" y="4545013"/>
          <p14:tracePt t="26913" x="4238625" y="4545013"/>
          <p14:tracePt t="26923" x="4252913" y="4545013"/>
          <p14:tracePt t="26935" x="4279900" y="4538663"/>
          <p14:tracePt t="26947" x="4286250" y="4538663"/>
          <p14:tracePt t="26957" x="4313238" y="4524375"/>
          <p14:tracePt t="26969" x="4327525" y="4497388"/>
          <p14:tracePt t="26981" x="4340225" y="4491038"/>
          <p14:tracePt t="26991" x="4348163" y="4476750"/>
          <p14:tracePt t="27002" x="4360863" y="4476750"/>
          <p14:tracePt t="27015" x="4360863" y="4462463"/>
          <p14:tracePt t="27025" x="4375150" y="4449763"/>
          <p14:tracePt t="27036" x="4375150" y="4435475"/>
          <p14:tracePt t="27058" x="4375150" y="4429125"/>
          <p14:tracePt t="27070" x="4375150" y="4414838"/>
          <p14:tracePt t="27092" x="4375150" y="4402138"/>
          <p14:tracePt t="27103" x="4387850" y="4402138"/>
          <p14:tracePt t="27115" x="4387850" y="4387850"/>
          <p14:tracePt t="27137" x="4387850" y="4381500"/>
          <p14:tracePt t="27159" x="4387850" y="4367213"/>
          <p14:tracePt t="27171" x="4395788" y="4354513"/>
          <p14:tracePt t="27182" x="4395788" y="4340225"/>
          <p14:tracePt t="27194" x="4395788" y="4327525"/>
          <p14:tracePt t="27205" x="4387850" y="4327525"/>
          <p14:tracePt t="27216" x="4387850" y="4319588"/>
          <p14:tracePt t="27283" x="4375150" y="4319588"/>
          <p14:tracePt t="27306" x="4360863" y="4319588"/>
          <p14:tracePt t="27317" x="4348163" y="4319588"/>
          <p14:tracePt t="27328" x="4327525" y="4327525"/>
          <p14:tracePt t="27340" x="4300538" y="4327525"/>
          <p14:tracePt t="27351" x="4286250" y="4340225"/>
          <p14:tracePt t="27362" x="4265613" y="4340225"/>
          <p14:tracePt t="27373" x="4252913" y="4354513"/>
          <p14:tracePt t="27385" x="4238625" y="4367213"/>
          <p14:tracePt t="27397" x="4232275" y="4381500"/>
          <p14:tracePt t="27407" x="4232275" y="4387850"/>
          <p14:tracePt t="27419" x="4232275" y="4414838"/>
          <p14:tracePt t="27431" x="4232275" y="4435475"/>
          <p14:tracePt t="27441" x="4232275" y="4449763"/>
          <p14:tracePt t="27452" x="4238625" y="4476750"/>
          <p14:tracePt t="27465" x="4279900" y="4497388"/>
          <p14:tracePt t="27475" x="4313238" y="4524375"/>
          <p14:tracePt t="27486" x="4360863" y="4545013"/>
          <p14:tracePt t="27498" x="4395788" y="4557713"/>
          <p14:tracePt t="27508" x="4435475" y="4572000"/>
          <p14:tracePt t="27520" x="4483100" y="4572000"/>
          <p14:tracePt t="27531" x="4518025" y="4572000"/>
          <p14:tracePt t="27542" x="4545013" y="4572000"/>
          <p14:tracePt t="27554" x="4565650" y="4557713"/>
          <p14:tracePt t="27565" x="4605338" y="4545013"/>
          <p14:tracePt t="27576" x="4625975" y="4538663"/>
          <p14:tracePt t="27598" x="4652963" y="4510088"/>
          <p14:tracePt t="27601" x="4687888" y="4476750"/>
          <p14:tracePt t="27611" x="4714875" y="4435475"/>
          <p14:tracePt t="27622" x="4721225" y="4402138"/>
          <p14:tracePt t="27633" x="4735513" y="4381500"/>
          <p14:tracePt t="27644" x="4735513" y="4354513"/>
          <p14:tracePt t="27656" x="4721225" y="4327525"/>
          <p14:tracePt t="27667" x="4714875" y="4319588"/>
          <p14:tracePt t="27677" x="4700588" y="4306888"/>
          <p14:tracePt t="27690" x="4667250" y="4292600"/>
          <p14:tracePt t="27701" x="4625975" y="4279900"/>
          <p14:tracePt t="27711" x="4578350" y="4279900"/>
          <p14:tracePt t="27722" x="4545013" y="4279900"/>
          <p14:tracePt t="27734" x="4497388" y="4279900"/>
          <p14:tracePt t="27745" x="4449763" y="4292600"/>
          <p14:tracePt t="27757" x="4422775" y="4306888"/>
          <p14:tracePt t="27768" x="4387850" y="4319588"/>
          <p14:tracePt t="27779" x="4360863" y="4327525"/>
          <p14:tracePt t="27790" x="4348163" y="4340225"/>
          <p14:tracePt t="27801" x="4327525" y="4367213"/>
          <p14:tracePt t="27813" x="4327525" y="4381500"/>
          <p14:tracePt t="27824" x="4313238" y="4387850"/>
          <p14:tracePt t="27835" x="4313238" y="4402138"/>
          <p14:tracePt t="27847" x="4327525" y="4429125"/>
          <p14:tracePt t="27857" x="4340225" y="4435475"/>
          <p14:tracePt t="27868" x="4375150" y="4462463"/>
          <p14:tracePt t="27881" x="4422775" y="4476750"/>
          <p14:tracePt t="27915" x="4483100" y="4497388"/>
          <p14:tracePt t="27915" x="4557713" y="4510088"/>
          <p14:tracePt t="27925" x="4605338" y="4510088"/>
          <p14:tracePt t="27927" x="4667250" y="4510088"/>
          <p14:tracePt t="27936" x="4700588" y="4510088"/>
          <p14:tracePt t="27950" x="4721225" y="4497388"/>
          <p14:tracePt t="27960" x="4735513" y="4491038"/>
          <p14:tracePt t="27971" x="4748213" y="4462463"/>
          <p14:tracePt t="27982" x="4748213" y="4435475"/>
          <p14:tracePt t="27992" x="4748213" y="4402138"/>
          <p14:tracePt t="28003" x="4721225" y="4367213"/>
          <p14:tracePt t="28015" x="4687888" y="4327525"/>
          <p14:tracePt t="28026" x="4652963" y="4292600"/>
          <p14:tracePt t="28038" x="4592638" y="4271963"/>
          <p14:tracePt t="28049" x="4557713" y="4259263"/>
          <p14:tracePt t="28060" x="4518025" y="4244975"/>
          <p14:tracePt t="28071" x="4497388" y="4244975"/>
          <p14:tracePt t="28082" x="4483100" y="4244975"/>
          <p14:tracePt t="28104" x="4470400" y="4259263"/>
          <p14:tracePt t="28116" x="4449763" y="4271963"/>
          <p14:tracePt t="28127" x="4422775" y="4292600"/>
          <p14:tracePt t="28139" x="4408488" y="4319588"/>
          <p14:tracePt t="28150" x="4387850" y="4354513"/>
          <p14:tracePt t="28161" x="4387850" y="4381500"/>
          <p14:tracePt t="28173" x="4387850" y="4402138"/>
          <p14:tracePt t="28184" x="4387850" y="4414838"/>
          <p14:tracePt t="28195" x="4395788" y="4435475"/>
          <p14:tracePt t="28206" x="4435475" y="4449763"/>
          <p14:tracePt t="28217" x="4483100" y="4476750"/>
          <p14:tracePt t="28228" x="4530725" y="4491038"/>
          <p14:tracePt t="28240" x="4605338" y="4497388"/>
          <p14:tracePt t="28251" x="4673600" y="4510088"/>
          <p14:tracePt t="28262" x="4748213" y="4510088"/>
          <p14:tracePt t="28273" x="4783138" y="4497388"/>
          <p14:tracePt t="28285" x="4824413" y="4476750"/>
          <p14:tracePt t="28297" x="4830763" y="4449763"/>
          <p14:tracePt t="28307" x="4843463" y="4429125"/>
          <p14:tracePt t="28319" x="4830763" y="4387850"/>
          <p14:tracePt t="28331" x="4824413" y="4354513"/>
          <p14:tracePt t="28341" x="4783138" y="4306888"/>
          <p14:tracePt t="28352" x="4735513" y="4259263"/>
          <p14:tracePt t="28365" x="4687888" y="4232275"/>
          <p14:tracePt t="28375" x="4625975" y="4197350"/>
          <p14:tracePt t="28386" x="4557713" y="4184650"/>
          <p14:tracePt t="28398" x="4483100" y="4170363"/>
          <p14:tracePt t="28408" x="4422775" y="4184650"/>
          <p14:tracePt t="28420" x="4375150" y="4197350"/>
          <p14:tracePt t="28432" x="4327525" y="4211638"/>
          <p14:tracePt t="28442" x="4286250" y="4232275"/>
          <p14:tracePt t="28453" x="4265613" y="4259263"/>
          <p14:tracePt t="28465" x="4238625" y="4292600"/>
          <p14:tracePt t="28476" x="4217988" y="4319588"/>
          <p14:tracePt t="28487" x="4205288" y="4340225"/>
          <p14:tracePt t="28499" x="4205288" y="4367213"/>
          <p14:tracePt t="28510" x="4217988" y="4381500"/>
          <p14:tracePt t="28521" x="4238625" y="4402138"/>
          <p14:tracePt t="28533" x="4279900" y="4429125"/>
          <p14:tracePt t="28543" x="4313238" y="4435475"/>
          <p14:tracePt t="28555" x="4387850" y="4449763"/>
          <p14:tracePt t="28566" x="4456113" y="4462463"/>
          <p14:tracePt t="28577" x="4557713" y="4462463"/>
          <p14:tracePt t="28589" x="4625975" y="4462463"/>
          <p14:tracePt t="28600" x="4687888" y="4462463"/>
          <p14:tracePt t="28611" x="4735513" y="4449763"/>
          <p14:tracePt t="28623" x="4776788" y="4429125"/>
          <p14:tracePt t="28634" x="4783138" y="4414838"/>
          <p14:tracePt t="28645" x="4795838" y="4387850"/>
          <p14:tracePt t="28657" x="4795838" y="4367213"/>
          <p14:tracePt t="28668" x="4783138" y="4327525"/>
          <p14:tracePt t="28679" x="4762500" y="4306888"/>
          <p14:tracePt t="28690" x="4721225" y="4271963"/>
          <p14:tracePt t="28701" x="4687888" y="4244975"/>
          <p14:tracePt t="28713" x="4625975" y="4232275"/>
          <p14:tracePt t="28724" x="4592638" y="4217988"/>
          <p14:tracePt t="28735" x="4530725" y="4211638"/>
          <p14:tracePt t="28748" x="4483100" y="4211638"/>
          <p14:tracePt t="28758" x="4449763" y="4217988"/>
          <p14:tracePt t="28769" x="4422775" y="4217988"/>
          <p14:tracePt t="28781" x="4387850" y="4232275"/>
          <p14:tracePt t="28791" x="4360863" y="4244975"/>
          <p14:tracePt t="28802" x="4327525" y="4271963"/>
          <p14:tracePt t="28815" x="4300538" y="4292600"/>
          <p14:tracePt t="28825" x="4286250" y="4306888"/>
          <p14:tracePt t="28836" x="4286250" y="4319588"/>
          <p14:tracePt t="28848" x="4279900" y="4327525"/>
          <p14:tracePt t="28859" x="4279900" y="4340225"/>
          <p14:tracePt t="28892" x="4279900" y="4354513"/>
          <p14:tracePt t="28903" x="4286250" y="4367213"/>
          <p14:tracePt t="28916" x="4286250" y="4381500"/>
          <p14:tracePt t="28926" x="4313238" y="4387850"/>
          <p14:tracePt t="28937" x="4340225" y="4402138"/>
          <p14:tracePt t="28960" x="4387850" y="4414838"/>
          <p14:tracePt t="28964" x="4422775" y="4429125"/>
          <p14:tracePt t="28971" x="4470400" y="4435475"/>
          <p14:tracePt t="28985" x="4530725" y="4435475"/>
          <p14:tracePt t="28994" x="4592638" y="4435475"/>
          <p14:tracePt t="29005" x="4625975" y="4435475"/>
          <p14:tracePt t="29016" x="4667250" y="4435475"/>
          <p14:tracePt t="29027" x="4687888" y="4429125"/>
          <p14:tracePt t="29040" x="4700588" y="4414838"/>
          <p14:tracePt t="29050" x="4700588" y="4402138"/>
          <p14:tracePt t="29061" x="4714875" y="4381500"/>
          <p14:tracePt t="29073" x="4714875" y="4354513"/>
          <p14:tracePt t="29084" x="4714875" y="4327525"/>
          <p14:tracePt t="29095" x="4700588" y="4306888"/>
          <p14:tracePt t="29107" x="4673600" y="4279900"/>
          <p14:tracePt t="29118" x="4652963" y="4259263"/>
          <p14:tracePt t="29128" x="4613275" y="4244975"/>
          <p14:tracePt t="29140" x="4565650" y="4232275"/>
          <p14:tracePt t="29151" x="4503738" y="4232275"/>
          <p14:tracePt t="29163" x="4449763" y="4217988"/>
          <p14:tracePt t="29174" x="4395788" y="4232275"/>
          <p14:tracePt t="29185" x="4360863" y="4232275"/>
          <p14:tracePt t="29197" x="4327525" y="4259263"/>
          <p14:tracePt t="29207" x="4286250" y="4279900"/>
          <p14:tracePt t="29219" x="4265613" y="4306888"/>
          <p14:tracePt t="29232" x="4252913" y="4327525"/>
          <p14:tracePt t="29242" x="4238625" y="4354513"/>
          <p14:tracePt t="29252" x="4238625" y="4387850"/>
          <p14:tracePt t="29265" x="4238625" y="4414838"/>
          <p14:tracePt t="29275" x="4238625" y="4435475"/>
          <p14:tracePt t="29286" x="4265613" y="4462463"/>
          <p14:tracePt t="29298" x="4286250" y="4491038"/>
          <p14:tracePt t="29308" x="4327525" y="4510088"/>
          <p14:tracePt t="29320" x="4360863" y="4524375"/>
          <p14:tracePt t="29332" x="4435475" y="4538663"/>
          <p14:tracePt t="29342" x="4497388" y="4545013"/>
          <p14:tracePt t="29354" x="4565650" y="4557713"/>
          <p14:tracePt t="29365" x="4613275" y="4557713"/>
          <p14:tracePt t="29376" x="4673600" y="4557713"/>
          <p14:tracePt t="29388" x="4714875" y="4545013"/>
          <p14:tracePt t="29399" x="4735513" y="4538663"/>
          <p14:tracePt t="29410" x="4748213" y="4524375"/>
          <p14:tracePt t="29422" x="4762500" y="4497388"/>
          <p14:tracePt t="29433" x="4776788" y="4476750"/>
          <p14:tracePt t="29443" x="4776788" y="4449763"/>
          <p14:tracePt t="29455" x="4776788" y="4414838"/>
          <p14:tracePt t="29466" x="4762500" y="4381500"/>
          <p14:tracePt t="29477" x="4748213" y="4340225"/>
          <p14:tracePt t="29489" x="4735513" y="4319588"/>
          <p14:tracePt t="29500" x="4714875" y="4292600"/>
          <p14:tracePt t="29511" x="4687888" y="4271963"/>
          <p14:tracePt t="29523" x="4652963" y="4259263"/>
          <p14:tracePt t="29534" x="4592638" y="4244975"/>
          <p14:tracePt t="29544" x="4545013" y="4232275"/>
          <p14:tracePt t="29556" x="4456113" y="4217988"/>
          <p14:tracePt t="29567" x="4387850" y="4217988"/>
          <p14:tracePt t="29579" x="4286250" y="4232275"/>
          <p14:tracePt t="29590" x="4232275" y="4244975"/>
          <p14:tracePt t="29601" x="4170363" y="4271963"/>
          <p14:tracePt t="29613" x="4122738" y="4292600"/>
          <p14:tracePt t="29624" x="4081463" y="4327525"/>
          <p14:tracePt t="29635" x="4075113" y="4340225"/>
          <p14:tracePt t="29647" x="4075113" y="4381500"/>
          <p14:tracePt t="29657" x="4095750" y="4414838"/>
          <p14:tracePt t="29669" x="4129088" y="4462463"/>
          <p14:tracePt t="29681" x="4184650" y="4497388"/>
          <p14:tracePt t="29691" x="4279900" y="4538663"/>
          <p14:tracePt t="29703" x="4375150" y="4572000"/>
          <p14:tracePt t="29724" x="4470400" y="4598988"/>
          <p14:tracePt t="29728" x="4530725" y="4605338"/>
          <p14:tracePt t="29736" x="4592638" y="4605338"/>
          <p14:tracePt t="29750" x="4640263" y="4605338"/>
          <p14:tracePt t="29759" x="4673600" y="4605338"/>
          <p14:tracePt t="29770" x="4687888" y="4605338"/>
          <p14:tracePt t="29781" x="4673600" y="4605338"/>
          <p14:tracePt t="29793" x="4625975" y="4586288"/>
          <p14:tracePt t="30030" x="4640263" y="4586288"/>
          <p14:tracePt t="30040" x="4667250" y="4586288"/>
          <p14:tracePt t="30052" x="4700588" y="4586288"/>
          <p14:tracePt t="30062" x="4721225" y="4586288"/>
          <p14:tracePt t="30073" x="4762500" y="4586288"/>
          <p14:tracePt t="30085" x="4783138" y="4586288"/>
          <p14:tracePt t="30096" x="4843463" y="4586288"/>
          <p14:tracePt t="30107" x="4891088" y="4586288"/>
          <p14:tracePt t="30118" x="4967288" y="4586288"/>
          <p14:tracePt t="30129" x="5027613" y="4586288"/>
          <p14:tracePt t="30141" x="5062538" y="4586288"/>
          <p14:tracePt t="30152" x="5122863" y="4586288"/>
          <p14:tracePt t="30166" x="5157788" y="4586288"/>
          <p14:tracePt t="30175" x="5218113" y="4586288"/>
          <p14:tracePt t="30186" x="5265738" y="4586288"/>
          <p14:tracePt t="30198" x="5292725" y="4586288"/>
          <p14:tracePt t="30209" x="5340350" y="4586288"/>
          <p14:tracePt t="30220" x="5367338" y="4586288"/>
          <p14:tracePt t="30232" x="5387975" y="4586288"/>
          <p14:tracePt t="30242" x="5422900" y="4586288"/>
          <p14:tracePt t="30253" x="5435600" y="4586288"/>
          <p14:tracePt t="30266" x="5449888" y="4586288"/>
          <p14:tracePt t="30276" x="5462588" y="4586288"/>
          <p14:tracePt t="30287" x="5483225" y="4586288"/>
          <p14:tracePt t="30300" x="5510213" y="4586288"/>
          <p14:tracePt t="30310" x="5524500" y="4586288"/>
          <p14:tracePt t="30321" x="5557838" y="4586288"/>
          <p14:tracePt t="30333" x="5586413" y="4586288"/>
          <p14:tracePt t="30343" x="5619750" y="4598988"/>
          <p14:tracePt t="30355" x="5667375" y="4598988"/>
          <p14:tracePt t="30366" x="5694363" y="4598988"/>
          <p14:tracePt t="30377" x="5741988" y="4598988"/>
          <p14:tracePt t="30389" x="5762625" y="4605338"/>
          <p14:tracePt t="30400" x="5810250" y="4605338"/>
          <p14:tracePt t="30411" x="5837238" y="4605338"/>
          <p14:tracePt t="30422" x="5857875" y="4605338"/>
          <p14:tracePt t="30434" x="5884863" y="4605338"/>
          <p14:tracePt t="30445" x="5899150" y="4605338"/>
          <p14:tracePt t="30456" x="5919788" y="4598988"/>
          <p14:tracePt t="30467" x="5932488" y="4598988"/>
          <p14:tracePt t="30478" x="5946775" y="4598988"/>
          <p14:tracePt t="30490" x="5959475" y="4598988"/>
          <p14:tracePt t="30501" x="5980113" y="4598988"/>
          <p14:tracePt t="30512" x="6007100" y="4598988"/>
          <p14:tracePt t="30523" x="6027738" y="4598988"/>
          <p14:tracePt t="30535" x="6042025" y="4598988"/>
          <p14:tracePt t="30546" x="6075363" y="4598988"/>
          <p14:tracePt t="30558" x="6089650" y="4598988"/>
          <p14:tracePt t="30569" x="6116638" y="4598988"/>
          <p14:tracePt t="30580" x="6137275" y="4598988"/>
          <p14:tracePt t="30591" x="6149975" y="4598988"/>
          <p14:tracePt t="30602" x="6176963" y="4598988"/>
          <p14:tracePt t="30625" x="6197600" y="4598988"/>
          <p14:tracePt t="30647" x="6211888" y="4598988"/>
          <p14:tracePt t="30658" x="6232525" y="4598988"/>
          <p14:tracePt t="30670" x="6245225" y="4598988"/>
          <p14:tracePt t="30682" x="6259513" y="4598988"/>
          <p14:tracePt t="30692" x="6286500" y="4598988"/>
          <p14:tracePt t="30703" x="6292850" y="4598988"/>
          <p14:tracePt t="30715" x="6307138" y="4598988"/>
          <p14:tracePt t="30726" x="6319838" y="4598988"/>
          <p14:tracePt t="30737" x="6334125" y="4598988"/>
          <p14:tracePt t="30759" x="6340475" y="4598988"/>
          <p14:tracePt t="30771" x="6354763" y="4598988"/>
          <p14:tracePt t="30783" x="6367463" y="4598988"/>
          <p14:tracePt t="30805" x="6381750" y="4598988"/>
          <p14:tracePt t="30838" x="6396038" y="4598988"/>
          <p14:tracePt t="30850" x="6402388" y="4598988"/>
          <p14:tracePt t="30861" x="6415088" y="4598988"/>
          <p14:tracePt t="30872" x="6443663" y="4598988"/>
          <p14:tracePt t="30884" x="6491288" y="4605338"/>
          <p14:tracePt t="30895" x="6538913" y="4605338"/>
          <p14:tracePt t="30906" x="6605588" y="4619625"/>
          <p14:tracePt t="30917" x="6667500" y="4646613"/>
          <p14:tracePt t="30928" x="6715125" y="4646613"/>
          <p14:tracePt t="30940" x="6729413" y="4652963"/>
          <p14:tracePt t="30951" x="6715125" y="4652963"/>
          <p14:tracePt t="31166" x="6742113" y="4646613"/>
          <p14:tracePt t="31176" x="6769100" y="4646613"/>
          <p14:tracePt t="31187" x="6824663" y="4646613"/>
          <p14:tracePt t="31199" x="6899275" y="4646613"/>
          <p14:tracePt t="31210" x="7042150" y="4652963"/>
          <p14:tracePt t="31221" x="7224713" y="4652963"/>
          <p14:tracePt t="31232" x="7415213" y="4652963"/>
          <p14:tracePt t="31244" x="7586663" y="4652963"/>
          <p14:tracePt t="31255" x="7796213" y="4652963"/>
          <p14:tracePt t="31266" x="7959725" y="4646613"/>
          <p14:tracePt t="31278" x="8129588" y="4633913"/>
          <p14:tracePt t="31289" x="8239125" y="4633913"/>
          <p14:tracePt t="31300" x="8375650" y="4633913"/>
          <p14:tracePt t="31311" x="8456613" y="4633913"/>
          <p14:tracePt t="31322" x="8531225" y="4633913"/>
          <p14:tracePt t="31334" x="8578850" y="4619625"/>
          <p14:tracePt t="31345" x="8613775" y="4619625"/>
          <p14:tracePt t="31356" x="8661400" y="4619625"/>
          <p14:tracePt t="31368" x="8701088" y="4619625"/>
          <p14:tracePt t="31378" x="8721725" y="4619625"/>
          <p14:tracePt t="31390" x="8769350" y="4619625"/>
          <p14:tracePt t="31402" x="8816975" y="4619625"/>
          <p14:tracePt t="31412" x="8872538" y="4619625"/>
          <p14:tracePt t="31423" x="8920163" y="4619625"/>
          <p14:tracePt t="31436" x="8967788" y="4619625"/>
          <p14:tracePt t="31446" x="9001125" y="4619625"/>
          <p14:tracePt t="31457" x="9048750" y="4619625"/>
          <p14:tracePt t="31469" x="9075738" y="4619625"/>
          <p14:tracePt t="31480" x="9110663" y="4619625"/>
          <p14:tracePt t="31491" x="9144000" y="4619625"/>
          <p14:tracePt t="31502" x="9170988" y="4619625"/>
          <p14:tracePt t="31513" x="9197975" y="4619625"/>
          <p14:tracePt t="31525" x="9232900" y="4619625"/>
          <p14:tracePt t="31537" x="9253538" y="4619625"/>
          <p14:tracePt t="31547" x="9293225" y="4619625"/>
          <p14:tracePt t="31558" x="9307513" y="4619625"/>
          <p14:tracePt t="31570" x="9340850" y="4619625"/>
          <p14:tracePt t="31582" x="9361488" y="4619625"/>
          <p14:tracePt t="31594" x="9375775" y="4619625"/>
          <p14:tracePt t="31604" x="9402763" y="4619625"/>
          <p14:tracePt t="31614" x="9423400" y="4619625"/>
          <p14:tracePt t="31626" x="9436100" y="4619625"/>
          <p14:tracePt t="31637" x="9463088" y="4619625"/>
          <p14:tracePt t="31648" x="9471025" y="4619625"/>
          <p14:tracePt t="31660" x="9483725" y="4619625"/>
          <p14:tracePt t="31671" x="9498013" y="4619625"/>
          <p14:tracePt t="31682" x="9510713" y="4619625"/>
          <p14:tracePt t="31693" x="9525000" y="4619625"/>
          <p14:tracePt t="31716" x="9531350" y="4619625"/>
          <p14:tracePt t="31727" x="9545638" y="4619625"/>
          <p14:tracePt t="32111" x="9558338" y="4667250"/>
          <p14:tracePt t="32111" x="9593263" y="4741863"/>
          <p14:tracePt t="32123" x="9736138" y="5033963"/>
          <p14:tracePt t="32133" x="9872663" y="5286375"/>
          <p14:tracePt t="32134" x="10007600" y="5565775"/>
          <p14:tracePt t="32144" x="10075863" y="5741988"/>
          <p14:tracePt t="32155" x="10164763" y="5953125"/>
          <p14:tracePt t="32166" x="10225088" y="6122988"/>
          <p14:tracePt t="32177" x="10245725" y="6253163"/>
          <p14:tracePt t="32190" x="10260013" y="6327775"/>
          <p14:tracePt t="32200" x="10245725" y="6388100"/>
          <p14:tracePt t="32211" x="10225088" y="6423025"/>
          <p14:tracePt t="32222" x="10171113" y="6456363"/>
          <p14:tracePt t="32233" x="10123488" y="6456363"/>
          <p14:tracePt t="32244" x="10055225" y="6456363"/>
          <p14:tracePt t="32257" x="9953625" y="6450013"/>
          <p14:tracePt t="32268" x="9844088" y="6435725"/>
          <p14:tracePt t="32279" x="9748838" y="6408738"/>
          <p14:tracePt t="32291" x="9605963" y="6361113"/>
          <p14:tracePt t="32301" x="9388475" y="6286500"/>
          <p14:tracePt t="32313" x="9110663" y="6205538"/>
          <p14:tracePt t="32324" x="8858250" y="6129338"/>
          <p14:tracePt t="32335" x="8497888" y="6048375"/>
          <p14:tracePt t="32347" x="8116888" y="5953125"/>
          <p14:tracePt t="32357" x="7796213" y="5891213"/>
          <p14:tracePt t="32368" x="7586663" y="5864225"/>
          <p14:tracePt t="32381" x="7361238" y="5843588"/>
          <p14:tracePt t="32391" x="7164388" y="5816600"/>
          <p14:tracePt t="32402" x="7007225" y="5795963"/>
          <p14:tracePt t="32415" x="6884988" y="5768975"/>
          <p14:tracePt t="32425" x="6708775" y="5741988"/>
          <p14:tracePt t="32436" x="6477000" y="5708650"/>
          <p14:tracePt t="32447" x="6232525" y="5688013"/>
          <p14:tracePt t="32458" x="6054725" y="5646738"/>
          <p14:tracePt t="32470" x="5795963" y="5626100"/>
          <p14:tracePt t="32481" x="5557838" y="5599113"/>
          <p14:tracePt t="32492" x="5375275" y="5578475"/>
          <p14:tracePt t="32503" x="5265738" y="5551488"/>
          <p14:tracePt t="32515" x="5157788" y="5524500"/>
          <p14:tracePt t="32526" x="5089525" y="5503863"/>
          <p14:tracePt t="32537" x="5041900" y="5476875"/>
          <p14:tracePt t="32549" x="5014913" y="5470525"/>
          <p14:tracePt t="32560" x="4979988" y="5443538"/>
          <p14:tracePt t="32571" x="4953000" y="5408613"/>
          <p14:tracePt t="32583" x="4932363" y="5367338"/>
          <p14:tracePt t="32593" x="4919663" y="5348288"/>
          <p14:tracePt t="32605" x="4891088" y="5307013"/>
          <p14:tracePt t="32616" x="4891088" y="5259388"/>
          <p14:tracePt t="32627" x="4891088" y="5211763"/>
          <p14:tracePt t="32639" x="4891088" y="5176838"/>
          <p14:tracePt t="32650" x="4905375" y="5129213"/>
          <p14:tracePt t="32661" x="4905375" y="5089525"/>
          <p14:tracePt t="32672" x="4919663" y="5054600"/>
          <p14:tracePt t="32684" x="4919663" y="5033963"/>
          <p14:tracePt t="32695" x="4932363" y="4994275"/>
          <p14:tracePt t="32707" x="4932363" y="4973638"/>
          <p14:tracePt t="32717" x="4938713" y="4946650"/>
          <p14:tracePt t="32729" x="4953000" y="4926013"/>
          <p14:tracePt t="32740" x="4953000" y="4911725"/>
          <p14:tracePt t="32751" x="4967288" y="4884738"/>
          <p14:tracePt t="32763" x="4967288" y="4872038"/>
          <p14:tracePt t="32773" x="4967288" y="4864100"/>
          <p14:tracePt t="32785" x="4953000" y="4851400"/>
          <p14:tracePt t="32807" x="4932363" y="4837113"/>
          <p14:tracePt t="32818" x="4891088" y="4824413"/>
          <p14:tracePt t="32831" x="4843463" y="4816475"/>
          <p14:tracePt t="32841" x="4776788" y="4803775"/>
          <p14:tracePt t="32852" x="4687888" y="4789488"/>
          <p14:tracePt t="32864" x="4613275" y="4789488"/>
          <p14:tracePt t="32875" x="4518025" y="4789488"/>
          <p14:tracePt t="32886" x="4422775" y="4816475"/>
          <p14:tracePt t="32897" x="4348163" y="4837113"/>
          <p14:tracePt t="32909" x="4286250" y="4864100"/>
          <p14:tracePt t="32920" x="4217988" y="4926013"/>
          <p14:tracePt t="32931" x="4143375" y="4994275"/>
          <p14:tracePt t="32942" x="4095750" y="5068888"/>
          <p14:tracePt t="32954" x="4062413" y="5129213"/>
          <p14:tracePt t="32965" x="4048125" y="5211763"/>
          <p14:tracePt t="32976" x="4033838" y="5300663"/>
          <p14:tracePt t="32988" x="4033838" y="5381625"/>
          <p14:tracePt t="32999" x="4033838" y="5429250"/>
          <p14:tracePt t="33010" x="4062413" y="5503863"/>
          <p14:tracePt t="33022" x="4081463" y="5578475"/>
          <p14:tracePt t="33033" x="4122738" y="5634038"/>
          <p14:tracePt t="33044" x="4157663" y="5673725"/>
          <p14:tracePt t="33055" x="4205288" y="5735638"/>
          <p14:tracePt t="33067" x="4279900" y="5795963"/>
          <p14:tracePt t="33077" x="4348163" y="5843588"/>
          <p14:tracePt t="33090" x="4408488" y="5878513"/>
          <p14:tracePt t="33100" x="4497388" y="5926138"/>
          <p14:tracePt t="33111" x="4592638" y="5959475"/>
          <p14:tracePt t="33122" x="4687888" y="6000750"/>
          <p14:tracePt t="33156" x="4762500" y="6021388"/>
          <p14:tracePt t="33160" x="4872038" y="6048375"/>
          <p14:tracePt t="33167" x="4986338" y="6081713"/>
          <p14:tracePt t="33172" x="5110163" y="6122988"/>
          <p14:tracePt t="33183" x="5265738" y="6157913"/>
          <p14:tracePt t="33191" x="5402263" y="6176963"/>
          <p14:tracePt t="33201" x="5592763" y="6218238"/>
          <p14:tracePt t="33215" x="5837238" y="6238875"/>
          <p14:tracePt t="33224" x="6007100" y="6265863"/>
          <p14:tracePt t="33235" x="6245225" y="6300788"/>
          <p14:tracePt t="33248" x="6497638" y="6340475"/>
          <p14:tracePt t="33257" x="6729413" y="6375400"/>
          <p14:tracePt t="33268" x="6884988" y="6396038"/>
          <p14:tracePt t="33281" x="7096125" y="6408738"/>
          <p14:tracePt t="33291" x="7286625" y="6423025"/>
          <p14:tracePt t="33302" x="7470775" y="6435725"/>
          <p14:tracePt t="33314" x="7586663" y="6423025"/>
          <p14:tracePt t="33325" x="7756525" y="6423025"/>
          <p14:tracePt t="33336" x="7878763" y="6408738"/>
          <p14:tracePt t="33349" x="8001000" y="6396038"/>
          <p14:tracePt t="33370" x="8096250" y="6388100"/>
          <p14:tracePt t="33371" x="8143875" y="6388100"/>
          <p14:tracePt t="33382" x="8218488" y="6375400"/>
          <p14:tracePt t="33392" x="8286750" y="6348413"/>
          <p14:tracePt t="33403" x="8361363" y="6340475"/>
          <p14:tracePt t="33416" x="8456613" y="6313488"/>
          <p14:tracePt t="33426" x="8566150" y="6286500"/>
          <p14:tracePt t="33438" x="8674100" y="6265863"/>
          <p14:tracePt t="33449" x="8736013" y="6238875"/>
          <p14:tracePt t="33460" x="8810625" y="6205538"/>
          <p14:tracePt t="33472" x="8872538" y="6170613"/>
          <p14:tracePt t="33483" x="8905875" y="6157913"/>
          <p14:tracePt t="33493" x="8939213" y="6129338"/>
          <p14:tracePt t="33505" x="8967788" y="6122988"/>
          <p14:tracePt t="33516" x="9001125" y="6096000"/>
          <p14:tracePt t="33527" x="9034463" y="6069013"/>
          <p14:tracePt t="33539" x="9075738" y="6048375"/>
          <p14:tracePt t="33550" x="9110663" y="6015038"/>
          <p14:tracePt t="33561" x="9144000" y="5973763"/>
          <p14:tracePt t="33573" x="9185275" y="5926138"/>
          <p14:tracePt t="33584" x="9205913" y="5891213"/>
          <p14:tracePt t="33594" x="9253538" y="5843588"/>
          <p14:tracePt t="33607" x="9293225" y="5795963"/>
          <p14:tracePt t="33618" x="9328150" y="5756275"/>
          <p14:tracePt t="33628" x="9355138" y="5721350"/>
          <p14:tracePt t="33640" x="9361488" y="5694363"/>
          <p14:tracePt t="33651" x="9388475" y="5646738"/>
          <p14:tracePt t="33663" x="9388475" y="5613400"/>
          <p14:tracePt t="33673" x="9402763" y="5578475"/>
          <p14:tracePt t="33685" x="9402763" y="5538788"/>
          <p14:tracePt t="33697" x="9402763" y="5503863"/>
          <p14:tracePt t="33707" x="9402763" y="5456238"/>
          <p14:tracePt t="33719" x="9388475" y="5414963"/>
          <p14:tracePt t="33731" x="9388475" y="5395913"/>
          <p14:tracePt t="33741" x="9388475" y="5367338"/>
          <p14:tracePt t="33752" x="9375775" y="5334000"/>
          <p14:tracePt t="33764" x="9375775" y="5307013"/>
          <p14:tracePt t="33775" x="9361488" y="5286375"/>
          <p14:tracePt t="33786" x="9340850" y="5253038"/>
          <p14:tracePt t="33797" x="9307513" y="5211763"/>
          <p14:tracePt t="33809" x="9245600" y="5164138"/>
          <p14:tracePt t="33820" x="9197975" y="5129213"/>
          <p14:tracePt t="33831" x="9123363" y="5089525"/>
          <p14:tracePt t="33842" x="9048750" y="5054600"/>
          <p14:tracePt t="33853" x="8980488" y="5021263"/>
          <p14:tracePt t="33865" x="8920163" y="4994275"/>
          <p14:tracePt t="33876" x="8810625" y="4946650"/>
          <p14:tracePt t="33888" x="8688388" y="4899025"/>
          <p14:tracePt t="33899" x="8531225" y="4851400"/>
          <p14:tracePt t="33910" x="8423275" y="4816475"/>
          <p14:tracePt t="33921" x="8266113" y="4762500"/>
          <p14:tracePt t="33933" x="8081963" y="4714875"/>
          <p14:tracePt t="33944" x="7905750" y="4667250"/>
          <p14:tracePt t="33955" x="7756525" y="4633913"/>
          <p14:tracePt t="33967" x="7566025" y="4572000"/>
          <p14:tracePt t="33977" x="7367588" y="4524375"/>
          <p14:tracePt t="33989" x="7205663" y="4491038"/>
          <p14:tracePt t="34000" x="7069138" y="4462463"/>
          <p14:tracePt t="34011" x="6884988" y="4435475"/>
          <p14:tracePt t="34023" x="6729413" y="4414838"/>
          <p14:tracePt t="34034" x="6572250" y="4402138"/>
          <p14:tracePt t="34045" x="6477000" y="4387850"/>
          <p14:tracePt t="34056" x="6340475" y="4387850"/>
          <p14:tracePt t="34067" x="6211888" y="4387850"/>
          <p14:tracePt t="34080" x="6054725" y="4387850"/>
          <p14:tracePt t="34090" x="5919788" y="4387850"/>
          <p14:tracePt t="34101" x="5741988" y="4387850"/>
          <p14:tracePt t="34113" x="5530850" y="4387850"/>
          <p14:tracePt t="34124" x="5340350" y="4387850"/>
          <p14:tracePt t="34135" x="5184775" y="4387850"/>
          <p14:tracePt t="34147" x="4979988" y="4387850"/>
          <p14:tracePt t="34157" x="4783138" y="4387850"/>
          <p14:tracePt t="34169" x="4605338" y="4387850"/>
          <p14:tracePt t="34181" x="4483100" y="4402138"/>
          <p14:tracePt t="34202" x="4313238" y="4429125"/>
          <p14:tracePt t="34205" x="4184650" y="4449763"/>
          <p14:tracePt t="34217" x="4081463" y="4476750"/>
          <p14:tracePt t="34227" x="3952875" y="4524375"/>
          <p14:tracePt t="34238" x="3830638" y="4586288"/>
          <p14:tracePt t="34249" x="3708400" y="4646613"/>
          <p14:tracePt t="34259" x="3598863" y="4714875"/>
          <p14:tracePt t="34270" x="3538538" y="4762500"/>
          <p14:tracePt t="34282" x="3455988" y="4837113"/>
          <p14:tracePt t="34292" x="3408363" y="4911725"/>
          <p14:tracePt t="34304" x="3375025" y="4973638"/>
          <p14:tracePt t="34315" x="3375025" y="5033963"/>
          <p14:tracePt t="34326" x="3375025" y="5081588"/>
          <p14:tracePt t="34337" x="3375025" y="5143500"/>
          <p14:tracePt t="34349" x="3381375" y="5191125"/>
          <p14:tracePt t="34359" x="3408363" y="5238750"/>
          <p14:tracePt t="34371" x="3429000" y="5286375"/>
          <p14:tracePt t="34382" x="3455988" y="5334000"/>
          <p14:tracePt t="34393" x="3503613" y="5395913"/>
          <p14:tracePt t="34405" x="3530600" y="5443538"/>
          <p14:tracePt t="34417" x="3586163" y="5503863"/>
          <p14:tracePt t="34427" x="3660775" y="5551488"/>
          <p14:tracePt t="34439" x="3721100" y="5599113"/>
          <p14:tracePt t="34450" x="3783013" y="5634038"/>
          <p14:tracePt t="34461" x="3857625" y="5688013"/>
          <p14:tracePt t="34472" x="3938588" y="5721350"/>
          <p14:tracePt t="34483" x="4033838" y="5768975"/>
          <p14:tracePt t="34495" x="4110038" y="5803900"/>
          <p14:tracePt t="34506" x="4217988" y="5851525"/>
          <p14:tracePt t="34517" x="4327525" y="5891213"/>
          <p14:tracePt t="34529" x="4422775" y="5926138"/>
          <p14:tracePt t="34540" x="4497388" y="5959475"/>
          <p14:tracePt t="34551" x="4605338" y="6000750"/>
          <p14:tracePt t="34563" x="4721225" y="6048375"/>
          <p14:tracePt t="34574" x="4843463" y="6096000"/>
          <p14:tracePt t="34585" x="4938713" y="6129338"/>
          <p14:tracePt t="34597" x="5095875" y="6176963"/>
          <p14:tracePt t="34608" x="5245100" y="6238875"/>
          <p14:tracePt t="34619" x="5402263" y="6300788"/>
          <p14:tracePt t="34631" x="5524500" y="6340475"/>
          <p14:tracePt t="34641" x="5681663" y="6388100"/>
          <p14:tracePt t="34652" x="5851525" y="6435725"/>
          <p14:tracePt t="34665" x="6027738" y="6470650"/>
          <p14:tracePt t="34675" x="6164263" y="6483350"/>
          <p14:tracePt t="34686" x="6340475" y="6497638"/>
          <p14:tracePt t="34698" x="6538913" y="6503988"/>
          <p14:tracePt t="34708" x="6742113" y="6518275"/>
          <p14:tracePt t="34720" x="6899275" y="6518275"/>
          <p14:tracePt t="34732" x="7116763" y="6545263"/>
          <p14:tracePt t="34742" x="7348538" y="6545263"/>
          <p14:tracePt t="34753" x="7566025" y="6545263"/>
          <p14:tracePt t="34765" x="7721600" y="6530975"/>
          <p14:tracePt t="34776" x="7912100" y="6503988"/>
          <p14:tracePt t="34788" x="8116888" y="6483350"/>
          <p14:tracePt t="34799" x="8334375" y="6435725"/>
          <p14:tracePt t="34810" x="8504238" y="6388100"/>
          <p14:tracePt t="34823" x="8763000" y="6300788"/>
          <p14:tracePt t="34833" x="8986838" y="6205538"/>
          <p14:tracePt t="34843" x="9170988" y="6110288"/>
          <p14:tracePt t="34855" x="9293225" y="6048375"/>
          <p14:tracePt t="34866" x="9388475" y="5959475"/>
          <p14:tracePt t="34877" x="9463088" y="5891213"/>
          <p14:tracePt t="34889" x="9510713" y="5843588"/>
          <p14:tracePt t="34911" x="9531350" y="5795963"/>
          <p14:tracePt t="34916" x="9545638" y="5756275"/>
          <p14:tracePt t="34923" x="9545638" y="5694363"/>
          <p14:tracePt t="34935" x="9545638" y="5661025"/>
          <p14:tracePt t="34945" x="9531350" y="5613400"/>
          <p14:tracePt t="34956" x="9510713" y="5565775"/>
          <p14:tracePt t="34968" x="9471025" y="5503863"/>
          <p14:tracePt t="34978" x="9436100" y="5456238"/>
          <p14:tracePt t="34990" x="9415463" y="5414963"/>
          <p14:tracePt t="35002" x="9375775" y="5381625"/>
          <p14:tracePt t="35014" x="9340850" y="5348288"/>
          <p14:tracePt t="35024" x="9307513" y="5319713"/>
          <p14:tracePt t="35035" x="9280525" y="5300663"/>
          <p14:tracePt t="35047" x="9218613" y="5272088"/>
          <p14:tracePt t="35057" x="9158288" y="5238750"/>
          <p14:tracePt t="35069" x="9063038" y="5197475"/>
          <p14:tracePt t="35081" x="8980488" y="5164138"/>
          <p14:tracePt t="35091" x="8843963" y="5129213"/>
          <p14:tracePt t="35102" x="8688388" y="5089525"/>
          <p14:tracePt t="35114" x="8518525" y="5041900"/>
          <p14:tracePt t="35125" x="8396288" y="5021263"/>
          <p14:tracePt t="35136" x="8218488" y="4979988"/>
          <p14:tracePt t="35148" x="8048625" y="4959350"/>
          <p14:tracePt t="35159" x="7878763" y="4946650"/>
          <p14:tracePt t="35170" x="7742238" y="4932363"/>
          <p14:tracePt t="35181" x="7566025" y="4926013"/>
          <p14:tracePt t="35192" x="7381875" y="4926013"/>
          <p14:tracePt t="35204" x="7212013" y="4911725"/>
          <p14:tracePt t="35215" x="7081838" y="4899025"/>
          <p14:tracePt t="35226" x="6884988" y="4884738"/>
          <p14:tracePt t="35248" x="6708775" y="4864100"/>
          <p14:tracePt t="35252" x="6524625" y="4837113"/>
          <p14:tracePt t="35265" x="6396038" y="4816475"/>
          <p14:tracePt t="35273" x="6211888" y="4803775"/>
          <p14:tracePt t="35284" x="6027738" y="4776788"/>
          <p14:tracePt t="35294" x="5884863" y="4762500"/>
          <p14:tracePt t="35305" x="5729288" y="4756150"/>
          <p14:tracePt t="35317" x="5619750" y="4756150"/>
          <p14:tracePt t="35327" x="5462588" y="4762500"/>
          <p14:tracePt t="35338" x="5327650" y="4762500"/>
          <p14:tracePt t="35350" x="5232400" y="4776788"/>
          <p14:tracePt t="35361" x="5095875" y="4789488"/>
          <p14:tracePt t="35373" x="4967288" y="4824413"/>
          <p14:tracePt t="35384" x="4843463" y="4851400"/>
          <p14:tracePt t="35395" x="4762500" y="4872038"/>
          <p14:tracePt t="35406" x="4640263" y="4926013"/>
          <p14:tracePt t="35418" x="4545013" y="4979988"/>
          <p14:tracePt t="35430" x="4449763" y="5033963"/>
          <p14:tracePt t="35440" x="4387850" y="5068888"/>
          <p14:tracePt t="35451" x="4340225" y="5129213"/>
          <p14:tracePt t="35463" x="4300538" y="5176838"/>
          <p14:tracePt t="35474" x="4279900" y="5211763"/>
          <p14:tracePt t="35485" x="4265613" y="5253038"/>
          <p14:tracePt t="35497" x="4252913" y="5286375"/>
          <p14:tracePt t="35507" x="4265613" y="5334000"/>
          <p14:tracePt t="35519" x="4279900" y="5381625"/>
          <p14:tracePt t="35531" x="4286250" y="5429250"/>
          <p14:tracePt t="35541" x="4327525" y="5491163"/>
          <p14:tracePt t="35552" x="4375150" y="5551488"/>
          <p14:tracePt t="35565" x="4422775" y="5613400"/>
          <p14:tracePt t="35575" x="4456113" y="5634038"/>
          <p14:tracePt t="35586" x="4518025" y="5688013"/>
          <p14:tracePt t="35598" x="4605338" y="5735638"/>
          <p14:tracePt t="35609" x="4700588" y="5768975"/>
          <p14:tracePt t="35620" x="4783138" y="5803900"/>
          <p14:tracePt t="35631" x="4932363" y="5864225"/>
          <p14:tracePt t="35642" x="5095875" y="5926138"/>
          <p14:tracePt t="35654" x="5280025" y="5986463"/>
          <p14:tracePt t="35665" x="5414963" y="6021388"/>
          <p14:tracePt t="35676" x="5592763" y="6069013"/>
          <p14:tracePt t="35688" x="5762625" y="6122988"/>
          <p14:tracePt t="35699" x="5932488" y="6143625"/>
          <p14:tracePt t="35710" x="6042025" y="6170613"/>
          <p14:tracePt t="35721" x="6176963" y="6176963"/>
          <p14:tracePt t="35733" x="6286500" y="6191250"/>
          <p14:tracePt t="35744" x="6396038" y="6191250"/>
          <p14:tracePt t="35755" x="6477000" y="6191250"/>
          <p14:tracePt t="35766" x="6599238" y="6191250"/>
          <p14:tracePt t="35777" x="6715125" y="6176963"/>
          <p14:tracePt t="35789" x="6837363" y="6170613"/>
          <p14:tracePt t="35800" x="6911975" y="6170613"/>
          <p14:tracePt t="35811" x="7034213" y="6170613"/>
          <p14:tracePt t="35822" x="7143750" y="6170613"/>
          <p14:tracePt t="35834" x="7253288" y="6170613"/>
          <p14:tracePt t="35845" x="7334250" y="6157913"/>
          <p14:tracePt t="35856" x="7456488" y="6157913"/>
          <p14:tracePt t="35867" x="7599363" y="6157913"/>
          <p14:tracePt t="35878" x="7756525" y="6143625"/>
          <p14:tracePt t="35890" x="7864475" y="6129338"/>
          <p14:tracePt t="35901" x="8007350" y="6110288"/>
          <p14:tracePt t="35916" x="8129588" y="6081713"/>
          <p14:tracePt t="35925" x="8239125" y="6062663"/>
          <p14:tracePt t="35935" x="8301038" y="6048375"/>
          <p14:tracePt t="35947" x="8375650" y="6015038"/>
          <p14:tracePt t="35957" x="8408988" y="6000750"/>
          <p14:tracePt t="35969" x="8443913" y="5973763"/>
          <p14:tracePt t="35981" x="8470900" y="5953125"/>
          <p14:tracePt t="35991" x="8497888" y="5911850"/>
          <p14:tracePt t="36002" x="8504238" y="5878513"/>
          <p14:tracePt t="36014" x="8531225" y="5843588"/>
          <p14:tracePt t="36025" x="8545513" y="5803900"/>
          <p14:tracePt t="36036" x="8551863" y="5756275"/>
          <p14:tracePt t="36048" x="8566150" y="5708650"/>
          <p14:tracePt t="36058" x="8578850" y="5661025"/>
          <p14:tracePt t="36070" x="8578850" y="5634038"/>
          <p14:tracePt t="36082" x="8578850" y="5599113"/>
          <p14:tracePt t="36092" x="8578850" y="5578475"/>
          <p14:tracePt t="36104" x="8578850" y="5538788"/>
          <p14:tracePt t="36115" x="8566150" y="5518150"/>
          <p14:tracePt t="36126" x="8551863" y="5491163"/>
          <p14:tracePt t="36137" x="8531225" y="5443538"/>
          <p14:tracePt t="36149" x="8483600" y="5408613"/>
          <p14:tracePt t="36160" x="8443913" y="5367338"/>
          <p14:tracePt t="36171" x="8388350" y="5334000"/>
          <p14:tracePt t="36183" x="8328025" y="5300663"/>
          <p14:tracePt t="36193" x="8266113" y="5253038"/>
          <p14:tracePt t="36205" x="8205788" y="5224463"/>
          <p14:tracePt t="36216" x="8116888" y="5176838"/>
          <p14:tracePt t="36227" x="8034338" y="5129213"/>
          <p14:tracePt t="36239" x="7926388" y="5081588"/>
          <p14:tracePt t="36250" x="7843838" y="5054600"/>
          <p14:tracePt t="36261" x="7694613" y="5006975"/>
          <p14:tracePt t="36273" x="7551738" y="4973638"/>
          <p14:tracePt t="36306" x="7381875" y="4926013"/>
          <p14:tracePt t="36310" x="7205663" y="4884738"/>
          <p14:tracePt t="36319" x="7069138" y="4872038"/>
          <p14:tracePt t="36321" x="6884988" y="4837113"/>
          <p14:tracePt t="36333" x="6708775" y="4816475"/>
          <p14:tracePt t="36341" x="6572250" y="4803775"/>
          <p14:tracePt t="36352" x="6402388" y="4776788"/>
          <p14:tracePt t="36364" x="6232525" y="4776788"/>
          <p14:tracePt t="36374" x="6075363" y="4776788"/>
          <p14:tracePt t="36385" x="5994400" y="4789488"/>
          <p14:tracePt t="36397" x="5872163" y="4824413"/>
          <p14:tracePt t="36407" x="5762625" y="4864100"/>
          <p14:tracePt t="36419" x="5681663" y="4911725"/>
          <p14:tracePt t="36431" x="5619750" y="4946650"/>
          <p14:tracePt t="36441" x="5530850" y="5006975"/>
          <p14:tracePt t="36452" x="5449888" y="5081588"/>
          <p14:tracePt t="36464" x="5375275" y="5149850"/>
          <p14:tracePt t="36475" x="5327650" y="5197475"/>
          <p14:tracePt t="36486" x="5280025" y="5272088"/>
          <p14:tracePt t="36498" x="5259388" y="5334000"/>
          <p14:tracePt t="36508" x="5245100" y="5381625"/>
          <p14:tracePt t="36520" x="5245100" y="5414963"/>
          <p14:tracePt t="36532" x="5245100" y="5456238"/>
          <p14:tracePt t="36542" x="5259388" y="5503863"/>
          <p14:tracePt t="36554" x="5292725" y="5551488"/>
          <p14:tracePt t="36565" x="5327650" y="5586413"/>
          <p14:tracePt t="36576" x="5367338" y="5613400"/>
          <p14:tracePt t="36587" x="5414963" y="5646738"/>
          <p14:tracePt t="36599" x="5476875" y="5688013"/>
          <p14:tracePt t="36610" x="5545138" y="5721350"/>
          <p14:tracePt t="36622" x="5592763" y="5735638"/>
          <p14:tracePt t="36633" x="5667375" y="5756275"/>
          <p14:tracePt t="36644" x="5741988" y="5795963"/>
          <p14:tracePt t="36655" x="5795963" y="5816600"/>
          <p14:tracePt t="36666" x="5851525" y="5830888"/>
          <p14:tracePt t="36677" x="5919788" y="5851525"/>
          <p14:tracePt t="36689" x="5980113" y="5878513"/>
          <p14:tracePt t="36700" x="6054725" y="5891213"/>
          <p14:tracePt t="36711" x="6102350" y="5905500"/>
          <p14:tracePt t="36723" x="6164263" y="5926138"/>
          <p14:tracePt t="36734" x="6232525" y="5938838"/>
          <p14:tracePt t="36745" x="6292850" y="5953125"/>
          <p14:tracePt t="36756" x="6340475" y="5959475"/>
          <p14:tracePt t="36767" x="6402388" y="5959475"/>
          <p14:tracePt t="36778" x="6477000" y="5959475"/>
          <p14:tracePt t="36790" x="6572250" y="5973763"/>
          <p14:tracePt t="36801" x="6661150" y="5973763"/>
          <p14:tracePt t="36813" x="6769100" y="5973763"/>
          <p14:tracePt t="36823" x="6884988" y="5959475"/>
          <p14:tracePt t="36835" x="7007225" y="5959475"/>
          <p14:tracePt t="36848" x="7102475" y="5959475"/>
          <p14:tracePt t="36857" x="7259638" y="5959475"/>
          <p14:tracePt t="36868" x="7443788" y="5959475"/>
          <p14:tracePt t="36881" x="7646988" y="5959475"/>
          <p14:tracePt t="36891" x="7804150" y="5953125"/>
          <p14:tracePt t="36902" x="8048625" y="5938838"/>
          <p14:tracePt t="36916" x="8286750" y="5926138"/>
          <p14:tracePt t="36925" x="8518525" y="5905500"/>
          <p14:tracePt t="36936" x="8688388" y="5878513"/>
          <p14:tracePt t="36948" x="8878888" y="5843588"/>
          <p14:tracePt t="36958" x="9034463" y="5803900"/>
          <p14:tracePt t="36970" x="9144000" y="5768975"/>
          <p14:tracePt t="36982" x="9197975" y="5756275"/>
          <p14:tracePt t="36992" x="9245600" y="5721350"/>
          <p14:tracePt t="37004" x="9253538" y="5694363"/>
          <p14:tracePt t="37015" x="9266238" y="5673725"/>
          <p14:tracePt t="37026" x="9266238" y="5646738"/>
          <p14:tracePt t="37037" x="9266238" y="5626100"/>
          <p14:tracePt t="37049" x="9266238" y="5586413"/>
          <p14:tracePt t="37059" x="9253538" y="5551488"/>
          <p14:tracePt t="37071" x="9253538" y="5524500"/>
          <p14:tracePt t="37083" x="9232900" y="5476875"/>
          <p14:tracePt t="37093" x="9185275" y="5429250"/>
          <p14:tracePt t="37105" x="9123363" y="5367338"/>
          <p14:tracePt t="37116" x="9063038" y="5319713"/>
          <p14:tracePt t="37127" x="8953500" y="5238750"/>
          <p14:tracePt t="37139" x="8831263" y="5164138"/>
          <p14:tracePt t="37150" x="8701088" y="5089525"/>
          <p14:tracePt t="37161" x="8605838" y="5041900"/>
          <p14:tracePt t="37173" x="8456613" y="4979988"/>
          <p14:tracePt t="37184" x="8313738" y="4926013"/>
          <p14:tracePt t="37194" x="8158163" y="4864100"/>
          <p14:tracePt t="37206" x="8034338" y="4824413"/>
          <p14:tracePt t="37217" x="7878763" y="4789488"/>
          <p14:tracePt t="37230" x="7735888" y="4762500"/>
          <p14:tracePt t="37240" x="7586663" y="4741863"/>
          <p14:tracePt t="37251" x="7504113" y="4741863"/>
          <p14:tracePt t="37263" x="7381875" y="4729163"/>
          <p14:tracePt t="37274" x="7272338" y="4714875"/>
          <p14:tracePt t="37285" x="7129463" y="4714875"/>
          <p14:tracePt t="37297" x="7034213" y="4714875"/>
          <p14:tracePt t="37307" x="6911975" y="4729163"/>
          <p14:tracePt t="37319" x="6789738" y="4741863"/>
          <p14:tracePt t="37352" x="6694488" y="4756150"/>
          <p14:tracePt t="37356" x="6619875" y="4762500"/>
          <p14:tracePt t="37367" x="6551613" y="4776788"/>
          <p14:tracePt t="37369" x="6477000" y="4803775"/>
          <p14:tracePt t="37377" x="6429375" y="4824413"/>
          <p14:tracePt t="37387" x="6354763" y="4864100"/>
          <p14:tracePt t="37400" x="6286500" y="4899025"/>
          <p14:tracePt t="37409" x="6232525" y="4932363"/>
          <p14:tracePt t="37420" x="6176963" y="4973638"/>
          <p14:tracePt t="37432" x="6137275" y="5006975"/>
          <p14:tracePt t="37442" x="6102350" y="5054600"/>
          <p14:tracePt t="37454" x="6054725" y="5116513"/>
          <p14:tracePt t="37465" x="6015038" y="5176838"/>
          <p14:tracePt t="37476" x="6007100" y="5211763"/>
          <p14:tracePt t="37488" x="5980113" y="5253038"/>
          <p14:tracePt t="37499" x="5980113" y="5286375"/>
          <p14:tracePt t="37510" x="5967413" y="5319713"/>
          <p14:tracePt t="37521" x="5967413" y="5348288"/>
          <p14:tracePt t="37532" x="5980113" y="5381625"/>
          <p14:tracePt t="37544" x="5994400" y="5414963"/>
          <p14:tracePt t="37555" x="6007100" y="5470525"/>
          <p14:tracePt t="37566" x="6027738" y="5491163"/>
          <p14:tracePt t="37577" x="6069013" y="5524500"/>
          <p14:tracePt t="37589" x="6102350" y="5565775"/>
          <p14:tracePt t="37600" x="6137275" y="5586413"/>
          <p14:tracePt t="37611" x="6176963" y="5599113"/>
          <p14:tracePt t="37622" x="6211888" y="5626100"/>
          <p14:tracePt t="37634" x="6259513" y="5634038"/>
          <p14:tracePt t="37645" x="6292850" y="5646738"/>
          <p14:tracePt t="37656" x="6319838" y="5661025"/>
          <p14:tracePt t="37667" x="6340475" y="5661025"/>
          <p14:tracePt t="37678" x="6367463" y="5661025"/>
          <p14:tracePt t="37690" x="6396038" y="5673725"/>
          <p14:tracePt t="37701" x="6402388" y="5673725"/>
          <p14:tracePt t="37723" x="6415088" y="5673725"/>
          <p14:tracePt t="38658" x="6402388" y="5673725"/>
          <p14:tracePt t="38679" x="6396038" y="5673725"/>
          <p14:tracePt t="38691" x="6367463" y="5673725"/>
          <p14:tracePt t="38702" x="6340475" y="5673725"/>
          <p14:tracePt t="38713" x="6334125" y="5673725"/>
          <p14:tracePt t="38994" x="6319838" y="5646738"/>
          <p14:tracePt t="39006" x="6286500" y="5634038"/>
          <p14:tracePt t="39017" x="6224588" y="5599113"/>
          <p14:tracePt t="39028" x="6149975" y="5565775"/>
          <p14:tracePt t="39040" x="5994400" y="5518150"/>
          <p14:tracePt t="39052" x="5810250" y="5429250"/>
          <p14:tracePt t="39062" x="5572125" y="5348288"/>
          <p14:tracePt t="39073" x="5354638" y="5259388"/>
          <p14:tracePt t="39085" x="4986338" y="5143500"/>
          <p14:tracePt t="39096" x="4640263" y="5021263"/>
          <p14:tracePt t="39108" x="4184650" y="4872038"/>
          <p14:tracePt t="39119" x="3878263" y="4789488"/>
          <p14:tracePt t="39130" x="3443288" y="4667250"/>
          <p14:tracePt t="39141" x="3054350" y="4557713"/>
          <p14:tracePt t="39152" x="2836863" y="4497388"/>
          <p14:tracePt t="39163" x="2586038" y="4429125"/>
          <p14:tracePt t="39175" x="2455863" y="4387850"/>
          <p14:tracePt t="39186" x="2306638" y="4354513"/>
          <p14:tracePt t="39197" x="2211388" y="4340225"/>
          <p14:tracePt t="39209" x="2176463" y="4327525"/>
          <p14:tracePt t="39220" x="2149475" y="4327525"/>
          <p14:tracePt t="39231" x="2136775" y="4340225"/>
          <p14:tracePt t="39253" x="2128838" y="4340225"/>
          <p14:tracePt t="39265" x="2128838" y="4354513"/>
          <p14:tracePt t="39276" x="2116138" y="4367213"/>
          <p14:tracePt t="39287" x="2116138" y="4381500"/>
          <p14:tracePt t="39299" x="2101850" y="4387850"/>
          <p14:tracePt t="39310" x="2089150" y="4414838"/>
          <p14:tracePt t="39321" x="2074863" y="4429125"/>
          <p14:tracePt t="39333" x="2068513" y="4435475"/>
          <p14:tracePt t="39343" x="2068513" y="4462463"/>
          <p14:tracePt t="39355" x="2054225" y="4476750"/>
          <p14:tracePt t="39366" x="2068513" y="4497388"/>
          <p14:tracePt t="39377" x="2074863" y="4538663"/>
          <p14:tracePt t="39389" x="2116138" y="4557713"/>
          <p14:tracePt t="39400" x="2184400" y="4598988"/>
          <p14:tracePt t="39411" x="2306638" y="4646613"/>
          <p14:tracePt t="39422" x="2443163" y="4681538"/>
          <p14:tracePt t="39444" x="2551113" y="4708525"/>
          <p14:tracePt t="39451" x="2693988" y="4729163"/>
          <p14:tracePt t="39456" x="2803525" y="4756150"/>
          <p14:tracePt t="39469" x="2884488" y="4756150"/>
          <p14:tracePt t="39479" x="2925763" y="4762500"/>
          <p14:tracePt t="39491" x="2946400" y="4762500"/>
          <p14:tracePt t="39502" x="2946400" y="4756150"/>
          <p14:tracePt t="39523" x="2938463" y="4741863"/>
          <p14:tracePt t="39535" x="2898775" y="4729163"/>
          <p14:tracePt t="39546" x="2836863" y="4708525"/>
          <p14:tracePt t="39557" x="2755900" y="4681538"/>
          <p14:tracePt t="39569" x="2667000" y="4667250"/>
          <p14:tracePt t="39579" x="2571750" y="4652963"/>
          <p14:tracePt t="39591" x="2476500" y="4652963"/>
          <p14:tracePt t="39602" x="2401888" y="4667250"/>
          <p14:tracePt t="39613" x="2366963" y="4681538"/>
          <p14:tracePt t="39625" x="2333625" y="4714875"/>
          <p14:tracePt t="39636" x="2306638" y="4762500"/>
          <p14:tracePt t="39647" x="2306638" y="4803775"/>
          <p14:tracePt t="39659" x="2306638" y="4837113"/>
          <p14:tracePt t="39670" x="2347913" y="4884738"/>
          <p14:tracePt t="39681" x="2395538" y="4932363"/>
          <p14:tracePt t="39693" x="2455863" y="4973638"/>
          <p14:tracePt t="39704" x="2503488" y="4994275"/>
          <p14:tracePt t="39715" x="2565400" y="5021263"/>
          <p14:tracePt t="39726" x="2633663" y="5021263"/>
          <p14:tracePt t="39738" x="2693988" y="5021263"/>
          <p14:tracePt t="39750" x="2741613" y="5021263"/>
          <p14:tracePt t="39760" x="2789238" y="4994275"/>
          <p14:tracePt t="39771" x="2830513" y="4973638"/>
          <p14:tracePt t="39783" x="2836863" y="4946650"/>
          <p14:tracePt t="39793" x="2851150" y="4926013"/>
          <p14:tracePt t="39805" x="2836863" y="4899025"/>
          <p14:tracePt t="39817" x="2803525" y="4872038"/>
          <p14:tracePt t="39827" x="2741613" y="4864100"/>
          <p14:tracePt t="39839" x="2681288" y="4851400"/>
          <p14:tracePt t="39850" x="2571750" y="4837113"/>
          <p14:tracePt t="39861" x="2455863" y="4851400"/>
          <p14:tracePt t="39872" x="2354263" y="4872038"/>
          <p14:tracePt t="39884" x="2292350" y="4899025"/>
          <p14:tracePt t="39895" x="2238375" y="4932363"/>
          <p14:tracePt t="39906" x="2211388" y="4979988"/>
          <p14:tracePt t="39918" x="2197100" y="5006975"/>
          <p14:tracePt t="39928" x="2197100" y="5033963"/>
          <p14:tracePt t="39940" x="2224088" y="5081588"/>
          <p14:tracePt t="39951" x="2259013" y="5116513"/>
          <p14:tracePt t="39962" x="2333625" y="5149850"/>
          <p14:tracePt t="39974" x="2428875" y="5191125"/>
          <p14:tracePt t="39985" x="2509838" y="5197475"/>
          <p14:tracePt t="39996" x="2646363" y="5211763"/>
          <p14:tracePt t="40008" x="2789238" y="5211763"/>
          <p14:tracePt t="40019" x="2898775" y="5197475"/>
          <p14:tracePt t="40030" x="3006725" y="5164138"/>
          <p14:tracePt t="40042" x="3068638" y="5143500"/>
          <p14:tracePt t="40052" x="3101975" y="5102225"/>
          <p14:tracePt t="40064" x="3116263" y="5081588"/>
          <p14:tracePt t="40075" x="3101975" y="5054600"/>
          <p14:tracePt t="40086" x="3068638" y="5033963"/>
          <p14:tracePt t="40097" x="2986088" y="5006975"/>
          <p14:tracePt t="40108" x="2884488" y="4994275"/>
          <p14:tracePt t="40120" x="2708275" y="4979988"/>
          <p14:tracePt t="40131" x="2524125" y="4994275"/>
          <p14:tracePt t="40142" x="2354263" y="5021263"/>
          <p14:tracePt t="40154" x="2211388" y="5081588"/>
          <p14:tracePt t="40166" x="2128838" y="5143500"/>
          <p14:tracePt t="40176" x="2041525" y="5253038"/>
          <p14:tracePt t="40187" x="2006600" y="5360988"/>
          <p14:tracePt t="40200" x="2020888" y="5470525"/>
          <p14:tracePt t="40209" x="2054225" y="5551488"/>
          <p14:tracePt t="40221" x="2163763" y="5688013"/>
          <p14:tracePt t="40233" x="2306638" y="5816600"/>
          <p14:tracePt t="40244" x="2476500" y="5938838"/>
          <p14:tracePt t="40255" x="2619375" y="6000750"/>
          <p14:tracePt t="40267" x="2830513" y="6062663"/>
          <p14:tracePt t="40277" x="3033713" y="6081713"/>
          <p14:tracePt t="40289" x="3224213" y="6081713"/>
          <p14:tracePt t="40300" x="3319463" y="6069013"/>
          <p14:tracePt t="40311" x="3408363" y="6034088"/>
          <p14:tracePt t="40322" x="3443288" y="6000750"/>
          <p14:tracePt t="40334" x="3455988" y="5959475"/>
          <p14:tracePt t="40345" x="3443288" y="5926138"/>
          <p14:tracePt t="40356" x="3395663" y="5851525"/>
          <p14:tracePt t="40367" x="3286125" y="5795963"/>
          <p14:tracePt t="40379" x="3143250" y="5735638"/>
          <p14:tracePt t="40391" x="3006725" y="5694363"/>
          <p14:tracePt t="40402" x="2830513" y="5673725"/>
          <p14:tracePt t="40412" x="2646363" y="5673725"/>
          <p14:tracePt t="40424" x="2509838" y="5708650"/>
          <p14:tracePt t="40435" x="2443163" y="5756275"/>
          <p14:tracePt t="40446" x="2395538" y="5830888"/>
          <p14:tracePt t="40458" x="2354263" y="5905500"/>
          <p14:tracePt t="40469" x="2354263" y="5953125"/>
          <p14:tracePt t="40491" x="2381250" y="5986463"/>
          <p14:tracePt t="40495" x="2401888" y="6021388"/>
          <p14:tracePt t="40503" x="2455863" y="6062663"/>
          <p14:tracePt t="40516" x="2524125" y="6069013"/>
          <p14:tracePt t="40526" x="2598738" y="6081713"/>
          <p14:tracePt t="40537" x="2681288" y="6081713"/>
          <p14:tracePt t="40547" x="2768600" y="6069013"/>
          <p14:tracePt t="40559" x="2863850" y="6062663"/>
          <p14:tracePt t="40570" x="2946400" y="6034088"/>
          <p14:tracePt t="40581" x="3048000" y="5986463"/>
          <p14:tracePt t="40593" x="3128963" y="5938838"/>
          <p14:tracePt t="40603" x="3176588" y="5878513"/>
          <p14:tracePt t="40616" x="3190875" y="5843588"/>
          <p14:tracePt t="40626" x="3190875" y="5795963"/>
          <p14:tracePt t="40638" x="3157538" y="5741988"/>
          <p14:tracePt t="40649" x="3081338" y="5694363"/>
          <p14:tracePt t="40660" x="2994025" y="5661025"/>
          <p14:tracePt t="40671" x="2816225" y="5586413"/>
          <p14:tracePt t="40684" x="2613025" y="5524500"/>
          <p14:tracePt t="40693" x="2395538" y="5476875"/>
          <p14:tracePt t="40705" x="2244725" y="5476875"/>
          <p14:tracePt t="40717" x="2089150" y="5491163"/>
          <p14:tracePt t="40727" x="1993900" y="5524500"/>
          <p14:tracePt t="40738" x="1931988" y="5578475"/>
          <p14:tracePt t="40750" x="1898650" y="5613400"/>
          <p14:tracePt t="40761" x="1884363" y="5673725"/>
          <p14:tracePt t="40772" x="1871663" y="5721350"/>
          <p14:tracePt t="40784" x="1898650" y="5768975"/>
          <p14:tracePt t="40795" x="1919288" y="5795963"/>
          <p14:tracePt t="40807" x="1979613" y="5843588"/>
          <p14:tracePt t="40818" x="2054225" y="5878513"/>
          <p14:tracePt t="40828" x="2163763" y="5911850"/>
          <p14:tracePt t="40840" x="2244725" y="5926138"/>
          <p14:tracePt t="40851" x="2401888" y="5938838"/>
          <p14:tracePt t="40862" x="2571750" y="5938838"/>
          <p14:tracePt t="40874" x="2755900" y="5911850"/>
          <p14:tracePt t="40885" x="2884488" y="5891213"/>
          <p14:tracePt t="40896" x="3021013" y="5830888"/>
          <p14:tracePt t="40908" x="3101975" y="5783263"/>
          <p14:tracePt t="40919" x="3143250" y="5721350"/>
          <p14:tracePt t="40930" x="3157538" y="5688013"/>
          <p14:tracePt t="40942" x="3143250" y="5646738"/>
          <p14:tracePt t="40953" x="3101975" y="5613400"/>
          <p14:tracePt t="40964" x="3006725" y="5565775"/>
          <p14:tracePt t="40975" x="2925763" y="5524500"/>
          <p14:tracePt t="40986" x="2776538" y="5491163"/>
          <p14:tracePt t="40997" x="2633663" y="5456238"/>
          <p14:tracePt t="41009" x="2524125" y="5456238"/>
          <p14:tracePt t="41020" x="2462213" y="5476875"/>
          <p14:tracePt t="41031" x="2381250" y="5524500"/>
          <p14:tracePt t="41042" x="2292350" y="5613400"/>
          <p14:tracePt t="41054" x="2238375" y="5688013"/>
          <p14:tracePt t="41066" x="2224088" y="5735638"/>
          <p14:tracePt t="41076" x="2211388" y="5795963"/>
          <p14:tracePt t="41088" x="2238375" y="5843588"/>
          <p14:tracePt t="41100" x="2271713" y="5891213"/>
          <p14:tracePt t="41110" x="2306638" y="5911850"/>
          <p14:tracePt t="41121" x="2381250" y="5938838"/>
          <p14:tracePt t="41133" x="2455863" y="5953125"/>
          <p14:tracePt t="41144" x="2509838" y="5953125"/>
          <p14:tracePt t="41155" x="2571750" y="5953125"/>
          <p14:tracePt t="41167" x="2646363" y="5926138"/>
          <p14:tracePt t="41177" x="2720975" y="5891213"/>
          <p14:tracePt t="41189" x="2803525" y="5843588"/>
          <p14:tracePt t="41200" x="2863850" y="5795963"/>
          <p14:tracePt t="41211" x="2946400" y="5694363"/>
          <p14:tracePt t="41223" x="3006725" y="5599113"/>
          <p14:tracePt t="41234" x="3048000" y="5518150"/>
          <p14:tracePt t="41245" x="3054350" y="5443538"/>
          <p14:tracePt t="41256" x="3054350" y="5381625"/>
          <p14:tracePt t="41268" x="3048000" y="5319713"/>
          <p14:tracePt t="41278" x="3006725" y="5259388"/>
          <p14:tracePt t="41290" x="2986088" y="5224463"/>
          <p14:tracePt t="41301" x="2946400" y="5176838"/>
          <p14:tracePt t="41312" x="2898775" y="5129213"/>
          <p14:tracePt t="41324" x="2863850" y="5089525"/>
          <p14:tracePt t="41335" x="2830513" y="5081588"/>
          <p14:tracePt t="41346" x="2789238" y="5068888"/>
          <p14:tracePt t="41358" x="2768600" y="5054600"/>
          <p14:tracePt t="41369" x="2741613" y="5041900"/>
          <p14:tracePt t="41380" x="2728913" y="5041900"/>
          <p14:tracePt t="41391" x="2720975" y="5041900"/>
          <p14:tracePt t="41402" x="2693988" y="5041900"/>
          <p14:tracePt t="41414" x="2667000" y="5054600"/>
          <p14:tracePt t="41425" x="2646363" y="5068888"/>
          <p14:tracePt t="41436" x="2613025" y="5089525"/>
          <p14:tracePt t="41447" x="2571750" y="5143500"/>
          <p14:tracePt t="41459" x="2551113" y="5176838"/>
          <p14:tracePt t="41470" x="2538413" y="5197475"/>
          <p14:tracePt t="41481" x="2538413" y="5224463"/>
          <p14:tracePt t="41493" x="2538413" y="5253038"/>
          <p14:tracePt t="41503" x="2565400" y="5272088"/>
          <p14:tracePt t="41516" x="2598738" y="5286375"/>
          <p14:tracePt t="41548" x="2660650" y="5300663"/>
          <p14:tracePt t="41551" x="2720975" y="5300663"/>
          <p14:tracePt t="41562" x="2789238" y="5300663"/>
          <p14:tracePt t="41563" x="2836863" y="5300663"/>
          <p14:tracePt t="41573" x="2911475" y="5286375"/>
          <p14:tracePt t="41584" x="2986088" y="5253038"/>
          <p14:tracePt t="41593" x="3048000" y="5211763"/>
          <p14:tracePt t="41605" x="3095625" y="5176838"/>
          <p14:tracePt t="41617" x="3116263" y="5116513"/>
          <p14:tracePt t="41627" x="3143250" y="5041900"/>
          <p14:tracePt t="41638" x="3143250" y="4973638"/>
          <p14:tracePt t="41650" x="3128963" y="4911725"/>
          <p14:tracePt t="41661" x="3095625" y="4864100"/>
          <p14:tracePt t="41672" x="3048000" y="4824413"/>
          <p14:tracePt t="41684" x="2959100" y="4789488"/>
          <p14:tracePt t="41695" x="2898775" y="4762500"/>
          <p14:tracePt t="41706" x="2816225" y="4756150"/>
          <p14:tracePt t="41718" x="2741613" y="4756150"/>
          <p14:tracePt t="41729" x="2693988" y="4762500"/>
          <p14:tracePt t="41741" x="2681288" y="4789488"/>
          <p14:tracePt t="41752" x="2660650" y="4824413"/>
          <p14:tracePt t="41762" x="2633663" y="4884738"/>
          <p14:tracePt t="41774" x="2613025" y="4973638"/>
          <p14:tracePt t="41785" x="2613025" y="5033963"/>
          <p14:tracePt t="41796" x="2633663" y="5102225"/>
          <p14:tracePt t="41808" x="2681288" y="5176838"/>
          <p14:tracePt t="41819" x="2755900" y="5238750"/>
          <p14:tracePt t="41830" x="2816225" y="5272088"/>
          <p14:tracePt t="41841" x="2898775" y="5307013"/>
          <p14:tracePt t="41852" x="2973388" y="5319713"/>
          <p14:tracePt t="41863" x="3048000" y="5319713"/>
          <p14:tracePt t="41875" x="3081338" y="5319713"/>
          <p14:tracePt t="41886" x="3101975" y="5307013"/>
          <p14:tracePt t="41897" x="3116263" y="5300663"/>
          <p14:tracePt t="41909" x="3116263" y="5272088"/>
          <p14:tracePt t="41920" x="3116263" y="5259388"/>
          <p14:tracePt t="41931" x="3081338" y="5224463"/>
          <p14:tracePt t="41943" x="3021013" y="5197475"/>
          <p14:tracePt t="41954" x="2911475" y="5176838"/>
          <p14:tracePt t="41966" x="2803525" y="5176838"/>
          <p14:tracePt t="41976" x="2646363" y="5197475"/>
          <p14:tracePt t="41987" x="2490788" y="5272088"/>
          <p14:tracePt t="42000" x="2347913" y="5360988"/>
          <p14:tracePt t="42010" x="2271713" y="5429250"/>
          <p14:tracePt t="42021" x="2224088" y="5503863"/>
          <p14:tracePt t="42034" x="2211388" y="5578475"/>
          <p14:tracePt t="42044" x="2211388" y="5634038"/>
          <p14:tracePt t="42055" x="2238375" y="5688013"/>
          <p14:tracePt t="42067" x="2286000" y="5741988"/>
          <p14:tracePt t="42077" x="2347913" y="5783263"/>
          <p14:tracePt t="42088" x="2401888" y="5803900"/>
          <p14:tracePt t="42100" x="2443163" y="5816600"/>
          <p14:tracePt t="42111" x="2503488" y="5816600"/>
          <p14:tracePt t="42122" x="2565400" y="5816600"/>
          <p14:tracePt t="42134" x="2619375" y="5803900"/>
          <p14:tracePt t="42145" x="2660650" y="5795963"/>
          <p14:tracePt t="42156" x="2693988" y="5756275"/>
          <p14:tracePt t="42168" x="2720975" y="5741988"/>
          <p14:tracePt t="42178" x="2720975" y="5735638"/>
          <p14:tracePt t="42190" x="2720975" y="5721350"/>
          <p14:tracePt t="42201" x="2693988" y="5721350"/>
          <p14:tracePt t="42212" x="2660650" y="5721350"/>
          <p14:tracePt t="42224" x="2613025" y="5721350"/>
          <p14:tracePt t="42235" x="2586038" y="5721350"/>
          <p14:tracePt t="42246" x="2565400" y="5735638"/>
          <p14:tracePt t="42258" x="2538413" y="5735638"/>
          <p14:tracePt t="42269" x="2538413" y="5741988"/>
          <p14:tracePt t="42279" x="2524125" y="5756275"/>
          <p14:tracePt t="42302" x="2524125" y="5768975"/>
          <p14:tracePt t="42335" x="2538413" y="5768975"/>
          <p14:tracePt t="42347" x="2538413" y="5783263"/>
          <p14:tracePt t="42358" x="2551113" y="5783263"/>
          <p14:tracePt t="42370" x="2565400" y="5783263"/>
          <p14:tracePt t="42381" x="2571750" y="5783263"/>
          <p14:tracePt t="42392" x="2598738" y="5783263"/>
          <p14:tracePt t="42404" x="2619375" y="5783263"/>
          <p14:tracePt t="42416" x="2660650" y="5783263"/>
          <p14:tracePt t="42426" x="2708275" y="5783263"/>
          <p14:tracePt t="42437" x="2776538" y="5783263"/>
          <p14:tracePt t="42449" x="2884488" y="5783263"/>
          <p14:tracePt t="42460" x="2973388" y="5783263"/>
          <p14:tracePt t="42472" x="3068638" y="5783263"/>
          <p14:tracePt t="42483" x="3143250" y="5783263"/>
          <p14:tracePt t="42494" x="3163888" y="5783263"/>
          <p14:tracePt t="42708" x="3163888" y="5816600"/>
          <p14:tracePt t="42719" x="3176588" y="5803900"/>
          <p14:tracePt t="42729" x="3211513" y="5795963"/>
          <p14:tracePt t="42742" x="3271838" y="5768975"/>
          <p14:tracePt t="42753" x="3333750" y="5735638"/>
          <p14:tracePt t="42764" x="3381375" y="5694363"/>
          <p14:tracePt t="42775" x="3503613" y="5599113"/>
          <p14:tracePt t="42786" x="3586163" y="5518150"/>
          <p14:tracePt t="42797" x="3748088" y="5360988"/>
          <p14:tracePt t="42808" x="3938588" y="5164138"/>
          <p14:tracePt t="42820" x="4075113" y="5033963"/>
          <p14:tracePt t="42831" x="4217988" y="4864100"/>
          <p14:tracePt t="42842" x="4300538" y="4762500"/>
          <p14:tracePt t="42854" x="4395788" y="4646613"/>
          <p14:tracePt t="42865" x="4449763" y="4572000"/>
          <p14:tracePt t="42876" x="4470400" y="4538663"/>
          <p14:tracePt t="42887" x="4497388" y="4491038"/>
          <p14:tracePt t="42899" x="4497388" y="4462463"/>
          <p14:tracePt t="42911" x="4497388" y="4435475"/>
          <p14:tracePt t="42921" x="4497388" y="4429125"/>
          <p14:tracePt t="42933" x="4497388" y="4414838"/>
          <p14:tracePt t="42989" x="4497388" y="4435475"/>
          <p14:tracePt t="43000" x="4497388" y="4462463"/>
          <p14:tracePt t="43011" x="4497388" y="4491038"/>
          <p14:tracePt t="43022" x="4503738" y="4524375"/>
          <p14:tracePt t="43033" x="4518025" y="4557713"/>
          <p14:tracePt t="43045" x="4530725" y="4598988"/>
          <p14:tracePt t="43056" x="4530725" y="4633913"/>
          <p14:tracePt t="43067" x="4545013" y="4667250"/>
          <p14:tracePt t="43079" x="4557713" y="4708525"/>
          <p14:tracePt t="43089" x="4557713" y="4729163"/>
          <p14:tracePt t="43101" x="4557713" y="4741863"/>
          <p14:tracePt t="43113" x="4557713" y="4756150"/>
          <p14:tracePt t="43235" x="4565650" y="4756150"/>
          <p14:tracePt t="43269" x="4565650" y="4762500"/>
          <p14:tracePt t="43303" x="4557713" y="4762500"/>
          <p14:tracePt t="43314" x="4557713" y="4776788"/>
          <p14:tracePt t="43337" x="4545013" y="4789488"/>
          <p14:tracePt t="43348" x="4530725" y="4803775"/>
          <p14:tracePt t="43360" x="4518025" y="4816475"/>
          <p14:tracePt t="43372" x="4518025" y="4824413"/>
          <p14:tracePt t="43383" x="4503738" y="4851400"/>
          <p14:tracePt t="43394" x="4503738" y="4872038"/>
          <p14:tracePt t="43406" x="4518025" y="4911725"/>
          <p14:tracePt t="43416" x="4530725" y="4946650"/>
          <p14:tracePt t="43427" x="4578350" y="4979988"/>
          <p14:tracePt t="43439" x="4640263" y="5021263"/>
          <p14:tracePt t="43450" x="4714875" y="5068888"/>
          <p14:tracePt t="43461" x="4783138" y="5089525"/>
          <p14:tracePt t="43473" x="4872038" y="5143500"/>
          <p14:tracePt t="43484" x="4919663" y="5164138"/>
          <p14:tracePt t="43495" x="4938713" y="5164138"/>
          <p14:tracePt t="43507" x="4953000" y="5176838"/>
          <p14:tracePt t="43517" x="4938713" y="5191125"/>
          <p14:tracePt t="43845" x="4953000" y="5191125"/>
          <p14:tracePt t="43855" x="4967288" y="5191125"/>
          <p14:tracePt t="43866" x="4986338" y="5191125"/>
          <p14:tracePt t="43877" x="5000625" y="5191125"/>
          <p14:tracePt t="43888" x="5000625" y="5176838"/>
          <p14:tracePt t="43922" x="5000625" y="5164138"/>
          <p14:tracePt t="43945" x="5000625" y="5149850"/>
          <p14:tracePt t="43967" x="4986338" y="5143500"/>
          <p14:tracePt t="43990" x="4986338" y="5129213"/>
          <p14:tracePt t="44001" x="4979988" y="5129213"/>
          <p14:tracePt t="44012" x="4967288" y="5116513"/>
          <p14:tracePt t="44035" x="4953000" y="5102225"/>
          <p14:tracePt t="44046" x="4938713" y="5089525"/>
          <p14:tracePt t="44058" x="4919663" y="5081588"/>
          <p14:tracePt t="44069" x="4891088" y="5054600"/>
          <p14:tracePt t="44080" x="4872038" y="5041900"/>
          <p14:tracePt t="44091" x="4830763" y="5021263"/>
          <p14:tracePt t="44102" x="4762500" y="4979988"/>
          <p14:tracePt t="44114" x="4687888" y="4932363"/>
          <p14:tracePt t="44125" x="4625975" y="4911725"/>
          <p14:tracePt t="44136" x="4530725" y="4884738"/>
          <p14:tracePt t="44148" x="4435475" y="4864100"/>
          <p14:tracePt t="44159" x="4360863" y="4837113"/>
          <p14:tracePt t="44170" x="4313238" y="4837113"/>
          <p14:tracePt t="44181" x="4252913" y="4824413"/>
          <p14:tracePt t="44192" x="4205288" y="4837113"/>
          <p14:tracePt t="44204" x="4184650" y="4851400"/>
          <p14:tracePt t="44215" x="4157663" y="4851400"/>
          <p14:tracePt t="44226" x="4143375" y="4872038"/>
          <p14:tracePt t="44237" x="4143375" y="4899025"/>
          <p14:tracePt t="44249" x="4143375" y="4911725"/>
          <p14:tracePt t="44259" x="4143375" y="4932363"/>
          <p14:tracePt t="44271" x="4170363" y="4946650"/>
          <p14:tracePt t="44282" x="4191000" y="4973638"/>
          <p14:tracePt t="44293" x="4232275" y="4994275"/>
          <p14:tracePt t="44306" x="4252913" y="5006975"/>
          <p14:tracePt t="44316" x="4300538" y="5021263"/>
          <p14:tracePt t="44327" x="4348163" y="5033963"/>
          <p14:tracePt t="44339" x="4395788" y="5033963"/>
          <p14:tracePt t="44350" x="4422775" y="5041900"/>
          <p14:tracePt t="44361" x="4456113" y="5041900"/>
          <p14:tracePt t="44373" x="4497388" y="5041900"/>
          <p14:tracePt t="44384" x="4518025" y="5041900"/>
          <p14:tracePt t="44395" x="4530725" y="5033963"/>
          <p14:tracePt t="44407" x="4545013" y="5033963"/>
          <p14:tracePt t="44418" x="4565650" y="5021263"/>
          <p14:tracePt t="44428" x="4578350" y="5021263"/>
          <p14:tracePt t="44440" x="4578350" y="5006975"/>
          <p14:tracePt t="44462" x="4578350" y="4994275"/>
          <p14:tracePt t="44484" x="4565650" y="4994275"/>
          <p14:tracePt t="44497" x="4565650" y="4979988"/>
          <p14:tracePt t="44507" x="4557713" y="4979988"/>
          <p14:tracePt t="44519" x="4545013" y="4979988"/>
          <p14:tracePt t="44530" x="4530725" y="4994275"/>
          <p14:tracePt t="44541" x="4503738" y="5006975"/>
          <p14:tracePt t="44552" x="4503738" y="5033963"/>
          <p14:tracePt t="44564" x="4497388" y="5054600"/>
          <p14:tracePt t="44575" x="4503738" y="5068888"/>
          <p14:tracePt t="44586" x="4530725" y="5089525"/>
          <p14:tracePt t="44598" x="4565650" y="5129213"/>
          <p14:tracePt t="44608" x="4613275" y="5149850"/>
          <p14:tracePt t="44620" x="4640263" y="5164138"/>
          <p14:tracePt t="44631" x="4667250" y="5176838"/>
          <p14:tracePt t="44642" x="4667250" y="5191125"/>
          <p14:tracePt t="44653" x="4652963" y="5191125"/>
          <p14:tracePt t="44778" x="4667250" y="5197475"/>
          <p14:tracePt t="44788" x="4687888" y="5197475"/>
          <p14:tracePt t="44799" x="4714875" y="5197475"/>
          <p14:tracePt t="44811" x="4735513" y="5197475"/>
          <p14:tracePt t="44823" x="4762500" y="5197475"/>
          <p14:tracePt t="44833" x="4783138" y="5197475"/>
          <p14:tracePt t="44845" x="4795838" y="5197475"/>
          <p14:tracePt t="44857" x="4810125" y="5191125"/>
          <p14:tracePt t="44868" x="4810125" y="5176838"/>
          <p14:tracePt t="44878" x="4810125" y="5164138"/>
          <p14:tracePt t="44890" x="4810125" y="5149850"/>
          <p14:tracePt t="44901" x="4795838" y="5129213"/>
          <p14:tracePt t="44914" x="4783138" y="5116513"/>
          <p14:tracePt t="44924" x="4762500" y="5089525"/>
          <p14:tracePt t="44935" x="4714875" y="5081588"/>
          <p14:tracePt t="44946" x="4667250" y="5068888"/>
          <p14:tracePt t="44958" x="4625975" y="5068888"/>
          <p14:tracePt t="44969" x="4605338" y="5068888"/>
          <p14:tracePt t="44980" x="4578350" y="5068888"/>
          <p14:tracePt t="44991" x="4578350" y="5089525"/>
          <p14:tracePt t="45002" x="4578350" y="5116513"/>
          <p14:tracePt t="45014" x="4605338" y="5143500"/>
          <p14:tracePt t="45025" x="4673600" y="5176838"/>
          <p14:tracePt t="45036" x="4783138" y="5224463"/>
          <p14:tracePt t="45048" x="4919663" y="5272088"/>
          <p14:tracePt t="45058" x="5041900" y="5307013"/>
          <p14:tracePt t="45070" x="5184775" y="5348288"/>
          <p14:tracePt t="45081" x="5327650" y="5360988"/>
          <p14:tracePt t="45092" x="5449888" y="5381625"/>
          <p14:tracePt t="45104" x="5530850" y="5395913"/>
          <p14:tracePt t="45115" x="5634038" y="5395913"/>
          <p14:tracePt t="45126" x="5715000" y="5408613"/>
          <p14:tracePt t="45137" x="5795963" y="5414963"/>
          <p14:tracePt t="45149" x="5872163" y="5429250"/>
          <p14:tracePt t="45160" x="5959475" y="5443538"/>
          <p14:tracePt t="45171" x="6042025" y="5456238"/>
          <p14:tracePt t="45182" x="6149975" y="5476875"/>
          <p14:tracePt t="45193" x="6232525" y="5491163"/>
          <p14:tracePt t="45205" x="6354763" y="5518150"/>
          <p14:tracePt t="45216" x="6477000" y="5524500"/>
          <p14:tracePt t="45227" x="6586538" y="5524500"/>
          <p14:tracePt t="45239" x="6667500" y="5524500"/>
          <p14:tracePt t="45250" x="6789738" y="5524500"/>
          <p14:tracePt t="45261" x="6911975" y="5518150"/>
          <p14:tracePt t="45273" x="6994525" y="5503863"/>
          <p14:tracePt t="45284" x="7069138" y="5491163"/>
          <p14:tracePt t="45295" x="7150100" y="5476875"/>
          <p14:tracePt t="45306" x="7239000" y="5470525"/>
          <p14:tracePt t="45317" x="7319963" y="5443538"/>
          <p14:tracePt t="45328" x="7381875" y="5429250"/>
          <p14:tracePt t="45341" x="7470775" y="5414963"/>
          <p14:tracePt t="45351" x="7539038" y="5408613"/>
          <p14:tracePt t="45362" x="7626350" y="5395913"/>
          <p14:tracePt t="45374" x="7694613" y="5381625"/>
          <p14:tracePt t="45385" x="7816850" y="5367338"/>
          <p14:tracePt t="45396" x="7953375" y="5360988"/>
          <p14:tracePt t="45407" x="8096250" y="5348288"/>
          <p14:tracePt t="45419" x="8218488" y="5334000"/>
          <p14:tracePt t="45431" x="8375650" y="5319713"/>
          <p14:tracePt t="45441" x="8545513" y="5307013"/>
          <p14:tracePt t="45452" x="8715375" y="5300663"/>
          <p14:tracePt t="45465" x="8816975" y="5286375"/>
          <p14:tracePt t="45475" x="8953500" y="5272088"/>
          <p14:tracePt t="45486" x="9075738" y="5272088"/>
          <p14:tracePt t="45508" x="9170988" y="5272088"/>
          <p14:tracePt t="45511" x="9218613" y="5272088"/>
          <p14:tracePt t="45520" x="9280525" y="5286375"/>
          <p14:tracePt t="45534" x="9313863" y="5286375"/>
          <p14:tracePt t="45543" x="9361488" y="5300663"/>
          <p14:tracePt t="45554" x="9388475" y="5307013"/>
          <p14:tracePt t="45565" x="9423400" y="5319713"/>
          <p14:tracePt t="45576" x="9471025" y="5360988"/>
          <p14:tracePt t="45587" x="9531350" y="5408613"/>
          <p14:tracePt t="45599" x="9578975" y="5443538"/>
          <p14:tracePt t="45610" x="9640888" y="5503863"/>
          <p14:tracePt t="45621" x="9688513" y="5551488"/>
          <p14:tracePt t="45633" x="9736138" y="5586413"/>
          <p14:tracePt t="45643" x="9763125" y="5626100"/>
          <p14:tracePt t="45655" x="9790113" y="5646738"/>
          <p14:tracePt t="45667" x="9796463" y="5661025"/>
          <p14:tracePt t="45677" x="9796463" y="5673725"/>
          <p14:tracePt t="45688" x="9790113" y="5673725"/>
          <p14:tracePt t="45700" x="9777413" y="5688013"/>
          <p14:tracePt t="45711" x="9736138" y="5694363"/>
          <p14:tracePt t="45734" x="9667875" y="5708650"/>
          <p14:tracePt t="45737" x="9578975" y="5721350"/>
          <p14:tracePt t="45746" x="9402763" y="5735638"/>
          <p14:tracePt t="45758" x="9158288" y="5741988"/>
          <p14:tracePt t="45768" x="8872538" y="5741988"/>
          <p14:tracePt t="45778" x="8640763" y="5741988"/>
          <p14:tracePt t="45790" x="8313738" y="5735638"/>
          <p14:tracePt t="45801" x="8007350" y="5721350"/>
          <p14:tracePt t="45812" x="7756525" y="5708650"/>
          <p14:tracePt t="45823" x="7599363" y="5694363"/>
          <p14:tracePt t="45835" x="7415213" y="5694363"/>
          <p14:tracePt t="45847" x="7272338" y="5688013"/>
          <p14:tracePt t="45857" x="7150100" y="5688013"/>
          <p14:tracePt t="45869" x="7069138" y="5688013"/>
          <p14:tracePt t="45880" x="6946900" y="5673725"/>
          <p14:tracePt t="45891" x="6816725" y="5661025"/>
          <p14:tracePt t="45903" x="6681788" y="5661025"/>
          <p14:tracePt t="45915" x="6599238" y="5646738"/>
          <p14:tracePt t="45925" x="6477000" y="5646738"/>
          <p14:tracePt t="45936" x="6367463" y="5634038"/>
          <p14:tracePt t="45948" x="6259513" y="5634038"/>
          <p14:tracePt t="45959" x="6176963" y="5626100"/>
          <p14:tracePt t="45970" x="6069013" y="5613400"/>
          <p14:tracePt t="45982" x="5946775" y="5586413"/>
          <p14:tracePt t="45992" x="5824538" y="5565775"/>
          <p14:tracePt t="46003" x="5715000" y="5551488"/>
          <p14:tracePt t="46015" x="5572125" y="5524500"/>
          <p14:tracePt t="46026" x="5435600" y="5503863"/>
          <p14:tracePt t="46037" x="5327650" y="5491163"/>
          <p14:tracePt t="46049" x="5245100" y="5476875"/>
          <p14:tracePt t="46060" x="5157788" y="5470525"/>
          <p14:tracePt t="46071" x="5089525" y="5456238"/>
          <p14:tracePt t="46083" x="5027613" y="5443538"/>
          <p14:tracePt t="46094" x="4979988" y="5443538"/>
          <p14:tracePt t="46105" x="4938713" y="5429250"/>
          <p14:tracePt t="46116" x="4919663" y="5429250"/>
          <p14:tracePt t="46127" x="4891088" y="5429250"/>
          <p14:tracePt t="46138" x="4884738" y="5429250"/>
          <p14:tracePt t="46150" x="4872038" y="5429250"/>
          <p14:tracePt t="46239" x="4872038" y="5414963"/>
          <p14:tracePt t="46251" x="4872038" y="5408613"/>
          <p14:tracePt t="46262" x="4872038" y="5395913"/>
          <p14:tracePt t="46273" x="4872038" y="5381625"/>
          <p14:tracePt t="46285" x="4857750" y="5360988"/>
          <p14:tracePt t="46296" x="4857750" y="5319713"/>
          <p14:tracePt t="46307" x="4843463" y="5300663"/>
          <p14:tracePt t="46319" x="4843463" y="5286375"/>
          <p14:tracePt t="46330" x="4830763" y="5259388"/>
          <p14:tracePt t="46341" x="4824413" y="5253038"/>
          <p14:tracePt t="46352" x="4824413" y="5238750"/>
          <p14:tracePt t="46363" x="4830763" y="5224463"/>
          <p14:tracePt t="46375" x="4843463" y="5197475"/>
          <p14:tracePt t="46386" x="4857750" y="5191125"/>
          <p14:tracePt t="46398" x="4905375" y="5164138"/>
          <p14:tracePt t="46408" x="4938713" y="5143500"/>
          <p14:tracePt t="46420" x="5000625" y="5129213"/>
          <p14:tracePt t="46433" x="5095875" y="5116513"/>
          <p14:tracePt t="46443" x="5205413" y="5102225"/>
          <p14:tracePt t="46454" x="5313363" y="5102225"/>
          <p14:tracePt t="46466" x="5462588" y="5102225"/>
          <p14:tracePt t="46476" x="5640388" y="5102225"/>
          <p14:tracePt t="46487" x="5824538" y="5116513"/>
          <p14:tracePt t="46499" x="6042025" y="5116513"/>
          <p14:tracePt t="46510" x="6197600" y="5116513"/>
          <p14:tracePt t="46521" x="6402388" y="5116513"/>
          <p14:tracePt t="46533" x="6619875" y="5116513"/>
          <p14:tracePt t="46543" x="6804025" y="5116513"/>
          <p14:tracePt t="46555" x="7007225" y="5116513"/>
          <p14:tracePt t="46566" x="7212013" y="5129213"/>
          <p14:tracePt t="46577" x="7415213" y="5143500"/>
          <p14:tracePt t="46588" x="7578725" y="5149850"/>
          <p14:tracePt t="46600" x="7783513" y="5176838"/>
          <p14:tracePt t="46611" x="7986713" y="5197475"/>
          <p14:tracePt t="46622" x="8191500" y="5224463"/>
          <p14:tracePt t="46634" x="8334375" y="5238750"/>
          <p14:tracePt t="46645" x="8531225" y="5259388"/>
          <p14:tracePt t="46657" x="8715375" y="5286375"/>
          <p14:tracePt t="46668" x="8878888" y="5307013"/>
          <p14:tracePt t="46679" x="8980488" y="5319713"/>
          <p14:tracePt t="46691" x="9110663" y="5348288"/>
          <p14:tracePt t="46701" x="9205913" y="5360988"/>
          <p14:tracePt t="46712" x="9293225" y="5367338"/>
          <p14:tracePt t="46724" x="9340850" y="5381625"/>
          <p14:tracePt t="46735" x="9375775" y="5381625"/>
          <p14:tracePt t="46746" x="9402763" y="5395913"/>
          <p14:tracePt t="46758" x="9415463" y="5395913"/>
          <p14:tracePt t="46792" x="9423400" y="5395913"/>
          <p14:tracePt t="46836" x="9423400" y="5408613"/>
          <p14:tracePt t="46848" x="9423400" y="5414963"/>
          <p14:tracePt t="46859" x="9423400" y="5429250"/>
          <p14:tracePt t="46870" x="9415463" y="5443538"/>
          <p14:tracePt t="46882" x="9388475" y="5470525"/>
          <p14:tracePt t="46892" x="9328150" y="5491163"/>
          <p14:tracePt t="46904" x="9245600" y="5518150"/>
          <p14:tracePt t="46916" x="9075738" y="5578475"/>
          <p14:tracePt t="46926" x="8831263" y="5646738"/>
          <p14:tracePt t="46937" x="8497888" y="5735638"/>
          <p14:tracePt t="46950" x="8143875" y="5803900"/>
          <p14:tracePt t="46960" x="7864475" y="5864225"/>
          <p14:tracePt t="46971" x="7470775" y="5926138"/>
          <p14:tracePt t="46983" x="7102475" y="5953125"/>
          <p14:tracePt t="46994" x="6789738" y="5959475"/>
          <p14:tracePt t="47005" x="6586538" y="5959475"/>
          <p14:tracePt t="47016" x="6334125" y="5953125"/>
          <p14:tracePt t="47027" x="6075363" y="5938838"/>
          <p14:tracePt t="47038" x="5884863" y="5905500"/>
          <p14:tracePt t="47051" x="5619750" y="5843588"/>
          <p14:tracePt t="47061" x="5354638" y="5783263"/>
          <p14:tracePt t="47072" x="5089525" y="5721350"/>
          <p14:tracePt t="47084" x="4919663" y="5661025"/>
          <p14:tracePt t="47095" x="4714875" y="5599113"/>
          <p14:tracePt t="47106" x="4545013" y="5538788"/>
          <p14:tracePt t="47118" x="4422775" y="5491163"/>
          <p14:tracePt t="47128" x="4348163" y="5470525"/>
          <p14:tracePt t="47140" x="4300538" y="5443538"/>
          <p14:tracePt t="47151" x="4279900" y="5414963"/>
          <p14:tracePt t="47173" x="4279900" y="5408613"/>
          <p14:tracePt t="47185" x="4286250" y="5395913"/>
          <p14:tracePt t="47196" x="4313238" y="5367338"/>
          <p14:tracePt t="47208" x="4360863" y="5334000"/>
          <p14:tracePt t="47219" x="4422775" y="5300663"/>
          <p14:tracePt t="47230" x="4483100" y="5253038"/>
          <p14:tracePt t="47242" x="4592638" y="5191125"/>
          <p14:tracePt t="47253" x="4721225" y="5116513"/>
          <p14:tracePt t="47263" x="4857750" y="5068888"/>
          <p14:tracePt t="47275" x="5041900" y="5006975"/>
          <p14:tracePt t="47286" x="5218113" y="4973638"/>
          <p14:tracePt t="47298" x="5387975" y="4932363"/>
          <p14:tracePt t="47309" x="5510213" y="4911725"/>
          <p14:tracePt t="47320" x="5653088" y="4884738"/>
          <p14:tracePt t="47332" x="5810250" y="4872038"/>
          <p14:tracePt t="47342" x="5946775" y="4864100"/>
          <p14:tracePt t="47354" x="6054725" y="4864100"/>
          <p14:tracePt t="47366" x="6211888" y="4864100"/>
          <p14:tracePt t="47376" x="6396038" y="4872038"/>
          <p14:tracePt t="47387" x="6572250" y="4899025"/>
          <p14:tracePt t="47399" x="6804025" y="4932363"/>
          <p14:tracePt t="47410" x="6986588" y="4959350"/>
          <p14:tracePt t="47421" x="7253288" y="4994275"/>
          <p14:tracePt t="47433" x="7518400" y="5041900"/>
          <p14:tracePt t="47443" x="7708900" y="5081588"/>
          <p14:tracePt t="47455" x="7953375" y="5129213"/>
          <p14:tracePt t="47467" x="8170863" y="5176838"/>
          <p14:tracePt t="47477" x="8328025" y="5253038"/>
          <p14:tracePt t="47488" x="8388350" y="5286375"/>
          <p14:tracePt t="47501" x="8408988" y="5307013"/>
          <p14:tracePt t="47916" x="8435975" y="5307013"/>
          <p14:tracePt t="47927" x="8504238" y="5307013"/>
          <p14:tracePt t="47938" x="8688388" y="5307013"/>
          <p14:tracePt t="47949" x="8816975" y="5307013"/>
          <p14:tracePt t="47961" x="8980488" y="5300663"/>
          <p14:tracePt t="47972" x="9063038" y="5286375"/>
          <p14:tracePt t="47983" x="9110663" y="5259388"/>
          <p14:tracePt t="47995" x="9158288" y="5253038"/>
          <p14:tracePt t="48006" x="9185275" y="5238750"/>
          <p14:tracePt t="48017" x="9197975" y="5224463"/>
          <p14:tracePt t="48029" x="9205913" y="5211763"/>
          <p14:tracePt t="48040" x="9205913" y="5197475"/>
          <p14:tracePt t="48051" x="9205913" y="5176838"/>
          <p14:tracePt t="48062" x="9205913" y="5149850"/>
          <p14:tracePt t="48073" x="9205913" y="5129213"/>
          <p14:tracePt t="48085" x="9205913" y="5089525"/>
          <p14:tracePt t="48096" x="9205913" y="5068888"/>
          <p14:tracePt t="48108" x="9205913" y="5041900"/>
          <p14:tracePt t="48118" x="9205913" y="5021263"/>
          <p14:tracePt t="48130" x="9218613" y="4994275"/>
          <p14:tracePt t="48142" x="9218613" y="4959350"/>
          <p14:tracePt t="48152" x="9218613" y="4932363"/>
          <p14:tracePt t="48163" x="9205913" y="4911725"/>
          <p14:tracePt t="48176" x="9205913" y="4884738"/>
          <p14:tracePt t="48186" x="9197975" y="4864100"/>
          <p14:tracePt t="48197" x="9185275" y="4851400"/>
          <p14:tracePt t="48209" x="9170988" y="4837113"/>
          <p14:tracePt t="48220" x="9158288" y="4837113"/>
          <p14:tracePt t="48231" x="9144000" y="4824413"/>
          <p14:tracePt t="48242" x="9137650" y="4824413"/>
          <p14:tracePt t="48254" x="9110663" y="4816475"/>
          <p14:tracePt t="48265" x="9075738" y="4816475"/>
          <p14:tracePt t="48276" x="9063038" y="4816475"/>
          <p14:tracePt t="48287" x="9028113" y="4824413"/>
          <p14:tracePt t="48298" x="8986838" y="4851400"/>
          <p14:tracePt t="48310" x="8939213" y="4872038"/>
          <p14:tracePt t="48321" x="8920163" y="4899025"/>
          <p14:tracePt t="48333" x="8878888" y="4926013"/>
          <p14:tracePt t="48344" x="8872538" y="4959350"/>
          <p14:tracePt t="48355" x="8872538" y="4994275"/>
          <p14:tracePt t="48366" x="8872538" y="5021263"/>
          <p14:tracePt t="48377" x="8891588" y="5041900"/>
          <p14:tracePt t="48389" x="8920163" y="5081588"/>
          <p14:tracePt t="48401" x="8953500" y="5102225"/>
          <p14:tracePt t="48412" x="8986838" y="5129213"/>
          <p14:tracePt t="48422" x="9048750" y="5149850"/>
          <p14:tracePt t="48434" x="9123363" y="5176838"/>
          <p14:tracePt t="48445" x="9197975" y="5191125"/>
          <p14:tracePt t="48456" x="9245600" y="5197475"/>
          <p14:tracePt t="48468" x="9307513" y="5197475"/>
          <p14:tracePt t="48479" x="9375775" y="5197475"/>
          <p14:tracePt t="48490" x="9423400" y="5191125"/>
          <p14:tracePt t="48502" x="9463088" y="5176838"/>
          <p14:tracePt t="48512" x="9483725" y="5164138"/>
          <p14:tracePt t="48525" x="9525000" y="5143500"/>
          <p14:tracePt t="48535" x="9545638" y="5102225"/>
          <p14:tracePt t="48546" x="9558338" y="5081588"/>
          <p14:tracePt t="48558" x="9558338" y="5041900"/>
          <p14:tracePt t="48569" x="9558338" y="5006975"/>
          <p14:tracePt t="48580" x="9558338" y="4979988"/>
          <p14:tracePt t="48592" x="9545638" y="4959350"/>
          <p14:tracePt t="48602" x="9525000" y="4932363"/>
          <p14:tracePt t="48614" x="9498013" y="4911725"/>
          <p14:tracePt t="48626" x="9463088" y="4899025"/>
          <p14:tracePt t="48636" x="9423400" y="4884738"/>
          <p14:tracePt t="48647" x="9375775" y="4872038"/>
          <p14:tracePt t="48659" x="9313863" y="4872038"/>
          <p14:tracePt t="48670" x="9253538" y="4884738"/>
          <p14:tracePt t="48681" x="9205913" y="4899025"/>
          <p14:tracePt t="48693" x="9137650" y="4932363"/>
          <p14:tracePt t="48704" x="9063038" y="4973638"/>
          <p14:tracePt t="48715" x="8986838" y="5033963"/>
          <p14:tracePt t="48726" x="8939213" y="5081588"/>
          <p14:tracePt t="48737" x="8905875" y="5143500"/>
          <p14:tracePt t="48748" x="8872538" y="5211763"/>
          <p14:tracePt t="48760" x="8872538" y="5259388"/>
          <p14:tracePt t="48771" x="8872538" y="5300663"/>
          <p14:tracePt t="48782" x="8872538" y="5334000"/>
          <p14:tracePt t="48794" x="8891588" y="5367338"/>
          <p14:tracePt t="48805" x="8905875" y="5381625"/>
          <p14:tracePt t="48816" x="8926513" y="5395913"/>
          <p14:tracePt t="48828" x="8939213" y="5395913"/>
          <p14:tracePt t="48839" x="8953500" y="5395913"/>
          <p14:tracePt t="48850" x="8967788" y="5395913"/>
          <p14:tracePt t="49233" x="8920163" y="5395913"/>
          <p14:tracePt t="49234" x="8858250" y="5367338"/>
          <p14:tracePt t="49244" x="8748713" y="5348288"/>
          <p14:tracePt t="49255" x="8578850" y="5300663"/>
          <p14:tracePt t="49266" x="8388350" y="5253038"/>
          <p14:tracePt t="49277" x="8034338" y="5143500"/>
          <p14:tracePt t="49288" x="7599363" y="5033963"/>
          <p14:tracePt t="49302" x="7129463" y="4911725"/>
          <p14:tracePt t="49312" x="6804025" y="4837113"/>
          <p14:tracePt t="49322" x="6396038" y="4741863"/>
          <p14:tracePt t="49333" x="6116638" y="4694238"/>
          <p14:tracePt t="49345" x="5762625" y="4605338"/>
          <p14:tracePt t="49356" x="5592763" y="4557713"/>
          <p14:tracePt t="49367" x="5422900" y="4510088"/>
          <p14:tracePt t="49379" x="5313363" y="4491038"/>
          <p14:tracePt t="49390" x="5265738" y="4462463"/>
          <p14:tracePt t="49402" x="5245100" y="4449763"/>
          <p14:tracePt t="49412" x="5232400" y="4449763"/>
          <p14:tracePt t="49435" x="5218113" y="4435475"/>
          <p14:tracePt t="49446" x="5205413" y="4435475"/>
          <p14:tracePt t="49457" x="5197475" y="4435475"/>
          <p14:tracePt t="49469" x="5170488" y="4429125"/>
          <p14:tracePt t="49480" x="5157788" y="4414838"/>
          <p14:tracePt t="49491" x="5122863" y="4402138"/>
          <p14:tracePt t="49503" x="5089525" y="4387850"/>
          <p14:tracePt t="49515" x="5041900" y="4381500"/>
          <p14:tracePt t="49527" x="5014913" y="4367213"/>
          <p14:tracePt t="49537" x="4979988" y="4354513"/>
          <p14:tracePt t="49547" x="4938713" y="4340225"/>
          <p14:tracePt t="49558" x="4919663" y="4327525"/>
          <p14:tracePt t="49570" x="4905375" y="4319588"/>
          <p14:tracePt t="49592" x="4905375" y="4306888"/>
          <p14:tracePt t="49614" x="4905375" y="4292600"/>
          <p14:tracePt t="49626" x="4891088" y="4279900"/>
          <p14:tracePt t="49670" x="4884738" y="4292600"/>
          <p14:tracePt t="49682" x="4872038" y="4306888"/>
          <p14:tracePt t="49694" x="4843463" y="4319588"/>
          <p14:tracePt t="49705" x="4824413" y="4340225"/>
          <p14:tracePt t="49716" x="4783138" y="4381500"/>
          <p14:tracePt t="49728" x="4735513" y="4402138"/>
          <p14:tracePt t="49739" x="4700588" y="4429125"/>
          <p14:tracePt t="49750" x="4673600" y="4435475"/>
          <p14:tracePt t="49762" x="4667250" y="4449763"/>
          <p14:tracePt t="49773" x="4640263" y="4462463"/>
          <p14:tracePt t="49783" x="4640263" y="4476750"/>
          <p14:tracePt t="49806" x="4625975" y="4491038"/>
          <p14:tracePt t="49828" x="4613275" y="4497388"/>
          <p14:tracePt t="49840" x="4605338" y="4497388"/>
          <p14:tracePt t="49852" x="4578350" y="4510088"/>
          <p14:tracePt t="49862" x="4565650" y="4510088"/>
          <p14:tracePt t="50019" x="4578350" y="4510088"/>
          <p14:tracePt t="50030" x="4592638" y="4510088"/>
          <p14:tracePt t="50064" x="4578350" y="4510088"/>
          <p14:tracePt t="50076" x="4565650" y="4510088"/>
          <p14:tracePt t="50088" x="4557713" y="4510088"/>
          <p14:tracePt t="50099" x="4545013" y="4510088"/>
          <p14:tracePt t="50109" x="4530725" y="4510088"/>
          <p14:tracePt t="50122" x="4518025" y="4510088"/>
          <p14:tracePt t="50210" x="4530725" y="4510088"/>
          <p14:tracePt t="50222" x="4557713" y="4510088"/>
          <p14:tracePt t="50233" x="4578350" y="4510088"/>
          <p14:tracePt t="50245" x="4613275" y="4510088"/>
          <p14:tracePt t="50256" x="4667250" y="4510088"/>
          <p14:tracePt t="50267" x="4735513" y="4510088"/>
          <p14:tracePt t="50279" x="4783138" y="4510088"/>
          <p14:tracePt t="50291" x="4872038" y="4510088"/>
          <p14:tracePt t="50301" x="4967288" y="4510088"/>
          <p14:tracePt t="50313" x="5075238" y="4510088"/>
          <p14:tracePt t="50323" x="5170488" y="4510088"/>
          <p14:tracePt t="50335" x="5307013" y="4510088"/>
          <p14:tracePt t="50347" x="5449888" y="4524375"/>
          <p14:tracePt t="50357" x="5605463" y="4538663"/>
          <p14:tracePt t="50368" x="5700713" y="4545013"/>
          <p14:tracePt t="50381" x="5837238" y="4545013"/>
          <p14:tracePt t="50391" x="5946775" y="4545013"/>
          <p14:tracePt t="50402" x="6042025" y="4557713"/>
          <p14:tracePt t="50414" x="6116638" y="4557713"/>
          <p14:tracePt t="50425" x="6197600" y="4557713"/>
          <p14:tracePt t="50436" x="6272213" y="4557713"/>
          <p14:tracePt t="50447" x="6319838" y="4557713"/>
          <p14:tracePt t="50459" x="6354763" y="4572000"/>
          <p14:tracePt t="50470" x="6396038" y="4572000"/>
          <p14:tracePt t="50481" x="6429375" y="4572000"/>
          <p14:tracePt t="50492" x="6462713" y="4572000"/>
          <p14:tracePt t="50504" x="6497638" y="4572000"/>
          <p14:tracePt t="50515" x="6551613" y="4572000"/>
          <p14:tracePt t="50526" x="6605588" y="4572000"/>
          <p14:tracePt t="50537" x="6667500" y="4572000"/>
          <p14:tracePt t="50548" x="6715125" y="4572000"/>
          <p14:tracePt t="50560" x="6777038" y="4586288"/>
          <p14:tracePt t="50572" x="6837363" y="4586288"/>
          <p14:tracePt t="50583" x="6899275" y="4598988"/>
          <p14:tracePt t="50594" x="6946900" y="4598988"/>
          <p14:tracePt t="50605" x="6994525" y="4605338"/>
          <p14:tracePt t="50616" x="7042150" y="4605338"/>
          <p14:tracePt t="50627" x="7096125" y="4605338"/>
          <p14:tracePt t="50638" x="7129463" y="4605338"/>
          <p14:tracePt t="50650" x="7177088" y="4605338"/>
          <p14:tracePt t="50661" x="7224713" y="4605338"/>
          <p14:tracePt t="50673" x="7272338" y="4605338"/>
          <p14:tracePt t="50683" x="7307263" y="4605338"/>
          <p14:tracePt t="50695" x="7367588" y="4605338"/>
          <p14:tracePt t="50706" x="7429500" y="4605338"/>
          <p14:tracePt t="50718" x="7504113" y="4605338"/>
          <p14:tracePt t="50728" x="7551738" y="4605338"/>
          <p14:tracePt t="50740" x="7634288" y="4605338"/>
          <p14:tracePt t="50751" x="7721600" y="4605338"/>
          <p14:tracePt t="50763" x="7816850" y="4619625"/>
          <p14:tracePt t="50774" x="7905750" y="4633913"/>
          <p14:tracePt t="50785" x="8007350" y="4646613"/>
          <p14:tracePt t="50797" x="8110538" y="4652963"/>
          <p14:tracePt t="50807" x="8191500" y="4667250"/>
          <p14:tracePt t="50819" x="8253413" y="4667250"/>
          <p14:tracePt t="50831" x="8301038" y="4667250"/>
          <p14:tracePt t="50841" x="8348663" y="4667250"/>
          <p14:tracePt t="50852" x="8375650" y="4667250"/>
          <p14:tracePt t="50864" x="8388350" y="4667250"/>
          <p14:tracePt t="50875" x="8408988" y="4667250"/>
          <p14:tracePt t="50886" x="8423275" y="4667250"/>
          <p14:tracePt t="50908" x="8435975" y="4667250"/>
          <p14:tracePt t="50920" x="8456613" y="4667250"/>
          <p14:tracePt t="50931" x="8470900" y="4667250"/>
          <p14:tracePt t="50942" x="8497888" y="4667250"/>
          <p14:tracePt t="50953" x="8518525" y="4681538"/>
          <p14:tracePt t="50976" x="8545513" y="4681538"/>
          <p14:tracePt t="50980" x="8578850" y="4681538"/>
          <p14:tracePt t="50987" x="8605838" y="4681538"/>
          <p14:tracePt t="51001" x="8640763" y="4681538"/>
          <p14:tracePt t="51010" x="8674100" y="4681538"/>
          <p14:tracePt t="51022" x="8701088" y="4681538"/>
          <p14:tracePt t="51033" x="8748713" y="4681538"/>
          <p14:tracePt t="51043" x="8769350" y="4681538"/>
          <p14:tracePt t="51055" x="8810625" y="4681538"/>
          <p14:tracePt t="51066" x="8843963" y="4681538"/>
          <p14:tracePt t="51077" x="8878888" y="4681538"/>
          <p14:tracePt t="51089" x="8891588" y="4681538"/>
          <p14:tracePt t="51100" x="8920163" y="4681538"/>
          <p14:tracePt t="51111" x="8939213" y="4681538"/>
          <p14:tracePt t="51122" x="8953500" y="4681538"/>
          <p14:tracePt t="51133" x="8980488" y="4681538"/>
          <p14:tracePt t="51145" x="9001125" y="4681538"/>
          <p14:tracePt t="51156" x="9028113" y="4667250"/>
          <p14:tracePt t="51167" x="9048750" y="4667250"/>
          <p14:tracePt t="51180" x="9075738" y="4667250"/>
          <p14:tracePt t="51190" x="9096375" y="4667250"/>
          <p14:tracePt t="51201" x="9123363" y="4667250"/>
          <p14:tracePt t="51213" x="9144000" y="4667250"/>
          <p14:tracePt t="51224" x="9158288" y="4667250"/>
          <p14:tracePt t="51235" x="9185275" y="4667250"/>
          <p14:tracePt t="51247" x="9197975" y="4667250"/>
          <p14:tracePt t="51257" x="9218613" y="4667250"/>
          <p14:tracePt t="51269" x="9232900" y="4667250"/>
          <p14:tracePt t="51291" x="9245600" y="4667250"/>
          <p14:tracePt t="51585" x="9253538" y="4667250"/>
          <p14:tracePt t="51585" x="9266238" y="4667250"/>
          <p14:tracePt t="53092" x="9280525" y="4667250"/>
          <p14:tracePt t="53113" x="9293225" y="4667250"/>
          <p14:tracePt t="53124" x="9307513" y="4667250"/>
          <p14:tracePt t="53136" x="9313863" y="4667250"/>
          <p14:tracePt t="53158" x="9328150" y="4667250"/>
          <p14:tracePt t="53169" x="9340850" y="4667250"/>
          <p14:tracePt t="53203" x="9355138" y="4652963"/>
          <p14:tracePt t="53225" x="9361488" y="4652963"/>
          <p14:tracePt t="53237" x="9361488" y="4646613"/>
          <p14:tracePt t="53249" x="9375775" y="4646613"/>
          <p14:tracePt t="53282" x="9388475" y="4646613"/>
          <p14:tracePt t="53293" x="9388475" y="4633913"/>
          <p14:tracePt t="53305" x="9402763" y="4633913"/>
          <p14:tracePt t="53327" x="9415463" y="4633913"/>
          <p14:tracePt t="53339" x="9423400" y="4619625"/>
          <p14:tracePt t="53372" x="9423400" y="4605338"/>
          <p14:tracePt t="53395" x="9423400" y="4598988"/>
          <p14:tracePt t="53406" x="9415463" y="4598988"/>
          <p14:tracePt t="53418" x="9402763" y="4598988"/>
          <p14:tracePt t="53428" x="9388475" y="4598988"/>
          <p14:tracePt t="53441" x="9355138" y="4598988"/>
          <p14:tracePt t="53451" x="9328150" y="4586288"/>
          <p14:tracePt t="53462" x="9280525" y="4586288"/>
          <p14:tracePt t="53475" x="9205913" y="4586288"/>
          <p14:tracePt t="53485" x="9110663" y="4586288"/>
          <p14:tracePt t="53496" x="9001125" y="4586288"/>
          <p14:tracePt t="53509" x="8926513" y="4586288"/>
          <p14:tracePt t="53520" x="8878888" y="4586288"/>
          <p14:tracePt t="53531" x="8858250" y="4586288"/>
          <p14:tracePt t="53542" x="8843963" y="4586288"/>
          <p14:tracePt t="53574" x="8858250" y="4586288"/>
          <p14:tracePt t="53586" x="8872538" y="4586288"/>
          <p14:tracePt t="53597" x="8878888" y="4586288"/>
          <p14:tracePt t="53610" x="8920163" y="4586288"/>
          <p14:tracePt t="53620" x="8953500" y="4586288"/>
          <p14:tracePt t="53631" x="9015413" y="4586288"/>
          <p14:tracePt t="53643" x="9048750" y="4598988"/>
          <p14:tracePt t="53664" x="9110663" y="4598988"/>
          <p14:tracePt t="53667" x="9158288" y="4598988"/>
          <p14:tracePt t="53676" x="9185275" y="4598988"/>
          <p14:tracePt t="53688" x="9197975" y="4598988"/>
          <p14:tracePt t="53743" x="9185275" y="4598988"/>
          <p14:tracePt t="53754" x="9170988" y="4598988"/>
          <p14:tracePt t="53767" x="9158288" y="4598988"/>
          <p14:tracePt t="53777" x="9123363" y="4586288"/>
          <p14:tracePt t="53789" x="9096375" y="4586288"/>
          <p14:tracePt t="53800" x="9075738" y="4586288"/>
          <p14:tracePt t="53811" x="9063038" y="4586288"/>
          <p14:tracePt t="53822" x="9048750" y="4586288"/>
          <p14:tracePt t="53856" x="9063038" y="4586288"/>
          <p14:tracePt t="53868" x="9090025" y="4586288"/>
          <p14:tracePt t="53878" x="9123363" y="4586288"/>
          <p14:tracePt t="53890" x="9170988" y="4586288"/>
          <p14:tracePt t="53901" x="9218613" y="4598988"/>
          <p14:tracePt t="53913" x="9293225" y="4598988"/>
          <p14:tracePt t="53924" x="9328150" y="4598988"/>
          <p14:tracePt t="53935" x="9375775" y="4605338"/>
          <p14:tracePt t="53946" x="9388475" y="4605338"/>
          <p14:tracePt t="53957" x="9402763" y="4605338"/>
          <p14:tracePt t="53980" x="9388475" y="4605338"/>
          <p14:tracePt t="53991" x="9375775" y="4605338"/>
          <p14:tracePt t="54002" x="9340850" y="4605338"/>
          <p14:tracePt t="54013" x="9313863" y="4598988"/>
          <p14:tracePt t="54026" x="9253538" y="4598988"/>
          <p14:tracePt t="54036" x="9197975" y="4598988"/>
          <p14:tracePt t="54047" x="9137650" y="4598988"/>
          <p14:tracePt t="54059" x="9096375" y="4598988"/>
          <p14:tracePt t="54070" x="9075738" y="4586288"/>
          <p14:tracePt t="54081" x="9063038" y="4586288"/>
          <p14:tracePt t="54126" x="9075738" y="4586288"/>
          <p14:tracePt t="54128" x="9110663" y="4586288"/>
          <p14:tracePt t="54139" x="9137650" y="4598988"/>
          <p14:tracePt t="54152" x="9197975" y="4598988"/>
          <p14:tracePt t="54161" x="9266238" y="4605338"/>
          <p14:tracePt t="54171" x="9328150" y="4605338"/>
          <p14:tracePt t="54183" x="9375775" y="4619625"/>
          <p14:tracePt t="54193" x="9402763" y="4619625"/>
          <p14:tracePt t="54205" x="9415463" y="4619625"/>
          <p14:tracePt t="54238" x="9388475" y="4619625"/>
          <p14:tracePt t="54250" x="9355138" y="4605338"/>
          <p14:tracePt t="54261" x="9293225" y="4598988"/>
          <p14:tracePt t="54272" x="9197975" y="4586288"/>
          <p14:tracePt t="54284" x="9123363" y="4586288"/>
          <p14:tracePt t="54294" x="9028113" y="4572000"/>
          <p14:tracePt t="54306" x="8953500" y="4572000"/>
          <p14:tracePt t="54318" x="8920163" y="4572000"/>
          <p14:tracePt t="54328" x="8905875" y="4572000"/>
          <p14:tracePt t="54384" x="8920163" y="4572000"/>
          <p14:tracePt t="54396" x="8926513" y="4572000"/>
          <p14:tracePt t="54407" x="8967788" y="4572000"/>
          <p14:tracePt t="54418" x="9001125" y="4586288"/>
          <p14:tracePt t="54430" x="9075738" y="4598988"/>
          <p14:tracePt t="54441" x="9158288" y="4605338"/>
          <p14:tracePt t="54453" x="9232900" y="4619625"/>
          <p14:tracePt t="54463" x="9280525" y="4619625"/>
          <p14:tracePt t="54475" x="9313863" y="4633913"/>
          <p14:tracePt t="54486" x="9328150" y="4633913"/>
          <p14:tracePt t="54519" x="9313863" y="4633913"/>
          <p14:tracePt t="54531" x="9307513" y="4633913"/>
          <p14:tracePt t="54542" x="9280525" y="4619625"/>
          <p14:tracePt t="54553" x="9253538" y="4619625"/>
          <p14:tracePt t="54565" x="9197975" y="4605338"/>
          <p14:tracePt t="54576" x="9137650" y="4605338"/>
          <p14:tracePt t="54587" x="9063038" y="4598988"/>
          <p14:tracePt t="54598" x="9015413" y="4598988"/>
          <p14:tracePt t="54610" x="8920163" y="4586288"/>
          <p14:tracePt t="54621" x="8831263" y="4586288"/>
          <p14:tracePt t="54633" x="8763000" y="4572000"/>
          <p14:tracePt t="54644" x="8715375" y="4572000"/>
          <p14:tracePt t="54655" x="8640763" y="4586288"/>
          <p14:tracePt t="54667" x="8578850" y="4586288"/>
          <p14:tracePt t="54677" x="8518525" y="4586288"/>
          <p14:tracePt t="54689" x="8470900" y="4586288"/>
          <p14:tracePt t="54701" x="8408988" y="4586288"/>
          <p14:tracePt t="54711" x="8328025" y="4598988"/>
          <p14:tracePt t="54722" x="8218488" y="4598988"/>
          <p14:tracePt t="54734" x="8143875" y="4598988"/>
          <p14:tracePt t="54744" x="8001000" y="4598988"/>
          <p14:tracePt t="54756" x="7843838" y="4598988"/>
          <p14:tracePt t="54767" x="7673975" y="4586288"/>
          <p14:tracePt t="54779" x="7551738" y="4586288"/>
          <p14:tracePt t="54790" x="7367588" y="4572000"/>
          <p14:tracePt t="54801" x="7191375" y="4557713"/>
          <p14:tracePt t="54812" x="7021513" y="4545013"/>
          <p14:tracePt t="54824" x="6884988" y="4545013"/>
          <p14:tracePt t="54835" x="6715125" y="4538663"/>
          <p14:tracePt t="54846" x="6551613" y="4524375"/>
          <p14:tracePt t="54858" x="6396038" y="4524375"/>
          <p14:tracePt t="54869" x="6286500" y="4510088"/>
          <p14:tracePt t="54880" x="6122988" y="4510088"/>
          <p14:tracePt t="54891" x="5994400" y="4510088"/>
          <p14:tracePt t="54902" x="5872163" y="4510088"/>
          <p14:tracePt t="54913" x="5789613" y="4510088"/>
          <p14:tracePt t="54925" x="5700713" y="4510088"/>
          <p14:tracePt t="54936" x="5634038" y="4510088"/>
          <p14:tracePt t="54947" x="5557838" y="4510088"/>
          <p14:tracePt t="54959" x="5510213" y="4510088"/>
          <p14:tracePt t="54970" x="5449888" y="4510088"/>
          <p14:tracePt t="54981" x="5387975" y="4497388"/>
          <p14:tracePt t="54993" x="5313363" y="4497388"/>
          <p14:tracePt t="55003" x="5265738" y="4497388"/>
          <p14:tracePt t="55015" x="5197475" y="4497388"/>
          <p14:tracePt t="55027" x="5110163" y="4497388"/>
          <p14:tracePt t="55037" x="5041900" y="4497388"/>
          <p14:tracePt t="55050" x="4967288" y="4497388"/>
          <p14:tracePt t="55060" x="4884738" y="4491038"/>
          <p14:tracePt t="55071" x="4762500" y="4491038"/>
          <p14:tracePt t="55083" x="4667250" y="4462463"/>
          <p14:tracePt t="55094" x="4578350" y="4462463"/>
          <p14:tracePt t="55106" x="4497388" y="4449763"/>
          <p14:tracePt t="55117" x="4422775" y="4449763"/>
          <p14:tracePt t="55127" x="4360863" y="4435475"/>
          <p14:tracePt t="55139" x="4327525" y="4435475"/>
          <p14:tracePt t="55151" x="4300538" y="4435475"/>
          <p14:tracePt t="55172" x="4279900" y="4435475"/>
          <p14:tracePt t="55173" x="4265613" y="4435475"/>
          <p14:tracePt t="55217" x="4252913" y="4435475"/>
          <p14:tracePt t="55714" x="4265613" y="4449763"/>
          <p14:tracePt t="55735" x="4279900" y="4449763"/>
          <p14:tracePt t="58121" x="4313238" y="4449763"/>
          <p14:tracePt t="58132" x="4340225" y="4449763"/>
          <p14:tracePt t="58142" x="4360863" y="4462463"/>
          <p14:tracePt t="58153" x="4375150" y="4462463"/>
          <p14:tracePt t="58165" x="4387850" y="4462463"/>
          <p14:tracePt t="58187" x="4395788" y="4462463"/>
          <p14:tracePt t="58210" x="4408488" y="4462463"/>
          <p14:tracePt t="58221" x="4422775" y="4462463"/>
          <p14:tracePt t="58233" x="4449763" y="4476750"/>
          <p14:tracePt t="58244" x="4470400" y="4476750"/>
          <p14:tracePt t="58255" x="4503738" y="4491038"/>
          <p14:tracePt t="58268" x="4545013" y="4497388"/>
          <p14:tracePt t="58288" x="4613275" y="4524375"/>
          <p14:tracePt t="58291" x="4687888" y="4538663"/>
          <p14:tracePt t="58322" x="4748213" y="4545013"/>
          <p14:tracePt t="58325" x="4783138" y="4557713"/>
          <p14:tracePt t="58334" x="4795838" y="4572000"/>
          <p14:tracePt t="58603" x="4830763" y="4572000"/>
          <p14:tracePt t="58615" x="4884738" y="4586288"/>
          <p14:tracePt t="58626" x="4905375" y="4598988"/>
          <p14:tracePt t="58638" x="4938713" y="4598988"/>
          <p14:tracePt t="58650" x="4967288" y="4605338"/>
          <p14:tracePt t="58662" x="5027613" y="4605338"/>
          <p14:tracePt t="58673" x="5122863" y="4619625"/>
          <p14:tracePt t="58683" x="5218113" y="4633913"/>
          <p14:tracePt t="58693" x="5449888" y="4667250"/>
          <p14:tracePt t="58705" x="5681663" y="4694238"/>
          <p14:tracePt t="58716" x="6137275" y="4741863"/>
          <p14:tracePt t="58727" x="6708775" y="4789488"/>
          <p14:tracePt t="58740" x="7102475" y="4816475"/>
          <p14:tracePt t="58750" x="7735888" y="4816475"/>
          <p14:tracePt t="58762" x="8334375" y="4816475"/>
          <p14:tracePt t="58773" x="8674100" y="4803775"/>
          <p14:tracePt t="58783" x="9096375" y="4756150"/>
          <p14:tracePt t="58795" x="9313863" y="4708525"/>
          <p14:tracePt t="58806" x="9558338" y="4598988"/>
          <p14:tracePt t="58817" x="9682163" y="4510088"/>
          <p14:tracePt t="58829" x="9790113" y="4381500"/>
          <p14:tracePt t="58840" x="9837738" y="4217988"/>
          <p14:tracePt t="58851" x="9844088" y="4102100"/>
          <p14:tracePt t="58863" x="9837738" y="3919538"/>
          <p14:tracePt t="58873" x="9825038" y="3783013"/>
          <p14:tracePt t="58885" x="9763125" y="3592513"/>
          <p14:tracePt t="58897" x="9667875" y="3422650"/>
          <p14:tracePt t="58907" x="9578975" y="3292475"/>
          <p14:tracePt t="58919" x="9423400" y="3128963"/>
          <p14:tracePt t="58930" x="9280525" y="3000375"/>
          <p14:tracePt t="58941" x="9028113" y="2843213"/>
          <p14:tracePt t="58952" x="8748713" y="2693988"/>
          <p14:tracePt t="58964" x="8545513" y="2613025"/>
          <p14:tracePt t="58975" x="8239125" y="2503488"/>
          <p14:tracePt t="58986" x="8048625" y="2443163"/>
          <p14:tracePt t="58998" x="7756525" y="2395538"/>
          <p14:tracePt t="59008" x="7470775" y="2360613"/>
          <p14:tracePt t="59020" x="7286625" y="2347913"/>
          <p14:tracePt t="59031" x="7034213" y="2347913"/>
          <p14:tracePt t="59042" x="6878638" y="2347913"/>
          <p14:tracePt t="59053" x="6681788" y="2360613"/>
          <p14:tracePt t="59065" x="6510338" y="2381250"/>
          <p14:tracePt t="59076" x="6402388" y="2408238"/>
          <p14:tracePt t="59087" x="6259513" y="2455863"/>
          <p14:tracePt t="59099" x="6149975" y="2503488"/>
          <p14:tracePt t="59110" x="6027738" y="2578100"/>
          <p14:tracePt t="59121" x="5905500" y="2646363"/>
          <p14:tracePt t="59134" x="5837238" y="2708275"/>
          <p14:tracePt t="59146" x="5729288" y="2795588"/>
          <p14:tracePt t="59157" x="5667375" y="2857500"/>
          <p14:tracePt t="59167" x="5592763" y="2938463"/>
          <p14:tracePt t="59177" x="5510213" y="3033713"/>
          <p14:tracePt t="59190" x="5462588" y="3095625"/>
          <p14:tracePt t="59200" x="5375275" y="3217863"/>
          <p14:tracePt t="59212" x="5313363" y="3300413"/>
          <p14:tracePt t="59223" x="5259388" y="3422650"/>
          <p14:tracePt t="59234" x="5218113" y="3557588"/>
          <p14:tracePt t="59246" x="5197475" y="3640138"/>
          <p14:tracePt t="59256" x="5184775" y="3783013"/>
          <p14:tracePt t="59268" x="5184775" y="3884613"/>
          <p14:tracePt t="59279" x="5197475" y="4027488"/>
          <p14:tracePt t="59290" x="5218113" y="4164013"/>
          <p14:tracePt t="59301" x="5245100" y="4232275"/>
          <p14:tracePt t="59314" x="5265738" y="4327525"/>
          <p14:tracePt t="59323" x="5280025" y="4387850"/>
          <p14:tracePt t="59335" x="5307013" y="4476750"/>
          <p14:tracePt t="59347" x="5327650" y="4538663"/>
          <p14:tracePt t="59369" x="5354638" y="4586288"/>
          <p14:tracePt t="59372" x="5375275" y="4633913"/>
          <p14:tracePt t="59382" x="5402263" y="4667250"/>
          <p14:tracePt t="59393" x="5435600" y="4714875"/>
          <p14:tracePt t="59404" x="5476875" y="4756150"/>
          <p14:tracePt t="59415" x="5497513" y="4776788"/>
          <p14:tracePt t="59425" x="5530850" y="4816475"/>
          <p14:tracePt t="59436" x="5557838" y="4824413"/>
          <p14:tracePt t="59448" x="5592763" y="4864100"/>
          <p14:tracePt t="59459" x="5640388" y="4872038"/>
          <p14:tracePt t="59470" x="5694363" y="4899025"/>
          <p14:tracePt t="59482" x="5776913" y="4926013"/>
          <p14:tracePt t="59492" x="5837238" y="4932363"/>
          <p14:tracePt t="59504" x="5932488" y="4946650"/>
          <p14:tracePt t="59515" x="6042025" y="4959350"/>
          <p14:tracePt t="59526" x="6116638" y="4973638"/>
          <p14:tracePt t="59538" x="6232525" y="4994275"/>
          <p14:tracePt t="59549" x="6319838" y="5006975"/>
          <p14:tracePt t="59560" x="6462713" y="5021263"/>
          <p14:tracePt t="59572" x="6634163" y="5033963"/>
          <p14:tracePt t="59583" x="6769100" y="5041900"/>
          <p14:tracePt t="59594" x="6994525" y="5068888"/>
          <p14:tracePt t="59605" x="7164388" y="5068888"/>
          <p14:tracePt t="59616" x="7470775" y="5068888"/>
          <p14:tracePt t="59627" x="7804150" y="5054600"/>
          <p14:tracePt t="59639" x="8048625" y="5033963"/>
          <p14:tracePt t="59650" x="8408988" y="4959350"/>
          <p14:tracePt t="59661" x="8640763" y="4884738"/>
          <p14:tracePt t="59672" x="8980488" y="4741863"/>
          <p14:tracePt t="59684" x="9266238" y="4586288"/>
          <p14:tracePt t="59696" x="9450388" y="4491038"/>
          <p14:tracePt t="59706" x="9667875" y="4354513"/>
          <p14:tracePt t="59718" x="9763125" y="4279900"/>
          <p14:tracePt t="59730" x="9858375" y="4211638"/>
          <p14:tracePt t="59740" x="9906000" y="4170363"/>
          <p14:tracePt t="59751" x="9932988" y="4149725"/>
          <p14:tracePt t="59763" x="9947275" y="4122738"/>
          <p14:tracePt t="59773" x="9953625" y="4110038"/>
          <p14:tracePt t="59785" x="9967913" y="4110038"/>
          <p14:tracePt t="59797" x="9967913" y="4102100"/>
          <p14:tracePt t="59807" x="9967913" y="4089400"/>
          <p14:tracePt t="59831" x="9967913" y="4075113"/>
        </p14:tracePtLst>
      </p14:laserTraceLst>
    </p:ext>
  </p:extLs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p:cNvSpPr>
            <a:spLocks noGrp="1" noChangeArrowheads="1"/>
          </p:cNvSpPr>
          <p:nvPr>
            <p:ph type="title"/>
          </p:nvPr>
        </p:nvSpPr>
        <p:spPr/>
        <p:txBody>
          <a:bodyPr/>
          <a:lstStyle/>
          <a:p>
            <a:r>
              <a:rPr lang="en-US" dirty="0"/>
              <a:t>Summary</a:t>
            </a:r>
            <a:endParaRPr lang="en-AU" dirty="0"/>
          </a:p>
        </p:txBody>
      </p:sp>
      <p:sp>
        <p:nvSpPr>
          <p:cNvPr id="130051" name="Rectangle 3"/>
          <p:cNvSpPr>
            <a:spLocks noGrp="1" noChangeArrowheads="1"/>
          </p:cNvSpPr>
          <p:nvPr>
            <p:ph idx="1"/>
          </p:nvPr>
        </p:nvSpPr>
        <p:spPr/>
        <p:txBody>
          <a:bodyPr>
            <a:normAutofit/>
          </a:bodyPr>
          <a:lstStyle/>
          <a:p>
            <a:r>
              <a:rPr lang="en-US" dirty="0"/>
              <a:t>Summarize the applications of cryptographic hash functions</a:t>
            </a:r>
          </a:p>
          <a:p>
            <a:r>
              <a:rPr lang="en-US" dirty="0"/>
              <a:t>Explain why a hash function used for message authentication needs to be secured</a:t>
            </a:r>
          </a:p>
          <a:p>
            <a:r>
              <a:rPr lang="en-US" dirty="0"/>
              <a:t>Understand the differences among preimage resistant, second preimage resistant, and collision resistant properties</a:t>
            </a:r>
          </a:p>
          <a:p>
            <a:r>
              <a:rPr lang="en-US" dirty="0"/>
              <a:t>Understand the operation of SHA-512</a:t>
            </a:r>
          </a:p>
          <a:p>
            <a:pPr marL="0" indent="0">
              <a:buNone/>
            </a:pPr>
            <a:endParaRPr lang="en-US" dirty="0"/>
          </a:p>
          <a:p>
            <a:endParaRPr lang="en-US" dirty="0"/>
          </a:p>
        </p:txBody>
      </p:sp>
    </p:spTree>
  </p:cSld>
  <p:clrMapOvr>
    <a:masterClrMapping/>
  </p:clrMapOvr>
  <mc:AlternateContent xmlns:mc="http://schemas.openxmlformats.org/markup-compatibility/2006" xmlns:p14="http://schemas.microsoft.com/office/powerpoint/2010/main">
    <mc:Choice Requires="p14">
      <p:transition spd="slow" p14:dur="2000" advTm="154984"/>
    </mc:Choice>
    <mc:Fallback xmlns="">
      <p:transition spd="slow" advTm="154984"/>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IMING" val="|7|9|6.7|38.6|8.4|8.3|9.9"/>
</p:tagLst>
</file>

<file path=ppt/tags/tag2.xml><?xml version="1.0" encoding="utf-8"?>
<p:tagLst xmlns:a="http://schemas.openxmlformats.org/drawingml/2006/main" xmlns:r="http://schemas.openxmlformats.org/officeDocument/2006/relationships" xmlns:p="http://schemas.openxmlformats.org/presentationml/2006/main">
  <p:tag name="TIMING" val="|63.5|48.6"/>
</p:tagLst>
</file>

<file path=ppt/tags/tag3.xml><?xml version="1.0" encoding="utf-8"?>
<p:tagLst xmlns:a="http://schemas.openxmlformats.org/drawingml/2006/main" xmlns:r="http://schemas.openxmlformats.org/officeDocument/2006/relationships" xmlns:p="http://schemas.openxmlformats.org/presentationml/2006/main">
  <p:tag name="TIMING" val="|10.5|4.4|11.9|18.9|1.2|12.9"/>
</p:tagLst>
</file>

<file path=ppt/tags/tag4.xml><?xml version="1.0" encoding="utf-8"?>
<p:tagLst xmlns:a="http://schemas.openxmlformats.org/drawingml/2006/main" xmlns:r="http://schemas.openxmlformats.org/officeDocument/2006/relationships" xmlns:p="http://schemas.openxmlformats.org/presentationml/2006/main">
  <p:tag name="TIMING" val="|7.7|11.2|8.7|9"/>
</p:tagLst>
</file>

<file path=ppt/tags/tag5.xml><?xml version="1.0" encoding="utf-8"?>
<p:tagLst xmlns:a="http://schemas.openxmlformats.org/drawingml/2006/main" xmlns:r="http://schemas.openxmlformats.org/officeDocument/2006/relationships" xmlns:p="http://schemas.openxmlformats.org/presentationml/2006/main">
  <p:tag name="TIMING" val="|7.8|8.5|55.6|9.3|8.1"/>
</p:tagLst>
</file>

<file path=ppt/tags/tag6.xml><?xml version="1.0" encoding="utf-8"?>
<p:tagLst xmlns:a="http://schemas.openxmlformats.org/drawingml/2006/main" xmlns:r="http://schemas.openxmlformats.org/officeDocument/2006/relationships" xmlns:p="http://schemas.openxmlformats.org/presentationml/2006/main">
  <p:tag name="TIMING" val="|34.5|11|8.7|17.7|19.8|4.4"/>
</p:tagLst>
</file>

<file path=ppt/tags/tag7.xml><?xml version="1.0" encoding="utf-8"?>
<p:tagLst xmlns:a="http://schemas.openxmlformats.org/drawingml/2006/main" xmlns:r="http://schemas.openxmlformats.org/officeDocument/2006/relationships" xmlns:p="http://schemas.openxmlformats.org/presentationml/2006/main">
  <p:tag name="TIMING" val="|11.9|8.1|11.5|9.3|11.6"/>
</p:tagLst>
</file>

<file path=ppt/tags/tag8.xml><?xml version="1.0" encoding="utf-8"?>
<p:tagLst xmlns:a="http://schemas.openxmlformats.org/drawingml/2006/main" xmlns:r="http://schemas.openxmlformats.org/officeDocument/2006/relationships" xmlns:p="http://schemas.openxmlformats.org/presentationml/2006/main">
  <p:tag name="TIMING" val="|7.3|31.6"/>
</p:tagLst>
</file>

<file path=ppt/tags/tag9.xml><?xml version="1.0" encoding="utf-8"?>
<p:tagLst xmlns:a="http://schemas.openxmlformats.org/drawingml/2006/main" xmlns:r="http://schemas.openxmlformats.org/officeDocument/2006/relationships" xmlns:p="http://schemas.openxmlformats.org/presentationml/2006/main">
  <p:tag name="TIMING" val="|7|9.6|21.8|8.2|56.4|15.4|38.1|23.4"/>
</p:tagLst>
</file>

<file path=ppt/tags/tag10.xml><?xml version="1.0" encoding="utf-8"?>
<p:tagLst xmlns:a="http://schemas.openxmlformats.org/drawingml/2006/main" xmlns:r="http://schemas.openxmlformats.org/officeDocument/2006/relationships" xmlns:p="http://schemas.openxmlformats.org/presentationml/2006/main">
  <p:tag name="TIMING" val="|1.3|0.4|1|5.6|53.7|19.1|65|18.1"/>
</p:tagLst>
</file>

<file path=ppt/tags/tag11.xml><?xml version="1.0" encoding="utf-8"?>
<p:tagLst xmlns:a="http://schemas.openxmlformats.org/drawingml/2006/main" xmlns:r="http://schemas.openxmlformats.org/officeDocument/2006/relationships" xmlns:p="http://schemas.openxmlformats.org/presentationml/2006/main">
  <p:tag name="TIMING" val="|17.9|16.6|14.1|7.1"/>
</p:tagLst>
</file>

<file path=ppt/tags/tag12.xml><?xml version="1.0" encoding="utf-8"?>
<p:tagLst xmlns:a="http://schemas.openxmlformats.org/drawingml/2006/main" xmlns:r="http://schemas.openxmlformats.org/officeDocument/2006/relationships" xmlns:p="http://schemas.openxmlformats.org/presentationml/2006/main">
  <p:tag name="TIMING" val="|39|1.7|9.5|27.8|21.1|13.5"/>
</p:tagLst>
</file>

<file path=ppt/tags/tag13.xml><?xml version="1.0" encoding="utf-8"?>
<p:tagLst xmlns:a="http://schemas.openxmlformats.org/drawingml/2006/main" xmlns:r="http://schemas.openxmlformats.org/officeDocument/2006/relationships" xmlns:p="http://schemas.openxmlformats.org/presentationml/2006/main">
  <p:tag name="TIMING" val="|19.5|23.2|1|35.6|1.2"/>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TotalTime>
  <Words>9158</Words>
  <Application>Microsoft Macintosh PowerPoint</Application>
  <PresentationFormat>Widescreen</PresentationFormat>
  <Paragraphs>616</Paragraphs>
  <Slides>30</Slides>
  <Notes>28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Times</vt:lpstr>
      <vt:lpstr>Aptos</vt:lpstr>
      <vt:lpstr>Aptos Display</vt:lpstr>
      <vt:lpstr>Arial</vt:lpstr>
      <vt:lpstr>Cambria Math</vt:lpstr>
      <vt:lpstr>Office Theme</vt:lpstr>
      <vt:lpstr>Cryptographic Hash Functions</vt:lpstr>
      <vt:lpstr>Hash Functions</vt:lpstr>
      <vt:lpstr>Message Authentication</vt:lpstr>
      <vt:lpstr>Message Authentication Code (MAC)</vt:lpstr>
      <vt:lpstr>Examples of Using Hash Function</vt:lpstr>
      <vt:lpstr>Digital Signature</vt:lpstr>
      <vt:lpstr>Digital Signature with Hash Code</vt:lpstr>
      <vt:lpstr>Requirements and Security</vt:lpstr>
      <vt:lpstr>Attacks on Hash Functions</vt:lpstr>
      <vt:lpstr>Preimage Attack and Second Preimage Attack </vt:lpstr>
      <vt:lpstr>Collision Resistant Attacks</vt:lpstr>
      <vt:lpstr>Collision Resistant Attacks (cont.)</vt:lpstr>
      <vt:lpstr>Secure Hash Algorithm (SHA)</vt:lpstr>
      <vt:lpstr>Table 11.3 Comparison of SHA Parameters</vt:lpstr>
      <vt:lpstr>General structure of secure hash code</vt:lpstr>
      <vt:lpstr>MAC Step 1</vt:lpstr>
      <vt:lpstr>MAC Step 2</vt:lpstr>
      <vt:lpstr>MAC Step 3</vt:lpstr>
      <vt:lpstr>MAC Step 4</vt:lpstr>
      <vt:lpstr>SHA-512 </vt:lpstr>
      <vt:lpstr>Table 11.4   SHA-512 Constants K0 to K79 </vt:lpstr>
      <vt:lpstr>Elementary SHA-512 Operation</vt:lpstr>
      <vt:lpstr>SHA-512 Processing</vt:lpstr>
      <vt:lpstr>SHA-512 Step 5</vt:lpstr>
      <vt:lpstr>SHA-3</vt:lpstr>
      <vt:lpstr>The Sponge Construction</vt:lpstr>
      <vt:lpstr>Sponge Function Input and Output</vt:lpstr>
      <vt:lpstr>Sponge Construction</vt:lpstr>
      <vt:lpstr>Table 11.5   SHA-3 Parameters </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Xinyue Zhang</dc:creator>
  <cp:lastModifiedBy>Xinyue Zhang</cp:lastModifiedBy>
  <cp:revision>36</cp:revision>
  <dcterms:created xsi:type="dcterms:W3CDTF">2026-04-22T23:15:28Z</dcterms:created>
  <dcterms:modified xsi:type="dcterms:W3CDTF">2026-04-22T23:44:36Z</dcterms:modified>
</cp:coreProperties>
</file>