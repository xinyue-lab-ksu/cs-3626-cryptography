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1.xml" ContentType="application/vnd.openxmlformats-officedocument.presentationml.tags+xml"/>
  <Override PartName="/ppt/notesSlides/notesSlide6.xml" ContentType="application/vnd.openxmlformats-officedocument.presentationml.notesSlide+xml"/>
  <Override PartName="/ppt/tags/tag2.xml" ContentType="application/vnd.openxmlformats-officedocument.presentationml.tags+xml"/>
  <Override PartName="/ppt/notesSlides/notesSlide7.xml" ContentType="application/vnd.openxmlformats-officedocument.presentationml.notesSlide+xml"/>
  <Override PartName="/ppt/tags/tag3.xml" ContentType="application/vnd.openxmlformats-officedocument.presentationml.tags+xml"/>
  <Override PartName="/ppt/notesSlides/notesSlide8.xml" ContentType="application/vnd.openxmlformats-officedocument.presentationml.notesSlide+xml"/>
  <Override PartName="/ppt/tags/tag4.xml" ContentType="application/vnd.openxmlformats-officedocument.presentationml.tags+xml"/>
  <Override PartName="/ppt/notesSlides/notesSlide9.xml" ContentType="application/vnd.openxmlformats-officedocument.presentationml.notesSlide+xml"/>
  <Override PartName="/ppt/tags/tag5.xml" ContentType="application/vnd.openxmlformats-officedocument.presentationml.tags+xml"/>
  <Override PartName="/ppt/notesSlides/notesSlide10.xml" ContentType="application/vnd.openxmlformats-officedocument.presentationml.notesSlide+xml"/>
  <Override PartName="/ppt/tags/tag6.xml" ContentType="application/vnd.openxmlformats-officedocument.presentationml.tags+xml"/>
  <Override PartName="/ppt/notesSlides/notesSlide11.xml" ContentType="application/vnd.openxmlformats-officedocument.presentationml.notesSlide+xml"/>
  <Override PartName="/ppt/tags/tag7.xml" ContentType="application/vnd.openxmlformats-officedocument.presentationml.tags+xml"/>
  <Override PartName="/ppt/notesSlides/notesSlide12.xml" ContentType="application/vnd.openxmlformats-officedocument.presentationml.notesSlide+xml"/>
  <Override PartName="/ppt/tags/tag8.xml" ContentType="application/vnd.openxmlformats-officedocument.presentationml.tags+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tags/tag9.xml" ContentType="application/vnd.openxmlformats-officedocument.presentationml.tags+xml"/>
  <Override PartName="/ppt/notesSlides/notesSlide15.xml" ContentType="application/vnd.openxmlformats-officedocument.presentationml.notesSlide+xml"/>
  <Override PartName="/ppt/tags/tag10.xml" ContentType="application/vnd.openxmlformats-officedocument.presentationml.tags+xml"/>
  <Override PartName="/ppt/notesSlides/notesSlide1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11.xml" ContentType="application/vnd.openxmlformats-officedocument.presentationml.tags+xml"/>
  <Override PartName="/ppt/notesSlides/notesSlide17.xml" ContentType="application/vnd.openxmlformats-officedocument.presentationml.notesSlide+xml"/>
  <Override PartName="/ppt/tags/tag12.xml" ContentType="application/vnd.openxmlformats-officedocument.presentationml.tags+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366" r:id="rId3"/>
    <p:sldId id="367" r:id="rId4"/>
    <p:sldId id="368" r:id="rId5"/>
    <p:sldId id="369" r:id="rId6"/>
    <p:sldId id="370" r:id="rId7"/>
    <p:sldId id="348" r:id="rId8"/>
    <p:sldId id="349" r:id="rId9"/>
    <p:sldId id="351" r:id="rId10"/>
    <p:sldId id="355" r:id="rId11"/>
    <p:sldId id="356" r:id="rId12"/>
    <p:sldId id="357" r:id="rId13"/>
    <p:sldId id="359" r:id="rId14"/>
    <p:sldId id="291" r:id="rId15"/>
    <p:sldId id="314" r:id="rId16"/>
    <p:sldId id="294" r:id="rId17"/>
    <p:sldId id="363" r:id="rId18"/>
    <p:sldId id="364" r:id="rId19"/>
    <p:sldId id="365" r:id="rId20"/>
    <p:sldId id="371"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34567" autoAdjust="0"/>
    <p:restoredTop sz="86441" autoAdjust="0"/>
  </p:normalViewPr>
  <p:slideViewPr>
    <p:cSldViewPr snapToGrid="0">
      <p:cViewPr varScale="1">
        <p:scale>
          <a:sx n="66" d="100"/>
          <a:sy n="66" d="100"/>
        </p:scale>
        <p:origin x="90" y="726"/>
      </p:cViewPr>
      <p:guideLst/>
    </p:cSldViewPr>
  </p:slideViewPr>
  <p:outlineViewPr>
    <p:cViewPr>
      <p:scale>
        <a:sx n="33" d="100"/>
        <a:sy n="33" d="100"/>
      </p:scale>
      <p:origin x="0" y="-12222"/>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8FEC174-8455-DB4A-9838-CAC027785F1B}"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F88181E4-A938-864A-A51A-F27F5A78AA2D}">
      <dgm:prSet/>
      <dgm:spPr/>
      <dgm:t>
        <a:bodyPr/>
        <a:lstStyle/>
        <a:p>
          <a:r>
            <a:rPr lang="en-US" dirty="0"/>
            <a:t>Minimal memory, High efficiency, and Minimal power consumption</a:t>
          </a:r>
        </a:p>
      </dgm:t>
    </dgm:pt>
    <dgm:pt modelId="{87558C55-2485-2F45-BACE-9F32391A010C}" type="parTrans" cxnId="{C6920F26-97DB-CE44-8B2F-23AB5FBC0F01}">
      <dgm:prSet/>
      <dgm:spPr/>
      <dgm:t>
        <a:bodyPr/>
        <a:lstStyle/>
        <a:p>
          <a:endParaRPr lang="en-US"/>
        </a:p>
      </dgm:t>
    </dgm:pt>
    <dgm:pt modelId="{00D6866D-AF76-7147-AB61-6E60521BA367}" type="sibTrans" cxnId="{C6920F26-97DB-CE44-8B2F-23AB5FBC0F01}">
      <dgm:prSet/>
      <dgm:spPr/>
      <dgm:t>
        <a:bodyPr/>
        <a:lstStyle/>
        <a:p>
          <a:endParaRPr lang="en-US"/>
        </a:p>
      </dgm:t>
    </dgm:pt>
    <dgm:pt modelId="{1C6C9B77-A8BB-3B43-AB6D-A2DBC5221E28}">
      <dgm:prSet/>
      <dgm:spPr/>
      <dgm:t>
        <a:bodyPr/>
        <a:lstStyle/>
        <a:p>
          <a:r>
            <a:rPr lang="en-US" dirty="0"/>
            <a:t>Most of the recently developed stream ciphers are based on the use of feedback shift registers (FSRs)</a:t>
          </a:r>
        </a:p>
      </dgm:t>
      <dgm:extLst>
        <a:ext uri="{E40237B7-FDA0-4F09-8148-C483321AD2D9}">
          <dgm14:cNvPr xmlns:dgm14="http://schemas.microsoft.com/office/drawing/2010/diagram" id="0" name="" descr="Minimal memory, High efficiency, and Minimal power consumption; Most of the recently developed stream ciphers are based on the use of feedback shift registers (FSRs)&#10;&#10;"/>
        </a:ext>
      </dgm:extLst>
    </dgm:pt>
    <dgm:pt modelId="{2DF01819-D823-EE45-910B-40562D8E2227}" type="parTrans" cxnId="{66566EAC-9B99-4648-9432-53D70006F3D0}">
      <dgm:prSet/>
      <dgm:spPr/>
      <dgm:t>
        <a:bodyPr/>
        <a:lstStyle/>
        <a:p>
          <a:endParaRPr lang="en-US"/>
        </a:p>
      </dgm:t>
    </dgm:pt>
    <dgm:pt modelId="{92EE8885-4A5F-E240-B5FB-D505A69EB35B}" type="sibTrans" cxnId="{66566EAC-9B99-4648-9432-53D70006F3D0}">
      <dgm:prSet/>
      <dgm:spPr/>
      <dgm:t>
        <a:bodyPr/>
        <a:lstStyle/>
        <a:p>
          <a:endParaRPr lang="en-US"/>
        </a:p>
      </dgm:t>
    </dgm:pt>
    <dgm:pt modelId="{F35BCD3A-EDBB-BC40-9E0B-CBBC2A4E2C33}" type="pres">
      <dgm:prSet presAssocID="{58FEC174-8455-DB4A-9838-CAC027785F1B}" presName="linear" presStyleCnt="0">
        <dgm:presLayoutVars>
          <dgm:animLvl val="lvl"/>
          <dgm:resizeHandles val="exact"/>
        </dgm:presLayoutVars>
      </dgm:prSet>
      <dgm:spPr/>
    </dgm:pt>
    <dgm:pt modelId="{8BA8D164-A98C-DE42-A4A0-670D3085D8FD}" type="pres">
      <dgm:prSet presAssocID="{F88181E4-A938-864A-A51A-F27F5A78AA2D}" presName="parentText" presStyleLbl="node1" presStyleIdx="0" presStyleCnt="2" custScaleY="103369" custLinFactY="-5002" custLinFactNeighborY="-100000">
        <dgm:presLayoutVars>
          <dgm:chMax val="0"/>
          <dgm:bulletEnabled val="1"/>
        </dgm:presLayoutVars>
      </dgm:prSet>
      <dgm:spPr/>
    </dgm:pt>
    <dgm:pt modelId="{48ACF24A-4DB7-564D-A434-10B93565EEBE}" type="pres">
      <dgm:prSet presAssocID="{00D6866D-AF76-7147-AB61-6E60521BA367}" presName="spacer" presStyleCnt="0"/>
      <dgm:spPr/>
    </dgm:pt>
    <dgm:pt modelId="{BFDC1ACB-25B3-FD45-8B6E-B5E6ADB53D33}" type="pres">
      <dgm:prSet presAssocID="{1C6C9B77-A8BB-3B43-AB6D-A2DBC5221E28}" presName="parentText" presStyleLbl="node1" presStyleIdx="1" presStyleCnt="2" custScaleY="109214" custLinFactNeighborX="110" custLinFactNeighborY="-3643">
        <dgm:presLayoutVars>
          <dgm:chMax val="0"/>
          <dgm:bulletEnabled val="1"/>
        </dgm:presLayoutVars>
      </dgm:prSet>
      <dgm:spPr/>
    </dgm:pt>
  </dgm:ptLst>
  <dgm:cxnLst>
    <dgm:cxn modelId="{2FFC7516-C5E5-D449-9754-FC0FD270238C}" type="presOf" srcId="{1C6C9B77-A8BB-3B43-AB6D-A2DBC5221E28}" destId="{BFDC1ACB-25B3-FD45-8B6E-B5E6ADB53D33}" srcOrd="0" destOrd="0" presId="urn:microsoft.com/office/officeart/2005/8/layout/vList2"/>
    <dgm:cxn modelId="{3327F622-F493-2244-9B3C-DB58FF83E5D7}" type="presOf" srcId="{58FEC174-8455-DB4A-9838-CAC027785F1B}" destId="{F35BCD3A-EDBB-BC40-9E0B-CBBC2A4E2C33}" srcOrd="0" destOrd="0" presId="urn:microsoft.com/office/officeart/2005/8/layout/vList2"/>
    <dgm:cxn modelId="{C6920F26-97DB-CE44-8B2F-23AB5FBC0F01}" srcId="{58FEC174-8455-DB4A-9838-CAC027785F1B}" destId="{F88181E4-A938-864A-A51A-F27F5A78AA2D}" srcOrd="0" destOrd="0" parTransId="{87558C55-2485-2F45-BACE-9F32391A010C}" sibTransId="{00D6866D-AF76-7147-AB61-6E60521BA367}"/>
    <dgm:cxn modelId="{66566EAC-9B99-4648-9432-53D70006F3D0}" srcId="{58FEC174-8455-DB4A-9838-CAC027785F1B}" destId="{1C6C9B77-A8BB-3B43-AB6D-A2DBC5221E28}" srcOrd="1" destOrd="0" parTransId="{2DF01819-D823-EE45-910B-40562D8E2227}" sibTransId="{92EE8885-4A5F-E240-B5FB-D505A69EB35B}"/>
    <dgm:cxn modelId="{9FDDB2BF-6D59-2F47-92EB-79F05886D72C}" type="presOf" srcId="{F88181E4-A938-864A-A51A-F27F5A78AA2D}" destId="{8BA8D164-A98C-DE42-A4A0-670D3085D8FD}" srcOrd="0" destOrd="0" presId="urn:microsoft.com/office/officeart/2005/8/layout/vList2"/>
    <dgm:cxn modelId="{9AC05B02-6F0D-4D40-97FE-C123D7701415}" type="presParOf" srcId="{F35BCD3A-EDBB-BC40-9E0B-CBBC2A4E2C33}" destId="{8BA8D164-A98C-DE42-A4A0-670D3085D8FD}" srcOrd="0" destOrd="0" presId="urn:microsoft.com/office/officeart/2005/8/layout/vList2"/>
    <dgm:cxn modelId="{B99461ED-4644-D640-A8E4-7385B38DEC58}" type="presParOf" srcId="{F35BCD3A-EDBB-BC40-9E0B-CBBC2A4E2C33}" destId="{48ACF24A-4DB7-564D-A434-10B93565EEBE}" srcOrd="1" destOrd="0" presId="urn:microsoft.com/office/officeart/2005/8/layout/vList2"/>
    <dgm:cxn modelId="{F55612AC-6249-3D48-B71F-4528C7241D27}" type="presParOf" srcId="{F35BCD3A-EDBB-BC40-9E0B-CBBC2A4E2C33}" destId="{BFDC1ACB-25B3-FD45-8B6E-B5E6ADB53D33}" srcOrd="2"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A8D164-A98C-DE42-A4A0-670D3085D8FD}">
      <dsp:nvSpPr>
        <dsp:cNvPr id="0" name=""/>
        <dsp:cNvSpPr/>
      </dsp:nvSpPr>
      <dsp:spPr>
        <a:xfrm>
          <a:off x="0" y="0"/>
          <a:ext cx="8521006" cy="742884"/>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t>Minimal memory, High efficiency, and Minimal power consumption</a:t>
          </a:r>
        </a:p>
      </dsp:txBody>
      <dsp:txXfrm>
        <a:off x="36265" y="36265"/>
        <a:ext cx="8448476" cy="670354"/>
      </dsp:txXfrm>
    </dsp:sp>
    <dsp:sp modelId="{BFDC1ACB-25B3-FD45-8B6E-B5E6ADB53D33}">
      <dsp:nvSpPr>
        <dsp:cNvPr id="0" name=""/>
        <dsp:cNvSpPr/>
      </dsp:nvSpPr>
      <dsp:spPr>
        <a:xfrm>
          <a:off x="0" y="795115"/>
          <a:ext cx="8521006" cy="78489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t>Most of the recently developed stream ciphers are based on the use of feedback shift registers (FSRs)</a:t>
          </a:r>
        </a:p>
      </dsp:txBody>
      <dsp:txXfrm>
        <a:off x="38315" y="833430"/>
        <a:ext cx="8444376" cy="708260"/>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26BDF8A-9A3A-C846-93E3-E30B41B461CA}" type="datetimeFigureOut">
              <a:rPr lang="en-US" smtClean="0"/>
              <a:t>4/20/2026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1B55B1F-C43D-7445-A4EC-5A9C5E2AD35E}" type="slidenum">
              <a:rPr lang="en-US" smtClean="0"/>
              <a:t>‹#›</a:t>
            </a:fld>
            <a:endParaRPr lang="en-US"/>
          </a:p>
        </p:txBody>
      </p:sp>
    </p:spTree>
    <p:extLst>
      <p:ext uri="{BB962C8B-B14F-4D97-AF65-F5344CB8AC3E}">
        <p14:creationId xmlns:p14="http://schemas.microsoft.com/office/powerpoint/2010/main" val="34262590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1B55B1F-C43D-7445-A4EC-5A9C5E2AD35E}" type="slidenum">
              <a:rPr lang="en-US" smtClean="0"/>
              <a:t>2</a:t>
            </a:fld>
            <a:endParaRPr lang="en-US"/>
          </a:p>
        </p:txBody>
      </p:sp>
    </p:spTree>
    <p:extLst>
      <p:ext uri="{BB962C8B-B14F-4D97-AF65-F5344CB8AC3E}">
        <p14:creationId xmlns:p14="http://schemas.microsoft.com/office/powerpoint/2010/main" val="3144000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1B55B1F-C43D-7445-A4EC-5A9C5E2AD35E}" type="slidenum">
              <a:rPr lang="en-US" smtClean="0"/>
              <a:t>3</a:t>
            </a:fld>
            <a:endParaRPr lang="en-US"/>
          </a:p>
        </p:txBody>
      </p:sp>
    </p:spTree>
    <p:extLst>
      <p:ext uri="{BB962C8B-B14F-4D97-AF65-F5344CB8AC3E}">
        <p14:creationId xmlns:p14="http://schemas.microsoft.com/office/powerpoint/2010/main" val="29833433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endParaRPr lang="en-US" dirty="0"/>
              </a:p>
            </p:txBody>
          </p:sp>
        </mc:Choice>
        <mc:Fallback xmlns="">
          <p:sp>
            <p:nvSpPr>
              <p:cNvPr id="3" name="Notes Placeholder 2"/>
              <p:cNvSpPr>
                <a:spLocks noGrp="1"/>
              </p:cNvSpPr>
              <p:nvPr>
                <p:ph type="body" idx="1"/>
              </p:nvPr>
            </p:nvSpPr>
            <p:spPr/>
            <p:txBody>
              <a:bodyPr/>
              <a:lstStyle/>
              <a:p>
                <a:r>
                  <a:rPr lang="en-US" dirty="0"/>
                  <a:t>“Before we define stream ciphers, it helps to revisit the main application of a pseudorandom generator. A PRG takes a short seed and stretches it into a longer output that should look random to any efficient attacker. One major application is keystream generation. That is the exact bridge from PRGs to stream ciphers. In The Joy of Cryptography, a stream cipher is defined as an algorithm that takes a seed and a desired length, outputs a string of that length, and behaves like a secure PRG for every requested output length. So a stream cipher is really a practical, variable-length pseudorandom keystream generator used for encryption. This also reminds us of an important warning: if the same seed or effective keystream is reused across messages, then security can collapse.”</a:t>
                </a:r>
              </a:p>
              <a:p>
                <a:r>
                  <a:rPr lang="en-US" dirty="0"/>
                  <a:t>“A stream cipher encrypts one unit at a time, usually a bit or a byte, by XORing the plaintext with a keystream. So if the plaintext bits are </a:t>
                </a:r>
                <a:r>
                  <a:rPr lang="ar-AE" sz="1200" i="0" kern="1200">
                    <a:solidFill>
                      <a:schemeClr val="tx1"/>
                    </a:solidFill>
                    <a:latin typeface="+mn-lt"/>
                    <a:ea typeface="+mn-ea"/>
                    <a:cs typeface="+mn-cs"/>
                  </a:rPr>
                  <a:t>𝑚_𝑖</a:t>
                </a:r>
                <a:r>
                  <a:rPr lang="ar-AE" dirty="0"/>
                  <a:t>, </a:t>
                </a:r>
                <a:r>
                  <a:rPr lang="en-US" dirty="0"/>
                  <a:t>the keystream bits are </a:t>
                </a:r>
                <a:r>
                  <a:rPr lang="ar-AE" sz="1200" i="0" kern="1200">
                    <a:solidFill>
                      <a:schemeClr val="tx1"/>
                    </a:solidFill>
                    <a:latin typeface="+mn-lt"/>
                    <a:ea typeface="+mn-ea"/>
                    <a:cs typeface="+mn-cs"/>
                  </a:rPr>
                  <a:t>𝑘_𝑖</a:t>
                </a:r>
                <a:r>
                  <a:rPr lang="ar-AE" dirty="0"/>
                  <a:t>, </a:t>
                </a:r>
                <a:r>
                  <a:rPr lang="en-US" dirty="0"/>
                  <a:t>and the ciphertext bits are </a:t>
                </a:r>
                <a:r>
                  <a:rPr lang="ar-AE" sz="1200" i="0" kern="1200">
                    <a:solidFill>
                      <a:schemeClr val="tx1"/>
                    </a:solidFill>
                    <a:latin typeface="+mn-lt"/>
                    <a:ea typeface="+mn-ea"/>
                    <a:cs typeface="+mn-cs"/>
                  </a:rPr>
                  <a:t>𝑐_𝑖</a:t>
                </a:r>
                <a:r>
                  <a:rPr lang="ar-AE" dirty="0"/>
                  <a:t>, </a:t>
                </a:r>
                <a:r>
                  <a:rPr lang="en-US" dirty="0"/>
                  <a:t>then encryption is </a:t>
                </a:r>
                <a:r>
                  <a:rPr lang="ar-AE" sz="1200" i="0" kern="1200">
                    <a:solidFill>
                      <a:schemeClr val="tx1"/>
                    </a:solidFill>
                    <a:latin typeface="+mn-lt"/>
                    <a:ea typeface="+mn-ea"/>
                    <a:cs typeface="+mn-cs"/>
                  </a:rPr>
                  <a:t>𝑐_𝑖=𝑚_𝑖⊕𝑘_𝑖</a:t>
                </a:r>
                <a:r>
                  <a:rPr lang="ar-AE" dirty="0"/>
                  <a:t>. </a:t>
                </a:r>
                <a:r>
                  <a:rPr lang="en-US" dirty="0"/>
                  <a:t>Decryption is the same XOR operation again, because XOR undoes itself. Nigel Smart’s textbook uses exactly this simple model to introduce stream ciphers. The keystream comes from a short secret key through a public keystream generator. This makes stream ciphers fast and simple, especially for long real-time data streams. But the security depends entirely on the quality of the keystream and on not reusing it improperly.”</a:t>
                </a:r>
              </a:p>
            </p:txBody>
          </p:sp>
        </mc:Fallback>
      </mc:AlternateContent>
      <p:sp>
        <p:nvSpPr>
          <p:cNvPr id="4" name="Slide Number Placeholder 3"/>
          <p:cNvSpPr>
            <a:spLocks noGrp="1"/>
          </p:cNvSpPr>
          <p:nvPr>
            <p:ph type="sldNum" sz="quarter" idx="5"/>
          </p:nvPr>
        </p:nvSpPr>
        <p:spPr/>
        <p:txBody>
          <a:bodyPr/>
          <a:lstStyle/>
          <a:p>
            <a:fld id="{E1B55B1F-C43D-7445-A4EC-5A9C5E2AD35E}" type="slidenum">
              <a:rPr lang="en-US" smtClean="0"/>
              <a:t>4</a:t>
            </a:fld>
            <a:endParaRPr lang="en-US"/>
          </a:p>
        </p:txBody>
      </p:sp>
    </p:spTree>
    <p:extLst>
      <p:ext uri="{BB962C8B-B14F-4D97-AF65-F5344CB8AC3E}">
        <p14:creationId xmlns:p14="http://schemas.microsoft.com/office/powerpoint/2010/main" val="2295200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1B55B1F-C43D-7445-A4EC-5A9C5E2AD35E}" type="slidenum">
              <a:rPr lang="en-US" smtClean="0"/>
              <a:t>5</a:t>
            </a:fld>
            <a:endParaRPr lang="en-US"/>
          </a:p>
        </p:txBody>
      </p:sp>
    </p:spTree>
    <p:extLst>
      <p:ext uri="{BB962C8B-B14F-4D97-AF65-F5344CB8AC3E}">
        <p14:creationId xmlns:p14="http://schemas.microsoft.com/office/powerpoint/2010/main" val="20528099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1B55B1F-C43D-7445-A4EC-5A9C5E2AD35E}" type="slidenum">
              <a:rPr lang="en-US" smtClean="0"/>
              <a:t>6</a:t>
            </a:fld>
            <a:endParaRPr lang="en-US"/>
          </a:p>
        </p:txBody>
      </p:sp>
    </p:spTree>
    <p:extLst>
      <p:ext uri="{BB962C8B-B14F-4D97-AF65-F5344CB8AC3E}">
        <p14:creationId xmlns:p14="http://schemas.microsoft.com/office/powerpoint/2010/main" val="11554973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DE16DA7F-D295-D64F-8BDF-D26BF0159656}" type="slidenum">
              <a:rPr lang="en-AU" smtClean="0"/>
              <a:pPr>
                <a:defRPr/>
              </a:pPr>
              <a:t>7</a:t>
            </a:fld>
            <a:endParaRPr lang="en-AU"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DE16DA7F-D295-D64F-8BDF-D26BF0159656}" type="slidenum">
              <a:rPr lang="en-AU" smtClean="0"/>
              <a:pPr>
                <a:defRPr/>
              </a:pPr>
              <a:t>8</a:t>
            </a:fld>
            <a:endParaRPr lang="en-AU"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b="0" dirty="0"/>
          </a:p>
        </p:txBody>
      </p:sp>
      <p:sp>
        <p:nvSpPr>
          <p:cNvPr id="4" name="Slide Number Placeholder 3"/>
          <p:cNvSpPr>
            <a:spLocks noGrp="1"/>
          </p:cNvSpPr>
          <p:nvPr>
            <p:ph type="sldNum" sz="quarter" idx="10"/>
          </p:nvPr>
        </p:nvSpPr>
        <p:spPr/>
        <p:txBody>
          <a:bodyPr/>
          <a:lstStyle/>
          <a:p>
            <a:pPr>
              <a:defRPr/>
            </a:pPr>
            <a:fld id="{DE16DA7F-D295-D64F-8BDF-D26BF0159656}" type="slidenum">
              <a:rPr lang="en-AU" smtClean="0"/>
              <a:pPr>
                <a:defRPr/>
              </a:pPr>
              <a:t>9</a:t>
            </a:fld>
            <a:endParaRPr lang="en-AU"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b="0" dirty="0"/>
          </a:p>
        </p:txBody>
      </p:sp>
      <p:sp>
        <p:nvSpPr>
          <p:cNvPr id="4" name="Slide Number Placeholder 3"/>
          <p:cNvSpPr>
            <a:spLocks noGrp="1"/>
          </p:cNvSpPr>
          <p:nvPr>
            <p:ph type="sldNum" sz="quarter" idx="10"/>
          </p:nvPr>
        </p:nvSpPr>
        <p:spPr/>
        <p:txBody>
          <a:bodyPr/>
          <a:lstStyle/>
          <a:p>
            <a:pPr>
              <a:defRPr/>
            </a:pPr>
            <a:fld id="{DE16DA7F-D295-D64F-8BDF-D26BF0159656}" type="slidenum">
              <a:rPr lang="en-AU" smtClean="0"/>
              <a:pPr>
                <a:defRPr/>
              </a:pPr>
              <a:t>10</a:t>
            </a:fld>
            <a:endParaRPr lang="en-AU"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DE16DA7F-D295-D64F-8BDF-D26BF0159656}" type="slidenum">
              <a:rPr lang="en-AU" smtClean="0"/>
              <a:pPr>
                <a:defRPr/>
              </a:pPr>
              <a:t>11</a:t>
            </a:fld>
            <a:endParaRPr lang="en-AU"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b="0" dirty="0"/>
          </a:p>
        </p:txBody>
      </p:sp>
      <p:sp>
        <p:nvSpPr>
          <p:cNvPr id="4" name="Slide Number Placeholder 3"/>
          <p:cNvSpPr>
            <a:spLocks noGrp="1"/>
          </p:cNvSpPr>
          <p:nvPr>
            <p:ph type="sldNum" sz="quarter" idx="10"/>
          </p:nvPr>
        </p:nvSpPr>
        <p:spPr/>
        <p:txBody>
          <a:bodyPr/>
          <a:lstStyle/>
          <a:p>
            <a:pPr>
              <a:defRPr/>
            </a:pPr>
            <a:fld id="{DE16DA7F-D295-D64F-8BDF-D26BF0159656}" type="slidenum">
              <a:rPr lang="en-AU" smtClean="0"/>
              <a:pPr>
                <a:defRPr/>
              </a:pPr>
              <a:t>12</a:t>
            </a:fld>
            <a:endParaRPr lang="en-AU"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sz="1200" b="0" kern="1200" baseline="0" dirty="0">
              <a:solidFill>
                <a:schemeClr val="tx1"/>
              </a:solidFill>
              <a:latin typeface="Arial" charset="0"/>
              <a:ea typeface="ＭＳ Ｐゴシック" charset="-128"/>
              <a:cs typeface="ＭＳ Ｐゴシック" charset="-128"/>
            </a:endParaRPr>
          </a:p>
        </p:txBody>
      </p:sp>
      <p:sp>
        <p:nvSpPr>
          <p:cNvPr id="4" name="Slide Number Placeholder 3"/>
          <p:cNvSpPr>
            <a:spLocks noGrp="1"/>
          </p:cNvSpPr>
          <p:nvPr>
            <p:ph type="sldNum" sz="quarter" idx="10"/>
          </p:nvPr>
        </p:nvSpPr>
        <p:spPr/>
        <p:txBody>
          <a:bodyPr/>
          <a:lstStyle/>
          <a:p>
            <a:pPr>
              <a:defRPr/>
            </a:pPr>
            <a:fld id="{DE16DA7F-D295-D64F-8BDF-D26BF0159656}" type="slidenum">
              <a:rPr lang="en-AU" smtClean="0"/>
              <a:pPr>
                <a:defRPr/>
              </a:pPr>
              <a:t>13</a:t>
            </a:fld>
            <a:endParaRPr lang="en-AU"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p:cNvSpPr>
            <a:spLocks noGrp="1" noChangeArrowheads="1"/>
          </p:cNvSpPr>
          <p:nvPr>
            <p:ph type="sldNum" sz="quarter" idx="5"/>
          </p:nvPr>
        </p:nvSpPr>
        <p:spPr>
          <a:noFill/>
        </p:spPr>
        <p:txBody>
          <a:bodyPr/>
          <a:lstStyle/>
          <a:p>
            <a:fld id="{6B6F59BA-7783-0143-BED9-BDD37BBB21F8}" type="slidenum">
              <a:rPr lang="en-AU">
                <a:latin typeface="Arial" pitchFamily="-84" charset="0"/>
              </a:rPr>
              <a:pPr/>
              <a:t>14</a:t>
            </a:fld>
            <a:endParaRPr lang="en-AU" dirty="0">
              <a:latin typeface="Arial" pitchFamily="-84" charset="0"/>
            </a:endParaRPr>
          </a:p>
        </p:txBody>
      </p:sp>
      <p:sp>
        <p:nvSpPr>
          <p:cNvPr id="41987" name="Rectangle 2"/>
          <p:cNvSpPr>
            <a:spLocks noGrp="1" noRot="1" noChangeAspect="1" noChangeArrowheads="1" noTextEdit="1"/>
          </p:cNvSpPr>
          <p:nvPr>
            <p:ph type="sldImg"/>
          </p:nvPr>
        </p:nvSpPr>
        <p:spPr>
          <a:ln/>
        </p:spPr>
      </p:sp>
      <p:sp>
        <p:nvSpPr>
          <p:cNvPr id="41988" name="Rectangle 3"/>
          <p:cNvSpPr>
            <a:spLocks noGrp="1" noChangeArrowheads="1"/>
          </p:cNvSpPr>
          <p:nvPr>
            <p:ph type="body" idx="1"/>
          </p:nvPr>
        </p:nvSpPr>
        <p:spPr>
          <a:noFill/>
          <a:ln/>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b="0" dirty="0">
              <a:latin typeface="Arial" pitchFamily="-84" charset="0"/>
              <a:ea typeface="Arial" pitchFamily="-84" charset="0"/>
              <a:cs typeface="Arial" pitchFamily="-84"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p:cNvSpPr>
            <a:spLocks noGrp="1" noChangeArrowheads="1"/>
          </p:cNvSpPr>
          <p:nvPr>
            <p:ph type="sldNum" sz="quarter" idx="5"/>
          </p:nvPr>
        </p:nvSpPr>
        <p:spPr>
          <a:noFill/>
        </p:spPr>
        <p:txBody>
          <a:bodyPr/>
          <a:lstStyle/>
          <a:p>
            <a:fld id="{CD5AF9FE-FAAB-404B-9C6C-94022C2AF404}" type="slidenum">
              <a:rPr lang="en-AU">
                <a:latin typeface="Arial" pitchFamily="-84" charset="0"/>
              </a:rPr>
              <a:pPr/>
              <a:t>15</a:t>
            </a:fld>
            <a:endParaRPr lang="en-AU" dirty="0">
              <a:latin typeface="Arial" pitchFamily="-84" charset="0"/>
            </a:endParaRPr>
          </a:p>
        </p:txBody>
      </p:sp>
      <p:sp>
        <p:nvSpPr>
          <p:cNvPr id="48131" name="Rectangle 2"/>
          <p:cNvSpPr>
            <a:spLocks noGrp="1" noRot="1" noChangeAspect="1" noChangeArrowheads="1" noTextEdit="1"/>
          </p:cNvSpPr>
          <p:nvPr>
            <p:ph type="sldImg"/>
          </p:nvPr>
        </p:nvSpPr>
        <p:spPr>
          <a:solidFill>
            <a:srgbClr val="FFFFFF"/>
          </a:solidFill>
          <a:ln/>
        </p:spPr>
      </p:sp>
      <p:sp>
        <p:nvSpPr>
          <p:cNvPr id="48132" name="Rectangle 3"/>
          <p:cNvSpPr>
            <a:spLocks noGrp="1" noChangeArrowheads="1"/>
          </p:cNvSpPr>
          <p:nvPr>
            <p:ph type="body" idx="1"/>
          </p:nvPr>
        </p:nvSpPr>
        <p:spPr>
          <a:noFill/>
          <a:ln/>
        </p:spPr>
        <p:txBody>
          <a:bodyPr/>
          <a:lstStyle/>
          <a:p>
            <a:pPr eaLnBrk="1" hangingPunct="1"/>
            <a:endParaRPr lang="en-AU" dirty="0">
              <a:latin typeface="Arial" pitchFamily="-84" charset="0"/>
              <a:ea typeface="ＭＳ Ｐゴシック" pitchFamily="-84" charset="-128"/>
              <a:cs typeface="ＭＳ Ｐゴシック" pitchFamily="-84" charset="-128"/>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p:cNvSpPr>
            <a:spLocks noGrp="1" noChangeArrowheads="1"/>
          </p:cNvSpPr>
          <p:nvPr>
            <p:ph type="sldNum" sz="quarter" idx="5"/>
          </p:nvPr>
        </p:nvSpPr>
        <p:spPr>
          <a:noFill/>
        </p:spPr>
        <p:txBody>
          <a:bodyPr/>
          <a:lstStyle/>
          <a:p>
            <a:fld id="{00F6375B-C00B-5D4B-A158-5BF2296F9DF6}" type="slidenum">
              <a:rPr lang="en-AU">
                <a:latin typeface="Arial" pitchFamily="-84" charset="0"/>
              </a:rPr>
              <a:pPr/>
              <a:t>16</a:t>
            </a:fld>
            <a:endParaRPr lang="en-AU" dirty="0">
              <a:latin typeface="Arial" pitchFamily="-84" charset="0"/>
            </a:endParaRPr>
          </a:p>
        </p:txBody>
      </p:sp>
      <p:sp>
        <p:nvSpPr>
          <p:cNvPr id="50179" name="Rectangle 2"/>
          <p:cNvSpPr>
            <a:spLocks noGrp="1" noRot="1" noChangeAspect="1" noChangeArrowheads="1" noTextEdit="1"/>
          </p:cNvSpPr>
          <p:nvPr>
            <p:ph type="sldImg"/>
          </p:nvPr>
        </p:nvSpPr>
        <p:spPr>
          <a:ln/>
        </p:spPr>
      </p:sp>
      <p:sp>
        <p:nvSpPr>
          <p:cNvPr id="50180" name="Rectangle 3"/>
          <p:cNvSpPr>
            <a:spLocks noGrp="1" noChangeArrowheads="1"/>
          </p:cNvSpPr>
          <p:nvPr>
            <p:ph type="body" idx="1"/>
          </p:nvPr>
        </p:nvSpPr>
        <p:spPr>
          <a:noFill/>
          <a:ln/>
        </p:spPr>
        <p:txBody>
          <a:bodyPr/>
          <a:lstStyle/>
          <a:p>
            <a:endParaRPr lang="en-AU" dirty="0">
              <a:latin typeface="Arial" pitchFamily="-84" charset="0"/>
              <a:ea typeface="Arial" pitchFamily="-84" charset="0"/>
              <a:cs typeface="Arial" pitchFamily="-84"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DE16DA7F-D295-D64F-8BDF-D26BF0159656}" type="slidenum">
              <a:rPr lang="en-AU" smtClean="0"/>
              <a:pPr>
                <a:defRPr/>
              </a:pPr>
              <a:t>17</a:t>
            </a:fld>
            <a:endParaRPr lang="en-AU" dirty="0"/>
          </a:p>
        </p:txBody>
      </p:sp>
    </p:spTree>
    <p:extLst>
      <p:ext uri="{BB962C8B-B14F-4D97-AF65-F5344CB8AC3E}">
        <p14:creationId xmlns:p14="http://schemas.microsoft.com/office/powerpoint/2010/main" val="304147801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DE16DA7F-D295-D64F-8BDF-D26BF0159656}" type="slidenum">
              <a:rPr lang="en-AU" smtClean="0"/>
              <a:pPr>
                <a:defRPr/>
              </a:pPr>
              <a:t>18</a:t>
            </a:fld>
            <a:endParaRPr lang="en-AU" dirty="0"/>
          </a:p>
        </p:txBody>
      </p:sp>
    </p:spTree>
    <p:extLst>
      <p:ext uri="{BB962C8B-B14F-4D97-AF65-F5344CB8AC3E}">
        <p14:creationId xmlns:p14="http://schemas.microsoft.com/office/powerpoint/2010/main" val="274734439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DE16DA7F-D295-D64F-8BDF-D26BF0159656}" type="slidenum">
              <a:rPr lang="en-AU" smtClean="0"/>
              <a:pPr>
                <a:defRPr/>
              </a:pPr>
              <a:t>19</a:t>
            </a:fld>
            <a:endParaRPr lang="en-AU" dirty="0"/>
          </a:p>
        </p:txBody>
      </p:sp>
    </p:spTree>
    <p:extLst>
      <p:ext uri="{BB962C8B-B14F-4D97-AF65-F5344CB8AC3E}">
        <p14:creationId xmlns:p14="http://schemas.microsoft.com/office/powerpoint/2010/main" val="95731945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1B55B1F-C43D-7445-A4EC-5A9C5E2AD35E}" type="slidenum">
              <a:rPr lang="en-US" smtClean="0"/>
              <a:t>20</a:t>
            </a:fld>
            <a:endParaRPr lang="en-US"/>
          </a:p>
        </p:txBody>
      </p:sp>
    </p:spTree>
    <p:extLst>
      <p:ext uri="{BB962C8B-B14F-4D97-AF65-F5344CB8AC3E}">
        <p14:creationId xmlns:p14="http://schemas.microsoft.com/office/powerpoint/2010/main" val="22188112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AEB00-F05A-2099-8537-E14FC537C74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47BC997-1103-AD8D-0DC7-AE1C17ABD14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2BE513F-96C4-B5E1-363C-6D4B53FEAF11}"/>
              </a:ext>
            </a:extLst>
          </p:cNvPr>
          <p:cNvSpPr>
            <a:spLocks noGrp="1"/>
          </p:cNvSpPr>
          <p:nvPr>
            <p:ph type="dt" sz="half" idx="10"/>
          </p:nvPr>
        </p:nvSpPr>
        <p:spPr/>
        <p:txBody>
          <a:bodyPr/>
          <a:lstStyle/>
          <a:p>
            <a:fld id="{E2F2097F-6009-1841-AE92-C31CD7F205A4}" type="datetimeFigureOut">
              <a:rPr lang="en-US" smtClean="0"/>
              <a:t>4/20/2026</a:t>
            </a:fld>
            <a:endParaRPr lang="en-US"/>
          </a:p>
        </p:txBody>
      </p:sp>
      <p:sp>
        <p:nvSpPr>
          <p:cNvPr id="5" name="Footer Placeholder 4">
            <a:extLst>
              <a:ext uri="{FF2B5EF4-FFF2-40B4-BE49-F238E27FC236}">
                <a16:creationId xmlns:a16="http://schemas.microsoft.com/office/drawing/2014/main" id="{51D7B872-D378-DEBF-9A57-E8ECFD568E6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483A461-44E8-0F54-7939-A6ABD7AB9C82}"/>
              </a:ext>
            </a:extLst>
          </p:cNvPr>
          <p:cNvSpPr>
            <a:spLocks noGrp="1"/>
          </p:cNvSpPr>
          <p:nvPr>
            <p:ph type="sldNum" sz="quarter" idx="12"/>
          </p:nvPr>
        </p:nvSpPr>
        <p:spPr/>
        <p:txBody>
          <a:bodyPr/>
          <a:lstStyle/>
          <a:p>
            <a:fld id="{EA381A78-2F6A-EF43-888A-A797DC893CC4}" type="slidenum">
              <a:rPr lang="en-US" smtClean="0"/>
              <a:t>‹#›</a:t>
            </a:fld>
            <a:endParaRPr lang="en-US"/>
          </a:p>
        </p:txBody>
      </p:sp>
    </p:spTree>
    <p:extLst>
      <p:ext uri="{BB962C8B-B14F-4D97-AF65-F5344CB8AC3E}">
        <p14:creationId xmlns:p14="http://schemas.microsoft.com/office/powerpoint/2010/main" val="21612056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589EDB-E584-7BD2-E70B-E1BACE439DB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BB6889D-DD77-F9D4-F4B0-7E634474B28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B6907C8-18E5-A9EE-01C6-2128A5873D43}"/>
              </a:ext>
            </a:extLst>
          </p:cNvPr>
          <p:cNvSpPr>
            <a:spLocks noGrp="1"/>
          </p:cNvSpPr>
          <p:nvPr>
            <p:ph type="dt" sz="half" idx="10"/>
          </p:nvPr>
        </p:nvSpPr>
        <p:spPr/>
        <p:txBody>
          <a:bodyPr/>
          <a:lstStyle/>
          <a:p>
            <a:fld id="{E2F2097F-6009-1841-AE92-C31CD7F205A4}" type="datetimeFigureOut">
              <a:rPr lang="en-US" smtClean="0"/>
              <a:t>4/20/2026</a:t>
            </a:fld>
            <a:endParaRPr lang="en-US"/>
          </a:p>
        </p:txBody>
      </p:sp>
      <p:sp>
        <p:nvSpPr>
          <p:cNvPr id="5" name="Footer Placeholder 4">
            <a:extLst>
              <a:ext uri="{FF2B5EF4-FFF2-40B4-BE49-F238E27FC236}">
                <a16:creationId xmlns:a16="http://schemas.microsoft.com/office/drawing/2014/main" id="{680CFDFE-4468-8C92-9012-AFE3CE9A9AF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5AC0DF4-3F0D-AC40-81F0-8C6301CA8A43}"/>
              </a:ext>
            </a:extLst>
          </p:cNvPr>
          <p:cNvSpPr>
            <a:spLocks noGrp="1"/>
          </p:cNvSpPr>
          <p:nvPr>
            <p:ph type="sldNum" sz="quarter" idx="12"/>
          </p:nvPr>
        </p:nvSpPr>
        <p:spPr/>
        <p:txBody>
          <a:bodyPr/>
          <a:lstStyle/>
          <a:p>
            <a:fld id="{EA381A78-2F6A-EF43-888A-A797DC893CC4}" type="slidenum">
              <a:rPr lang="en-US" smtClean="0"/>
              <a:t>‹#›</a:t>
            </a:fld>
            <a:endParaRPr lang="en-US"/>
          </a:p>
        </p:txBody>
      </p:sp>
    </p:spTree>
    <p:extLst>
      <p:ext uri="{BB962C8B-B14F-4D97-AF65-F5344CB8AC3E}">
        <p14:creationId xmlns:p14="http://schemas.microsoft.com/office/powerpoint/2010/main" val="18284653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8FBA0E-EBA6-2521-F678-7BDA90BF345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16BB0E0-5342-4841-04EF-8EDAB4D5E29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1CD5A49-300B-E2D5-34B1-6D2FDB52ABF7}"/>
              </a:ext>
            </a:extLst>
          </p:cNvPr>
          <p:cNvSpPr>
            <a:spLocks noGrp="1"/>
          </p:cNvSpPr>
          <p:nvPr>
            <p:ph type="dt" sz="half" idx="10"/>
          </p:nvPr>
        </p:nvSpPr>
        <p:spPr/>
        <p:txBody>
          <a:bodyPr/>
          <a:lstStyle/>
          <a:p>
            <a:fld id="{E2F2097F-6009-1841-AE92-C31CD7F205A4}" type="datetimeFigureOut">
              <a:rPr lang="en-US" smtClean="0"/>
              <a:t>4/20/2026</a:t>
            </a:fld>
            <a:endParaRPr lang="en-US"/>
          </a:p>
        </p:txBody>
      </p:sp>
      <p:sp>
        <p:nvSpPr>
          <p:cNvPr id="5" name="Footer Placeholder 4">
            <a:extLst>
              <a:ext uri="{FF2B5EF4-FFF2-40B4-BE49-F238E27FC236}">
                <a16:creationId xmlns:a16="http://schemas.microsoft.com/office/drawing/2014/main" id="{4659CB34-768D-549A-4629-36B4A15E29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C7BB3B1-8EBA-4FAD-213C-CBA8F4C3CA32}"/>
              </a:ext>
            </a:extLst>
          </p:cNvPr>
          <p:cNvSpPr>
            <a:spLocks noGrp="1"/>
          </p:cNvSpPr>
          <p:nvPr>
            <p:ph type="sldNum" sz="quarter" idx="12"/>
          </p:nvPr>
        </p:nvSpPr>
        <p:spPr/>
        <p:txBody>
          <a:bodyPr/>
          <a:lstStyle/>
          <a:p>
            <a:fld id="{EA381A78-2F6A-EF43-888A-A797DC893CC4}" type="slidenum">
              <a:rPr lang="en-US" smtClean="0"/>
              <a:t>‹#›</a:t>
            </a:fld>
            <a:endParaRPr lang="en-US"/>
          </a:p>
        </p:txBody>
      </p:sp>
    </p:spTree>
    <p:extLst>
      <p:ext uri="{BB962C8B-B14F-4D97-AF65-F5344CB8AC3E}">
        <p14:creationId xmlns:p14="http://schemas.microsoft.com/office/powerpoint/2010/main" val="7424963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D26000-5517-76A9-E351-9274B493DF3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AA11824-18D3-1167-641B-2D9164E4230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AB87C4A-5E6D-EB30-1756-87F5E730AF6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29E748A-8894-206D-21A7-7F46A497FF67}"/>
              </a:ext>
            </a:extLst>
          </p:cNvPr>
          <p:cNvSpPr>
            <a:spLocks noGrp="1"/>
          </p:cNvSpPr>
          <p:nvPr>
            <p:ph type="dt" sz="half" idx="10"/>
          </p:nvPr>
        </p:nvSpPr>
        <p:spPr/>
        <p:txBody>
          <a:bodyPr/>
          <a:lstStyle/>
          <a:p>
            <a:fld id="{E2F2097F-6009-1841-AE92-C31CD7F205A4}" type="datetimeFigureOut">
              <a:rPr lang="en-US" smtClean="0"/>
              <a:t>4/20/2026</a:t>
            </a:fld>
            <a:endParaRPr lang="en-US"/>
          </a:p>
        </p:txBody>
      </p:sp>
      <p:sp>
        <p:nvSpPr>
          <p:cNvPr id="6" name="Footer Placeholder 5">
            <a:extLst>
              <a:ext uri="{FF2B5EF4-FFF2-40B4-BE49-F238E27FC236}">
                <a16:creationId xmlns:a16="http://schemas.microsoft.com/office/drawing/2014/main" id="{A0493CB8-616A-05D5-B301-F0FEB8A70B7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4B3D508-B0D7-4440-CEA8-02758ECD5B4F}"/>
              </a:ext>
            </a:extLst>
          </p:cNvPr>
          <p:cNvSpPr>
            <a:spLocks noGrp="1"/>
          </p:cNvSpPr>
          <p:nvPr>
            <p:ph type="sldNum" sz="quarter" idx="12"/>
          </p:nvPr>
        </p:nvSpPr>
        <p:spPr/>
        <p:txBody>
          <a:bodyPr/>
          <a:lstStyle/>
          <a:p>
            <a:fld id="{EA381A78-2F6A-EF43-888A-A797DC893CC4}" type="slidenum">
              <a:rPr lang="en-US" smtClean="0"/>
              <a:t>‹#›</a:t>
            </a:fld>
            <a:endParaRPr lang="en-US"/>
          </a:p>
        </p:txBody>
      </p:sp>
    </p:spTree>
    <p:extLst>
      <p:ext uri="{BB962C8B-B14F-4D97-AF65-F5344CB8AC3E}">
        <p14:creationId xmlns:p14="http://schemas.microsoft.com/office/powerpoint/2010/main" val="9591542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03A3A0-3A14-74EA-057D-515D7BC4E4B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3382900-75FF-1739-25B5-CECF8F1DDA4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E82D1FD-CF7B-AD6F-C425-1F27B4CA73C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DDCBFC9-45F7-707A-9442-6F9714DDC64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90B4357-DBD8-8662-E89A-8C9D927B4C2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300D8D6-3725-8530-60FF-F9F0FBE8C930}"/>
              </a:ext>
            </a:extLst>
          </p:cNvPr>
          <p:cNvSpPr>
            <a:spLocks noGrp="1"/>
          </p:cNvSpPr>
          <p:nvPr>
            <p:ph type="dt" sz="half" idx="10"/>
          </p:nvPr>
        </p:nvSpPr>
        <p:spPr/>
        <p:txBody>
          <a:bodyPr/>
          <a:lstStyle/>
          <a:p>
            <a:fld id="{E2F2097F-6009-1841-AE92-C31CD7F205A4}" type="datetimeFigureOut">
              <a:rPr lang="en-US" smtClean="0"/>
              <a:t>4/20/2026</a:t>
            </a:fld>
            <a:endParaRPr lang="en-US"/>
          </a:p>
        </p:txBody>
      </p:sp>
      <p:sp>
        <p:nvSpPr>
          <p:cNvPr id="8" name="Footer Placeholder 7">
            <a:extLst>
              <a:ext uri="{FF2B5EF4-FFF2-40B4-BE49-F238E27FC236}">
                <a16:creationId xmlns:a16="http://schemas.microsoft.com/office/drawing/2014/main" id="{1402336A-C096-BBF0-606E-6115DE51D64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ACDE267-AA31-5DF9-602C-EB7BEB6BD036}"/>
              </a:ext>
            </a:extLst>
          </p:cNvPr>
          <p:cNvSpPr>
            <a:spLocks noGrp="1"/>
          </p:cNvSpPr>
          <p:nvPr>
            <p:ph type="sldNum" sz="quarter" idx="12"/>
          </p:nvPr>
        </p:nvSpPr>
        <p:spPr/>
        <p:txBody>
          <a:bodyPr/>
          <a:lstStyle/>
          <a:p>
            <a:fld id="{EA381A78-2F6A-EF43-888A-A797DC893CC4}" type="slidenum">
              <a:rPr lang="en-US" smtClean="0"/>
              <a:t>‹#›</a:t>
            </a:fld>
            <a:endParaRPr lang="en-US"/>
          </a:p>
        </p:txBody>
      </p:sp>
    </p:spTree>
    <p:extLst>
      <p:ext uri="{BB962C8B-B14F-4D97-AF65-F5344CB8AC3E}">
        <p14:creationId xmlns:p14="http://schemas.microsoft.com/office/powerpoint/2010/main" val="34364492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D0ABC1-D203-DDA4-0DFF-91063C04802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C4D3E11-2FCB-1B61-D1F4-30DABE2FEE89}"/>
              </a:ext>
            </a:extLst>
          </p:cNvPr>
          <p:cNvSpPr>
            <a:spLocks noGrp="1"/>
          </p:cNvSpPr>
          <p:nvPr>
            <p:ph type="dt" sz="half" idx="10"/>
          </p:nvPr>
        </p:nvSpPr>
        <p:spPr/>
        <p:txBody>
          <a:bodyPr/>
          <a:lstStyle/>
          <a:p>
            <a:fld id="{E2F2097F-6009-1841-AE92-C31CD7F205A4}" type="datetimeFigureOut">
              <a:rPr lang="en-US" smtClean="0"/>
              <a:t>4/20/2026</a:t>
            </a:fld>
            <a:endParaRPr lang="en-US"/>
          </a:p>
        </p:txBody>
      </p:sp>
      <p:sp>
        <p:nvSpPr>
          <p:cNvPr id="4" name="Footer Placeholder 3">
            <a:extLst>
              <a:ext uri="{FF2B5EF4-FFF2-40B4-BE49-F238E27FC236}">
                <a16:creationId xmlns:a16="http://schemas.microsoft.com/office/drawing/2014/main" id="{C17EF5DF-7737-8E30-6D4E-83E9C359B6E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B86B179-1E00-BC59-B64E-BCC8DEDF59DF}"/>
              </a:ext>
            </a:extLst>
          </p:cNvPr>
          <p:cNvSpPr>
            <a:spLocks noGrp="1"/>
          </p:cNvSpPr>
          <p:nvPr>
            <p:ph type="sldNum" sz="quarter" idx="12"/>
          </p:nvPr>
        </p:nvSpPr>
        <p:spPr/>
        <p:txBody>
          <a:bodyPr/>
          <a:lstStyle/>
          <a:p>
            <a:fld id="{EA381A78-2F6A-EF43-888A-A797DC893CC4}" type="slidenum">
              <a:rPr lang="en-US" smtClean="0"/>
              <a:t>‹#›</a:t>
            </a:fld>
            <a:endParaRPr lang="en-US"/>
          </a:p>
        </p:txBody>
      </p:sp>
    </p:spTree>
    <p:extLst>
      <p:ext uri="{BB962C8B-B14F-4D97-AF65-F5344CB8AC3E}">
        <p14:creationId xmlns:p14="http://schemas.microsoft.com/office/powerpoint/2010/main" val="15405413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FEDFCA8-0094-F0DD-891E-5B193F7BC413}"/>
              </a:ext>
            </a:extLst>
          </p:cNvPr>
          <p:cNvSpPr>
            <a:spLocks noGrp="1"/>
          </p:cNvSpPr>
          <p:nvPr>
            <p:ph type="dt" sz="half" idx="10"/>
          </p:nvPr>
        </p:nvSpPr>
        <p:spPr/>
        <p:txBody>
          <a:bodyPr/>
          <a:lstStyle/>
          <a:p>
            <a:fld id="{E2F2097F-6009-1841-AE92-C31CD7F205A4}" type="datetimeFigureOut">
              <a:rPr lang="en-US" smtClean="0"/>
              <a:t>4/20/2026</a:t>
            </a:fld>
            <a:endParaRPr lang="en-US"/>
          </a:p>
        </p:txBody>
      </p:sp>
      <p:sp>
        <p:nvSpPr>
          <p:cNvPr id="3" name="Footer Placeholder 2">
            <a:extLst>
              <a:ext uri="{FF2B5EF4-FFF2-40B4-BE49-F238E27FC236}">
                <a16:creationId xmlns:a16="http://schemas.microsoft.com/office/drawing/2014/main" id="{9392095C-7B4E-2C46-B46F-D1EBDF66C1D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E538D79-0345-CD78-3E51-DE60089EEFCA}"/>
              </a:ext>
            </a:extLst>
          </p:cNvPr>
          <p:cNvSpPr>
            <a:spLocks noGrp="1"/>
          </p:cNvSpPr>
          <p:nvPr>
            <p:ph type="sldNum" sz="quarter" idx="12"/>
          </p:nvPr>
        </p:nvSpPr>
        <p:spPr/>
        <p:txBody>
          <a:bodyPr/>
          <a:lstStyle/>
          <a:p>
            <a:fld id="{EA381A78-2F6A-EF43-888A-A797DC893CC4}" type="slidenum">
              <a:rPr lang="en-US" smtClean="0"/>
              <a:t>‹#›</a:t>
            </a:fld>
            <a:endParaRPr lang="en-US"/>
          </a:p>
        </p:txBody>
      </p:sp>
    </p:spTree>
    <p:extLst>
      <p:ext uri="{BB962C8B-B14F-4D97-AF65-F5344CB8AC3E}">
        <p14:creationId xmlns:p14="http://schemas.microsoft.com/office/powerpoint/2010/main" val="26554231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C72D2-9B66-CEF9-3C71-AF3CE4C1702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1F159BD-D8F9-3869-C6D5-4C1984538A2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09D9DCB-5D6A-1752-1B5C-7EFB6AD2FA2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3069987-F200-71FB-198E-5D9BA313ABFA}"/>
              </a:ext>
            </a:extLst>
          </p:cNvPr>
          <p:cNvSpPr>
            <a:spLocks noGrp="1"/>
          </p:cNvSpPr>
          <p:nvPr>
            <p:ph type="dt" sz="half" idx="10"/>
          </p:nvPr>
        </p:nvSpPr>
        <p:spPr/>
        <p:txBody>
          <a:bodyPr/>
          <a:lstStyle/>
          <a:p>
            <a:fld id="{E2F2097F-6009-1841-AE92-C31CD7F205A4}" type="datetimeFigureOut">
              <a:rPr lang="en-US" smtClean="0"/>
              <a:t>4/20/2026</a:t>
            </a:fld>
            <a:endParaRPr lang="en-US"/>
          </a:p>
        </p:txBody>
      </p:sp>
      <p:sp>
        <p:nvSpPr>
          <p:cNvPr id="6" name="Footer Placeholder 5">
            <a:extLst>
              <a:ext uri="{FF2B5EF4-FFF2-40B4-BE49-F238E27FC236}">
                <a16:creationId xmlns:a16="http://schemas.microsoft.com/office/drawing/2014/main" id="{1C8C4BF8-C75D-D56D-607E-1158C14F2E5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A1B7881-DE82-1412-C3AF-921093583B39}"/>
              </a:ext>
            </a:extLst>
          </p:cNvPr>
          <p:cNvSpPr>
            <a:spLocks noGrp="1"/>
          </p:cNvSpPr>
          <p:nvPr>
            <p:ph type="sldNum" sz="quarter" idx="12"/>
          </p:nvPr>
        </p:nvSpPr>
        <p:spPr/>
        <p:txBody>
          <a:bodyPr/>
          <a:lstStyle/>
          <a:p>
            <a:fld id="{EA381A78-2F6A-EF43-888A-A797DC893CC4}" type="slidenum">
              <a:rPr lang="en-US" smtClean="0"/>
              <a:t>‹#›</a:t>
            </a:fld>
            <a:endParaRPr lang="en-US"/>
          </a:p>
        </p:txBody>
      </p:sp>
    </p:spTree>
    <p:extLst>
      <p:ext uri="{BB962C8B-B14F-4D97-AF65-F5344CB8AC3E}">
        <p14:creationId xmlns:p14="http://schemas.microsoft.com/office/powerpoint/2010/main" val="1863164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4534E3-B36B-010C-BD09-07AEE7E5EA3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9898645-7A11-74DD-8041-C621A2284AA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61C8143-84E4-9DAD-D64A-154E16A09C9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16D23D2-4460-E0D2-1943-60840D6D6D83}"/>
              </a:ext>
            </a:extLst>
          </p:cNvPr>
          <p:cNvSpPr>
            <a:spLocks noGrp="1"/>
          </p:cNvSpPr>
          <p:nvPr>
            <p:ph type="dt" sz="half" idx="10"/>
          </p:nvPr>
        </p:nvSpPr>
        <p:spPr/>
        <p:txBody>
          <a:bodyPr/>
          <a:lstStyle/>
          <a:p>
            <a:fld id="{E2F2097F-6009-1841-AE92-C31CD7F205A4}" type="datetimeFigureOut">
              <a:rPr lang="en-US" smtClean="0"/>
              <a:t>4/20/2026</a:t>
            </a:fld>
            <a:endParaRPr lang="en-US"/>
          </a:p>
        </p:txBody>
      </p:sp>
      <p:sp>
        <p:nvSpPr>
          <p:cNvPr id="6" name="Footer Placeholder 5">
            <a:extLst>
              <a:ext uri="{FF2B5EF4-FFF2-40B4-BE49-F238E27FC236}">
                <a16:creationId xmlns:a16="http://schemas.microsoft.com/office/drawing/2014/main" id="{5D50E4B1-0B71-B897-68CB-451AA0CCE6E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166C042-6CC1-2FBD-F55A-3CB2B77225E4}"/>
              </a:ext>
            </a:extLst>
          </p:cNvPr>
          <p:cNvSpPr>
            <a:spLocks noGrp="1"/>
          </p:cNvSpPr>
          <p:nvPr>
            <p:ph type="sldNum" sz="quarter" idx="12"/>
          </p:nvPr>
        </p:nvSpPr>
        <p:spPr/>
        <p:txBody>
          <a:bodyPr/>
          <a:lstStyle/>
          <a:p>
            <a:fld id="{EA381A78-2F6A-EF43-888A-A797DC893CC4}" type="slidenum">
              <a:rPr lang="en-US" smtClean="0"/>
              <a:t>‹#›</a:t>
            </a:fld>
            <a:endParaRPr lang="en-US"/>
          </a:p>
        </p:txBody>
      </p:sp>
    </p:spTree>
    <p:extLst>
      <p:ext uri="{BB962C8B-B14F-4D97-AF65-F5344CB8AC3E}">
        <p14:creationId xmlns:p14="http://schemas.microsoft.com/office/powerpoint/2010/main" val="14544597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39935E-2EF6-BD76-A114-3BAC77DE541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6BFF1F5-266F-513B-EB42-3ABC5E1DD03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B72956C-768D-C53E-F758-579E1508D662}"/>
              </a:ext>
            </a:extLst>
          </p:cNvPr>
          <p:cNvSpPr>
            <a:spLocks noGrp="1"/>
          </p:cNvSpPr>
          <p:nvPr>
            <p:ph type="dt" sz="half" idx="10"/>
          </p:nvPr>
        </p:nvSpPr>
        <p:spPr/>
        <p:txBody>
          <a:bodyPr/>
          <a:lstStyle/>
          <a:p>
            <a:fld id="{E2F2097F-6009-1841-AE92-C31CD7F205A4}" type="datetimeFigureOut">
              <a:rPr lang="en-US" smtClean="0"/>
              <a:t>4/20/2026</a:t>
            </a:fld>
            <a:endParaRPr lang="en-US"/>
          </a:p>
        </p:txBody>
      </p:sp>
      <p:sp>
        <p:nvSpPr>
          <p:cNvPr id="5" name="Footer Placeholder 4">
            <a:extLst>
              <a:ext uri="{FF2B5EF4-FFF2-40B4-BE49-F238E27FC236}">
                <a16:creationId xmlns:a16="http://schemas.microsoft.com/office/drawing/2014/main" id="{44892F1D-CA8F-40EE-BAF1-EBA87AD0F45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C8805E2-5403-526A-EF1C-E8132974ABD4}"/>
              </a:ext>
            </a:extLst>
          </p:cNvPr>
          <p:cNvSpPr>
            <a:spLocks noGrp="1"/>
          </p:cNvSpPr>
          <p:nvPr>
            <p:ph type="sldNum" sz="quarter" idx="12"/>
          </p:nvPr>
        </p:nvSpPr>
        <p:spPr/>
        <p:txBody>
          <a:bodyPr/>
          <a:lstStyle/>
          <a:p>
            <a:fld id="{EA381A78-2F6A-EF43-888A-A797DC893CC4}" type="slidenum">
              <a:rPr lang="en-US" smtClean="0"/>
              <a:t>‹#›</a:t>
            </a:fld>
            <a:endParaRPr lang="en-US"/>
          </a:p>
        </p:txBody>
      </p:sp>
    </p:spTree>
    <p:extLst>
      <p:ext uri="{BB962C8B-B14F-4D97-AF65-F5344CB8AC3E}">
        <p14:creationId xmlns:p14="http://schemas.microsoft.com/office/powerpoint/2010/main" val="15564077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9891D45-7B7F-26D1-329A-550EEF48834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6BBC8DC-D252-7F64-49D4-1821BD8298E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56968A7-5CE7-7753-D624-A9E82E5C8DBE}"/>
              </a:ext>
            </a:extLst>
          </p:cNvPr>
          <p:cNvSpPr>
            <a:spLocks noGrp="1"/>
          </p:cNvSpPr>
          <p:nvPr>
            <p:ph type="dt" sz="half" idx="10"/>
          </p:nvPr>
        </p:nvSpPr>
        <p:spPr/>
        <p:txBody>
          <a:bodyPr/>
          <a:lstStyle/>
          <a:p>
            <a:fld id="{E2F2097F-6009-1841-AE92-C31CD7F205A4}" type="datetimeFigureOut">
              <a:rPr lang="en-US" smtClean="0"/>
              <a:t>4/20/2026</a:t>
            </a:fld>
            <a:endParaRPr lang="en-US"/>
          </a:p>
        </p:txBody>
      </p:sp>
      <p:sp>
        <p:nvSpPr>
          <p:cNvPr id="5" name="Footer Placeholder 4">
            <a:extLst>
              <a:ext uri="{FF2B5EF4-FFF2-40B4-BE49-F238E27FC236}">
                <a16:creationId xmlns:a16="http://schemas.microsoft.com/office/drawing/2014/main" id="{1316E551-6587-B878-7965-BB3A48E0D86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652B058-A2D5-61DA-1334-A4A1D072DA73}"/>
              </a:ext>
            </a:extLst>
          </p:cNvPr>
          <p:cNvSpPr>
            <a:spLocks noGrp="1"/>
          </p:cNvSpPr>
          <p:nvPr>
            <p:ph type="sldNum" sz="quarter" idx="12"/>
          </p:nvPr>
        </p:nvSpPr>
        <p:spPr/>
        <p:txBody>
          <a:bodyPr/>
          <a:lstStyle/>
          <a:p>
            <a:fld id="{EA381A78-2F6A-EF43-888A-A797DC893CC4}" type="slidenum">
              <a:rPr lang="en-US" smtClean="0"/>
              <a:t>‹#›</a:t>
            </a:fld>
            <a:endParaRPr lang="en-US"/>
          </a:p>
        </p:txBody>
      </p:sp>
    </p:spTree>
    <p:extLst>
      <p:ext uri="{BB962C8B-B14F-4D97-AF65-F5344CB8AC3E}">
        <p14:creationId xmlns:p14="http://schemas.microsoft.com/office/powerpoint/2010/main" val="19250521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20B73BE-17F6-6860-BD5C-5675F3D0B71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EC5AAC7-4D00-3054-046F-BD66B516ECB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BC79E4B-BA0E-268C-6E46-891C1D473C7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2F2097F-6009-1841-AE92-C31CD7F205A4}" type="datetimeFigureOut">
              <a:rPr lang="en-US" smtClean="0"/>
              <a:t>4/20/2026</a:t>
            </a:fld>
            <a:endParaRPr lang="en-US"/>
          </a:p>
        </p:txBody>
      </p:sp>
      <p:sp>
        <p:nvSpPr>
          <p:cNvPr id="5" name="Footer Placeholder 4">
            <a:extLst>
              <a:ext uri="{FF2B5EF4-FFF2-40B4-BE49-F238E27FC236}">
                <a16:creationId xmlns:a16="http://schemas.microsoft.com/office/drawing/2014/main" id="{3E450947-625D-B30C-D42C-74740800DD8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05FBC8D-BD27-63D8-DB8B-C8E75142D0B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A381A78-2F6A-EF43-888A-A797DC893CC4}" type="slidenum">
              <a:rPr lang="en-US" smtClean="0"/>
              <a:t>‹#›</a:t>
            </a:fld>
            <a:endParaRPr lang="en-US"/>
          </a:p>
        </p:txBody>
      </p:sp>
    </p:spTree>
    <p:extLst>
      <p:ext uri="{BB962C8B-B14F-4D97-AF65-F5344CB8AC3E}">
        <p14:creationId xmlns:p14="http://schemas.microsoft.com/office/powerpoint/2010/main" val="77994028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4.xml"/><Relationship Id="rId6"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6.xml"/><Relationship Id="rId1" Type="http://schemas.openxmlformats.org/officeDocument/2006/relationships/tags" Target="../tags/tag5.xml"/><Relationship Id="rId4" Type="http://schemas.openxmlformats.org/officeDocument/2006/relationships/image" Target="../media/image1.emf"/></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tags" Target="../tags/tag6.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ags" Target="../tags/tag7.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ags" Target="../tags/tag8.xml"/></Relationships>
</file>

<file path=ppt/slides/_rels/slide1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tags" Target="../tags/tag9.xml"/></Relationships>
</file>

<file path=ppt/slides/_rels/slide17.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notesSlide" Target="../notesSlides/notesSlide16.xml"/><Relationship Id="rId7" Type="http://schemas.openxmlformats.org/officeDocument/2006/relationships/diagramColors" Target="../diagrams/colors1.xml"/><Relationship Id="rId2" Type="http://schemas.openxmlformats.org/officeDocument/2006/relationships/slideLayout" Target="../slideLayouts/slideLayout2.xml"/><Relationship Id="rId1" Type="http://schemas.openxmlformats.org/officeDocument/2006/relationships/tags" Target="../tags/tag10.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7.xml"/><Relationship Id="rId7" Type="http://schemas.openxmlformats.org/officeDocument/2006/relationships/image" Target="../media/image7.png"/><Relationship Id="rId2" Type="http://schemas.openxmlformats.org/officeDocument/2006/relationships/slideLayout" Target="../slideLayouts/slideLayout6.xml"/><Relationship Id="rId1" Type="http://schemas.openxmlformats.org/officeDocument/2006/relationships/tags" Target="../tags/tag11.xml"/><Relationship Id="rId4" Type="http://schemas.openxmlformats.org/officeDocument/2006/relationships/image" Target="../media/image3.emf"/></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8.xml"/><Relationship Id="rId7" Type="http://schemas.openxmlformats.org/officeDocument/2006/relationships/image" Target="../media/image10.png"/><Relationship Id="rId2" Type="http://schemas.openxmlformats.org/officeDocument/2006/relationships/slideLayout" Target="../slideLayouts/slideLayout6.xml"/><Relationship Id="rId1" Type="http://schemas.openxmlformats.org/officeDocument/2006/relationships/tags" Target="../tags/tag12.xml"/><Relationship Id="rId4" Type="http://schemas.openxmlformats.org/officeDocument/2006/relationships/image" Target="../media/image4.emf"/></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E4F241-3F02-C288-0CE7-4CBF6C08E3C7}"/>
              </a:ext>
            </a:extLst>
          </p:cNvPr>
          <p:cNvSpPr>
            <a:spLocks noGrp="1"/>
          </p:cNvSpPr>
          <p:nvPr>
            <p:ph type="ctrTitle"/>
          </p:nvPr>
        </p:nvSpPr>
        <p:spPr/>
        <p:txBody>
          <a:bodyPr>
            <a:normAutofit/>
          </a:bodyPr>
          <a:lstStyle/>
          <a:p>
            <a:r>
              <a:rPr lang="en-US" b="1" dirty="0">
                <a:solidFill>
                  <a:srgbClr val="111111"/>
                </a:solidFill>
              </a:rPr>
              <a:t>Stream Cipher</a:t>
            </a:r>
            <a:endParaRPr lang="en-US" dirty="0"/>
          </a:p>
        </p:txBody>
      </p:sp>
      <p:sp>
        <p:nvSpPr>
          <p:cNvPr id="3" name="Subtitle 2">
            <a:extLst>
              <a:ext uri="{FF2B5EF4-FFF2-40B4-BE49-F238E27FC236}">
                <a16:creationId xmlns:a16="http://schemas.microsoft.com/office/drawing/2014/main" id="{5029980D-4FF7-2633-8A18-6E381DDAB6DB}"/>
              </a:ext>
            </a:extLst>
          </p:cNvPr>
          <p:cNvSpPr>
            <a:spLocks noGrp="1"/>
          </p:cNvSpPr>
          <p:nvPr>
            <p:ph type="subTitle" idx="1"/>
          </p:nvPr>
        </p:nvSpPr>
        <p:spPr/>
        <p:txBody>
          <a:bodyPr>
            <a:normAutofit fontScale="77500" lnSpcReduction="20000"/>
          </a:bodyPr>
          <a:lstStyle/>
          <a:p>
            <a:r>
              <a:rPr lang="en-US" dirty="0"/>
              <a:t>Dr. Xinyue Zhang</a:t>
            </a:r>
          </a:p>
          <a:p>
            <a:r>
              <a:rPr lang="en-US" dirty="0"/>
              <a:t>Assistant Professor</a:t>
            </a:r>
          </a:p>
          <a:p>
            <a:r>
              <a:rPr lang="en-US" dirty="0"/>
              <a:t>Department of Computer Science</a:t>
            </a:r>
          </a:p>
          <a:p>
            <a:r>
              <a:rPr lang="en-US" dirty="0"/>
              <a:t>Kennesaw State University</a:t>
            </a:r>
          </a:p>
          <a:p>
            <a:r>
              <a:rPr lang="en-US" dirty="0"/>
              <a:t>Marietta, GA, USA</a:t>
            </a:r>
          </a:p>
        </p:txBody>
      </p:sp>
    </p:spTree>
    <p:extLst>
      <p:ext uri="{BB962C8B-B14F-4D97-AF65-F5344CB8AC3E}">
        <p14:creationId xmlns:p14="http://schemas.microsoft.com/office/powerpoint/2010/main" val="3126114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85E016-09FA-DDB8-0F44-850D96F92DDB}"/>
              </a:ext>
            </a:extLst>
          </p:cNvPr>
          <p:cNvSpPr>
            <a:spLocks noGrp="1"/>
          </p:cNvSpPr>
          <p:nvPr>
            <p:ph type="title"/>
          </p:nvPr>
        </p:nvSpPr>
        <p:spPr/>
        <p:txBody>
          <a:bodyPr/>
          <a:lstStyle/>
          <a:p>
            <a:r>
              <a:rPr lang="en-US" dirty="0"/>
              <a:t>Why do we need random numbers?</a:t>
            </a:r>
          </a:p>
        </p:txBody>
      </p:sp>
      <p:sp>
        <p:nvSpPr>
          <p:cNvPr id="3" name="Content Placeholder 2">
            <a:extLst>
              <a:ext uri="{FF2B5EF4-FFF2-40B4-BE49-F238E27FC236}">
                <a16:creationId xmlns:a16="http://schemas.microsoft.com/office/drawing/2014/main" id="{0487A614-2DF4-1E6F-1DB1-A05874E24759}"/>
              </a:ext>
            </a:extLst>
          </p:cNvPr>
          <p:cNvSpPr>
            <a:spLocks noGrp="1"/>
          </p:cNvSpPr>
          <p:nvPr>
            <p:ph idx="1"/>
          </p:nvPr>
        </p:nvSpPr>
        <p:spPr/>
        <p:txBody>
          <a:bodyPr/>
          <a:lstStyle/>
          <a:p>
            <a:r>
              <a:rPr lang="en-US" dirty="0"/>
              <a:t>Key generation</a:t>
            </a:r>
          </a:p>
          <a:p>
            <a:endParaRPr lang="en-US" dirty="0"/>
          </a:p>
          <a:p>
            <a:r>
              <a:rPr lang="en-US" dirty="0"/>
              <a:t>Stream cipher keystream generation</a:t>
            </a:r>
          </a:p>
          <a:p>
            <a:endParaRPr lang="en-US" dirty="0"/>
          </a:p>
          <a:p>
            <a:r>
              <a:rPr lang="en-US" dirty="0"/>
              <a:t>Nonces, IVs, challenges, masking values</a:t>
            </a:r>
          </a:p>
          <a:p>
            <a:endParaRPr lang="en-US" dirty="0"/>
          </a:p>
          <a:p>
            <a:r>
              <a:rPr lang="en-US" dirty="0"/>
              <a:t>Security depends on unpredictability</a:t>
            </a:r>
          </a:p>
        </p:txBody>
      </p:sp>
    </p:spTree>
    <p:extLst>
      <p:ext uri="{BB962C8B-B14F-4D97-AF65-F5344CB8AC3E}">
        <p14:creationId xmlns:p14="http://schemas.microsoft.com/office/powerpoint/2010/main" val="1701056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77C8EF-ACE0-4DF2-F592-56B9EDE8F8C5}"/>
              </a:ext>
            </a:extLst>
          </p:cNvPr>
          <p:cNvSpPr>
            <a:spLocks noGrp="1"/>
          </p:cNvSpPr>
          <p:nvPr>
            <p:ph type="title"/>
          </p:nvPr>
        </p:nvSpPr>
        <p:spPr/>
        <p:txBody>
          <a:bodyPr/>
          <a:lstStyle/>
          <a:p>
            <a:r>
              <a:rPr lang="en-US" dirty="0"/>
              <a:t>True random vs pseudorandom</a:t>
            </a:r>
          </a:p>
        </p:txBody>
      </p:sp>
      <p:sp>
        <p:nvSpPr>
          <p:cNvPr id="3" name="Content Placeholder 2">
            <a:extLst>
              <a:ext uri="{FF2B5EF4-FFF2-40B4-BE49-F238E27FC236}">
                <a16:creationId xmlns:a16="http://schemas.microsoft.com/office/drawing/2014/main" id="{3EA6C9CE-91DD-6AD0-CDA0-2387BA5170F9}"/>
              </a:ext>
            </a:extLst>
          </p:cNvPr>
          <p:cNvSpPr>
            <a:spLocks noGrp="1"/>
          </p:cNvSpPr>
          <p:nvPr>
            <p:ph idx="1"/>
          </p:nvPr>
        </p:nvSpPr>
        <p:spPr/>
        <p:txBody>
          <a:bodyPr/>
          <a:lstStyle/>
          <a:p>
            <a:r>
              <a:rPr lang="en-US" dirty="0"/>
              <a:t>TRNG: uses a physical entropy source</a:t>
            </a:r>
          </a:p>
          <a:p>
            <a:endParaRPr lang="en-US" dirty="0"/>
          </a:p>
          <a:p>
            <a:r>
              <a:rPr lang="en-US" dirty="0"/>
              <a:t>PRG/PRNG: deterministic algorithm from a short seed</a:t>
            </a:r>
          </a:p>
          <a:p>
            <a:endParaRPr lang="en-US" dirty="0"/>
          </a:p>
          <a:p>
            <a:r>
              <a:rPr lang="en-US" dirty="0"/>
              <a:t>TRNG gives unpredictability from nature</a:t>
            </a:r>
          </a:p>
          <a:p>
            <a:endParaRPr lang="en-US" dirty="0"/>
          </a:p>
          <a:p>
            <a:r>
              <a:rPr lang="en-US" dirty="0"/>
              <a:t>PRG gives efficiency and scalability</a:t>
            </a:r>
          </a:p>
        </p:txBody>
      </p:sp>
    </p:spTree>
    <p:extLst>
      <p:ext uri="{BB962C8B-B14F-4D97-AF65-F5344CB8AC3E}">
        <p14:creationId xmlns:p14="http://schemas.microsoft.com/office/powerpoint/2010/main" val="3914991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5E2DA9-AB21-1795-6A52-EA48E9763996}"/>
              </a:ext>
            </a:extLst>
          </p:cNvPr>
          <p:cNvSpPr>
            <a:spLocks noGrp="1"/>
          </p:cNvSpPr>
          <p:nvPr>
            <p:ph type="title"/>
          </p:nvPr>
        </p:nvSpPr>
        <p:spPr/>
        <p:txBody>
          <a:bodyPr/>
          <a:lstStyle/>
          <a:p>
            <a:r>
              <a:rPr lang="en-US" dirty="0"/>
              <a:t>PRG &amp; Stream Cipher</a:t>
            </a:r>
          </a:p>
        </p:txBody>
      </p:sp>
      <p:sp>
        <p:nvSpPr>
          <p:cNvPr id="3" name="Content Placeholder 2">
            <a:extLst>
              <a:ext uri="{FF2B5EF4-FFF2-40B4-BE49-F238E27FC236}">
                <a16:creationId xmlns:a16="http://schemas.microsoft.com/office/drawing/2014/main" id="{102FE3D6-8776-7D4E-0BAE-4CECC4E1E0E7}"/>
              </a:ext>
            </a:extLst>
          </p:cNvPr>
          <p:cNvSpPr>
            <a:spLocks noGrp="1"/>
          </p:cNvSpPr>
          <p:nvPr>
            <p:ph idx="1"/>
          </p:nvPr>
        </p:nvSpPr>
        <p:spPr/>
        <p:txBody>
          <a:bodyPr/>
          <a:lstStyle/>
          <a:p>
            <a:r>
              <a:rPr lang="en-US" dirty="0"/>
              <a:t>PRG expands a short seed into a longer pseudorandom string</a:t>
            </a:r>
          </a:p>
          <a:p>
            <a:r>
              <a:rPr lang="en-US" dirty="0"/>
              <a:t>Main application here: keystream generation</a:t>
            </a:r>
          </a:p>
          <a:p>
            <a:r>
              <a:rPr lang="en-US" dirty="0"/>
              <a:t>Stream cipher can be viewed as a length-flexible PRG</a:t>
            </a:r>
          </a:p>
          <a:p>
            <a:r>
              <a:rPr lang="en-US" dirty="0"/>
              <a:t>Same seed must not be reused carelessly</a:t>
            </a:r>
          </a:p>
          <a:p>
            <a:endParaRPr lang="en-US" dirty="0"/>
          </a:p>
        </p:txBody>
      </p:sp>
      <mc:AlternateContent xmlns:mc="http://schemas.openxmlformats.org/markup-compatibility/2006" xmlns:a14="http://schemas.microsoft.com/office/drawing/2010/main">
        <mc:Choice Requires="a14">
          <p:sp>
            <p:nvSpPr>
              <p:cNvPr id="7" name="Rounded Rectangle 6">
                <a:extLst>
                  <a:ext uri="{FF2B5EF4-FFF2-40B4-BE49-F238E27FC236}">
                    <a16:creationId xmlns:a16="http://schemas.microsoft.com/office/drawing/2014/main" id="{7B7D77CF-A8E7-0500-EDAB-C6D3922138E3}"/>
                  </a:ext>
                </a:extLst>
              </p:cNvPr>
              <p:cNvSpPr/>
              <p:nvPr/>
            </p:nvSpPr>
            <p:spPr>
              <a:xfrm>
                <a:off x="2009064" y="4060020"/>
                <a:ext cx="8173872" cy="2251880"/>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2400" b="1" dirty="0"/>
                  <a:t>Stream Cipher</a:t>
                </a:r>
              </a:p>
              <a:p>
                <a:pPr algn="ctr"/>
                <a:endParaRPr lang="en-US" sz="2400" b="1" dirty="0"/>
              </a:p>
              <a:p>
                <a:pPr algn="ctr"/>
                <a:r>
                  <a:rPr lang="en-US" dirty="0"/>
                  <a:t>Generate keystream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𝑘</m:t>
                        </m:r>
                      </m:e>
                      <m:sub>
                        <m:r>
                          <a:rPr lang="ar-AE">
                            <a:latin typeface="Cambria Math" panose="02040503050406030204" pitchFamily="18" charset="0"/>
                          </a:rPr>
                          <m:t>0</m:t>
                        </m:r>
                      </m:sub>
                    </m:sSub>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𝑘</m:t>
                        </m:r>
                      </m:e>
                      <m:sub>
                        <m:r>
                          <a:rPr lang="ar-AE">
                            <a:latin typeface="Cambria Math" panose="02040503050406030204" pitchFamily="18" charset="0"/>
                          </a:rPr>
                          <m:t>1</m:t>
                        </m:r>
                      </m:sub>
                    </m:sSub>
                    <m:r>
                      <a:rPr lang="ar-AE">
                        <a:latin typeface="Cambria Math" panose="02040503050406030204" pitchFamily="18" charset="0"/>
                      </a:rPr>
                      <m:t>,…</m:t>
                    </m:r>
                  </m:oMath>
                </a14:m>
                <a:r>
                  <a:rPr lang="en-US" dirty="0"/>
                  <a:t>from a short secret key</a:t>
                </a:r>
              </a:p>
              <a:p>
                <a:pPr algn="ctr"/>
                <a:r>
                  <a:rPr lang="en-US" dirty="0"/>
                  <a:t>Encrypt bitwise or bytewise: </a:t>
                </a:r>
                <a14:m>
                  <m:oMath xmlns:m="http://schemas.openxmlformats.org/officeDocument/2006/math">
                    <m:sSub>
                      <m:sSubPr>
                        <m:ctrlPr>
                          <a:rPr lang="en-US" i="1" dirty="0" smtClean="0">
                            <a:latin typeface="Cambria Math" panose="02040503050406030204" pitchFamily="18" charset="0"/>
                          </a:rPr>
                        </m:ctrlPr>
                      </m:sSubPr>
                      <m:e>
                        <m:r>
                          <a:rPr lang="en-US" b="0" i="1" dirty="0" smtClean="0">
                            <a:latin typeface="Cambria Math" panose="02040503050406030204" pitchFamily="18" charset="0"/>
                          </a:rPr>
                          <m:t>𝑐</m:t>
                        </m:r>
                      </m:e>
                      <m:sub>
                        <m:r>
                          <a:rPr lang="en-US" b="0" i="1" dirty="0" smtClean="0">
                            <a:latin typeface="Cambria Math" panose="02040503050406030204" pitchFamily="18" charset="0"/>
                          </a:rPr>
                          <m:t>𝑖</m:t>
                        </m:r>
                      </m:sub>
                    </m:sSub>
                    <m:r>
                      <a:rPr lang="en-US" i="1" dirty="0" smtClean="0">
                        <a:latin typeface="Cambria Math" panose="02040503050406030204" pitchFamily="18" charset="0"/>
                      </a:rPr>
                      <m:t>​=</m:t>
                    </m:r>
                    <m:sSub>
                      <m:sSubPr>
                        <m:ctrlPr>
                          <a:rPr lang="en-US" i="1" dirty="0" smtClean="0">
                            <a:latin typeface="Cambria Math" panose="02040503050406030204" pitchFamily="18" charset="0"/>
                          </a:rPr>
                        </m:ctrlPr>
                      </m:sSubPr>
                      <m:e>
                        <m:r>
                          <a:rPr lang="en-US" b="0" i="1" dirty="0" smtClean="0">
                            <a:latin typeface="Cambria Math" panose="02040503050406030204" pitchFamily="18" charset="0"/>
                          </a:rPr>
                          <m:t>𝑚</m:t>
                        </m:r>
                      </m:e>
                      <m:sub>
                        <m:r>
                          <a:rPr lang="en-US" b="0" i="1" dirty="0" smtClean="0">
                            <a:latin typeface="Cambria Math" panose="02040503050406030204" pitchFamily="18" charset="0"/>
                          </a:rPr>
                          <m:t>𝑖</m:t>
                        </m:r>
                      </m:sub>
                    </m:sSub>
                    <m:r>
                      <a:rPr lang="en-US" i="1" dirty="0" smtClean="0">
                        <a:latin typeface="Cambria Math" panose="02040503050406030204" pitchFamily="18" charset="0"/>
                      </a:rPr>
                      <m:t>​⊕</m:t>
                    </m:r>
                    <m:sSub>
                      <m:sSubPr>
                        <m:ctrlPr>
                          <a:rPr lang="en-US" i="1" dirty="0" smtClean="0">
                            <a:latin typeface="Cambria Math" panose="02040503050406030204" pitchFamily="18" charset="0"/>
                          </a:rPr>
                        </m:ctrlPr>
                      </m:sSubPr>
                      <m:e>
                        <m:r>
                          <a:rPr lang="en-US" b="0" i="1" dirty="0" smtClean="0">
                            <a:latin typeface="Cambria Math" panose="02040503050406030204" pitchFamily="18" charset="0"/>
                          </a:rPr>
                          <m:t>𝑘</m:t>
                        </m:r>
                      </m:e>
                      <m:sub>
                        <m:r>
                          <a:rPr lang="en-US" b="0" i="1" dirty="0" smtClean="0">
                            <a:latin typeface="Cambria Math" panose="02040503050406030204" pitchFamily="18" charset="0"/>
                          </a:rPr>
                          <m:t>𝑖</m:t>
                        </m:r>
                      </m:sub>
                    </m:sSub>
                    <m:r>
                      <a:rPr lang="en-US" i="1" dirty="0" smtClean="0">
                        <a:latin typeface="Cambria Math" panose="02040503050406030204" pitchFamily="18" charset="0"/>
                      </a:rPr>
                      <m:t>​</m:t>
                    </m:r>
                  </m:oMath>
                </a14:m>
                <a:endParaRPr lang="en-US" dirty="0"/>
              </a:p>
              <a:p>
                <a:pPr algn="ctr"/>
                <a:r>
                  <a:rPr lang="en-US" dirty="0"/>
                  <a:t>Decrypt: </a:t>
                </a:r>
                <a14:m>
                  <m:oMath xmlns:m="http://schemas.openxmlformats.org/officeDocument/2006/math">
                    <m:sSub>
                      <m:sSubPr>
                        <m:ctrlPr>
                          <a:rPr lang="en-US" i="1" dirty="0">
                            <a:latin typeface="Cambria Math" panose="02040503050406030204" pitchFamily="18" charset="0"/>
                          </a:rPr>
                        </m:ctrlPr>
                      </m:sSubPr>
                      <m:e>
                        <m:r>
                          <a:rPr lang="en-US" i="1" dirty="0">
                            <a:latin typeface="Cambria Math" panose="02040503050406030204" pitchFamily="18" charset="0"/>
                          </a:rPr>
                          <m:t>𝑚</m:t>
                        </m:r>
                      </m:e>
                      <m:sub>
                        <m:r>
                          <a:rPr lang="en-US" i="1" dirty="0">
                            <a:latin typeface="Cambria Math" panose="02040503050406030204" pitchFamily="18" charset="0"/>
                          </a:rPr>
                          <m:t>𝑖</m:t>
                        </m:r>
                      </m:sub>
                    </m:sSub>
                    <m:r>
                      <a:rPr lang="en-US" i="1" dirty="0">
                        <a:latin typeface="Cambria Math" panose="02040503050406030204" pitchFamily="18" charset="0"/>
                      </a:rPr>
                      <m:t>=</m:t>
                    </m:r>
                    <m:sSub>
                      <m:sSubPr>
                        <m:ctrlPr>
                          <a:rPr lang="en-US" i="1" dirty="0">
                            <a:latin typeface="Cambria Math" panose="02040503050406030204" pitchFamily="18" charset="0"/>
                          </a:rPr>
                        </m:ctrlPr>
                      </m:sSubPr>
                      <m:e>
                        <m:r>
                          <a:rPr lang="en-US" i="1" dirty="0">
                            <a:latin typeface="Cambria Math" panose="02040503050406030204" pitchFamily="18" charset="0"/>
                          </a:rPr>
                          <m:t>𝑐</m:t>
                        </m:r>
                      </m:e>
                      <m:sub>
                        <m:r>
                          <a:rPr lang="en-US" i="1" dirty="0">
                            <a:latin typeface="Cambria Math" panose="02040503050406030204" pitchFamily="18" charset="0"/>
                          </a:rPr>
                          <m:t>𝑖</m:t>
                        </m:r>
                      </m:sub>
                    </m:sSub>
                    <m:r>
                      <a:rPr lang="en-US" i="1" dirty="0">
                        <a:latin typeface="Cambria Math" panose="02040503050406030204" pitchFamily="18" charset="0"/>
                      </a:rPr>
                      <m:t>​​⊕</m:t>
                    </m:r>
                    <m:sSub>
                      <m:sSubPr>
                        <m:ctrlPr>
                          <a:rPr lang="en-US" i="1" dirty="0">
                            <a:latin typeface="Cambria Math" panose="02040503050406030204" pitchFamily="18" charset="0"/>
                          </a:rPr>
                        </m:ctrlPr>
                      </m:sSubPr>
                      <m:e>
                        <m:r>
                          <a:rPr lang="en-US" i="1" dirty="0">
                            <a:latin typeface="Cambria Math" panose="02040503050406030204" pitchFamily="18" charset="0"/>
                          </a:rPr>
                          <m:t>𝑘</m:t>
                        </m:r>
                      </m:e>
                      <m:sub>
                        <m:r>
                          <a:rPr lang="en-US" i="1" dirty="0">
                            <a:latin typeface="Cambria Math" panose="02040503050406030204" pitchFamily="18" charset="0"/>
                          </a:rPr>
                          <m:t>𝑖</m:t>
                        </m:r>
                      </m:sub>
                    </m:sSub>
                    <m:r>
                      <a:rPr lang="en-US" i="1" dirty="0">
                        <a:latin typeface="Cambria Math" panose="02040503050406030204" pitchFamily="18" charset="0"/>
                      </a:rPr>
                      <m:t>​</m:t>
                    </m:r>
                  </m:oMath>
                </a14:m>
                <a:endParaRPr lang="en-US" dirty="0"/>
              </a:p>
            </p:txBody>
          </p:sp>
        </mc:Choice>
        <mc:Fallback xmlns="">
          <p:sp>
            <p:nvSpPr>
              <p:cNvPr id="7" name="Rounded Rectangle 6">
                <a:extLst>
                  <a:ext uri="{FF2B5EF4-FFF2-40B4-BE49-F238E27FC236}">
                    <a16:creationId xmlns:a16="http://schemas.microsoft.com/office/drawing/2014/main" id="{7B7D77CF-A8E7-0500-EDAB-C6D3922138E3}"/>
                  </a:ext>
                </a:extLst>
              </p:cNvPr>
              <p:cNvSpPr>
                <a:spLocks noRot="1" noChangeAspect="1" noMove="1" noResize="1" noEditPoints="1" noAdjustHandles="1" noChangeArrowheads="1" noChangeShapeType="1" noTextEdit="1"/>
              </p:cNvSpPr>
              <p:nvPr/>
            </p:nvSpPr>
            <p:spPr>
              <a:xfrm>
                <a:off x="2009064" y="4060020"/>
                <a:ext cx="8173872" cy="2251880"/>
              </a:xfrm>
              <a:prstGeom prst="roundRect">
                <a:avLst/>
              </a:prstGeom>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7054573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74218A-699F-45D0-C0AA-8078D9C7F042}"/>
              </a:ext>
            </a:extLst>
          </p:cNvPr>
          <p:cNvSpPr>
            <a:spLocks noGrp="1"/>
          </p:cNvSpPr>
          <p:nvPr>
            <p:ph type="title"/>
          </p:nvPr>
        </p:nvSpPr>
        <p:spPr/>
        <p:txBody>
          <a:bodyPr>
            <a:normAutofit/>
          </a:bodyPr>
          <a:lstStyle/>
          <a:p>
            <a:r>
              <a:rPr lang="en-US" sz="4000" dirty="0"/>
              <a:t>Why stream ciphers are attractive and also risky</a:t>
            </a:r>
          </a:p>
        </p:txBody>
      </p:sp>
      <p:sp>
        <p:nvSpPr>
          <p:cNvPr id="3" name="Content Placeholder 2">
            <a:extLst>
              <a:ext uri="{FF2B5EF4-FFF2-40B4-BE49-F238E27FC236}">
                <a16:creationId xmlns:a16="http://schemas.microsoft.com/office/drawing/2014/main" id="{FF29ABBE-6A57-2B56-FD31-7040D3BEACAD}"/>
              </a:ext>
            </a:extLst>
          </p:cNvPr>
          <p:cNvSpPr>
            <a:spLocks noGrp="1"/>
          </p:cNvSpPr>
          <p:nvPr>
            <p:ph idx="1"/>
          </p:nvPr>
        </p:nvSpPr>
        <p:spPr/>
        <p:txBody>
          <a:bodyPr/>
          <a:lstStyle/>
          <a:p>
            <a:r>
              <a:rPr lang="en-US" dirty="0"/>
              <a:t>Very fast</a:t>
            </a:r>
          </a:p>
          <a:p>
            <a:endParaRPr lang="en-US" dirty="0"/>
          </a:p>
          <a:p>
            <a:r>
              <a:rPr lang="en-US" dirty="0"/>
              <a:t>Good for real-time data</a:t>
            </a:r>
          </a:p>
          <a:p>
            <a:endParaRPr lang="en-US" dirty="0"/>
          </a:p>
          <a:p>
            <a:r>
              <a:rPr lang="en-US" dirty="0"/>
              <a:t>Little or no error propagation</a:t>
            </a:r>
          </a:p>
          <a:p>
            <a:endParaRPr lang="en-US" dirty="0"/>
          </a:p>
          <a:p>
            <a:r>
              <a:rPr lang="en-US" dirty="0"/>
              <a:t>Main danger: keystream reuse</a:t>
            </a:r>
          </a:p>
        </p:txBody>
      </p:sp>
    </p:spTree>
    <p:extLst>
      <p:ext uri="{BB962C8B-B14F-4D97-AF65-F5344CB8AC3E}">
        <p14:creationId xmlns:p14="http://schemas.microsoft.com/office/powerpoint/2010/main" val="2800381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D938FB-8057-4EFD-C49C-9D8013A8D7F3}"/>
              </a:ext>
            </a:extLst>
          </p:cNvPr>
          <p:cNvSpPr>
            <a:spLocks noGrp="1"/>
          </p:cNvSpPr>
          <p:nvPr>
            <p:ph type="title"/>
          </p:nvPr>
        </p:nvSpPr>
        <p:spPr/>
        <p:txBody>
          <a:bodyPr/>
          <a:lstStyle/>
          <a:p>
            <a:r>
              <a:rPr lang="en-US" dirty="0"/>
              <a:t>True random number generator pipeline</a:t>
            </a:r>
          </a:p>
        </p:txBody>
      </p:sp>
      <p:sp>
        <p:nvSpPr>
          <p:cNvPr id="3" name="Content Placeholder 2">
            <a:extLst>
              <a:ext uri="{FF2B5EF4-FFF2-40B4-BE49-F238E27FC236}">
                <a16:creationId xmlns:a16="http://schemas.microsoft.com/office/drawing/2014/main" id="{BA15BC70-E44C-AF35-747D-9110358CB6B5}"/>
              </a:ext>
            </a:extLst>
          </p:cNvPr>
          <p:cNvSpPr>
            <a:spLocks noGrp="1"/>
          </p:cNvSpPr>
          <p:nvPr>
            <p:ph idx="1"/>
          </p:nvPr>
        </p:nvSpPr>
        <p:spPr/>
        <p:txBody>
          <a:bodyPr>
            <a:normAutofit/>
          </a:bodyPr>
          <a:lstStyle/>
          <a:p>
            <a:r>
              <a:rPr lang="en-US" dirty="0"/>
              <a:t>Entropy source</a:t>
            </a:r>
          </a:p>
          <a:p>
            <a:r>
              <a:rPr lang="en-US" dirty="0"/>
              <a:t>Digitization / sampling</a:t>
            </a:r>
          </a:p>
          <a:p>
            <a:r>
              <a:rPr lang="en-US" dirty="0"/>
              <a:t>Conditioning</a:t>
            </a:r>
          </a:p>
          <a:p>
            <a:r>
              <a:rPr lang="en-US" dirty="0"/>
              <a:t>Health tests</a:t>
            </a:r>
          </a:p>
          <a:p>
            <a:r>
              <a:rPr lang="en-US" dirty="0"/>
              <a:t>Final random output</a:t>
            </a:r>
          </a:p>
        </p:txBody>
      </p:sp>
      <p:sp>
        <p:nvSpPr>
          <p:cNvPr id="4" name="Rounded Rectangle 3">
            <a:extLst>
              <a:ext uri="{FF2B5EF4-FFF2-40B4-BE49-F238E27FC236}">
                <a16:creationId xmlns:a16="http://schemas.microsoft.com/office/drawing/2014/main" id="{5C9ACC3D-A55F-F2CE-6AC5-425D3CC20D21}"/>
              </a:ext>
            </a:extLst>
          </p:cNvPr>
          <p:cNvSpPr/>
          <p:nvPr/>
        </p:nvSpPr>
        <p:spPr>
          <a:xfrm>
            <a:off x="586568" y="4691419"/>
            <a:ext cx="1945943" cy="117370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Physical source</a:t>
            </a:r>
          </a:p>
        </p:txBody>
      </p:sp>
      <p:sp>
        <p:nvSpPr>
          <p:cNvPr id="5" name="Rounded Rectangle 4">
            <a:extLst>
              <a:ext uri="{FF2B5EF4-FFF2-40B4-BE49-F238E27FC236}">
                <a16:creationId xmlns:a16="http://schemas.microsoft.com/office/drawing/2014/main" id="{6D517A20-FBD7-A5C6-731D-9659E576142A}"/>
              </a:ext>
            </a:extLst>
          </p:cNvPr>
          <p:cNvSpPr/>
          <p:nvPr/>
        </p:nvSpPr>
        <p:spPr>
          <a:xfrm>
            <a:off x="2854798" y="4691419"/>
            <a:ext cx="1945943" cy="117370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Sampled raw bits</a:t>
            </a:r>
          </a:p>
        </p:txBody>
      </p:sp>
      <p:sp>
        <p:nvSpPr>
          <p:cNvPr id="6" name="Rounded Rectangle 5">
            <a:extLst>
              <a:ext uri="{FF2B5EF4-FFF2-40B4-BE49-F238E27FC236}">
                <a16:creationId xmlns:a16="http://schemas.microsoft.com/office/drawing/2014/main" id="{5C1F49F2-EBCE-6780-1707-B3EF44537D9B}"/>
              </a:ext>
            </a:extLst>
          </p:cNvPr>
          <p:cNvSpPr/>
          <p:nvPr/>
        </p:nvSpPr>
        <p:spPr>
          <a:xfrm>
            <a:off x="5123028" y="4691419"/>
            <a:ext cx="1945943" cy="117370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Conditioning</a:t>
            </a:r>
          </a:p>
        </p:txBody>
      </p:sp>
      <p:sp>
        <p:nvSpPr>
          <p:cNvPr id="7" name="Rounded Rectangle 6">
            <a:extLst>
              <a:ext uri="{FF2B5EF4-FFF2-40B4-BE49-F238E27FC236}">
                <a16:creationId xmlns:a16="http://schemas.microsoft.com/office/drawing/2014/main" id="{C5E342A2-1450-1EEF-1430-8520A5041C1D}"/>
              </a:ext>
            </a:extLst>
          </p:cNvPr>
          <p:cNvSpPr/>
          <p:nvPr/>
        </p:nvSpPr>
        <p:spPr>
          <a:xfrm>
            <a:off x="7391258" y="4691419"/>
            <a:ext cx="1945943" cy="117370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Tests/monitoring</a:t>
            </a:r>
          </a:p>
        </p:txBody>
      </p:sp>
      <p:sp>
        <p:nvSpPr>
          <p:cNvPr id="8" name="Rounded Rectangle 7">
            <a:extLst>
              <a:ext uri="{FF2B5EF4-FFF2-40B4-BE49-F238E27FC236}">
                <a16:creationId xmlns:a16="http://schemas.microsoft.com/office/drawing/2014/main" id="{686CF03D-3BB1-EDCC-3B12-F8458A519F99}"/>
              </a:ext>
            </a:extLst>
          </p:cNvPr>
          <p:cNvSpPr/>
          <p:nvPr/>
        </p:nvSpPr>
        <p:spPr>
          <a:xfrm>
            <a:off x="9659486" y="4691419"/>
            <a:ext cx="1945943" cy="117370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Random output</a:t>
            </a:r>
          </a:p>
        </p:txBody>
      </p:sp>
      <p:cxnSp>
        <p:nvCxnSpPr>
          <p:cNvPr id="10" name="Straight Arrow Connector 9">
            <a:extLst>
              <a:ext uri="{FF2B5EF4-FFF2-40B4-BE49-F238E27FC236}">
                <a16:creationId xmlns:a16="http://schemas.microsoft.com/office/drawing/2014/main" id="{B90D500A-991B-862C-043C-17B7D5137A4E}"/>
              </a:ext>
              <a:ext uri="{C183D7F6-B498-43B3-948B-1728B52AA6E4}">
                <adec:decorative xmlns:adec="http://schemas.microsoft.com/office/drawing/2017/decorative" val="1"/>
              </a:ext>
            </a:extLst>
          </p:cNvPr>
          <p:cNvCxnSpPr>
            <a:stCxn id="4" idx="3"/>
          </p:cNvCxnSpPr>
          <p:nvPr/>
        </p:nvCxnSpPr>
        <p:spPr>
          <a:xfrm>
            <a:off x="2532511" y="5278273"/>
            <a:ext cx="322287" cy="341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B851D280-6CAD-F46D-780A-8396B5A428FF}"/>
              </a:ext>
              <a:ext uri="{C183D7F6-B498-43B3-948B-1728B52AA6E4}">
                <adec:decorative xmlns:adec="http://schemas.microsoft.com/office/drawing/2017/decorative" val="1"/>
              </a:ext>
            </a:extLst>
          </p:cNvPr>
          <p:cNvCxnSpPr>
            <a:cxnSpLocks/>
            <a:stCxn id="5" idx="3"/>
            <a:endCxn id="6" idx="1"/>
          </p:cNvCxnSpPr>
          <p:nvPr/>
        </p:nvCxnSpPr>
        <p:spPr>
          <a:xfrm>
            <a:off x="4800741" y="5278273"/>
            <a:ext cx="322287"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CE0F5447-2AE7-604D-128D-6411E3C0DA11}"/>
              </a:ext>
              <a:ext uri="{C183D7F6-B498-43B3-948B-1728B52AA6E4}">
                <adec:decorative xmlns:adec="http://schemas.microsoft.com/office/drawing/2017/decorative" val="1"/>
              </a:ext>
            </a:extLst>
          </p:cNvPr>
          <p:cNvCxnSpPr>
            <a:cxnSpLocks/>
          </p:cNvCxnSpPr>
          <p:nvPr/>
        </p:nvCxnSpPr>
        <p:spPr>
          <a:xfrm>
            <a:off x="7068971" y="5278272"/>
            <a:ext cx="322287"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5" name="Straight Arrow Connector 14">
            <a:extLst>
              <a:ext uri="{FF2B5EF4-FFF2-40B4-BE49-F238E27FC236}">
                <a16:creationId xmlns:a16="http://schemas.microsoft.com/office/drawing/2014/main" id="{4BCE22A9-52DF-7D42-15C3-C3C495BE12EA}"/>
              </a:ext>
              <a:ext uri="{C183D7F6-B498-43B3-948B-1728B52AA6E4}">
                <adec:decorative xmlns:adec="http://schemas.microsoft.com/office/drawing/2017/decorative" val="1"/>
              </a:ext>
            </a:extLst>
          </p:cNvPr>
          <p:cNvCxnSpPr>
            <a:cxnSpLocks/>
          </p:cNvCxnSpPr>
          <p:nvPr/>
        </p:nvCxnSpPr>
        <p:spPr>
          <a:xfrm>
            <a:off x="9337199" y="5263488"/>
            <a:ext cx="322287"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357618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Entropy Sources</a:t>
            </a:r>
          </a:p>
        </p:txBody>
      </p:sp>
      <p:sp>
        <p:nvSpPr>
          <p:cNvPr id="3" name="Content Placeholder 2"/>
          <p:cNvSpPr>
            <a:spLocks noGrp="1"/>
          </p:cNvSpPr>
          <p:nvPr>
            <p:ph idx="1"/>
          </p:nvPr>
        </p:nvSpPr>
        <p:spPr/>
        <p:txBody>
          <a:bodyPr>
            <a:normAutofit/>
          </a:bodyPr>
          <a:lstStyle/>
          <a:p>
            <a:r>
              <a:rPr lang="en-US" dirty="0"/>
              <a:t>A nondeterministic source to produce randomness</a:t>
            </a:r>
          </a:p>
          <a:p>
            <a:r>
              <a:rPr lang="en-US" dirty="0"/>
              <a:t>Unpredictable natural processes </a:t>
            </a:r>
          </a:p>
          <a:p>
            <a:pPr lvl="1">
              <a:buFont typeface="Courier New" panose="02070309020205020404" pitchFamily="49" charset="0"/>
              <a:buChar char="o"/>
            </a:pPr>
            <a:r>
              <a:rPr lang="en-US" dirty="0"/>
              <a:t>Keystroke timing</a:t>
            </a:r>
          </a:p>
          <a:p>
            <a:pPr lvl="1">
              <a:buFont typeface="Courier New" panose="02070309020205020404" pitchFamily="49" charset="0"/>
              <a:buChar char="o"/>
            </a:pPr>
            <a:r>
              <a:rPr lang="en-US" dirty="0"/>
              <a:t>Mouse movement</a:t>
            </a:r>
          </a:p>
          <a:p>
            <a:pPr lvl="1">
              <a:buFont typeface="Courier New" panose="02070309020205020404" pitchFamily="49" charset="0"/>
              <a:buChar char="o"/>
            </a:pPr>
            <a:r>
              <a:rPr lang="en-US" dirty="0"/>
              <a:t>Disk or hardware activity</a:t>
            </a:r>
          </a:p>
          <a:p>
            <a:pPr lvl="1">
              <a:buFont typeface="Courier New" panose="02070309020205020404" pitchFamily="49" charset="0"/>
              <a:buChar char="o"/>
            </a:pPr>
            <a:r>
              <a:rPr lang="en-US" dirty="0"/>
              <a:t>Thermal noise / electrical noise</a:t>
            </a:r>
          </a:p>
          <a:p>
            <a:pPr lvl="1">
              <a:buFont typeface="Courier New" panose="02070309020205020404" pitchFamily="49" charset="0"/>
              <a:buChar char="o"/>
            </a:pPr>
            <a:r>
              <a:rPr lang="en-US" dirty="0"/>
              <a:t>Natural physical variation</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87413"/>
    </mc:Choice>
    <mc:Fallback xmlns="">
      <p:transition spd="slow" advTm="87413"/>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ontent Placeholder 9">
            <a:extLst>
              <a:ext uri="{FF2B5EF4-FFF2-40B4-BE49-F238E27FC236}">
                <a16:creationId xmlns:a16="http://schemas.microsoft.com/office/drawing/2014/main" id="{BB18A3D2-9756-A502-B0A1-A1D698ED4628}"/>
              </a:ext>
            </a:extLst>
          </p:cNvPr>
          <p:cNvSpPr>
            <a:spLocks noGrp="1"/>
          </p:cNvSpPr>
          <p:nvPr>
            <p:ph idx="1"/>
          </p:nvPr>
        </p:nvSpPr>
        <p:spPr/>
        <p:txBody>
          <a:bodyPr/>
          <a:lstStyle/>
          <a:p>
            <a:r>
              <a:rPr lang="en-US" dirty="0"/>
              <a:t>A nondeterministic source to produce randomness</a:t>
            </a:r>
          </a:p>
          <a:p>
            <a:r>
              <a:rPr lang="en-US" dirty="0"/>
              <a:t>Unpredictable natural processes </a:t>
            </a:r>
          </a:p>
          <a:p>
            <a:pPr lvl="1">
              <a:buFont typeface="Courier New" panose="02070309020205020404" pitchFamily="49" charset="0"/>
              <a:buChar char="o"/>
            </a:pPr>
            <a:r>
              <a:rPr lang="en-US" dirty="0"/>
              <a:t>Keystroke timing</a:t>
            </a:r>
          </a:p>
          <a:p>
            <a:pPr lvl="1">
              <a:buFont typeface="Courier New" panose="02070309020205020404" pitchFamily="49" charset="0"/>
              <a:buChar char="o"/>
            </a:pPr>
            <a:r>
              <a:rPr lang="en-US" dirty="0"/>
              <a:t>Mouse movement</a:t>
            </a:r>
          </a:p>
          <a:p>
            <a:pPr lvl="1">
              <a:buFont typeface="Courier New" panose="02070309020205020404" pitchFamily="49" charset="0"/>
              <a:buChar char="o"/>
            </a:pPr>
            <a:r>
              <a:rPr lang="en-US" dirty="0"/>
              <a:t>Disk or hardware activity</a:t>
            </a:r>
          </a:p>
          <a:p>
            <a:pPr lvl="1">
              <a:buFont typeface="Courier New" panose="02070309020205020404" pitchFamily="49" charset="0"/>
              <a:buChar char="o"/>
            </a:pPr>
            <a:r>
              <a:rPr lang="en-US" dirty="0"/>
              <a:t>Thermal noise / electrical noise</a:t>
            </a:r>
          </a:p>
          <a:p>
            <a:pPr lvl="1">
              <a:buFont typeface="Courier New" panose="02070309020205020404" pitchFamily="49" charset="0"/>
              <a:buChar char="o"/>
            </a:pPr>
            <a:r>
              <a:rPr lang="en-US" dirty="0"/>
              <a:t>Natural physical variation</a:t>
            </a:r>
          </a:p>
          <a:p>
            <a:endParaRPr lang="en-US" dirty="0"/>
          </a:p>
        </p:txBody>
      </p:sp>
      <p:sp>
        <p:nvSpPr>
          <p:cNvPr id="12" name="Title 11">
            <a:extLst>
              <a:ext uri="{FF2B5EF4-FFF2-40B4-BE49-F238E27FC236}">
                <a16:creationId xmlns:a16="http://schemas.microsoft.com/office/drawing/2014/main" id="{6B8EFE7B-1B14-E3FD-7681-6ED2109BE5EB}"/>
              </a:ext>
            </a:extLst>
          </p:cNvPr>
          <p:cNvSpPr>
            <a:spLocks noGrp="1"/>
          </p:cNvSpPr>
          <p:nvPr>
            <p:ph type="title"/>
          </p:nvPr>
        </p:nvSpPr>
        <p:spPr/>
        <p:txBody>
          <a:bodyPr/>
          <a:lstStyle/>
          <a:p>
            <a:r>
              <a:rPr lang="en-US" dirty="0"/>
              <a:t>Entropy Sources (cont.)</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126016"/>
    </mc:Choice>
    <mc:Fallback xmlns="">
      <p:transition spd="slow" advTm="126016"/>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Conditioning</a:t>
            </a:r>
          </a:p>
        </p:txBody>
      </p:sp>
      <p:sp>
        <p:nvSpPr>
          <p:cNvPr id="7" name="Content Placeholder 6"/>
          <p:cNvSpPr>
            <a:spLocks noGrp="1"/>
          </p:cNvSpPr>
          <p:nvPr>
            <p:ph idx="1"/>
          </p:nvPr>
        </p:nvSpPr>
        <p:spPr/>
        <p:txBody>
          <a:bodyPr>
            <a:normAutofit fontScale="92500" lnSpcReduction="10000"/>
          </a:bodyPr>
          <a:lstStyle/>
          <a:p>
            <a:pPr>
              <a:spcBef>
                <a:spcPts val="1200"/>
              </a:spcBef>
            </a:pPr>
            <a:r>
              <a:rPr lang="en-US" sz="3000" dirty="0"/>
              <a:t>Raw noise may be biased </a:t>
            </a:r>
          </a:p>
          <a:p>
            <a:pPr>
              <a:spcBef>
                <a:spcPts val="1200"/>
              </a:spcBef>
            </a:pPr>
            <a:r>
              <a:rPr lang="en-US" sz="3000" dirty="0">
                <a:cs typeface="ＭＳ Ｐゴシック" pitchFamily="-84" charset="-128"/>
              </a:rPr>
              <a:t>Entropy rate</a:t>
            </a:r>
          </a:p>
          <a:p>
            <a:pPr lvl="1">
              <a:spcBef>
                <a:spcPts val="1200"/>
              </a:spcBef>
            </a:pPr>
            <a:r>
              <a:rPr lang="en-US" dirty="0"/>
              <a:t>The rate at which a digitized noise source provides entropy</a:t>
            </a:r>
          </a:p>
          <a:p>
            <a:pPr lvl="1">
              <a:spcBef>
                <a:spcPts val="1200"/>
              </a:spcBef>
            </a:pPr>
            <a:r>
              <a:rPr lang="en-US" dirty="0"/>
              <a:t>Is a measure of the randomness or unpredictability of a bit string</a:t>
            </a:r>
          </a:p>
          <a:p>
            <a:pPr lvl="1">
              <a:spcBef>
                <a:spcPts val="1200"/>
              </a:spcBef>
            </a:pPr>
            <a:r>
              <a:rPr lang="en-US" dirty="0"/>
              <a:t>Will be a value between </a:t>
            </a:r>
            <a:r>
              <a:rPr lang="en-US" dirty="0">
                <a:solidFill>
                  <a:srgbClr val="FF0000"/>
                </a:solidFill>
              </a:rPr>
              <a:t>0 (no entropy) </a:t>
            </a:r>
            <a:r>
              <a:rPr lang="en-US" dirty="0"/>
              <a:t>and </a:t>
            </a:r>
            <a:r>
              <a:rPr lang="en-US" dirty="0">
                <a:solidFill>
                  <a:srgbClr val="00B050"/>
                </a:solidFill>
              </a:rPr>
              <a:t>1 (full entropy)</a:t>
            </a:r>
          </a:p>
          <a:p>
            <a:pPr marL="342900" lvl="1" indent="-342900">
              <a:spcBef>
                <a:spcPts val="1200"/>
              </a:spcBef>
              <a:buClr>
                <a:srgbClr val="BAABE3"/>
              </a:buClr>
            </a:pPr>
            <a:r>
              <a:rPr lang="en-US" sz="3000" dirty="0"/>
              <a:t>Conditioning reduces bias</a:t>
            </a:r>
          </a:p>
          <a:p>
            <a:pPr marL="800100" lvl="2" indent="-342900">
              <a:spcBef>
                <a:spcPts val="1200"/>
              </a:spcBef>
              <a:buClr>
                <a:srgbClr val="BAABE3"/>
              </a:buClr>
            </a:pPr>
            <a:r>
              <a:rPr lang="en-US" sz="2400" dirty="0"/>
              <a:t>Methods of modifying a bit stream to further randomize the bits</a:t>
            </a:r>
          </a:p>
          <a:p>
            <a:r>
              <a:rPr lang="en-US" sz="3000" dirty="0"/>
              <a:t>Typical methods:</a:t>
            </a:r>
          </a:p>
          <a:p>
            <a:pPr lvl="1"/>
            <a:r>
              <a:rPr lang="en-US" dirty="0"/>
              <a:t>hash function</a:t>
            </a:r>
          </a:p>
          <a:p>
            <a:pPr lvl="1"/>
            <a:r>
              <a:rPr lang="en-US" dirty="0"/>
              <a:t>block cipher based conditioning</a:t>
            </a:r>
          </a:p>
          <a:p>
            <a:pPr marL="692150" lvl="2" indent="-342900">
              <a:spcBef>
                <a:spcPts val="2400"/>
              </a:spcBef>
            </a:pPr>
            <a:endParaRPr lang="en-US" sz="2657" dirty="0">
              <a:cs typeface="ＭＳ Ｐゴシック" pitchFamily="-84" charset="-128"/>
            </a:endParaRPr>
          </a:p>
          <a:p>
            <a:endParaRPr lang="en-US" dirty="0"/>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169301"/>
    </mc:Choice>
    <mc:Fallback xmlns="">
      <p:transition spd="slow" advTm="16930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bldLvl="3"/>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Hash Function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US" dirty="0"/>
                  <a:t>A hash function produces an </a:t>
                </a:r>
                <a:r>
                  <a:rPr lang="en-US" i="1" dirty="0"/>
                  <a:t>n-</a:t>
                </a:r>
                <a:r>
                  <a:rPr lang="en-US" dirty="0"/>
                  <a:t>bit output from an input of arbitrary length</a:t>
                </a:r>
              </a:p>
              <a:p>
                <a:pPr lvl="1"/>
                <a:r>
                  <a:rPr lang="en-US" dirty="0"/>
                  <a:t>Take </a:t>
                </a:r>
                <a14:m>
                  <m:oMath xmlns:m="http://schemas.openxmlformats.org/officeDocument/2006/math">
                    <m:r>
                      <a:rPr lang="en-US" i="1">
                        <a:latin typeface="Cambria Math" panose="02040503050406030204" pitchFamily="18" charset="0"/>
                      </a:rPr>
                      <m:t>𝑚</m:t>
                    </m:r>
                  </m:oMath>
                </a14:m>
                <a:r>
                  <a:rPr lang="en-US" dirty="0"/>
                  <a:t> input bits, where </a:t>
                </a:r>
                <a14:m>
                  <m:oMath xmlns:m="http://schemas.openxmlformats.org/officeDocument/2006/math">
                    <m:r>
                      <a:rPr lang="en-US" i="1">
                        <a:latin typeface="Cambria Math" panose="02040503050406030204" pitchFamily="18" charset="0"/>
                      </a:rPr>
                      <m:t>𝑚</m:t>
                    </m:r>
                    <m:r>
                      <a:rPr lang="en-US">
                        <a:latin typeface="Cambria Math" panose="02040503050406030204" pitchFamily="18" charset="0"/>
                      </a:rPr>
                      <m:t>≥</m:t>
                    </m:r>
                    <m:r>
                      <a:rPr lang="en-US" i="1">
                        <a:latin typeface="Cambria Math" panose="02040503050406030204" pitchFamily="18" charset="0"/>
                      </a:rPr>
                      <m:t>𝑛</m:t>
                    </m:r>
                  </m:oMath>
                </a14:m>
                <a:endParaRPr lang="en-US" dirty="0"/>
              </a:p>
              <a:p>
                <a:pPr lvl="1"/>
                <a:r>
                  <a:rPr lang="en-US" dirty="0"/>
                  <a:t>Apply hash function</a:t>
                </a:r>
              </a:p>
              <a:p>
                <a:pPr lvl="1"/>
                <a:r>
                  <a:rPr lang="en-US" dirty="0"/>
                  <a:t>Use </a:t>
                </a:r>
                <a14:m>
                  <m:oMath xmlns:m="http://schemas.openxmlformats.org/officeDocument/2006/math">
                    <m:r>
                      <a:rPr lang="en-US" i="1">
                        <a:latin typeface="Cambria Math" panose="02040503050406030204" pitchFamily="18" charset="0"/>
                      </a:rPr>
                      <m:t>𝑛</m:t>
                    </m:r>
                  </m:oMath>
                </a14:m>
                <a:r>
                  <a:rPr lang="en-US" dirty="0"/>
                  <a:t>-bit hash output as conditioned random bits</a:t>
                </a:r>
              </a:p>
              <a:p>
                <a:pPr lvl="1"/>
                <a:r>
                  <a:rPr lang="en-US" dirty="0"/>
                  <a:t>Repeat on successive input blocks</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6"/>
                <a:stretch>
                  <a:fillRect l="-1086" t="-2326"/>
                </a:stretch>
              </a:blipFill>
            </p:spPr>
            <p:txBody>
              <a:bodyPr/>
              <a:lstStyle/>
              <a:p>
                <a:r>
                  <a:rPr lang="en-US">
                    <a:noFill/>
                  </a:rPr>
                  <a:t> </a:t>
                </a:r>
              </a:p>
            </p:txBody>
          </p:sp>
        </mc:Fallback>
      </mc:AlternateContent>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64619"/>
    </mc:Choice>
    <mc:Fallback xmlns="">
      <p:transition spd="slow" advTm="64619"/>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2"/>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The overview figure introduces Nondeterministic Random Bit Generator diagram.">
            <a:extLst>
              <a:ext uri="{FF2B5EF4-FFF2-40B4-BE49-F238E27FC236}">
                <a16:creationId xmlns:a16="http://schemas.microsoft.com/office/drawing/2014/main" id="{84ABDA6A-D7E2-E945-A549-7619757440A3}"/>
              </a:ext>
            </a:extLst>
          </p:cNvPr>
          <p:cNvPicPr>
            <a:picLocks noChangeAspect="1"/>
          </p:cNvPicPr>
          <p:nvPr/>
        </p:nvPicPr>
        <p:blipFill rotWithShape="1">
          <a:blip r:embed="rId4"/>
          <a:srcRect t="17451" b="16400"/>
          <a:stretch/>
        </p:blipFill>
        <p:spPr>
          <a:xfrm>
            <a:off x="2299964" y="-60306"/>
            <a:ext cx="8152136" cy="6978611"/>
          </a:xfrm>
          <a:prstGeom prst="rect">
            <a:avLst/>
          </a:prstGeom>
        </p:spPr>
      </p:pic>
      <p:sp>
        <p:nvSpPr>
          <p:cNvPr id="3" name="Rounded Rectangular Callout 2">
            <a:extLst>
              <a:ext uri="{FF2B5EF4-FFF2-40B4-BE49-F238E27FC236}">
                <a16:creationId xmlns:a16="http://schemas.microsoft.com/office/drawing/2014/main" id="{6714E33E-B105-BF43-A734-9F87BD57E676}"/>
              </a:ext>
            </a:extLst>
          </p:cNvPr>
          <p:cNvSpPr/>
          <p:nvPr/>
        </p:nvSpPr>
        <p:spPr>
          <a:xfrm>
            <a:off x="7680176" y="1628800"/>
            <a:ext cx="2880320" cy="1224136"/>
          </a:xfrm>
          <a:prstGeom prst="wedgeRoundRectCallout">
            <a:avLst>
              <a:gd name="adj1" fmla="val 1682"/>
              <a:gd name="adj2" fmla="val 72875"/>
              <a:gd name="adj3" fmla="val 16667"/>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a:t>Validate noise source and conditioning are working as expected.</a:t>
            </a:r>
          </a:p>
        </p:txBody>
      </p:sp>
      <p:sp>
        <p:nvSpPr>
          <p:cNvPr id="2" name="Title 1">
            <a:extLst>
              <a:ext uri="{FF2B5EF4-FFF2-40B4-BE49-F238E27FC236}">
                <a16:creationId xmlns:a16="http://schemas.microsoft.com/office/drawing/2014/main" id="{615C6CB2-A046-86D6-E5DA-96E7FE5CE105}"/>
              </a:ext>
            </a:extLst>
          </p:cNvPr>
          <p:cNvSpPr>
            <a:spLocks noGrp="1"/>
          </p:cNvSpPr>
          <p:nvPr>
            <p:ph type="title"/>
          </p:nvPr>
        </p:nvSpPr>
        <p:spPr>
          <a:xfrm>
            <a:off x="148281" y="303237"/>
            <a:ext cx="2669059" cy="1325563"/>
          </a:xfrm>
        </p:spPr>
        <p:txBody>
          <a:bodyPr>
            <a:noAutofit/>
          </a:bodyPr>
          <a:lstStyle/>
          <a:p>
            <a:r>
              <a:rPr lang="en-US" sz="2400" dirty="0"/>
              <a:t>Nondeterministic Random Bit Generator</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59850"/>
    </mc:Choice>
    <mc:Fallback xmlns="">
      <p:transition spd="slow" advTm="5985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Health Tests on the Noise Source</a:t>
            </a:r>
          </a:p>
        </p:txBody>
      </p:sp>
      <p:sp>
        <p:nvSpPr>
          <p:cNvPr id="3" name="Content Placeholder 2"/>
          <p:cNvSpPr>
            <a:spLocks noGrp="1"/>
          </p:cNvSpPr>
          <p:nvPr>
            <p:ph idx="1"/>
          </p:nvPr>
        </p:nvSpPr>
        <p:spPr/>
        <p:txBody>
          <a:bodyPr>
            <a:normAutofit/>
          </a:bodyPr>
          <a:lstStyle/>
          <a:p>
            <a:r>
              <a:rPr lang="en-US" dirty="0"/>
              <a:t>In general, the assumption can be made that the digitized output of the noise source will exhibit some</a:t>
            </a:r>
            <a:r>
              <a:rPr lang="en-US" b="1" dirty="0"/>
              <a:t> bias</a:t>
            </a:r>
          </a:p>
          <a:p>
            <a:pPr lvl="1"/>
            <a:r>
              <a:rPr lang="en-US" dirty="0"/>
              <a:t>Thus, traditional statistical tests are not useful for monitoring the noise source, because the noise source is likely to always fail</a:t>
            </a:r>
          </a:p>
          <a:p>
            <a:pPr lvl="1"/>
            <a:r>
              <a:rPr lang="en-US" dirty="0"/>
              <a:t>The tests on the noise source need to be tailored to the expected statistical behavior of the correctly operating noise source</a:t>
            </a:r>
          </a:p>
          <a:p>
            <a:pPr lvl="1"/>
            <a:r>
              <a:rPr lang="en-US" dirty="0"/>
              <a:t>The goal is not to determine if the source is unbiased, but if it is operating as expected</a:t>
            </a:r>
          </a:p>
          <a:p>
            <a:endParaRPr lang="en-US" dirty="0"/>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57024"/>
    </mc:Choice>
    <mc:Fallback xmlns="">
      <p:transition spd="slow" advTm="57024"/>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2"/>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Health Tests on the Noise Source (cont.)</a:t>
            </a:r>
          </a:p>
        </p:txBody>
      </p:sp>
      <p:sp>
        <p:nvSpPr>
          <p:cNvPr id="3" name="Content Placeholder 2"/>
          <p:cNvSpPr>
            <a:spLocks noGrp="1"/>
          </p:cNvSpPr>
          <p:nvPr>
            <p:ph idx="1"/>
          </p:nvPr>
        </p:nvSpPr>
        <p:spPr/>
        <p:txBody>
          <a:bodyPr>
            <a:normAutofit fontScale="92500" lnSpcReduction="10000"/>
          </a:bodyPr>
          <a:lstStyle/>
          <a:p>
            <a:r>
              <a:rPr lang="en-US" dirty="0"/>
              <a:t>SP 800-90B specifies that continuous tests be done on digitized samples obtained from the noise source</a:t>
            </a:r>
          </a:p>
          <a:p>
            <a:pPr lvl="1"/>
            <a:r>
              <a:rPr lang="en-US" dirty="0"/>
              <a:t>The purpose is to test for </a:t>
            </a:r>
            <a:r>
              <a:rPr lang="en-US" b="1" dirty="0"/>
              <a:t>variability</a:t>
            </a:r>
            <a:r>
              <a:rPr lang="en-US" dirty="0"/>
              <a:t> and to determine if the noise source is producing at the </a:t>
            </a:r>
            <a:r>
              <a:rPr lang="en-US" b="1" dirty="0"/>
              <a:t>expected entropy rate </a:t>
            </a:r>
          </a:p>
          <a:p>
            <a:r>
              <a:rPr lang="en-US" dirty="0"/>
              <a:t>Two tests	</a:t>
            </a:r>
          </a:p>
          <a:p>
            <a:pPr lvl="1"/>
            <a:r>
              <a:rPr lang="en-US" dirty="0"/>
              <a:t>Repetition Count Test</a:t>
            </a:r>
          </a:p>
          <a:p>
            <a:pPr lvl="2"/>
            <a:r>
              <a:rPr lang="en-US" dirty="0"/>
              <a:t>Designed to quickly detect whether the noise source “stuck” on a single output value for a long time</a:t>
            </a:r>
          </a:p>
          <a:p>
            <a:pPr lvl="2"/>
            <a:r>
              <a:rPr lang="en-US" dirty="0"/>
              <a:t>Involves looking for consecutive identical samples</a:t>
            </a:r>
          </a:p>
          <a:p>
            <a:pPr lvl="1"/>
            <a:r>
              <a:rPr lang="en-US" dirty="0"/>
              <a:t>Adaptive Proportion Test</a:t>
            </a:r>
          </a:p>
          <a:p>
            <a:pPr lvl="2"/>
            <a:r>
              <a:rPr lang="en-US" dirty="0"/>
              <a:t>Designed to detect a large loss of entropy, such as might occur as a result of some physical failure or environmental change affecting the noise source</a:t>
            </a:r>
          </a:p>
          <a:p>
            <a:pPr lvl="2"/>
            <a:r>
              <a:rPr lang="en-US" dirty="0"/>
              <a:t>The test continuously measures the local frequency of occurrence of some sample value in a sequence of noise source samples to determine if the sample occurs too frequently</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147114"/>
    </mc:Choice>
    <mc:Fallback xmlns="">
      <p:transition spd="slow" advTm="147114"/>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2"/>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title"/>
          </p:nvPr>
        </p:nvSpPr>
        <p:spPr/>
        <p:txBody>
          <a:bodyPr/>
          <a:lstStyle/>
          <a:p>
            <a:r>
              <a:rPr lang="en-US" dirty="0"/>
              <a:t>RC4</a:t>
            </a:r>
            <a:endParaRPr lang="en-AU" dirty="0"/>
          </a:p>
        </p:txBody>
      </p:sp>
      <p:sp>
        <p:nvSpPr>
          <p:cNvPr id="64515" name="Rectangle 3"/>
          <p:cNvSpPr>
            <a:spLocks noGrp="1" noChangeArrowheads="1"/>
          </p:cNvSpPr>
          <p:nvPr>
            <p:ph idx="1"/>
          </p:nvPr>
        </p:nvSpPr>
        <p:spPr/>
        <p:txBody>
          <a:bodyPr>
            <a:noAutofit/>
          </a:bodyPr>
          <a:lstStyle/>
          <a:p>
            <a:r>
              <a:rPr lang="en-AU" sz="2400" dirty="0"/>
              <a:t>Designed in 1987 by Ron Rivest for RSA Security</a:t>
            </a:r>
          </a:p>
          <a:p>
            <a:r>
              <a:rPr lang="en-AU" sz="2400" dirty="0"/>
              <a:t>Variable key size stream cipher with byte-oriented operations</a:t>
            </a:r>
          </a:p>
          <a:p>
            <a:r>
              <a:rPr lang="en-AU" sz="2400" dirty="0"/>
              <a:t>Based on the use of a random permutation</a:t>
            </a:r>
          </a:p>
          <a:p>
            <a:r>
              <a:rPr lang="en-AU" sz="2400" dirty="0"/>
              <a:t>the cipher can be expected to run very quickly in software</a:t>
            </a:r>
          </a:p>
          <a:p>
            <a:r>
              <a:rPr lang="en-US" sz="2400" dirty="0"/>
              <a:t>RC4 is used in the </a:t>
            </a:r>
            <a:r>
              <a:rPr lang="en-US" sz="2400" dirty="0" err="1"/>
              <a:t>WiFi</a:t>
            </a:r>
            <a:r>
              <a:rPr lang="en-US" sz="2400" dirty="0"/>
              <a:t> Protected Access (WPA) protocol that are part of the IEEE 802.11 wireless LAN standard</a:t>
            </a:r>
          </a:p>
          <a:p>
            <a:r>
              <a:rPr lang="en-US" sz="2400" dirty="0"/>
              <a:t>It is optional for use in Secure Shell (SSH) and Kerberos</a:t>
            </a:r>
          </a:p>
          <a:p>
            <a:r>
              <a:rPr lang="en-US" sz="2400" dirty="0"/>
              <a:t>RC4 was kept as a trade secret by RSA Security until September 1994 when the RC4 algorithm was anonymously posted on the Internet on the Cypherpunks anonymous remailers list</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170368"/>
    </mc:Choice>
    <mc:Fallback xmlns="">
      <p:transition spd="slow" advTm="170368"/>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451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451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451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451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451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451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451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515"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The overview figure introduces RC4 algorithm including initial state generation of S and T, initial permutation of S, and stream generation based on S and T.">
            <a:extLst>
              <a:ext uri="{FF2B5EF4-FFF2-40B4-BE49-F238E27FC236}">
                <a16:creationId xmlns:a16="http://schemas.microsoft.com/office/drawing/2014/main" id="{90831766-9D9D-0B48-8DC5-0B83C6AE52F9}"/>
              </a:ext>
            </a:extLst>
          </p:cNvPr>
          <p:cNvPicPr>
            <a:picLocks noChangeAspect="1"/>
          </p:cNvPicPr>
          <p:nvPr/>
        </p:nvPicPr>
        <p:blipFill>
          <a:blip r:embed="rId3"/>
          <a:stretch>
            <a:fillRect/>
          </a:stretch>
        </p:blipFill>
        <p:spPr>
          <a:xfrm>
            <a:off x="1753000" y="0"/>
            <a:ext cx="8686001" cy="6711910"/>
          </a:xfrm>
          <a:prstGeom prst="rect">
            <a:avLst/>
          </a:prstGeom>
        </p:spPr>
      </p:pic>
      <p:sp>
        <p:nvSpPr>
          <p:cNvPr id="2" name="Title 1">
            <a:extLst>
              <a:ext uri="{FF2B5EF4-FFF2-40B4-BE49-F238E27FC236}">
                <a16:creationId xmlns:a16="http://schemas.microsoft.com/office/drawing/2014/main" id="{47168D4A-7032-E2EE-4CBC-EC0D38DBD71E}"/>
              </a:ext>
            </a:extLst>
          </p:cNvPr>
          <p:cNvSpPr>
            <a:spLocks noGrp="1"/>
          </p:cNvSpPr>
          <p:nvPr>
            <p:ph type="title"/>
          </p:nvPr>
        </p:nvSpPr>
        <p:spPr>
          <a:xfrm>
            <a:off x="109151" y="146090"/>
            <a:ext cx="2312773" cy="1325563"/>
          </a:xfrm>
        </p:spPr>
        <p:txBody>
          <a:bodyPr>
            <a:normAutofit/>
          </a:bodyPr>
          <a:lstStyle/>
          <a:p>
            <a:r>
              <a:rPr lang="en-US" sz="3200" dirty="0"/>
              <a:t>RC4 Overview</a:t>
            </a:r>
          </a:p>
        </p:txBody>
      </p:sp>
    </p:spTree>
  </p:cSld>
  <p:clrMapOvr>
    <a:masterClrMapping/>
  </p:clrMapOvr>
  <p:transition advTm="707498">
    <p:dissolv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title"/>
          </p:nvPr>
        </p:nvSpPr>
        <p:spPr/>
        <p:txBody>
          <a:bodyPr/>
          <a:lstStyle/>
          <a:p>
            <a:r>
              <a:rPr lang="en-AU" dirty="0"/>
              <a:t>Strength of RC4</a:t>
            </a:r>
          </a:p>
        </p:txBody>
      </p:sp>
      <p:sp>
        <p:nvSpPr>
          <p:cNvPr id="2" name="Content Placeholder 1">
            <a:extLst>
              <a:ext uri="{FF2B5EF4-FFF2-40B4-BE49-F238E27FC236}">
                <a16:creationId xmlns:a16="http://schemas.microsoft.com/office/drawing/2014/main" id="{28F1353B-ADEF-7D43-9BE1-BFCEE5446792}"/>
              </a:ext>
            </a:extLst>
          </p:cNvPr>
          <p:cNvSpPr>
            <a:spLocks noGrp="1"/>
          </p:cNvSpPr>
          <p:nvPr>
            <p:ph idx="1"/>
          </p:nvPr>
        </p:nvSpPr>
        <p:spPr/>
        <p:txBody>
          <a:bodyPr>
            <a:normAutofit/>
          </a:bodyPr>
          <a:lstStyle/>
          <a:p>
            <a:r>
              <a:rPr lang="en-US" dirty="0">
                <a:solidFill>
                  <a:schemeClr val="tx1"/>
                </a:solidFill>
                <a:latin typeface="Arial" charset="0"/>
                <a:ea typeface="ＭＳ Ｐゴシック" charset="-128"/>
                <a:cs typeface="ＭＳ Ｐゴシック" charset="-128"/>
              </a:rPr>
              <a:t>A fundamental vulnerability was revealed in the RC4 key scheduling algorithm that reduces the amount of effort to discover the key</a:t>
            </a:r>
            <a:r>
              <a:rPr lang="zh-CN" altLang="en-US" dirty="0">
                <a:solidFill>
                  <a:schemeClr val="tx1"/>
                </a:solidFill>
                <a:latin typeface="Arial" charset="0"/>
                <a:ea typeface="ＭＳ Ｐゴシック" charset="-128"/>
                <a:cs typeface="ＭＳ Ｐゴシック" charset="-128"/>
              </a:rPr>
              <a:t> </a:t>
            </a:r>
            <a:r>
              <a:rPr lang="en-US" altLang="zh-CN" dirty="0">
                <a:solidFill>
                  <a:schemeClr val="tx1"/>
                </a:solidFill>
                <a:latin typeface="Arial" charset="0"/>
                <a:ea typeface="ＭＳ Ｐゴシック" charset="-128"/>
                <a:cs typeface="ＭＳ Ｐゴシック" charset="-128"/>
              </a:rPr>
              <a:t>(2007)</a:t>
            </a:r>
            <a:endParaRPr lang="en-US" dirty="0">
              <a:solidFill>
                <a:schemeClr val="tx1"/>
              </a:solidFill>
              <a:latin typeface="Arial" charset="0"/>
              <a:ea typeface="ＭＳ Ｐゴシック" charset="-128"/>
              <a:cs typeface="ＭＳ Ｐゴシック" charset="-128"/>
            </a:endParaRPr>
          </a:p>
          <a:p>
            <a:r>
              <a:rPr lang="en-US" dirty="0">
                <a:solidFill>
                  <a:schemeClr val="tx1"/>
                </a:solidFill>
                <a:latin typeface="Arial" charset="0"/>
                <a:ea typeface="ＭＳ Ｐゴシック" charset="-128"/>
                <a:cs typeface="ＭＳ Ｐゴシック" charset="-128"/>
              </a:rPr>
              <a:t>Recent cryptanalysis results exploit biases in the RC4 keystream to recover repeatedly encrypted plaintexts (2013)</a:t>
            </a:r>
          </a:p>
          <a:p>
            <a:r>
              <a:rPr lang="en-US" dirty="0">
                <a:solidFill>
                  <a:schemeClr val="tx1"/>
                </a:solidFill>
                <a:latin typeface="Arial" charset="0"/>
                <a:ea typeface="ＭＳ Ｐゴシック" charset="-128"/>
                <a:cs typeface="ＭＳ Ｐゴシック" charset="-128"/>
              </a:rPr>
              <a:t>As a result of the discovered weaknesses the IETF issued RFC 7465 prohibiting the use of RC4 in TLS</a:t>
            </a:r>
          </a:p>
          <a:p>
            <a:r>
              <a:rPr lang="en-US" dirty="0">
                <a:solidFill>
                  <a:schemeClr val="tx1"/>
                </a:solidFill>
                <a:latin typeface="Arial" charset="0"/>
                <a:ea typeface="ＭＳ Ｐゴシック" charset="-128"/>
                <a:cs typeface="ＭＳ Ｐゴシック" charset="-128"/>
              </a:rPr>
              <a:t>In its latest TLS guidelines, NIST also prohibited the use of RC4 for government use</a:t>
            </a:r>
            <a:endParaRPr lang="en-US" dirty="0"/>
          </a:p>
          <a:p>
            <a:endParaRPr lang="en-US" dirty="0">
              <a:solidFill>
                <a:schemeClr val="tx1"/>
              </a:solidFill>
              <a:latin typeface="Arial" charset="0"/>
              <a:ea typeface="ＭＳ Ｐゴシック" charset="-128"/>
              <a:cs typeface="ＭＳ Ｐゴシック" charset="-128"/>
            </a:endParaRPr>
          </a:p>
          <a:p>
            <a:endParaRPr lang="en-US" dirty="0">
              <a:solidFill>
                <a:schemeClr val="tx1"/>
              </a:solidFill>
              <a:latin typeface="Arial" charset="0"/>
              <a:ea typeface="ＭＳ Ｐゴシック" charset="-128"/>
              <a:cs typeface="ＭＳ Ｐゴシック" charset="-128"/>
            </a:endParaRPr>
          </a:p>
          <a:p>
            <a:endParaRPr lang="en-US" dirty="0"/>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89301"/>
    </mc:Choice>
    <mc:Fallback xmlns="">
      <p:transition spd="slow" advTm="8930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0E3C4F-0089-3948-A565-5116B7BD6FBA}"/>
              </a:ext>
            </a:extLst>
          </p:cNvPr>
          <p:cNvSpPr>
            <a:spLocks noGrp="1"/>
          </p:cNvSpPr>
          <p:nvPr>
            <p:ph type="title"/>
          </p:nvPr>
        </p:nvSpPr>
        <p:spPr/>
        <p:txBody>
          <a:bodyPr/>
          <a:lstStyle/>
          <a:p>
            <a:r>
              <a:rPr lang="en-US" dirty="0"/>
              <a:t>Stream Ciphers Using Feedback Shift Registers</a:t>
            </a:r>
          </a:p>
        </p:txBody>
      </p:sp>
      <p:graphicFrame>
        <p:nvGraphicFramePr>
          <p:cNvPr id="10" name="Content Placeholder 9" descr="Minimal memory, High efficiency, and Minimal power consumption; Most of the recently developed stream ciphers are based on the use of feedback shift registers (FSRs)">
            <a:extLst>
              <a:ext uri="{FF2B5EF4-FFF2-40B4-BE49-F238E27FC236}">
                <a16:creationId xmlns:a16="http://schemas.microsoft.com/office/drawing/2014/main" id="{0869E076-5109-7449-973F-E7FA1B3431E8}"/>
              </a:ext>
            </a:extLst>
          </p:cNvPr>
          <p:cNvGraphicFramePr>
            <a:graphicFrameLocks noGrp="1"/>
          </p:cNvGraphicFramePr>
          <p:nvPr>
            <p:ph idx="1"/>
            <p:extLst>
              <p:ext uri="{D42A27DB-BD31-4B8C-83A1-F6EECF244321}">
                <p14:modId xmlns:p14="http://schemas.microsoft.com/office/powerpoint/2010/main" val="1112662238"/>
              </p:ext>
            </p:extLst>
          </p:nvPr>
        </p:nvGraphicFramePr>
        <p:xfrm>
          <a:off x="1895474" y="1700809"/>
          <a:ext cx="8521006" cy="158417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3" name="TextBox 2">
            <a:extLst>
              <a:ext uri="{FF2B5EF4-FFF2-40B4-BE49-F238E27FC236}">
                <a16:creationId xmlns:a16="http://schemas.microsoft.com/office/drawing/2014/main" id="{0F8A87B6-1670-D540-97DC-86CC9FBE1C24}"/>
              </a:ext>
            </a:extLst>
          </p:cNvPr>
          <p:cNvSpPr txBox="1"/>
          <p:nvPr/>
        </p:nvSpPr>
        <p:spPr>
          <a:xfrm>
            <a:off x="2036351" y="3284983"/>
            <a:ext cx="8320152" cy="3785652"/>
          </a:xfrm>
          <a:prstGeom prst="rect">
            <a:avLst/>
          </a:prstGeom>
          <a:noFill/>
        </p:spPr>
        <p:txBody>
          <a:bodyPr wrap="square" rtlCol="0">
            <a:spAutoFit/>
          </a:bodyPr>
          <a:lstStyle/>
          <a:p>
            <a:pPr marL="342900" lvl="1" indent="-342900" defTabSz="800100">
              <a:lnSpc>
                <a:spcPct val="90000"/>
              </a:lnSpc>
              <a:spcAft>
                <a:spcPct val="20000"/>
              </a:spcAft>
              <a:buFont typeface="Arial" panose="020B0604020202020204" pitchFamily="34" charset="0"/>
              <a:buChar char="•"/>
            </a:pPr>
            <a:r>
              <a:rPr lang="en-US" sz="2000" dirty="0"/>
              <a:t>FSRs are well-suited to compact hardware implementation.</a:t>
            </a:r>
          </a:p>
          <a:p>
            <a:pPr marL="342900" lvl="1" indent="-342900" defTabSz="800100">
              <a:lnSpc>
                <a:spcPct val="90000"/>
              </a:lnSpc>
              <a:spcAft>
                <a:spcPct val="20000"/>
              </a:spcAft>
              <a:buFont typeface="Arial" panose="020B0604020202020204" pitchFamily="34" charset="0"/>
              <a:buChar char="•"/>
            </a:pPr>
            <a:r>
              <a:rPr lang="en-US" sz="2000" dirty="0"/>
              <a:t>Theoretical results on the statistical properties of the bit sequences </a:t>
            </a:r>
          </a:p>
          <a:p>
            <a:pPr marL="342900" lvl="1" indent="-342900" defTabSz="800100">
              <a:lnSpc>
                <a:spcPct val="90000"/>
              </a:lnSpc>
              <a:spcAft>
                <a:spcPct val="20000"/>
              </a:spcAft>
              <a:buFont typeface="Arial" panose="020B0604020202020204" pitchFamily="34" charset="0"/>
              <a:buChar char="•"/>
            </a:pPr>
            <a:r>
              <a:rPr lang="en-US" sz="2000" dirty="0"/>
              <a:t>An FSR consists of a sequence of </a:t>
            </a:r>
            <a:r>
              <a:rPr lang="en-US" sz="2000" b="1" u="sng" dirty="0"/>
              <a:t>1-bit memory cells</a:t>
            </a:r>
          </a:p>
          <a:p>
            <a:pPr marL="628650" lvl="2" indent="-457200" defTabSz="800100">
              <a:lnSpc>
                <a:spcPct val="90000"/>
              </a:lnSpc>
              <a:spcAft>
                <a:spcPct val="20000"/>
              </a:spcAft>
              <a:buFont typeface="Courier New" panose="02070309020205020404" pitchFamily="49" charset="0"/>
              <a:buChar char="o"/>
            </a:pPr>
            <a:r>
              <a:rPr lang="en-US" sz="2000" dirty="0"/>
              <a:t>an output line, which indicates the value currently stored, and an input line</a:t>
            </a:r>
          </a:p>
          <a:p>
            <a:pPr marL="628650" lvl="2" indent="-457200" defTabSz="800100">
              <a:lnSpc>
                <a:spcPct val="90000"/>
              </a:lnSpc>
              <a:spcAft>
                <a:spcPct val="20000"/>
              </a:spcAft>
              <a:buFont typeface="Courier New" panose="02070309020205020404" pitchFamily="49" charset="0"/>
              <a:buChar char="o"/>
            </a:pPr>
            <a:r>
              <a:rPr lang="en-US" sz="2000" dirty="0"/>
              <a:t>At each clock cycle, the value in each storage device is replaced by the value indicated by its input line.</a:t>
            </a:r>
          </a:p>
          <a:p>
            <a:pPr marL="628650" lvl="2" indent="-457200" defTabSz="800100">
              <a:lnSpc>
                <a:spcPct val="90000"/>
              </a:lnSpc>
              <a:spcAft>
                <a:spcPct val="20000"/>
              </a:spcAft>
              <a:buFont typeface="Courier New" panose="02070309020205020404" pitchFamily="49" charset="0"/>
              <a:buChar char="o"/>
            </a:pPr>
            <a:r>
              <a:rPr lang="en-US" sz="2000" dirty="0"/>
              <a:t>The rightmost (least significant) bit is shifted out as the output bit for this clock cycle; the other bits are shifted one bit position to the right; the new leftmost (most significant) bit is calculated as a function of the other bits in the FSR</a:t>
            </a:r>
          </a:p>
          <a:p>
            <a:pPr marL="285750" indent="-285750">
              <a:buFont typeface="Arial" panose="020B0604020202020204" pitchFamily="34" charset="0"/>
              <a:buChar char="•"/>
            </a:pPr>
            <a:endParaRPr lang="en-US" dirty="0"/>
          </a:p>
        </p:txBody>
      </p:sp>
    </p:spTree>
    <p:custDataLst>
      <p:tags r:id="rId1"/>
    </p:custDataLst>
    <p:extLst>
      <p:ext uri="{BB962C8B-B14F-4D97-AF65-F5344CB8AC3E}">
        <p14:creationId xmlns:p14="http://schemas.microsoft.com/office/powerpoint/2010/main" val="1709256961"/>
      </p:ext>
    </p:extLst>
  </p:cSld>
  <p:clrMapOvr>
    <a:masterClrMapping/>
  </p:clrMapOvr>
  <mc:AlternateContent xmlns:mc="http://schemas.openxmlformats.org/markup-compatibility/2006" xmlns:p14="http://schemas.microsoft.com/office/powerpoint/2010/main">
    <mc:Choice Requires="p14">
      <p:transition spd="slow" p14:dur="2000" advTm="405333"/>
    </mc:Choice>
    <mc:Fallback xmlns="">
      <p:transition spd="slow" advTm="405333"/>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linds(horizontal)">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0" grpId="0">
        <p:bldAsOne/>
      </p:bldGraphic>
      <p:bldP spid="3" grpId="0" build="p" bldLvl="3"/>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Binary Linear Feedback Shift Register overview figure.">
            <a:extLst>
              <a:ext uri="{FF2B5EF4-FFF2-40B4-BE49-F238E27FC236}">
                <a16:creationId xmlns:a16="http://schemas.microsoft.com/office/drawing/2014/main" id="{A625C647-8FFE-894D-A3D5-D43F1928F98B}"/>
              </a:ext>
            </a:extLst>
          </p:cNvPr>
          <p:cNvPicPr>
            <a:picLocks noChangeAspect="1"/>
          </p:cNvPicPr>
          <p:nvPr/>
        </p:nvPicPr>
        <p:blipFill rotWithShape="1">
          <a:blip r:embed="rId4"/>
          <a:srcRect t="23750" b="29000"/>
          <a:stretch/>
        </p:blipFill>
        <p:spPr>
          <a:xfrm>
            <a:off x="1343472" y="476672"/>
            <a:ext cx="9286428" cy="5678299"/>
          </a:xfrm>
          <a:prstGeom prst="rect">
            <a:avLst/>
          </a:prstGeom>
        </p:spPr>
      </p:pic>
      <p:sp>
        <p:nvSpPr>
          <p:cNvPr id="3" name="TextBox 2">
            <a:extLst>
              <a:ext uri="{FF2B5EF4-FFF2-40B4-BE49-F238E27FC236}">
                <a16:creationId xmlns:a16="http://schemas.microsoft.com/office/drawing/2014/main" id="{00363AEC-E474-D74D-87EC-AD762855916F}"/>
              </a:ext>
            </a:extLst>
          </p:cNvPr>
          <p:cNvSpPr txBox="1"/>
          <p:nvPr/>
        </p:nvSpPr>
        <p:spPr>
          <a:xfrm>
            <a:off x="4310522" y="269362"/>
            <a:ext cx="3179012" cy="369332"/>
          </a:xfrm>
          <a:prstGeom prst="rect">
            <a:avLst/>
          </a:prstGeom>
          <a:noFill/>
        </p:spPr>
        <p:txBody>
          <a:bodyPr wrap="none" rtlCol="0">
            <a:spAutoFit/>
          </a:bodyPr>
          <a:lstStyle/>
          <a:p>
            <a:r>
              <a:rPr lang="en-US" dirty="0"/>
              <a:t>If A is 0, the XOR is eliminated.</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1AC5B84A-A345-7146-92A7-2DBA2DEF86FF}"/>
                  </a:ext>
                </a:extLst>
              </p:cNvPr>
              <p:cNvSpPr txBox="1"/>
              <p:nvPr/>
            </p:nvSpPr>
            <p:spPr>
              <a:xfrm>
                <a:off x="2381116" y="5550333"/>
                <a:ext cx="7211141" cy="830997"/>
              </a:xfrm>
              <a:prstGeom prst="rect">
                <a:avLst/>
              </a:prstGeom>
              <a:noFill/>
            </p:spPr>
            <p:txBody>
              <a:bodyPr wrap="none" rtlCol="0">
                <a:spAutoFit/>
              </a:bodyPr>
              <a:lstStyle/>
              <a:p>
                <a:r>
                  <a:rPr lang="en-US" sz="2400" dirty="0">
                    <a:solidFill>
                      <a:srgbClr val="FF0000"/>
                    </a:solidFill>
                  </a:rPr>
                  <a:t>Polynomial Representation: </a:t>
                </a:r>
                <a:endParaRPr lang="en-US" sz="2400" i="1" dirty="0">
                  <a:solidFill>
                    <a:srgbClr val="FF0000"/>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sz="2400" i="1">
                          <a:solidFill>
                            <a:srgbClr val="FF0000"/>
                          </a:solidFill>
                          <a:latin typeface="Cambria Math" panose="02040503050406030204" pitchFamily="18" charset="0"/>
                        </a:rPr>
                        <m:t>𝑃</m:t>
                      </m:r>
                      <m:d>
                        <m:dPr>
                          <m:ctrlPr>
                            <a:rPr lang="en-US" sz="2400" i="1">
                              <a:solidFill>
                                <a:srgbClr val="FF0000"/>
                              </a:solidFill>
                              <a:latin typeface="Cambria Math" panose="02040503050406030204" pitchFamily="18" charset="0"/>
                            </a:rPr>
                          </m:ctrlPr>
                        </m:dPr>
                        <m:e>
                          <m:r>
                            <a:rPr lang="en-US" sz="2400" i="1">
                              <a:solidFill>
                                <a:srgbClr val="FF0000"/>
                              </a:solidFill>
                              <a:latin typeface="Cambria Math" panose="02040503050406030204" pitchFamily="18" charset="0"/>
                            </a:rPr>
                            <m:t>𝑋</m:t>
                          </m:r>
                        </m:e>
                      </m:d>
                      <m:r>
                        <a:rPr lang="en-US" sz="2400" i="1">
                          <a:solidFill>
                            <a:srgbClr val="FF0000"/>
                          </a:solidFill>
                          <a:latin typeface="Cambria Math" panose="02040503050406030204" pitchFamily="18" charset="0"/>
                        </a:rPr>
                        <m:t>=</m:t>
                      </m:r>
                      <m:r>
                        <a:rPr lang="en-US" sz="2400" i="1">
                          <a:solidFill>
                            <a:srgbClr val="FF0000"/>
                          </a:solidFill>
                          <a:latin typeface="Cambria Math" panose="02040503050406030204" pitchFamily="18" charset="0"/>
                        </a:rPr>
                        <m:t>1</m:t>
                      </m:r>
                      <m:r>
                        <a:rPr lang="en-US" sz="2400" i="1">
                          <a:solidFill>
                            <a:srgbClr val="FF0000"/>
                          </a:solidFill>
                          <a:latin typeface="Cambria Math" panose="02040503050406030204" pitchFamily="18" charset="0"/>
                        </a:rPr>
                        <m:t>+</m:t>
                      </m:r>
                      <m:sSub>
                        <m:sSubPr>
                          <m:ctrlPr>
                            <a:rPr lang="en-US" sz="2400" i="1">
                              <a:solidFill>
                                <a:srgbClr val="FF0000"/>
                              </a:solidFill>
                              <a:latin typeface="Cambria Math" panose="02040503050406030204" pitchFamily="18" charset="0"/>
                            </a:rPr>
                          </m:ctrlPr>
                        </m:sSubPr>
                        <m:e>
                          <m:r>
                            <a:rPr lang="en-US" sz="2400" i="1">
                              <a:solidFill>
                                <a:srgbClr val="FF0000"/>
                              </a:solidFill>
                              <a:latin typeface="Cambria Math" panose="02040503050406030204" pitchFamily="18" charset="0"/>
                            </a:rPr>
                            <m:t>𝐴</m:t>
                          </m:r>
                        </m:e>
                        <m:sub>
                          <m:r>
                            <a:rPr lang="en-US" sz="2400" i="1">
                              <a:solidFill>
                                <a:srgbClr val="FF0000"/>
                              </a:solidFill>
                              <a:latin typeface="Cambria Math" panose="02040503050406030204" pitchFamily="18" charset="0"/>
                            </a:rPr>
                            <m:t>1</m:t>
                          </m:r>
                        </m:sub>
                      </m:sSub>
                      <m:r>
                        <a:rPr lang="en-US" sz="2400" i="1">
                          <a:solidFill>
                            <a:srgbClr val="FF0000"/>
                          </a:solidFill>
                          <a:latin typeface="Cambria Math" panose="02040503050406030204" pitchFamily="18" charset="0"/>
                        </a:rPr>
                        <m:t>𝑋</m:t>
                      </m:r>
                      <m:r>
                        <a:rPr lang="en-US" sz="2400" i="1">
                          <a:solidFill>
                            <a:srgbClr val="FF0000"/>
                          </a:solidFill>
                          <a:latin typeface="Cambria Math" panose="02040503050406030204" pitchFamily="18" charset="0"/>
                        </a:rPr>
                        <m:t>+</m:t>
                      </m:r>
                      <m:sSub>
                        <m:sSubPr>
                          <m:ctrlPr>
                            <a:rPr lang="en-US" sz="2400" i="1">
                              <a:solidFill>
                                <a:srgbClr val="FF0000"/>
                              </a:solidFill>
                              <a:latin typeface="Cambria Math" panose="02040503050406030204" pitchFamily="18" charset="0"/>
                            </a:rPr>
                          </m:ctrlPr>
                        </m:sSubPr>
                        <m:e>
                          <m:r>
                            <a:rPr lang="en-US" sz="2400" i="1">
                              <a:solidFill>
                                <a:srgbClr val="FF0000"/>
                              </a:solidFill>
                              <a:latin typeface="Cambria Math" panose="02040503050406030204" pitchFamily="18" charset="0"/>
                            </a:rPr>
                            <m:t>𝐴</m:t>
                          </m:r>
                        </m:e>
                        <m:sub>
                          <m:r>
                            <a:rPr lang="en-US" sz="2400" i="1">
                              <a:solidFill>
                                <a:srgbClr val="FF0000"/>
                              </a:solidFill>
                              <a:latin typeface="Cambria Math" panose="02040503050406030204" pitchFamily="18" charset="0"/>
                            </a:rPr>
                            <m:t>2</m:t>
                          </m:r>
                        </m:sub>
                      </m:sSub>
                      <m:sSup>
                        <m:sSupPr>
                          <m:ctrlPr>
                            <a:rPr lang="en-US" sz="2400" i="1">
                              <a:solidFill>
                                <a:srgbClr val="FF0000"/>
                              </a:solidFill>
                              <a:latin typeface="Cambria Math" panose="02040503050406030204" pitchFamily="18" charset="0"/>
                            </a:rPr>
                          </m:ctrlPr>
                        </m:sSupPr>
                        <m:e>
                          <m:r>
                            <a:rPr lang="en-US" sz="2400" i="1">
                              <a:solidFill>
                                <a:srgbClr val="FF0000"/>
                              </a:solidFill>
                              <a:latin typeface="Cambria Math" panose="02040503050406030204" pitchFamily="18" charset="0"/>
                            </a:rPr>
                            <m:t>𝑋</m:t>
                          </m:r>
                        </m:e>
                        <m:sup>
                          <m:r>
                            <a:rPr lang="en-US" sz="2400" i="1">
                              <a:solidFill>
                                <a:srgbClr val="FF0000"/>
                              </a:solidFill>
                              <a:latin typeface="Cambria Math" panose="02040503050406030204" pitchFamily="18" charset="0"/>
                            </a:rPr>
                            <m:t>2</m:t>
                          </m:r>
                        </m:sup>
                      </m:sSup>
                      <m:r>
                        <a:rPr lang="en-US" sz="2400" i="1">
                          <a:solidFill>
                            <a:srgbClr val="FF0000"/>
                          </a:solidFill>
                          <a:latin typeface="Cambria Math" panose="02040503050406030204" pitchFamily="18" charset="0"/>
                        </a:rPr>
                        <m:t>+…+</m:t>
                      </m:r>
                      <m:sSub>
                        <m:sSubPr>
                          <m:ctrlPr>
                            <a:rPr lang="en-US" sz="2400" i="1">
                              <a:solidFill>
                                <a:srgbClr val="FF0000"/>
                              </a:solidFill>
                              <a:latin typeface="Cambria Math" panose="02040503050406030204" pitchFamily="18" charset="0"/>
                            </a:rPr>
                          </m:ctrlPr>
                        </m:sSubPr>
                        <m:e>
                          <m:r>
                            <a:rPr lang="en-US" sz="2400" i="1">
                              <a:solidFill>
                                <a:srgbClr val="FF0000"/>
                              </a:solidFill>
                              <a:latin typeface="Cambria Math" panose="02040503050406030204" pitchFamily="18" charset="0"/>
                            </a:rPr>
                            <m:t>𝐴</m:t>
                          </m:r>
                        </m:e>
                        <m:sub>
                          <m:r>
                            <a:rPr lang="en-US" sz="2400" i="1">
                              <a:solidFill>
                                <a:srgbClr val="FF0000"/>
                              </a:solidFill>
                              <a:latin typeface="Cambria Math" panose="02040503050406030204" pitchFamily="18" charset="0"/>
                            </a:rPr>
                            <m:t>𝑛</m:t>
                          </m:r>
                          <m:r>
                            <a:rPr lang="en-US" sz="2400" i="1">
                              <a:solidFill>
                                <a:srgbClr val="FF0000"/>
                              </a:solidFill>
                              <a:latin typeface="Cambria Math" panose="02040503050406030204" pitchFamily="18" charset="0"/>
                            </a:rPr>
                            <m:t>−</m:t>
                          </m:r>
                          <m:r>
                            <a:rPr lang="en-US" sz="2400" i="1">
                              <a:solidFill>
                                <a:srgbClr val="FF0000"/>
                              </a:solidFill>
                              <a:latin typeface="Cambria Math" panose="02040503050406030204" pitchFamily="18" charset="0"/>
                            </a:rPr>
                            <m:t>1</m:t>
                          </m:r>
                        </m:sub>
                      </m:sSub>
                      <m:sSup>
                        <m:sSupPr>
                          <m:ctrlPr>
                            <a:rPr lang="en-US" sz="2400" i="1">
                              <a:solidFill>
                                <a:srgbClr val="FF0000"/>
                              </a:solidFill>
                              <a:latin typeface="Cambria Math" panose="02040503050406030204" pitchFamily="18" charset="0"/>
                            </a:rPr>
                          </m:ctrlPr>
                        </m:sSupPr>
                        <m:e>
                          <m:r>
                            <a:rPr lang="en-US" sz="2400" i="1">
                              <a:solidFill>
                                <a:srgbClr val="FF0000"/>
                              </a:solidFill>
                              <a:latin typeface="Cambria Math" panose="02040503050406030204" pitchFamily="18" charset="0"/>
                            </a:rPr>
                            <m:t>𝑋</m:t>
                          </m:r>
                        </m:e>
                        <m:sup>
                          <m:r>
                            <a:rPr lang="en-US" sz="2400" i="1">
                              <a:solidFill>
                                <a:srgbClr val="FF0000"/>
                              </a:solidFill>
                              <a:latin typeface="Cambria Math" panose="02040503050406030204" pitchFamily="18" charset="0"/>
                            </a:rPr>
                            <m:t>𝑛</m:t>
                          </m:r>
                          <m:r>
                            <a:rPr lang="en-US" sz="2400" i="1">
                              <a:solidFill>
                                <a:srgbClr val="FF0000"/>
                              </a:solidFill>
                              <a:latin typeface="Cambria Math" panose="02040503050406030204" pitchFamily="18" charset="0"/>
                            </a:rPr>
                            <m:t>−</m:t>
                          </m:r>
                          <m:r>
                            <a:rPr lang="en-US" sz="2400" i="1">
                              <a:solidFill>
                                <a:srgbClr val="FF0000"/>
                              </a:solidFill>
                              <a:latin typeface="Cambria Math" panose="02040503050406030204" pitchFamily="18" charset="0"/>
                            </a:rPr>
                            <m:t>1</m:t>
                          </m:r>
                        </m:sup>
                      </m:sSup>
                      <m:r>
                        <a:rPr lang="en-US" sz="2400">
                          <a:solidFill>
                            <a:srgbClr val="FF0000"/>
                          </a:solidFill>
                          <a:latin typeface="Cambria Math" panose="02040503050406030204" pitchFamily="18" charset="0"/>
                        </a:rPr>
                        <m:t>+</m:t>
                      </m:r>
                      <m:sSub>
                        <m:sSubPr>
                          <m:ctrlPr>
                            <a:rPr lang="en-US" sz="2400" i="1">
                              <a:solidFill>
                                <a:srgbClr val="FF0000"/>
                              </a:solidFill>
                              <a:latin typeface="Cambria Math" panose="02040503050406030204" pitchFamily="18" charset="0"/>
                            </a:rPr>
                          </m:ctrlPr>
                        </m:sSubPr>
                        <m:e>
                          <m:r>
                            <a:rPr lang="en-US" sz="2400" i="1">
                              <a:solidFill>
                                <a:srgbClr val="FF0000"/>
                              </a:solidFill>
                              <a:latin typeface="Cambria Math" panose="02040503050406030204" pitchFamily="18" charset="0"/>
                            </a:rPr>
                            <m:t>𝐴</m:t>
                          </m:r>
                        </m:e>
                        <m:sub>
                          <m:r>
                            <a:rPr lang="en-US" sz="2400" i="1">
                              <a:solidFill>
                                <a:srgbClr val="FF0000"/>
                              </a:solidFill>
                              <a:latin typeface="Cambria Math" panose="02040503050406030204" pitchFamily="18" charset="0"/>
                            </a:rPr>
                            <m:t>𝑛</m:t>
                          </m:r>
                        </m:sub>
                      </m:sSub>
                      <m:sSup>
                        <m:sSupPr>
                          <m:ctrlPr>
                            <a:rPr lang="en-US" sz="2400" i="1">
                              <a:solidFill>
                                <a:srgbClr val="FF0000"/>
                              </a:solidFill>
                              <a:latin typeface="Cambria Math" panose="02040503050406030204" pitchFamily="18" charset="0"/>
                            </a:rPr>
                          </m:ctrlPr>
                        </m:sSupPr>
                        <m:e>
                          <m:r>
                            <a:rPr lang="en-US" sz="2400" i="1">
                              <a:solidFill>
                                <a:srgbClr val="FF0000"/>
                              </a:solidFill>
                              <a:latin typeface="Cambria Math" panose="02040503050406030204" pitchFamily="18" charset="0"/>
                            </a:rPr>
                            <m:t>𝑋</m:t>
                          </m:r>
                        </m:e>
                        <m:sup>
                          <m:r>
                            <a:rPr lang="en-US" sz="2400" i="1">
                              <a:solidFill>
                                <a:srgbClr val="FF0000"/>
                              </a:solidFill>
                              <a:latin typeface="Cambria Math" panose="02040503050406030204" pitchFamily="18" charset="0"/>
                            </a:rPr>
                            <m:t>𝑛</m:t>
                          </m:r>
                        </m:sup>
                      </m:sSup>
                    </m:oMath>
                  </m:oMathPara>
                </a14:m>
                <a:endParaRPr lang="en-US" sz="2400" dirty="0">
                  <a:solidFill>
                    <a:srgbClr val="FF0000"/>
                  </a:solidFill>
                </a:endParaRPr>
              </a:p>
            </p:txBody>
          </p:sp>
        </mc:Choice>
        <mc:Fallback xmlns="">
          <p:sp>
            <p:nvSpPr>
              <p:cNvPr id="4" name="TextBox 3">
                <a:extLst>
                  <a:ext uri="{FF2B5EF4-FFF2-40B4-BE49-F238E27FC236}">
                    <a16:creationId xmlns:a16="http://schemas.microsoft.com/office/drawing/2014/main" id="{1AC5B84A-A345-7146-92A7-2DBA2DEF86FF}"/>
                  </a:ext>
                </a:extLst>
              </p:cNvPr>
              <p:cNvSpPr txBox="1">
                <a:spLocks noRot="1" noChangeAspect="1" noMove="1" noResize="1" noEditPoints="1" noAdjustHandles="1" noChangeArrowheads="1" noChangeShapeType="1" noTextEdit="1"/>
              </p:cNvSpPr>
              <p:nvPr/>
            </p:nvSpPr>
            <p:spPr>
              <a:xfrm>
                <a:off x="2381116" y="5550333"/>
                <a:ext cx="7211141" cy="830997"/>
              </a:xfrm>
              <a:prstGeom prst="rect">
                <a:avLst/>
              </a:prstGeom>
              <a:blipFill>
                <a:blip r:embed="rId7"/>
                <a:stretch>
                  <a:fillRect l="-1230" t="-5970"/>
                </a:stretch>
              </a:blipFill>
            </p:spPr>
            <p:txBody>
              <a:bodyPr/>
              <a:lstStyle/>
              <a:p>
                <a:r>
                  <a:rPr lang="en-US">
                    <a:noFill/>
                  </a:rPr>
                  <a:t> </a:t>
                </a:r>
              </a:p>
            </p:txBody>
          </p:sp>
        </mc:Fallback>
      </mc:AlternateContent>
      <p:sp>
        <p:nvSpPr>
          <p:cNvPr id="2" name="Title 1">
            <a:extLst>
              <a:ext uri="{FF2B5EF4-FFF2-40B4-BE49-F238E27FC236}">
                <a16:creationId xmlns:a16="http://schemas.microsoft.com/office/drawing/2014/main" id="{69393C00-44DA-4C17-597F-57989EA0CC33}"/>
              </a:ext>
            </a:extLst>
          </p:cNvPr>
          <p:cNvSpPr>
            <a:spLocks noGrp="1"/>
          </p:cNvSpPr>
          <p:nvPr>
            <p:ph type="title"/>
          </p:nvPr>
        </p:nvSpPr>
        <p:spPr>
          <a:xfrm>
            <a:off x="0" y="-24088"/>
            <a:ext cx="3978876" cy="1325563"/>
          </a:xfrm>
        </p:spPr>
        <p:txBody>
          <a:bodyPr>
            <a:normAutofit fontScale="90000"/>
          </a:bodyPr>
          <a:lstStyle/>
          <a:p>
            <a:r>
              <a:rPr lang="en-US" sz="3200" dirty="0"/>
              <a:t>Binary Linear Feedback Shift Register</a:t>
            </a:r>
          </a:p>
        </p:txBody>
      </p:sp>
    </p:spTree>
    <p:custDataLst>
      <p:tags r:id="rId1"/>
    </p:custDataLst>
    <p:extLst>
      <p:ext uri="{BB962C8B-B14F-4D97-AF65-F5344CB8AC3E}">
        <p14:creationId xmlns:p14="http://schemas.microsoft.com/office/powerpoint/2010/main" val="1624422781"/>
      </p:ext>
    </p:extLst>
  </p:cSld>
  <p:clrMapOvr>
    <a:masterClrMapping/>
  </p:clrMapOvr>
  <mc:AlternateContent xmlns:mc="http://schemas.openxmlformats.org/markup-compatibility/2006" xmlns:p14="http://schemas.microsoft.com/office/powerpoint/2010/main">
    <mc:Choice Requires="p14">
      <p:transition spd="slow" p14:dur="2000" advTm="225824"/>
    </mc:Choice>
    <mc:Fallback xmlns="">
      <p:transition spd="slow" advTm="225824"/>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4-Bit LFSR Example">
            <a:extLst>
              <a:ext uri="{FF2B5EF4-FFF2-40B4-BE49-F238E27FC236}">
                <a16:creationId xmlns:a16="http://schemas.microsoft.com/office/drawing/2014/main" id="{863DB66D-B246-9946-A749-72CE752E42F0}"/>
              </a:ext>
            </a:extLst>
          </p:cNvPr>
          <p:cNvPicPr>
            <a:picLocks noChangeAspect="1"/>
          </p:cNvPicPr>
          <p:nvPr/>
        </p:nvPicPr>
        <p:blipFill rotWithShape="1">
          <a:blip r:embed="rId4"/>
          <a:srcRect t="13250" b="12200"/>
          <a:stretch/>
        </p:blipFill>
        <p:spPr>
          <a:xfrm>
            <a:off x="2639617" y="102245"/>
            <a:ext cx="6774538" cy="6535744"/>
          </a:xfrm>
          <a:prstGeom prst="rect">
            <a:avLst/>
          </a:prstGeom>
        </p:spPr>
      </p:pic>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B519DC7C-7878-3E4F-A465-E782BE196F4C}"/>
                  </a:ext>
                </a:extLst>
              </p:cNvPr>
              <p:cNvSpPr txBox="1"/>
              <p:nvPr/>
            </p:nvSpPr>
            <p:spPr>
              <a:xfrm>
                <a:off x="2021499" y="692696"/>
                <a:ext cx="1172116" cy="369332"/>
              </a:xfrm>
              <a:prstGeom prst="rect">
                <a:avLst/>
              </a:prstGeom>
              <a:noFill/>
            </p:spPr>
            <p:txBody>
              <a:bodyPr wrap="none" rtlCol="0">
                <a:spAutoFit/>
              </a:bodyPr>
              <a:lstStyle/>
              <a:p>
                <a:r>
                  <a:rPr lang="en-US" dirty="0"/>
                  <a:t>B</a:t>
                </a:r>
                <a:r>
                  <a:rPr lang="en-US" baseline="-25000" dirty="0"/>
                  <a:t>4</a:t>
                </a:r>
                <a:r>
                  <a:rPr lang="en-US" dirty="0"/>
                  <a:t>=B</a:t>
                </a:r>
                <a:r>
                  <a:rPr lang="en-US" baseline="-25000" dirty="0"/>
                  <a:t>0</a:t>
                </a:r>
                <a14:m>
                  <m:oMath xmlns:m="http://schemas.openxmlformats.org/officeDocument/2006/math">
                    <m:r>
                      <a:rPr lang="en-US" i="1">
                        <a:latin typeface="Cambria Math" panose="02040503050406030204" pitchFamily="18" charset="0"/>
                        <a:ea typeface="Cambria Math" panose="02040503050406030204" pitchFamily="18" charset="0"/>
                      </a:rPr>
                      <m:t>⨁</m:t>
                    </m:r>
                  </m:oMath>
                </a14:m>
                <a:r>
                  <a:rPr lang="en-US" dirty="0"/>
                  <a:t>B</a:t>
                </a:r>
                <a:r>
                  <a:rPr lang="en-US" baseline="-25000" dirty="0"/>
                  <a:t>1</a:t>
                </a:r>
                <a:endParaRPr lang="en-US" dirty="0"/>
              </a:p>
            </p:txBody>
          </p:sp>
        </mc:Choice>
        <mc:Fallback xmlns="">
          <p:sp>
            <p:nvSpPr>
              <p:cNvPr id="3" name="TextBox 2">
                <a:extLst>
                  <a:ext uri="{FF2B5EF4-FFF2-40B4-BE49-F238E27FC236}">
                    <a16:creationId xmlns:a16="http://schemas.microsoft.com/office/drawing/2014/main" id="{B519DC7C-7878-3E4F-A465-E782BE196F4C}"/>
                  </a:ext>
                </a:extLst>
              </p:cNvPr>
              <p:cNvSpPr txBox="1">
                <a:spLocks noRot="1" noChangeAspect="1" noMove="1" noResize="1" noEditPoints="1" noAdjustHandles="1" noChangeArrowheads="1" noChangeShapeType="1" noTextEdit="1"/>
              </p:cNvSpPr>
              <p:nvPr/>
            </p:nvSpPr>
            <p:spPr>
              <a:xfrm>
                <a:off x="2021499" y="692696"/>
                <a:ext cx="1172116" cy="369332"/>
              </a:xfrm>
              <a:prstGeom prst="rect">
                <a:avLst/>
              </a:prstGeom>
              <a:blipFill>
                <a:blip r:embed="rId7"/>
                <a:stretch>
                  <a:fillRect l="-4301" t="-6667" b="-26667"/>
                </a:stretch>
              </a:blipFill>
            </p:spPr>
            <p:txBody>
              <a:bodyPr/>
              <a:lstStyle/>
              <a:p>
                <a:r>
                  <a:rPr lang="en-US">
                    <a:noFill/>
                  </a:rPr>
                  <a:t> </a:t>
                </a:r>
              </a:p>
            </p:txBody>
          </p:sp>
        </mc:Fallback>
      </mc:AlternateContent>
      <p:sp>
        <p:nvSpPr>
          <p:cNvPr id="5" name="TextBox 4">
            <a:extLst>
              <a:ext uri="{FF2B5EF4-FFF2-40B4-BE49-F238E27FC236}">
                <a16:creationId xmlns:a16="http://schemas.microsoft.com/office/drawing/2014/main" id="{8785AC5E-CC79-EF4C-90A6-2DC539219940}"/>
              </a:ext>
            </a:extLst>
          </p:cNvPr>
          <p:cNvSpPr txBox="1"/>
          <p:nvPr/>
        </p:nvSpPr>
        <p:spPr>
          <a:xfrm>
            <a:off x="1607122" y="4941168"/>
            <a:ext cx="1948226" cy="369332"/>
          </a:xfrm>
          <a:prstGeom prst="rect">
            <a:avLst/>
          </a:prstGeom>
          <a:noFill/>
        </p:spPr>
        <p:txBody>
          <a:bodyPr wrap="none" rtlCol="0">
            <a:spAutoFit/>
          </a:bodyPr>
          <a:lstStyle/>
          <a:p>
            <a:r>
              <a:rPr lang="en-US" dirty="0"/>
              <a:t>The period is 2</a:t>
            </a:r>
            <a:r>
              <a:rPr lang="en-US" baseline="30000" dirty="0"/>
              <a:t>n</a:t>
            </a:r>
            <a:r>
              <a:rPr lang="en-US" dirty="0"/>
              <a:t>-1.</a:t>
            </a:r>
          </a:p>
        </p:txBody>
      </p:sp>
      <p:sp>
        <p:nvSpPr>
          <p:cNvPr id="2" name="Title 1">
            <a:extLst>
              <a:ext uri="{FF2B5EF4-FFF2-40B4-BE49-F238E27FC236}">
                <a16:creationId xmlns:a16="http://schemas.microsoft.com/office/drawing/2014/main" id="{107321FC-B43B-0FB3-43AB-A54665AA2510}"/>
              </a:ext>
            </a:extLst>
          </p:cNvPr>
          <p:cNvSpPr>
            <a:spLocks noGrp="1"/>
          </p:cNvSpPr>
          <p:nvPr>
            <p:ph type="title"/>
          </p:nvPr>
        </p:nvSpPr>
        <p:spPr>
          <a:xfrm>
            <a:off x="44418" y="-442771"/>
            <a:ext cx="10515600" cy="1325563"/>
          </a:xfrm>
        </p:spPr>
        <p:txBody>
          <a:bodyPr>
            <a:normAutofit/>
          </a:bodyPr>
          <a:lstStyle/>
          <a:p>
            <a:r>
              <a:rPr lang="en-US" sz="2800" dirty="0"/>
              <a:t>4-Bit LFSR Example</a:t>
            </a:r>
          </a:p>
        </p:txBody>
      </p:sp>
    </p:spTree>
    <p:custDataLst>
      <p:tags r:id="rId1"/>
    </p:custDataLst>
    <p:extLst>
      <p:ext uri="{BB962C8B-B14F-4D97-AF65-F5344CB8AC3E}">
        <p14:creationId xmlns:p14="http://schemas.microsoft.com/office/powerpoint/2010/main" val="2797632732"/>
      </p:ext>
    </p:extLst>
  </p:cSld>
  <p:clrMapOvr>
    <a:masterClrMapping/>
  </p:clrMapOvr>
  <mc:AlternateContent xmlns:mc="http://schemas.openxmlformats.org/markup-compatibility/2006" xmlns:p14="http://schemas.microsoft.com/office/powerpoint/2010/main">
    <mc:Choice Requires="p14">
      <p:transition spd="slow" p14:dur="2000" advTm="638293"/>
    </mc:Choice>
    <mc:Fallback xmlns="">
      <p:transition spd="slow" advTm="638293"/>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Lst>
  </p:timing>
  <p:extLst>
    <p:ext uri="{3A86A75C-4F4B-4683-9AE1-C65F6400EC91}">
      <p14:laserTraceLst xmlns:p14="http://schemas.microsoft.com/office/powerpoint/2010/main">
        <p14:tracePtLst>
          <p14:tracePt t="223869" x="2963863" y="6692900"/>
          <p14:tracePt t="223882" x="3055938" y="6442075"/>
          <p14:tracePt t="223889" x="3184525" y="6099175"/>
          <p14:tracePt t="223901" x="3289300" y="5816600"/>
          <p14:tracePt t="223912" x="3411538" y="5419725"/>
          <p14:tracePt t="223923" x="3527425" y="5038725"/>
          <p14:tracePt t="223935" x="3619500" y="4672013"/>
          <p14:tracePt t="223946" x="3681413" y="4433888"/>
          <p14:tracePt t="223958" x="3741738" y="4108450"/>
          <p14:tracePt t="223968" x="3784600" y="3821113"/>
          <p14:tracePt t="223979" x="3810000" y="3619500"/>
          <p14:tracePt t="223991" x="3827463" y="3379788"/>
          <p14:tracePt t="224002" x="3846513" y="3152775"/>
          <p14:tracePt t="224014" x="3846513" y="2933700"/>
          <p14:tracePt t="224025" x="3859213" y="2779713"/>
          <p14:tracePt t="224036" x="3859213" y="2571750"/>
          <p14:tracePt t="224047" x="3859213" y="2381250"/>
          <p14:tracePt t="224059" x="3870325" y="2235200"/>
          <p14:tracePt t="224069" x="3870325" y="2130425"/>
          <p14:tracePt t="224081" x="3870325" y="2038350"/>
          <p14:tracePt t="224093" x="3870325" y="1965325"/>
          <p14:tracePt t="224103" x="3859213" y="1916113"/>
          <p14:tracePt t="224114" x="3846513" y="1905000"/>
          <p14:tracePt t="224127" x="3846513" y="1892300"/>
          <p14:tracePt t="224137" x="3840163" y="1892300"/>
          <p14:tracePt t="224170" x="3840163" y="1916113"/>
          <p14:tracePt t="224182" x="3827463" y="1947863"/>
          <p14:tracePt t="224193" x="3816350" y="1965325"/>
          <p14:tracePt t="224206" x="3810000" y="1995488"/>
          <p14:tracePt t="224222" x="3810000" y="2020888"/>
          <p14:tracePt t="224250" x="3797300" y="2020888"/>
          <p14:tracePt t="224261" x="3784600" y="1995488"/>
          <p14:tracePt t="224272" x="3778250" y="1958975"/>
          <p14:tracePt t="224284" x="3767138" y="1916113"/>
          <p14:tracePt t="224295" x="3741738" y="1855788"/>
          <p14:tracePt t="224307" x="3711575" y="1800225"/>
          <p14:tracePt t="224318" x="3692525" y="1770063"/>
          <p14:tracePt t="224340" x="3681413" y="1757363"/>
          <p14:tracePt t="224362" x="3681413" y="1770063"/>
          <p14:tracePt t="224374" x="3675063" y="1787525"/>
          <p14:tracePt t="224385" x="3675063" y="1830388"/>
          <p14:tracePt t="224395" x="3662363" y="1892300"/>
          <p14:tracePt t="224408" x="3662363" y="1965325"/>
          <p14:tracePt t="224418" x="3662363" y="2038350"/>
          <p14:tracePt t="224429" x="3662363" y="2112963"/>
          <p14:tracePt t="224441" x="3662363" y="2173288"/>
          <p14:tracePt t="224452" x="3662363" y="2216150"/>
          <p14:tracePt t="224463" x="3675063" y="2271713"/>
          <p14:tracePt t="224475" x="3692525" y="2308225"/>
          <p14:tracePt t="224487" x="3711575" y="2338388"/>
          <p14:tracePt t="224497" x="3735388" y="2363788"/>
          <p14:tracePt t="224510" x="3767138" y="2381250"/>
          <p14:tracePt t="224521" x="3797300" y="2393950"/>
          <p14:tracePt t="224531" x="3816350" y="2393950"/>
          <p14:tracePt t="224542" x="3840163" y="2381250"/>
          <p14:tracePt t="224554" x="3859213" y="2370138"/>
          <p14:tracePt t="224564" x="3870325" y="2363788"/>
          <p14:tracePt t="224576" x="3883025" y="2338388"/>
          <p14:tracePt t="224598" x="3883025" y="2320925"/>
          <p14:tracePt t="224602" x="3870325" y="2301875"/>
          <p14:tracePt t="224610" x="3846513" y="2271713"/>
          <p14:tracePt t="224624" x="3816350" y="2235200"/>
          <p14:tracePt t="224635" x="3784600" y="2205038"/>
          <p14:tracePt t="224644" x="3741738" y="2185988"/>
          <p14:tracePt t="224655" x="3705225" y="2173288"/>
          <p14:tracePt t="224667" x="3675063" y="2173288"/>
          <p14:tracePt t="224677" x="3649663" y="2173288"/>
          <p14:tracePt t="224688" x="3632200" y="2173288"/>
          <p14:tracePt t="224700" x="3619500" y="2185988"/>
          <p14:tracePt t="224710" x="3619500" y="2205038"/>
          <p14:tracePt t="224722" x="3619500" y="2228850"/>
          <p14:tracePt t="224735" x="3632200" y="2271713"/>
          <p14:tracePt t="224744" x="3662363" y="2308225"/>
          <p14:tracePt t="224756" x="3681413" y="2333625"/>
          <p14:tracePt t="224768" x="3711575" y="2363788"/>
          <p14:tracePt t="224778" x="3741738" y="2370138"/>
          <p14:tracePt t="224789" x="3778250" y="2381250"/>
          <p14:tracePt t="224801" x="3810000" y="2381250"/>
          <p14:tracePt t="224812" x="3840163" y="2381250"/>
          <p14:tracePt t="224823" x="3859213" y="2370138"/>
          <p14:tracePt t="224835" x="3883025" y="2351088"/>
          <p14:tracePt t="224845" x="3889375" y="2333625"/>
          <p14:tracePt t="224857" x="3889375" y="2301875"/>
          <p14:tracePt t="224869" x="3883025" y="2271713"/>
          <p14:tracePt t="224879" x="3870325" y="2235200"/>
          <p14:tracePt t="224891" x="3846513" y="2216150"/>
          <p14:tracePt t="224902" x="3816350" y="2205038"/>
          <p14:tracePt t="224913" x="3797300" y="2198688"/>
          <p14:tracePt t="224925" x="3778250" y="2198688"/>
          <p14:tracePt t="224936" x="3754438" y="2198688"/>
          <p14:tracePt t="224947" x="3735388" y="2205038"/>
          <p14:tracePt t="224959" x="3724275" y="2228850"/>
          <p14:tracePt t="224970" x="3711575" y="2247900"/>
          <p14:tracePt t="224981" x="3711575" y="2290763"/>
          <p14:tracePt t="224992" x="3711575" y="2320925"/>
          <p14:tracePt t="225006" x="3711575" y="2351088"/>
          <p14:tracePt t="225017" x="3735388" y="2363788"/>
          <p14:tracePt t="225027" x="3754438" y="2381250"/>
          <p14:tracePt t="225037" x="3778250" y="2381250"/>
          <p14:tracePt t="225048" x="3810000" y="2393950"/>
          <p14:tracePt t="225059" x="3827463" y="2393950"/>
          <p14:tracePt t="225070" x="3846513" y="2381250"/>
          <p14:tracePt t="225083" x="3859213" y="2381250"/>
          <p14:tracePt t="225093" x="3870325" y="2370138"/>
          <p14:tracePt t="225104" x="3883025" y="2363788"/>
          <p14:tracePt t="225117" x="3883025" y="2351088"/>
          <p14:tracePt t="225127" x="3883025" y="2338388"/>
          <p14:tracePt t="225138" x="3883025" y="2333625"/>
          <p14:tracePt t="225150" x="3870325" y="2320925"/>
          <p14:tracePt t="225160" x="3859213" y="2308225"/>
          <p14:tracePt t="225172" x="3846513" y="2301875"/>
          <p14:tracePt t="225185" x="3840163" y="2301875"/>
          <p14:tracePt t="225194" x="3827463" y="2290763"/>
          <p14:tracePt t="225206" x="3816350" y="2290763"/>
          <p14:tracePt t="225218" x="3810000" y="2301875"/>
          <p14:tracePt t="225228" x="3797300" y="2308225"/>
          <p14:tracePt t="225239" x="3784600" y="2333625"/>
          <p14:tracePt t="225251" x="3778250" y="2351088"/>
          <p14:tracePt t="225262" x="3778250" y="2370138"/>
          <p14:tracePt t="225273" x="3778250" y="2393950"/>
          <p14:tracePt t="225285" x="3797300" y="2406650"/>
          <p14:tracePt t="225295" x="3810000" y="2413000"/>
          <p14:tracePt t="225307" x="3827463" y="2424113"/>
          <p14:tracePt t="225318" x="3840163" y="2424113"/>
          <p14:tracePt t="225329" x="3870325" y="2413000"/>
          <p14:tracePt t="225341" x="3889375" y="2406650"/>
          <p14:tracePt t="225352" x="3913188" y="2393950"/>
          <p14:tracePt t="225363" x="3913188" y="2370138"/>
          <p14:tracePt t="225375" x="3919538" y="2351088"/>
          <p14:tracePt t="225386" x="3913188" y="2333625"/>
          <p14:tracePt t="225397" x="3913188" y="2308225"/>
          <p14:tracePt t="225408" x="3902075" y="2301875"/>
          <p14:tracePt t="225420" x="3889375" y="2290763"/>
          <p14:tracePt t="225430" x="3870325" y="2290763"/>
          <p14:tracePt t="225442" x="3859213" y="2301875"/>
          <p14:tracePt t="225453" x="3840163" y="2308225"/>
          <p14:tracePt t="225465" x="3827463" y="2333625"/>
          <p14:tracePt t="225476" x="3816350" y="2351088"/>
          <p14:tracePt t="225487" x="3810000" y="2370138"/>
          <p14:tracePt t="225498" x="3810000" y="2406650"/>
          <p14:tracePt t="225517" x="3810000" y="2424113"/>
          <p14:tracePt t="225521" x="3810000" y="2455863"/>
          <p14:tracePt t="225535" x="3810000" y="2466975"/>
          <p14:tracePt t="225544" x="3816350" y="2486025"/>
          <p14:tracePt t="225555" x="3816350" y="2498725"/>
          <p14:tracePt t="225567" x="3816350" y="2509838"/>
          <p14:tracePt t="225802" x="3816350" y="2516188"/>
          <p14:tracePt t="225813" x="3827463" y="2516188"/>
          <p14:tracePt t="225858" x="3840163" y="2516188"/>
          <p14:tracePt t="225869" x="3840163" y="2528888"/>
          <p14:tracePt t="225959" x="3846513" y="2528888"/>
          <p14:tracePt t="225975" x="3846513" y="2541588"/>
          <p14:tracePt t="226015" x="3859213" y="2541588"/>
          <p14:tracePt t="226060" x="3859213" y="2547938"/>
          <p14:tracePt t="226072" x="3870325" y="2547938"/>
          <p14:tracePt t="226150" x="3883025" y="2547938"/>
          <p14:tracePt t="226184" x="3889375" y="2559050"/>
          <p14:tracePt t="226207" x="3902075" y="2571750"/>
          <p14:tracePt t="226229" x="3913188" y="2571750"/>
          <p14:tracePt t="226241" x="3919538" y="2571750"/>
          <p14:tracePt t="226263" x="3932238" y="2578100"/>
          <p14:tracePt t="226296" x="3944938" y="2578100"/>
          <p14:tracePt t="226320" x="3949700" y="2578100"/>
          <p14:tracePt t="226342" x="3962400" y="2578100"/>
          <p14:tracePt t="226364" x="3975100" y="2578100"/>
          <p14:tracePt t="226376" x="3975100" y="2590800"/>
          <p14:tracePt t="226398" x="3987800" y="2590800"/>
          <p14:tracePt t="226420" x="3992563" y="2590800"/>
          <p14:tracePt t="226432" x="3992563" y="2601913"/>
          <p14:tracePt t="226454" x="4005263" y="2601913"/>
          <p14:tracePt t="226486" x="4017963" y="2601913"/>
          <p14:tracePt t="226489" x="4017963" y="2614613"/>
          <p14:tracePt t="226511" x="4024313" y="2614613"/>
          <p14:tracePt t="226544" x="4035425" y="2620963"/>
          <p14:tracePt t="226567" x="4048125" y="2620963"/>
          <p14:tracePt t="226578" x="4048125" y="2633663"/>
          <p14:tracePt t="226602" x="4054475" y="2633663"/>
          <p14:tracePt t="226634" x="4067175" y="2644775"/>
          <p14:tracePt t="226701" x="4078288" y="2644775"/>
          <p14:tracePt t="226713" x="4078288" y="2651125"/>
          <p14:tracePt t="226724" x="4090988" y="2651125"/>
          <p14:tracePt t="226747" x="4090988" y="2663825"/>
          <p14:tracePt t="226758" x="4097338" y="2663825"/>
          <p14:tracePt t="226814" x="4097338" y="2676525"/>
          <p14:tracePt t="226859" x="4110038" y="2676525"/>
          <p14:tracePt t="226882" x="4110038" y="2681288"/>
          <p14:tracePt t="226904" x="4110038" y="2693988"/>
          <p14:tracePt t="226916" x="4121150" y="2693988"/>
          <p14:tracePt t="226938" x="4121150" y="2706688"/>
          <p14:tracePt t="226960" x="4127500" y="2706688"/>
          <p14:tracePt t="226972" x="4127500" y="2719388"/>
          <p14:tracePt t="227005" x="4127500" y="2724150"/>
          <p14:tracePt t="227028" x="4140200" y="2724150"/>
          <p14:tracePt t="227084" x="4140200" y="2736850"/>
          <p14:tracePt t="227095" x="4152900" y="2736850"/>
          <p14:tracePt t="227129" x="4159250" y="2736850"/>
          <p14:tracePt t="227163" x="4170363" y="2736850"/>
          <p14:tracePt t="227185" x="4183063" y="2736850"/>
          <p14:tracePt t="227197" x="4195763" y="2736850"/>
          <p14:tracePt t="227208" x="4195763" y="2724150"/>
          <p14:tracePt t="227221" x="4202113" y="2724150"/>
          <p14:tracePt t="227242" x="4213225" y="2719388"/>
          <p14:tracePt t="227275" x="4225925" y="2706688"/>
          <p14:tracePt t="227289" x="4225925" y="2693988"/>
          <p14:tracePt t="227309" x="4225925" y="2681288"/>
          <p14:tracePt t="227321" x="4225925" y="2676525"/>
          <p14:tracePt t="227343" x="4225925" y="2663825"/>
          <p14:tracePt t="227376" x="4225925" y="2651125"/>
          <p14:tracePt t="227410" x="4213225" y="2644775"/>
          <p14:tracePt t="227433" x="4202113" y="2644775"/>
          <p14:tracePt t="227444" x="4202113" y="2633663"/>
          <p14:tracePt t="227456" x="4195763" y="2633663"/>
          <p14:tracePt t="227467" x="4183063" y="2633663"/>
          <p14:tracePt t="227478" x="4170363" y="2633663"/>
          <p14:tracePt t="227490" x="4159250" y="2633663"/>
          <p14:tracePt t="227512" x="4152900" y="2633663"/>
          <p14:tracePt t="227557" x="4140200" y="2633663"/>
          <p14:tracePt t="227568" x="4140200" y="2644775"/>
          <p14:tracePt t="227590" x="4140200" y="2651125"/>
          <p14:tracePt t="227601" x="4127500" y="2663825"/>
          <p14:tracePt t="227624" x="4127500" y="2676525"/>
          <p14:tracePt t="227627" x="4127500" y="2681288"/>
          <p14:tracePt t="227636" x="4127500" y="2693988"/>
          <p14:tracePt t="227647" x="4140200" y="2706688"/>
          <p14:tracePt t="227658" x="4140200" y="2719388"/>
          <p14:tracePt t="227671" x="4140200" y="2724150"/>
          <p14:tracePt t="227681" x="4152900" y="2736850"/>
          <p14:tracePt t="227706" x="4159250" y="2736850"/>
          <p14:tracePt t="227715" x="4170363" y="2749550"/>
          <p14:tracePt t="227749" x="4183063" y="2749550"/>
          <p14:tracePt t="227759" x="4202113" y="2749550"/>
          <p14:tracePt t="227763" x="4213225" y="2749550"/>
          <p14:tracePt t="227772" x="4232275" y="2749550"/>
          <p14:tracePt t="227783" x="4262438" y="2749550"/>
          <p14:tracePt t="227793" x="4287838" y="2749550"/>
          <p14:tracePt t="227806" x="4305300" y="2749550"/>
          <p14:tracePt t="227816" x="4318000" y="2749550"/>
          <p14:tracePt t="227827" x="4330700" y="2749550"/>
          <p14:tracePt t="227839" x="4330700" y="2736850"/>
          <p14:tracePt t="227872" x="4330700" y="2719388"/>
          <p14:tracePt t="227883" x="4330700" y="2706688"/>
          <p14:tracePt t="227896" x="4330700" y="2693988"/>
          <p14:tracePt t="227906" x="4330700" y="2676525"/>
          <p14:tracePt t="227917" x="4318000" y="2663825"/>
          <p14:tracePt t="227929" x="4305300" y="2644775"/>
          <p14:tracePt t="227940" x="4305300" y="2633663"/>
          <p14:tracePt t="227951" x="4292600" y="2620963"/>
          <p14:tracePt t="227964" x="4287838" y="2620963"/>
          <p14:tracePt t="227974" x="4275138" y="2614613"/>
          <p14:tracePt t="227985" x="4262438" y="2614613"/>
          <p14:tracePt t="227996" x="4256088" y="2614613"/>
          <p14:tracePt t="228007" x="4244975" y="2614613"/>
          <p14:tracePt t="228018" x="4232275" y="2614613"/>
          <p14:tracePt t="228041" x="4225925" y="2620963"/>
          <p14:tracePt t="228052" x="4213225" y="2633663"/>
          <p14:tracePt t="228065" x="4202113" y="2633663"/>
          <p14:tracePt t="228074" x="4202113" y="2644775"/>
          <p14:tracePt t="228087" x="4195763" y="2644775"/>
          <p14:tracePt t="228098" x="4195763" y="2651125"/>
          <p14:tracePt t="228839" x="4183063" y="2651125"/>
          <p14:tracePt t="228850" x="4159250" y="2644775"/>
          <p14:tracePt t="229210" x="4170363" y="2644775"/>
          <p14:tracePt t="229289" x="4183063" y="2644775"/>
          <p14:tracePt t="229356" x="4195763" y="2644775"/>
          <p14:tracePt t="229368" x="4195763" y="2633663"/>
          <p14:tracePt t="229391" x="4195763" y="2620963"/>
          <p14:tracePt t="229402" x="4195763" y="2614613"/>
          <p14:tracePt t="229413" x="4195763" y="2601913"/>
          <p14:tracePt t="229425" x="4195763" y="2590800"/>
          <p14:tracePt t="229436" x="4195763" y="2578100"/>
          <p14:tracePt t="229448" x="4195763" y="2559050"/>
          <p14:tracePt t="229463" x="4202113" y="2541588"/>
          <p14:tracePt t="229474" x="4202113" y="2528888"/>
          <p14:tracePt t="229481" x="4202113" y="2509838"/>
          <p14:tracePt t="229492" x="4213225" y="2473325"/>
          <p14:tracePt t="229503" x="4213225" y="2455863"/>
          <p14:tracePt t="229515" x="4213225" y="2443163"/>
          <p14:tracePt t="229526" x="4213225" y="2424113"/>
          <p14:tracePt t="229537" x="4225925" y="2413000"/>
          <p14:tracePt t="229548" x="4225925" y="2406650"/>
          <p14:tracePt t="229560" x="4225925" y="2393950"/>
          <p14:tracePt t="229571" x="4225925" y="2381250"/>
          <p14:tracePt t="229583" x="4232275" y="2381250"/>
          <p14:tracePt t="229593" x="4232275" y="2370138"/>
          <p14:tracePt t="229627" x="4232275" y="2363788"/>
          <p14:tracePt t="229649" x="4232275" y="2351088"/>
          <p14:tracePt t="229705" x="4213225" y="2338388"/>
          <p14:tracePt t="229717" x="4183063" y="2338388"/>
          <p14:tracePt t="230043" x="4195763" y="2338388"/>
          <p14:tracePt t="230077" x="4195763" y="2351088"/>
          <p14:tracePt t="230099" x="4202113" y="2351088"/>
          <p14:tracePt t="230122" x="4202113" y="2338388"/>
          <p14:tracePt t="230189" x="4213225" y="2333625"/>
          <p14:tracePt t="230234" x="4213225" y="2320925"/>
          <p14:tracePt t="230256" x="4213225" y="2308225"/>
          <p14:tracePt t="230279" x="4225925" y="2301875"/>
          <p14:tracePt t="230301" x="4225925" y="2290763"/>
          <p14:tracePt t="230313" x="4225925" y="2278063"/>
          <p14:tracePt t="230325" x="4225925" y="2271713"/>
          <p14:tracePt t="230336" x="4213225" y="2259013"/>
          <p14:tracePt t="230347" x="4213225" y="2247900"/>
          <p14:tracePt t="230358" x="4213225" y="2228850"/>
          <p14:tracePt t="230369" x="4202113" y="2228850"/>
          <p14:tracePt t="230381" x="4195763" y="2216150"/>
          <p14:tracePt t="230392" x="4195763" y="2205038"/>
          <p14:tracePt t="230403" x="4183063" y="2205038"/>
          <p14:tracePt t="230415" x="4170363" y="2205038"/>
          <p14:tracePt t="230426" x="4152900" y="2198688"/>
          <p14:tracePt t="230438" x="4127500" y="2198688"/>
          <p14:tracePt t="230448" x="4110038" y="2198688"/>
          <p14:tracePt t="230465" x="4090988" y="2198688"/>
          <p14:tracePt t="230478" x="4078288" y="2198688"/>
          <p14:tracePt t="230482" x="4067175" y="2205038"/>
          <p14:tracePt t="230496" x="4054475" y="2216150"/>
          <p14:tracePt t="230506" x="4054475" y="2235200"/>
          <p14:tracePt t="230515" x="4054475" y="2259013"/>
          <p14:tracePt t="230529" x="4054475" y="2290763"/>
          <p14:tracePt t="230538" x="4067175" y="2308225"/>
          <p14:tracePt t="230551" x="4078288" y="2320925"/>
          <p14:tracePt t="230561" x="4090988" y="2338388"/>
          <p14:tracePt t="230572" x="4110038" y="2351088"/>
          <p14:tracePt t="230584" x="4121150" y="2363788"/>
          <p14:tracePt t="230595" x="4140200" y="2363788"/>
          <p14:tracePt t="230606" x="4159250" y="2363788"/>
          <p14:tracePt t="230617" x="4183063" y="2363788"/>
          <p14:tracePt t="230628" x="4195763" y="2363788"/>
          <p14:tracePt t="230639" x="4202113" y="2351088"/>
          <p14:tracePt t="230652" x="4213225" y="2338388"/>
          <p14:tracePt t="230663" x="4225925" y="2333625"/>
          <p14:tracePt t="230673" x="4225925" y="2320925"/>
          <p14:tracePt t="230685" x="4225925" y="2301875"/>
          <p14:tracePt t="230697" x="4225925" y="2278063"/>
          <p14:tracePt t="230707" x="4213225" y="2259013"/>
          <p14:tracePt t="230718" x="4202113" y="2247900"/>
          <p14:tracePt t="230731" x="4195763" y="2228850"/>
          <p14:tracePt t="230741" x="4170363" y="2216150"/>
          <p14:tracePt t="230753" x="4159250" y="2205038"/>
          <p14:tracePt t="230764" x="4152900" y="2205038"/>
          <p14:tracePt t="230774" x="4140200" y="2205038"/>
          <p14:tracePt t="230786" x="4127500" y="2205038"/>
          <p14:tracePt t="230797" x="4121150" y="2216150"/>
          <p14:tracePt t="230809" x="4110038" y="2228850"/>
          <p14:tracePt t="230821" x="4110038" y="2235200"/>
          <p14:tracePt t="230831" x="4097338" y="2259013"/>
          <p14:tracePt t="230842" x="4097338" y="2271713"/>
          <p14:tracePt t="230853" x="4110038" y="2290763"/>
          <p14:tracePt t="230865" x="4121150" y="2301875"/>
          <p14:tracePt t="230887" x="4140200" y="2320925"/>
          <p14:tracePt t="230891" x="4152900" y="2333625"/>
          <p14:tracePt t="230899" x="4170363" y="2333625"/>
          <p14:tracePt t="230912" x="4195763" y="2333625"/>
          <p14:tracePt t="230922" x="4225925" y="2333625"/>
          <p14:tracePt t="230932" x="4232275" y="2333625"/>
          <p14:tracePt t="230944" x="4244975" y="2333625"/>
          <p14:tracePt t="230954" x="4256088" y="2320925"/>
          <p14:tracePt t="230966" x="4256088" y="2308225"/>
          <p14:tracePt t="230979" x="4256088" y="2301875"/>
          <p14:tracePt t="230988" x="4256088" y="2278063"/>
          <p14:tracePt t="231000" x="4256088" y="2259013"/>
          <p14:tracePt t="231012" x="4244975" y="2247900"/>
          <p14:tracePt t="231022" x="4232275" y="2235200"/>
          <p14:tracePt t="231033" x="4213225" y="2228850"/>
          <p14:tracePt t="231046" x="4195763" y="2216150"/>
          <p14:tracePt t="231056" x="4183063" y="2216150"/>
          <p14:tracePt t="231067" x="4170363" y="2216150"/>
          <p14:tracePt t="231079" x="4159250" y="2228850"/>
          <p14:tracePt t="231089" x="4159250" y="2235200"/>
          <p14:tracePt t="231101" x="4152900" y="2247900"/>
          <p14:tracePt t="231112" x="4152900" y="2259013"/>
          <p14:tracePt t="231123" x="4152900" y="2278063"/>
          <p14:tracePt t="231134" x="4152900" y="2290763"/>
          <p14:tracePt t="231146" x="4159250" y="2301875"/>
          <p14:tracePt t="231157" x="4170363" y="2308225"/>
          <p14:tracePt t="231169" x="4183063" y="2308225"/>
          <p14:tracePt t="231179" x="4202113" y="2308225"/>
          <p14:tracePt t="231190" x="4213225" y="2308225"/>
          <p14:tracePt t="231202" x="4225925" y="2308225"/>
          <p14:tracePt t="231214" x="4232275" y="2301875"/>
          <p14:tracePt t="231224" x="4244975" y="2301875"/>
          <p14:tracePt t="231236" x="4244975" y="2290763"/>
          <p14:tracePt t="231247" x="4256088" y="2271713"/>
          <p14:tracePt t="231258" x="4256088" y="2259013"/>
          <p14:tracePt t="231269" x="4244975" y="2235200"/>
          <p14:tracePt t="231281" x="4244975" y="2228850"/>
          <p14:tracePt t="231292" x="4225925" y="2216150"/>
          <p14:tracePt t="231303" x="4213225" y="2205038"/>
          <p14:tracePt t="231315" x="4202113" y="2205038"/>
          <p14:tracePt t="231325" x="4183063" y="2205038"/>
          <p14:tracePt t="231337" x="4159250" y="2216150"/>
          <p14:tracePt t="231348" x="4152900" y="2228850"/>
          <p14:tracePt t="231359" x="4140200" y="2247900"/>
          <p14:tracePt t="231370" x="4127500" y="2271713"/>
          <p14:tracePt t="231382" x="4127500" y="2290763"/>
          <p14:tracePt t="231394" x="4127500" y="2308225"/>
          <p14:tracePt t="231404" x="4127500" y="2320925"/>
          <p14:tracePt t="231416" x="4152900" y="2333625"/>
          <p14:tracePt t="231428" x="4159250" y="2338388"/>
          <p14:tracePt t="231438" x="4183063" y="2351088"/>
          <p14:tracePt t="231449" x="4202113" y="2351088"/>
          <p14:tracePt t="231462" x="4213225" y="2351088"/>
          <p14:tracePt t="231472" x="4225925" y="2351088"/>
          <p14:tracePt t="231516" x="4213225" y="2338388"/>
          <p14:tracePt t="231532" x="4202113" y="2338388"/>
          <p14:tracePt t="231544" x="4195763" y="2351088"/>
          <p14:tracePt t="231552" x="4183063" y="2363788"/>
          <p14:tracePt t="231563" x="4170363" y="2370138"/>
          <p14:tracePt t="231573" x="4159250" y="2381250"/>
          <p14:tracePt t="231585" x="4152900" y="2406650"/>
          <p14:tracePt t="231596" x="4152900" y="2424113"/>
          <p14:tracePt t="231607" x="4152900" y="2436813"/>
          <p14:tracePt t="231618" x="4152900" y="2443163"/>
          <p14:tracePt t="231629" x="4152900" y="2455863"/>
          <p14:tracePt t="231640" x="4159250" y="2455863"/>
          <p14:tracePt t="231652" x="4170363" y="2466975"/>
          <p14:tracePt t="231664" x="4183063" y="2466975"/>
          <p14:tracePt t="231674" x="4195763" y="2455863"/>
          <p14:tracePt t="231686" x="4202113" y="2455863"/>
          <p14:tracePt t="231697" x="4213225" y="2443163"/>
          <p14:tracePt t="231708" x="4213225" y="2424113"/>
          <p14:tracePt t="231719" x="4213225" y="2413000"/>
          <p14:tracePt t="231731" x="4213225" y="2393950"/>
          <p14:tracePt t="231742" x="4213225" y="2381250"/>
          <p14:tracePt t="231753" x="4213225" y="2370138"/>
          <p14:tracePt t="231765" x="4202113" y="2370138"/>
          <p14:tracePt t="231786" x="4195763" y="2370138"/>
          <p14:tracePt t="231799" x="4183063" y="2381250"/>
          <p14:tracePt t="231809" x="4183063" y="2393950"/>
          <p14:tracePt t="231821" x="4170363" y="2413000"/>
          <p14:tracePt t="231832" x="4170363" y="2424113"/>
          <p14:tracePt t="231844" x="4170363" y="2436813"/>
          <p14:tracePt t="231854" x="4183063" y="2443163"/>
          <p14:tracePt t="231877" x="4195763" y="2455863"/>
          <p14:tracePt t="231888" x="4202113" y="2455863"/>
          <p14:tracePt t="231899" x="4202113" y="2443163"/>
          <p14:tracePt t="231912" x="4213225" y="2443163"/>
          <p14:tracePt t="231944" x="4213225" y="2436813"/>
          <p14:tracePt t="231955" x="4213225" y="2424113"/>
          <p14:tracePt t="231978" x="4213225" y="2413000"/>
          <p14:tracePt t="231989" x="4202113" y="2413000"/>
          <p14:tracePt t="232113" x="4213225" y="2424113"/>
          <p14:tracePt t="232373" x="4225925" y="2424113"/>
          <p14:tracePt t="232405" x="4225925" y="2436813"/>
          <p14:tracePt t="232450" x="4225925" y="2443163"/>
          <p14:tracePt t="232462" x="4232275" y="2443163"/>
          <p14:tracePt t="232473" x="4232275" y="2455863"/>
          <p14:tracePt t="232518" x="4244975" y="2455863"/>
          <p14:tracePt t="232530" x="4244975" y="2466975"/>
          <p14:tracePt t="232574" x="4256088" y="2473325"/>
          <p14:tracePt t="232596" x="4262438" y="2486025"/>
          <p14:tracePt t="232619" x="4275138" y="2498725"/>
          <p14:tracePt t="232631" x="4275138" y="2509838"/>
          <p14:tracePt t="232643" x="4287838" y="2509838"/>
          <p14:tracePt t="232653" x="4287838" y="2516188"/>
          <p14:tracePt t="232665" x="4292600" y="2528888"/>
          <p14:tracePt t="232687" x="4305300" y="2541588"/>
          <p14:tracePt t="232699" x="4318000" y="2547938"/>
          <p14:tracePt t="232721" x="4330700" y="2559050"/>
          <p14:tracePt t="232732" x="4335463" y="2571750"/>
          <p14:tracePt t="232754" x="4348163" y="2571750"/>
          <p14:tracePt t="232767" x="4360863" y="2578100"/>
          <p14:tracePt t="232788" x="4367213" y="2578100"/>
          <p14:tracePt t="232801" x="4378325" y="2590800"/>
          <p14:tracePt t="232811" x="4391025" y="2590800"/>
          <p14:tracePt t="232822" x="4397375" y="2601913"/>
          <p14:tracePt t="232835" x="4410075" y="2601913"/>
          <p14:tracePt t="232855" x="4421188" y="2601913"/>
          <p14:tracePt t="232868" x="4421188" y="2614613"/>
          <p14:tracePt t="232889" x="4433888" y="2614613"/>
          <p14:tracePt t="232912" x="4433888" y="2620963"/>
          <p14:tracePt t="232923" x="4440238" y="2620963"/>
          <p14:tracePt t="232936" x="4440238" y="2633663"/>
          <p14:tracePt t="232946" x="4452938" y="2644775"/>
          <p14:tracePt t="232957" x="4464050" y="2644775"/>
          <p14:tracePt t="232992" x="4470400" y="2651125"/>
          <p14:tracePt t="233014" x="4483100" y="2663825"/>
          <p14:tracePt t="233058" x="4495800" y="2663825"/>
          <p14:tracePt t="233069" x="4502150" y="2663825"/>
          <p14:tracePt t="233081" x="4502150" y="2676525"/>
          <p14:tracePt t="233093" x="4513263" y="2676525"/>
          <p14:tracePt t="233104" x="4525963" y="2676525"/>
          <p14:tracePt t="233125" x="4538663" y="2681288"/>
          <p14:tracePt t="233148" x="4545013" y="2681288"/>
          <p14:tracePt t="233170" x="4556125" y="2693988"/>
          <p14:tracePt t="233193" x="4568825" y="2706688"/>
          <p14:tracePt t="233204" x="4587875" y="2706688"/>
          <p14:tracePt t="233216" x="4598988" y="2719388"/>
          <p14:tracePt t="233228" x="4605338" y="2719388"/>
          <p14:tracePt t="233239" x="4630738" y="2719388"/>
          <p14:tracePt t="233249" x="4641850" y="2719388"/>
          <p14:tracePt t="233261" x="4648200" y="2719388"/>
          <p14:tracePt t="233272" x="4660900" y="2719388"/>
          <p14:tracePt t="233305" x="4673600" y="2706688"/>
          <p14:tracePt t="233328" x="4673600" y="2693988"/>
          <p14:tracePt t="233339" x="4673600" y="2681288"/>
          <p14:tracePt t="233351" x="4673600" y="2676525"/>
          <p14:tracePt t="233362" x="4673600" y="2663825"/>
          <p14:tracePt t="233374" x="4673600" y="2651125"/>
          <p14:tracePt t="233386" x="4673600" y="2644775"/>
          <p14:tracePt t="233396" x="4660900" y="2644775"/>
          <p14:tracePt t="233407" x="4660900" y="2633663"/>
          <p14:tracePt t="233420" x="4648200" y="2620963"/>
          <p14:tracePt t="233429" x="4641850" y="2614613"/>
          <p14:tracePt t="233443" x="4630738" y="2614613"/>
          <p14:tracePt t="233452" x="4618038" y="2601913"/>
          <p14:tracePt t="233465" x="4605338" y="2601913"/>
          <p14:tracePt t="233476" x="4598988" y="2601913"/>
          <p14:tracePt t="233486" x="4575175" y="2601913"/>
          <p14:tracePt t="233497" x="4556125" y="2601913"/>
          <p14:tracePt t="233509" x="4545013" y="2614613"/>
          <p14:tracePt t="233520" x="4538663" y="2620963"/>
          <p14:tracePt t="233532" x="4525963" y="2633663"/>
          <p14:tracePt t="233543" x="4513263" y="2651125"/>
          <p14:tracePt t="233554" x="4502150" y="2663825"/>
          <p14:tracePt t="233566" x="4502150" y="2676525"/>
          <p14:tracePt t="233577" x="4513263" y="2693988"/>
          <p14:tracePt t="233587" x="4513263" y="2706688"/>
          <p14:tracePt t="233609" x="4525963" y="2719388"/>
          <p14:tracePt t="233621" x="4545013" y="2724150"/>
          <p14:tracePt t="233633" x="4556125" y="2724150"/>
          <p14:tracePt t="233643" x="4568825" y="2736850"/>
          <p14:tracePt t="233654" x="4575175" y="2736850"/>
          <p14:tracePt t="233666" x="4598988" y="2736850"/>
          <p14:tracePt t="233677" x="4605338" y="2736850"/>
          <p14:tracePt t="233688" x="4618038" y="2724150"/>
          <p14:tracePt t="233700" x="4630738" y="2724150"/>
          <p14:tracePt t="233711" x="4641850" y="2719388"/>
          <p14:tracePt t="233722" x="4648200" y="2719388"/>
          <p14:tracePt t="233734" x="4648200" y="2706688"/>
          <p14:tracePt t="233745" x="4648200" y="2693988"/>
          <p14:tracePt t="233756" x="4648200" y="2676525"/>
          <p14:tracePt t="233767" x="4648200" y="2663825"/>
          <p14:tracePt t="233780" x="4648200" y="2651125"/>
          <p14:tracePt t="233789" x="4641850" y="2644775"/>
          <p14:tracePt t="233812" x="4630738" y="2633663"/>
          <p14:tracePt t="233823" x="4618038" y="2633663"/>
          <p14:tracePt t="233835" x="4605338" y="2620963"/>
          <p14:tracePt t="233846" x="4598988" y="2620963"/>
          <p14:tracePt t="233868" x="4587875" y="2633663"/>
          <p14:tracePt t="233879" x="4575175" y="2633663"/>
          <p14:tracePt t="233891" x="4568825" y="2644775"/>
          <p14:tracePt t="233903" x="4556125" y="2644775"/>
          <p14:tracePt t="233913" x="4545013" y="2651125"/>
          <p14:tracePt t="233925" x="4538663" y="2663825"/>
          <p14:tracePt t="233935" x="4525963" y="2676525"/>
          <p14:tracePt t="233947" x="4525963" y="2681288"/>
          <p14:tracePt t="233959" x="4525963" y="2706688"/>
          <p14:tracePt t="233969" x="4525963" y="2719388"/>
          <p14:tracePt t="233981" x="4525963" y="2724150"/>
          <p14:tracePt t="233993" x="4538663" y="2736850"/>
          <p14:tracePt t="234003" x="4545013" y="2749550"/>
          <p14:tracePt t="234015" x="4556125" y="2749550"/>
          <p14:tracePt t="234036" x="4568825" y="2755900"/>
          <p14:tracePt t="234043" x="4587875" y="2755900"/>
          <p14:tracePt t="234050" x="4605338" y="2755900"/>
          <p14:tracePt t="234070" x="4630738" y="2755900"/>
          <p14:tracePt t="234076" x="4641850" y="2755900"/>
          <p14:tracePt t="234083" x="4660900" y="2755900"/>
          <p14:tracePt t="234095" x="4679950" y="2749550"/>
          <p14:tracePt t="234105" x="4691063" y="2736850"/>
          <p14:tracePt t="234127" x="4691063" y="2719388"/>
          <p14:tracePt t="234138" x="4691063" y="2706688"/>
          <p14:tracePt t="234149" x="4691063" y="2693988"/>
          <p14:tracePt t="234161" x="4691063" y="2681288"/>
          <p14:tracePt t="234172" x="4679950" y="2676525"/>
          <p14:tracePt t="234184" x="4679950" y="2663825"/>
          <p14:tracePt t="234195" x="4679950" y="2651125"/>
          <p14:tracePt t="234206" x="4673600" y="2651125"/>
          <p14:tracePt t="234228" x="4660900" y="2651125"/>
          <p14:tracePt t="234239" x="4660900" y="2644775"/>
          <p14:tracePt t="234251" x="4648200" y="2644775"/>
          <p14:tracePt t="234262" x="4641850" y="2644775"/>
          <p14:tracePt t="234273" x="4618038" y="2651125"/>
          <p14:tracePt t="234295" x="4605338" y="2651125"/>
          <p14:tracePt t="234299" x="4598988" y="2651125"/>
          <p14:tracePt t="234310" x="4587875" y="2663825"/>
          <p14:tracePt t="234320" x="4575175" y="2676525"/>
          <p14:tracePt t="234331" x="4568825" y="2676525"/>
          <p14:tracePt t="234342" x="4568825" y="2681288"/>
          <p14:tracePt t="234352" x="4568825" y="2693988"/>
          <p14:tracePt t="234363" x="4568825" y="2706688"/>
          <p14:tracePt t="234375" x="4568825" y="2719388"/>
          <p14:tracePt t="234385" x="4575175" y="2724150"/>
          <p14:tracePt t="234397" x="4598988" y="2724150"/>
          <p14:tracePt t="234410" x="4618038" y="2736850"/>
          <p14:tracePt t="234419" x="4641850" y="2736850"/>
          <p14:tracePt t="234431" x="4660900" y="2736850"/>
          <p14:tracePt t="234443" x="4691063" y="2736850"/>
          <p14:tracePt t="234453" x="4710113" y="2736850"/>
          <p14:tracePt t="234464" x="4722813" y="2736850"/>
          <p14:tracePt t="234477" x="4733925" y="2736850"/>
          <p14:tracePt t="234487" x="4722813" y="2736850"/>
          <p14:tracePt t="234499" x="4710113" y="2724150"/>
          <p14:tracePt t="235173" x="4703763" y="2724150"/>
          <p14:tracePt t="235184" x="4691063" y="2724150"/>
          <p14:tracePt t="235195" x="4673600" y="2724150"/>
          <p14:tracePt t="235206" x="4641850" y="2724150"/>
          <p14:tracePt t="235218" x="4598988" y="2724150"/>
          <p14:tracePt t="235229" x="4568825" y="2724150"/>
          <p14:tracePt t="235241" x="4502150" y="2724150"/>
          <p14:tracePt t="235252" x="4421188" y="2736850"/>
          <p14:tracePt t="235264" x="4330700" y="2736850"/>
          <p14:tracePt t="235274" x="4256088" y="2736850"/>
          <p14:tracePt t="235286" x="4152900" y="2736850"/>
          <p14:tracePt t="235297" x="4054475" y="2749550"/>
          <p14:tracePt t="235308" x="3949700" y="2749550"/>
          <p14:tracePt t="235320" x="3870325" y="2749550"/>
          <p14:tracePt t="235331" x="3767138" y="2749550"/>
          <p14:tracePt t="235343" x="3675063" y="2749550"/>
          <p14:tracePt t="235353" x="3606800" y="2749550"/>
          <p14:tracePt t="235364" x="3514725" y="2749550"/>
          <p14:tracePt t="235377" x="3435350" y="2749550"/>
          <p14:tracePt t="235387" x="3362325" y="2736850"/>
          <p14:tracePt t="235400" x="3319463" y="2736850"/>
          <p14:tracePt t="235411" x="3257550" y="2736850"/>
          <p14:tracePt t="235421" x="3227388" y="2736850"/>
          <p14:tracePt t="235432" x="3184525" y="2736850"/>
          <p14:tracePt t="235444" x="3160713" y="2736850"/>
          <p14:tracePt t="235454" x="3141663" y="2736850"/>
          <p14:tracePt t="235466" x="3124200" y="2736850"/>
          <p14:tracePt t="235477" x="3086100" y="2736850"/>
          <p14:tracePt t="235488" x="3055938" y="2736850"/>
          <p14:tracePt t="235500" x="3019425" y="2736850"/>
          <p14:tracePt t="235511" x="2976563" y="2724150"/>
          <p14:tracePt t="235522" x="2933700" y="2724150"/>
          <p14:tracePt t="235534" x="2914650" y="2724150"/>
          <p14:tracePt t="235545" x="2890838" y="2724150"/>
          <p14:tracePt t="235555" x="2878138" y="2724150"/>
          <p14:tracePt t="235567" x="2871788" y="2724150"/>
          <p14:tracePt t="235579" x="2860675" y="2724150"/>
          <p14:tracePt t="235634" x="2871788" y="2724150"/>
          <p14:tracePt t="235646" x="2878138" y="2736850"/>
          <p14:tracePt t="235657" x="2903538" y="2736850"/>
          <p14:tracePt t="235669" x="2933700" y="2736850"/>
          <p14:tracePt t="235680" x="2963863" y="2749550"/>
          <p14:tracePt t="235691" x="3019425" y="2749550"/>
          <p14:tracePt t="235703" x="3055938" y="2749550"/>
          <p14:tracePt t="235714" x="3098800" y="2749550"/>
          <p14:tracePt t="235724" x="3128963" y="2755900"/>
          <p14:tracePt t="235738" x="3160713" y="2755900"/>
          <p14:tracePt t="235748" x="3190875" y="2755900"/>
          <p14:tracePt t="235760" x="3227388" y="2755900"/>
          <p14:tracePt t="235770" x="3257550" y="2755900"/>
          <p14:tracePt t="235781" x="3289300" y="2755900"/>
          <p14:tracePt t="235793" x="3295650" y="2755900"/>
          <p14:tracePt t="235836" x="3289300" y="2755900"/>
          <p14:tracePt t="235848" x="3263900" y="2749550"/>
          <p14:tracePt t="235860" x="3246438" y="2749550"/>
          <p14:tracePt t="235870" x="3227388" y="2755900"/>
          <p14:tracePt t="235883" x="3190875" y="2755900"/>
          <p14:tracePt t="235894" x="3154363" y="2755900"/>
          <p14:tracePt t="235904" x="3124200" y="2755900"/>
          <p14:tracePt t="235915" x="3086100" y="2755900"/>
          <p14:tracePt t="235927" x="3068638" y="2755900"/>
          <p14:tracePt t="235938" x="3038475" y="2755900"/>
          <p14:tracePt t="235950" x="3019425" y="2755900"/>
          <p14:tracePt t="235961" x="3006725" y="2767013"/>
          <p14:tracePt t="235972" x="2982913" y="2767013"/>
          <p14:tracePt t="235984" x="2976563" y="2767013"/>
          <p14:tracePt t="235995" x="2963863" y="2767013"/>
          <p14:tracePt t="236005" x="2946400" y="2767013"/>
          <p14:tracePt t="236017" x="2933700" y="2767013"/>
          <p14:tracePt t="236028" x="2921000" y="2767013"/>
          <p14:tracePt t="236039" x="2914650" y="2767013"/>
          <p14:tracePt t="236131" x="2921000" y="2767013"/>
          <p14:tracePt t="236140" x="2933700" y="2767013"/>
          <p14:tracePt t="236143" x="2946400" y="2767013"/>
          <p14:tracePt t="236153" x="2952750" y="2767013"/>
          <p14:tracePt t="236163" x="2976563" y="2767013"/>
          <p14:tracePt t="236176" x="2982913" y="2767013"/>
          <p14:tracePt t="236186" x="3006725" y="2767013"/>
          <p14:tracePt t="236197" x="3019425" y="2767013"/>
          <p14:tracePt t="236209" x="3025775" y="2767013"/>
          <p14:tracePt t="236220" x="3038475" y="2767013"/>
          <p14:tracePt t="236230" x="3055938" y="2767013"/>
          <p14:tracePt t="236242" x="3086100" y="2767013"/>
          <p14:tracePt t="236255" x="3111500" y="2779713"/>
          <p14:tracePt t="236264" x="3141663" y="2779713"/>
          <p14:tracePt t="236276" x="3171825" y="2779713"/>
          <p14:tracePt t="236287" x="3214688" y="2779713"/>
          <p14:tracePt t="236298" x="3257550" y="2779713"/>
          <p14:tracePt t="236310" x="3306763" y="2779713"/>
          <p14:tracePt t="236321" x="3368675" y="2779713"/>
          <p14:tracePt t="236333" x="3441700" y="2779713"/>
          <p14:tracePt t="236343" x="3503613" y="2786063"/>
          <p14:tracePt t="236355" x="3589338" y="2786063"/>
          <p14:tracePt t="236367" x="3649663" y="2786063"/>
          <p14:tracePt t="236377" x="3735388" y="2786063"/>
          <p14:tracePt t="236388" x="3778250" y="2786063"/>
          <p14:tracePt t="236401" x="3846513" y="2786063"/>
          <p14:tracePt t="236411" x="3913188" y="2786063"/>
          <p14:tracePt t="236422" x="3962400" y="2786063"/>
          <p14:tracePt t="236434" x="4017963" y="2786063"/>
          <p14:tracePt t="236445" x="4067175" y="2786063"/>
          <p14:tracePt t="236456" x="4127500" y="2786063"/>
          <p14:tracePt t="236467" x="4170363" y="2786063"/>
          <p14:tracePt t="236478" x="4213225" y="2786063"/>
          <p14:tracePt t="236490" x="4256088" y="2786063"/>
          <p14:tracePt t="236502" x="4292600" y="2786063"/>
          <p14:tracePt t="236512" x="4318000" y="2786063"/>
          <p14:tracePt t="236523" x="4348163" y="2786063"/>
          <p14:tracePt t="236535" x="4378325" y="2786063"/>
          <p14:tracePt t="236546" x="4397375" y="2786063"/>
          <p14:tracePt t="236557" x="4421188" y="2786063"/>
          <p14:tracePt t="236568" x="4452938" y="2786063"/>
          <p14:tracePt t="236579" x="4470400" y="2786063"/>
          <p14:tracePt t="236591" x="4502150" y="2786063"/>
          <p14:tracePt t="236602" x="4525963" y="2786063"/>
          <p14:tracePt t="236613" x="4556125" y="2786063"/>
          <p14:tracePt t="236625" x="4575175" y="2786063"/>
          <p14:tracePt t="236636" x="4605338" y="2798763"/>
          <p14:tracePt t="236647" x="4630738" y="2798763"/>
          <p14:tracePt t="236659" x="4648200" y="2798763"/>
          <p14:tracePt t="236669" x="4679950" y="2798763"/>
          <p14:tracePt t="236680" x="4691063" y="2798763"/>
          <p14:tracePt t="236692" x="4703763" y="2798763"/>
          <p14:tracePt t="236703" x="4710113" y="2798763"/>
          <p14:tracePt t="236770" x="4722813" y="2798763"/>
          <p14:tracePt t="236815" x="4710113" y="2798763"/>
          <p14:tracePt t="236827" x="4691063" y="2786063"/>
          <p14:tracePt t="236838" x="4641850" y="2786063"/>
          <p14:tracePt t="236850" x="4556125" y="2779713"/>
          <p14:tracePt t="236861" x="4470400" y="2779713"/>
          <p14:tracePt t="236873" x="4360863" y="2767013"/>
          <p14:tracePt t="236888" x="4232275" y="2767013"/>
          <p14:tracePt t="236901" x="4121150" y="2767013"/>
          <p14:tracePt t="236908" x="4048125" y="2767013"/>
          <p14:tracePt t="236919" x="3987800" y="2767013"/>
          <p14:tracePt t="236929" x="3944938" y="2755900"/>
          <p14:tracePt t="236940" x="3913188" y="2755900"/>
          <p14:tracePt t="236951" x="3889375" y="2755900"/>
          <p14:tracePt t="236962" x="3859213" y="2755900"/>
          <p14:tracePt t="236974" x="3816350" y="2755900"/>
          <p14:tracePt t="236985" x="3778250" y="2755900"/>
          <p14:tracePt t="236996" x="3724275" y="2767013"/>
          <p14:tracePt t="237008" x="3662363" y="2767013"/>
          <p14:tracePt t="237019" x="3602038" y="2767013"/>
          <p14:tracePt t="237029" x="3559175" y="2767013"/>
          <p14:tracePt t="237041" x="3503613" y="2767013"/>
          <p14:tracePt t="237052" x="3467100" y="2767013"/>
          <p14:tracePt t="237063" x="3435350" y="2767013"/>
          <p14:tracePt t="237075" x="3411538" y="2767013"/>
          <p14:tracePt t="237086" x="3381375" y="2767013"/>
          <p14:tracePt t="237097" x="3362325" y="2767013"/>
          <p14:tracePt t="237108" x="3332163" y="2779713"/>
          <p14:tracePt t="237119" x="3306763" y="2779713"/>
          <p14:tracePt t="237130" x="3276600" y="2779713"/>
          <p14:tracePt t="237142" x="3257550" y="2779713"/>
          <p14:tracePt t="237153" x="3227388" y="2779713"/>
          <p14:tracePt t="237187" x="3214688" y="2779713"/>
          <p14:tracePt t="237191" x="3184525" y="2779713"/>
          <p14:tracePt t="237202" x="3160713" y="2779713"/>
          <p14:tracePt t="237203" x="3141663" y="2779713"/>
          <p14:tracePt t="237210" x="3111500" y="2779713"/>
          <p14:tracePt t="237221" x="3086100" y="2779713"/>
          <p14:tracePt t="237233" x="3068638" y="2779713"/>
          <p14:tracePt t="237243" x="3055938" y="2779713"/>
          <p14:tracePt t="237254" x="3049588" y="2779713"/>
          <p14:tracePt t="237271" x="3038475" y="2779713"/>
          <p14:tracePt t="237283" x="3025775" y="2779713"/>
          <p14:tracePt t="237301" x="3019425" y="2779713"/>
          <p14:tracePt t="237378" x="3025775" y="2779713"/>
          <p14:tracePt t="237390" x="3038475" y="2779713"/>
          <p14:tracePt t="237401" x="3049588" y="2779713"/>
          <p14:tracePt t="237412" x="3081338" y="2779713"/>
          <p14:tracePt t="237423" x="3098800" y="2779713"/>
          <p14:tracePt t="237435" x="3124200" y="2779713"/>
          <p14:tracePt t="237446" x="3154363" y="2779713"/>
          <p14:tracePt t="237458" x="3184525" y="2779713"/>
          <p14:tracePt t="237468" x="3214688" y="2779713"/>
          <p14:tracePt t="237479" x="3257550" y="2779713"/>
          <p14:tracePt t="237491" x="3295650" y="2779713"/>
          <p14:tracePt t="237502" x="3338513" y="2779713"/>
          <p14:tracePt t="237513" x="3392488" y="2779713"/>
          <p14:tracePt t="237525" x="3454400" y="2767013"/>
          <p14:tracePt t="237536" x="3514725" y="2767013"/>
          <p14:tracePt t="237547" x="3559175" y="2767013"/>
          <p14:tracePt t="237558" x="3619500" y="2767013"/>
          <p14:tracePt t="237570" x="3681413" y="2767013"/>
          <p14:tracePt t="237581" x="3741738" y="2755900"/>
          <p14:tracePt t="237593" x="3797300" y="2755900"/>
          <p14:tracePt t="237604" x="3870325" y="2755900"/>
          <p14:tracePt t="237614" x="3944938" y="2755900"/>
          <p14:tracePt t="237626" x="4024313" y="2749550"/>
          <p14:tracePt t="237641" x="4078288" y="2749550"/>
          <p14:tracePt t="237651" x="4152900" y="2749550"/>
          <p14:tracePt t="237660" x="4202113" y="2749550"/>
          <p14:tracePt t="237671" x="4256088" y="2749550"/>
          <p14:tracePt t="237682" x="4292600" y="2749550"/>
          <p14:tracePt t="237693" x="4335463" y="2749550"/>
          <p14:tracePt t="237704" x="4378325" y="2749550"/>
          <p14:tracePt t="237716" x="4397375" y="2749550"/>
          <p14:tracePt t="237727" x="4421188" y="2749550"/>
          <p14:tracePt t="237738" x="4452938" y="2749550"/>
          <p14:tracePt t="237750" x="4470400" y="2749550"/>
          <p14:tracePt t="237761" x="4502150" y="2749550"/>
          <p14:tracePt t="237772" x="4525963" y="2749550"/>
          <p14:tracePt t="237784" x="4568825" y="2749550"/>
          <p14:tracePt t="237794" x="4598988" y="2749550"/>
          <p14:tracePt t="237806" x="4630738" y="2749550"/>
          <p14:tracePt t="237818" x="4660900" y="2749550"/>
          <p14:tracePt t="237828" x="4679950" y="2749550"/>
          <p14:tracePt t="237839" x="4691063" y="2749550"/>
          <p14:tracePt t="237852" x="4703763" y="2749550"/>
          <p14:tracePt t="237906" x="4691063" y="2749550"/>
          <p14:tracePt t="237919" x="4673600" y="2749550"/>
          <p14:tracePt t="237929" x="4648200" y="2749550"/>
          <p14:tracePt t="237941" x="4598988" y="2749550"/>
          <p14:tracePt t="237952" x="4538663" y="2749550"/>
          <p14:tracePt t="237963" x="4440238" y="2749550"/>
          <p14:tracePt t="237976" x="4360863" y="2749550"/>
          <p14:tracePt t="237986" x="4256088" y="2755900"/>
          <p14:tracePt t="237997" x="4152900" y="2767013"/>
          <p14:tracePt t="238009" x="4048125" y="2767013"/>
          <p14:tracePt t="238020" x="3975100" y="2779713"/>
          <p14:tracePt t="238031" x="3883025" y="2779713"/>
          <p14:tracePt t="238042" x="3810000" y="2779713"/>
          <p14:tracePt t="238053" x="3741738" y="2779713"/>
          <p14:tracePt t="238064" x="3705225" y="2779713"/>
          <p14:tracePt t="238076" x="3649663" y="2779713"/>
          <p14:tracePt t="238087" x="3576638" y="2779713"/>
          <p14:tracePt t="238098" x="3484563" y="2767013"/>
          <p14:tracePt t="238110" x="3424238" y="2767013"/>
          <p14:tracePt t="238121" x="3338513" y="2767013"/>
          <p14:tracePt t="238132" x="3246438" y="2767013"/>
          <p14:tracePt t="238144" x="3190875" y="2767013"/>
          <p14:tracePt t="238155" x="3128963" y="2767013"/>
          <p14:tracePt t="238166" x="3081338" y="2767013"/>
          <p14:tracePt t="238177" x="3049588" y="2767013"/>
          <p14:tracePt t="238188" x="3025775" y="2767013"/>
          <p14:tracePt t="238200" x="2995613" y="2767013"/>
          <p14:tracePt t="238233" x="2976563" y="2767013"/>
          <p14:tracePt t="238236" x="2946400" y="2767013"/>
          <p14:tracePt t="238245" x="2921000" y="2767013"/>
          <p14:tracePt t="238252" x="2890838" y="2767013"/>
          <p14:tracePt t="238257" x="2847975" y="2767013"/>
          <p14:tracePt t="238269" x="2817813" y="2767013"/>
          <p14:tracePt t="238280" x="2798763" y="2767013"/>
          <p14:tracePt t="238291" x="2781300" y="2767013"/>
          <p14:tracePt t="238302" x="2755900" y="2767013"/>
          <p14:tracePt t="238312" x="2743200" y="2767013"/>
          <p14:tracePt t="238323" x="2738438" y="2767013"/>
          <p14:tracePt t="238335" x="2725738" y="2767013"/>
          <p14:tracePt t="238435" x="2743200" y="2767013"/>
          <p14:tracePt t="238438" x="2768600" y="2767013"/>
          <p14:tracePt t="238447" x="2786063" y="2767013"/>
          <p14:tracePt t="238460" x="2828925" y="2767013"/>
          <p14:tracePt t="238470" x="2878138" y="2767013"/>
          <p14:tracePt t="238481" x="2921000" y="2767013"/>
          <p14:tracePt t="238492" x="2963863" y="2767013"/>
          <p14:tracePt t="238504" x="3019425" y="2767013"/>
          <p14:tracePt t="238514" x="3055938" y="2767013"/>
          <p14:tracePt t="238526" x="3124200" y="2767013"/>
          <p14:tracePt t="238537" x="3160713" y="2767013"/>
          <p14:tracePt t="238548" x="3214688" y="2767013"/>
          <p14:tracePt t="238559" x="3263900" y="2767013"/>
          <p14:tracePt t="238571" x="3306763" y="2767013"/>
          <p14:tracePt t="238582" x="3332163" y="2767013"/>
          <p14:tracePt t="238593" x="3368675" y="2767013"/>
          <p14:tracePt t="238605" x="3398838" y="2767013"/>
          <p14:tracePt t="238616" x="3441700" y="2767013"/>
          <p14:tracePt t="238627" x="3497263" y="2767013"/>
          <p14:tracePt t="238638" x="3559175" y="2767013"/>
          <p14:tracePt t="238649" x="3638550" y="2767013"/>
          <p14:tracePt t="238661" x="3705225" y="2767013"/>
          <p14:tracePt t="238672" x="3797300" y="2767013"/>
          <p14:tracePt t="238683" x="3870325" y="2767013"/>
          <p14:tracePt t="238695" x="3932238" y="2767013"/>
          <p14:tracePt t="238706" x="3975100" y="2767013"/>
          <p14:tracePt t="238717" x="4024313" y="2767013"/>
          <p14:tracePt t="238728" x="4067175" y="2767013"/>
          <p14:tracePt t="238739" x="4110038" y="2767013"/>
          <p14:tracePt t="238752" x="4127500" y="2767013"/>
          <p14:tracePt t="238762" x="4159250" y="2767013"/>
          <p14:tracePt t="238773" x="4183063" y="2767013"/>
          <p14:tracePt t="238785" x="4213225" y="2767013"/>
          <p14:tracePt t="238796" x="4232275" y="2767013"/>
          <p14:tracePt t="238807" x="4256088" y="2767013"/>
          <p14:tracePt t="238819" x="4275138" y="2767013"/>
          <p14:tracePt t="238829" x="4292600" y="2767013"/>
          <p14:tracePt t="238840" x="4330700" y="2767013"/>
          <p14:tracePt t="238853" x="4360863" y="2779713"/>
          <p14:tracePt t="238863" x="4391025" y="2779713"/>
          <p14:tracePt t="238874" x="4410075" y="2779713"/>
          <p14:tracePt t="238886" x="4433888" y="2779713"/>
          <p14:tracePt t="238897" x="4440238" y="2779713"/>
          <p14:tracePt t="238908" x="4452938" y="2779713"/>
          <p14:tracePt t="238920" x="4464050" y="2779713"/>
          <p14:tracePt t="238931" x="4470400" y="2779713"/>
          <p14:tracePt t="238942" x="4483100" y="2779713"/>
          <p14:tracePt t="238954" x="4495800" y="2779713"/>
          <p14:tracePt t="238964" x="4502150" y="2779713"/>
          <p14:tracePt t="238976" x="4513263" y="2779713"/>
          <p14:tracePt t="239054" x="4483100" y="2767013"/>
          <p14:tracePt t="239065" x="4433888" y="2767013"/>
          <p14:tracePt t="239077" x="4360863" y="2767013"/>
          <p14:tracePt t="239088" x="4287838" y="2767013"/>
          <p14:tracePt t="239099" x="4170363" y="2767013"/>
          <p14:tracePt t="239112" x="4048125" y="2767013"/>
          <p14:tracePt t="239122" x="3932238" y="2767013"/>
          <p14:tracePt t="239133" x="3859213" y="2767013"/>
          <p14:tracePt t="239145" x="3754438" y="2779713"/>
          <p14:tracePt t="239156" x="3675063" y="2779713"/>
          <p14:tracePt t="239167" x="3602038" y="2786063"/>
          <p14:tracePt t="239179" x="3559175" y="2786063"/>
          <p14:tracePt t="239189" x="3497263" y="2786063"/>
          <p14:tracePt t="239202" x="3435350" y="2786063"/>
          <p14:tracePt t="239212" x="3381375" y="2786063"/>
          <p14:tracePt t="239223" x="3338513" y="2786063"/>
          <p14:tracePt t="239235" x="3289300" y="2786063"/>
          <p14:tracePt t="239246" x="3233738" y="2786063"/>
          <p14:tracePt t="239279" x="3190875" y="2798763"/>
          <p14:tracePt t="239284" x="3154363" y="2798763"/>
          <p14:tracePt t="239291" x="3111500" y="2798763"/>
          <p14:tracePt t="239295" x="3081338" y="2798763"/>
          <p14:tracePt t="239305" x="3049588" y="2798763"/>
          <p14:tracePt t="239314" x="3006725" y="2798763"/>
          <p14:tracePt t="239324" x="2976563" y="2798763"/>
          <p14:tracePt t="239338" x="2946400" y="2798763"/>
          <p14:tracePt t="239347" x="2921000" y="2798763"/>
          <p14:tracePt t="239359" x="2903538" y="2798763"/>
          <p14:tracePt t="239370" x="2890838" y="2798763"/>
          <p14:tracePt t="239381" x="2878138" y="2798763"/>
          <p14:tracePt t="239392" x="2871788" y="2798763"/>
          <p14:tracePt t="239403" x="2860675" y="2798763"/>
          <p14:tracePt t="239425" x="2847975" y="2798763"/>
          <p14:tracePt t="239505" x="2860675" y="2798763"/>
          <p14:tracePt t="239515" x="2871788" y="2798763"/>
          <p14:tracePt t="239527" x="2878138" y="2798763"/>
          <p14:tracePt t="239538" x="2914650" y="2798763"/>
          <p14:tracePt t="239549" x="2946400" y="2798763"/>
          <p14:tracePt t="239561" x="2976563" y="2786063"/>
          <p14:tracePt t="239572" x="3006725" y="2786063"/>
          <p14:tracePt t="239583" x="3049588" y="2786063"/>
          <p14:tracePt t="239595" x="3098800" y="2786063"/>
          <p14:tracePt t="239605" x="3128963" y="2786063"/>
          <p14:tracePt t="239617" x="3171825" y="2786063"/>
          <p14:tracePt t="239628" x="3214688" y="2786063"/>
          <p14:tracePt t="239639" x="3257550" y="2786063"/>
          <p14:tracePt t="239651" x="3289300" y="2786063"/>
          <p14:tracePt t="239662" x="3332163" y="2786063"/>
          <p14:tracePt t="239684" x="3349625" y="2786063"/>
          <p14:tracePt t="239688" x="3381375" y="2786063"/>
          <p14:tracePt t="239697" x="3398838" y="2786063"/>
          <p14:tracePt t="239708" x="3424238" y="2786063"/>
          <p14:tracePt t="239718" x="3454400" y="2786063"/>
          <p14:tracePt t="239729" x="3471863" y="2786063"/>
          <p14:tracePt t="239742" x="3497263" y="2786063"/>
          <p14:tracePt t="239752" x="3527425" y="2786063"/>
          <p14:tracePt t="239763" x="3559175" y="2786063"/>
          <p14:tracePt t="239776" x="3576638" y="2786063"/>
          <p14:tracePt t="239786" x="3606800" y="2786063"/>
          <p14:tracePt t="239797" x="3638550" y="2786063"/>
          <p14:tracePt t="239809" x="3675063" y="2786063"/>
          <p14:tracePt t="239819" x="3692525" y="2786063"/>
          <p14:tracePt t="239831" x="3735388" y="2786063"/>
          <p14:tracePt t="239842" x="3778250" y="2786063"/>
          <p14:tracePt t="239853" x="3816350" y="2786063"/>
          <p14:tracePt t="239865" x="3846513" y="2786063"/>
          <p14:tracePt t="239876" x="3883025" y="2786063"/>
          <p14:tracePt t="239887" x="3919538" y="2786063"/>
          <p14:tracePt t="239899" x="3944938" y="2786063"/>
          <p14:tracePt t="239910" x="3962400" y="2786063"/>
          <p14:tracePt t="239920" x="3992563" y="2786063"/>
          <p14:tracePt t="239932" x="4017963" y="2786063"/>
          <p14:tracePt t="239943" x="4024313" y="2786063"/>
          <p14:tracePt t="239954" x="4048125" y="2786063"/>
          <p14:tracePt t="239966" x="4067175" y="2786063"/>
          <p14:tracePt t="239978" x="4090988" y="2786063"/>
          <p14:tracePt t="239988" x="4110038" y="2786063"/>
          <p14:tracePt t="240000" x="4127500" y="2786063"/>
          <p14:tracePt t="240011" x="4152900" y="2786063"/>
          <p14:tracePt t="240022" x="4183063" y="2786063"/>
          <p14:tracePt t="240034" x="4202113" y="2786063"/>
          <p14:tracePt t="240045" x="4244975" y="2786063"/>
          <p14:tracePt t="240056" x="4275138" y="2798763"/>
          <p14:tracePt t="240068" x="4305300" y="2798763"/>
          <p14:tracePt t="240078" x="4330700" y="2798763"/>
          <p14:tracePt t="240089" x="4360863" y="2798763"/>
          <p14:tracePt t="240101" x="4378325" y="2798763"/>
          <p14:tracePt t="240112" x="4391025" y="2798763"/>
          <p14:tracePt t="240124" x="4410075" y="2798763"/>
          <p14:tracePt t="240135" x="4421188" y="2798763"/>
          <p14:tracePt t="240157" x="4433888" y="2798763"/>
          <p14:tracePt t="240168" x="4440238" y="2798763"/>
          <p14:tracePt t="240191" x="4452938" y="2798763"/>
          <p14:tracePt t="240213" x="4464050" y="2798763"/>
          <p14:tracePt t="240235" x="4470400" y="2798763"/>
          <p14:tracePt t="240258" x="4483100" y="2798763"/>
          <p14:tracePt t="240269" x="4502150" y="2798763"/>
          <p14:tracePt t="240282" x="4513263" y="2798763"/>
          <p14:tracePt t="240292" x="4525963" y="2798763"/>
          <p14:tracePt t="240303" x="4538663" y="2798763"/>
          <p14:tracePt t="240327" x="4545013" y="2798763"/>
          <p14:tracePt t="240337" x="4556125" y="2798763"/>
          <p14:tracePt t="240359" x="4568825" y="2798763"/>
          <p14:tracePt t="240393" x="4575175" y="2798763"/>
          <p14:tracePt t="240405" x="4587875" y="2798763"/>
          <p14:tracePt t="240417" x="4598988" y="2798763"/>
          <p14:tracePt t="240449" x="4605338" y="2798763"/>
          <p14:tracePt t="240453" x="4618038" y="2798763"/>
          <p14:tracePt t="240472" x="4605338" y="2798763"/>
          <p14:tracePt t="241146" x="4605338" y="2809875"/>
          <p14:tracePt t="241383" x="4598988" y="2809875"/>
          <p14:tracePt t="241394" x="4587875" y="2809875"/>
          <p14:tracePt t="241407" x="4568825" y="2798763"/>
          <p14:tracePt t="241417" x="4538663" y="2798763"/>
          <p14:tracePt t="241428" x="4464050" y="2786063"/>
          <p14:tracePt t="241441" x="4335463" y="2767013"/>
          <p14:tracePt t="241450" x="4183063" y="2755900"/>
          <p14:tracePt t="241463" x="4024313" y="2749550"/>
          <p14:tracePt t="241473" x="3810000" y="2724150"/>
          <p14:tracePt t="241485" x="3576638" y="2719388"/>
          <p14:tracePt t="241496" x="3381375" y="2719388"/>
          <p14:tracePt t="241508" x="3263900" y="2706688"/>
          <p14:tracePt t="241518" x="3154363" y="2706688"/>
          <p14:tracePt t="241530" x="3055938" y="2706688"/>
          <p14:tracePt t="241543" x="3006725" y="2719388"/>
          <p14:tracePt t="241553" x="2963863" y="2719388"/>
          <p14:tracePt t="241563" x="2946400" y="2719388"/>
          <p14:tracePt t="241578" x="2921000" y="2719388"/>
          <p14:tracePt t="241587" x="2914650" y="2719388"/>
          <p14:tracePt t="241608" x="2903538" y="2724150"/>
          <p14:tracePt t="241619" x="2890838" y="2724150"/>
          <p14:tracePt t="241632" x="2878138" y="2724150"/>
          <p14:tracePt t="241642" x="2860675" y="2724150"/>
          <p14:tracePt t="241653" x="2828925" y="2724150"/>
          <p14:tracePt t="241665" x="2811463" y="2724150"/>
          <p14:tracePt t="241676" x="2786063" y="2724150"/>
          <p14:tracePt t="241687" x="2755900" y="2724150"/>
          <p14:tracePt t="241699" x="2738438" y="2736850"/>
          <p14:tracePt t="241710" x="2713038" y="2736850"/>
          <p14:tracePt t="241721" x="2706688" y="2749550"/>
          <p14:tracePt t="241733" x="2695575" y="2749550"/>
          <p14:tracePt t="241744" x="2682875" y="2749550"/>
          <p14:tracePt t="241754" x="2676525" y="2749550"/>
          <p14:tracePt t="241855" x="2682875" y="2749550"/>
          <p14:tracePt t="241867" x="2695575" y="2749550"/>
          <p14:tracePt t="241878" x="2706688" y="2749550"/>
          <p14:tracePt t="241889" x="2713038" y="2749550"/>
          <p14:tracePt t="241901" x="2725738" y="2749550"/>
          <p14:tracePt t="241913" x="2738438" y="2749550"/>
          <p14:tracePt t="241923" x="2743200" y="2749550"/>
          <p14:tracePt t="241946" x="2755900" y="2749550"/>
          <p14:tracePt t="242240" x="2768600" y="2749550"/>
          <p14:tracePt t="242249" x="2781300" y="2749550"/>
          <p14:tracePt t="242272" x="2786063" y="2749550"/>
          <p14:tracePt t="242283" x="2798763" y="2749550"/>
          <p14:tracePt t="242306" x="2811463" y="2749550"/>
          <p14:tracePt t="242328" x="2817813" y="2749550"/>
          <p14:tracePt t="242373" x="2828925" y="2749550"/>
          <p14:tracePt t="242429" x="2841625" y="2749550"/>
          <p14:tracePt t="242553" x="2841625" y="2755900"/>
          <p14:tracePt t="242564" x="2847975" y="2755900"/>
          <p14:tracePt t="242598" x="2860675" y="2755900"/>
          <p14:tracePt t="242609" x="2871788" y="2767013"/>
          <p14:tracePt t="242632" x="2878138" y="2767013"/>
          <p14:tracePt t="242643" x="2890838" y="2767013"/>
          <p14:tracePt t="242676" x="2903538" y="2767013"/>
          <p14:tracePt t="242710" x="2914650" y="2767013"/>
          <p14:tracePt t="242744" x="2921000" y="2767013"/>
          <p14:tracePt t="242778" x="2933700" y="2767013"/>
          <p14:tracePt t="242811" x="2946400" y="2767013"/>
          <p14:tracePt t="242823" x="2952750" y="2767013"/>
          <p14:tracePt t="242835" x="2963863" y="2767013"/>
          <p14:tracePt t="242845" x="2976563" y="2779713"/>
          <p14:tracePt t="242857" x="2982913" y="2779713"/>
          <p14:tracePt t="242869" x="2995613" y="2779713"/>
          <p14:tracePt t="242880" x="3006725" y="2779713"/>
          <p14:tracePt t="242891" x="3019425" y="2779713"/>
          <p14:tracePt t="242902" x="3025775" y="2779713"/>
          <p14:tracePt t="243003" x="3019425" y="2779713"/>
          <p14:tracePt t="243014" x="3006725" y="2779713"/>
          <p14:tracePt t="243026" x="2982913" y="2779713"/>
          <p14:tracePt t="243037" x="2952750" y="2786063"/>
          <p14:tracePt t="243048" x="2933700" y="2786063"/>
          <p14:tracePt t="243062" x="2914650" y="2786063"/>
          <p14:tracePt t="243072" x="2903538" y="2786063"/>
          <p14:tracePt t="243171" x="2914650" y="2786063"/>
          <p14:tracePt t="243183" x="2921000" y="2786063"/>
          <p14:tracePt t="243195" x="2933700" y="2786063"/>
          <p14:tracePt t="243206" x="2946400" y="2786063"/>
          <p14:tracePt t="243217" x="2952750" y="2779713"/>
          <p14:tracePt t="243228" x="2963863" y="2779713"/>
          <p14:tracePt t="243241" x="2976563" y="2779713"/>
          <p14:tracePt t="243262" x="2982913" y="2779713"/>
          <p14:tracePt t="243757" x="2995613" y="2779713"/>
          <p14:tracePt t="243779" x="3006725" y="2779713"/>
          <p14:tracePt t="244128" x="2995613" y="2779713"/>
          <p14:tracePt t="244140" x="2976563" y="2779713"/>
          <p14:tracePt t="244150" x="2952750" y="2779713"/>
          <p14:tracePt t="244589" x="2963863" y="2767013"/>
          <p14:tracePt t="244634" x="2976563" y="2767013"/>
          <p14:tracePt t="244645" x="2982913" y="2767013"/>
          <p14:tracePt t="244657" x="3006725" y="2755900"/>
          <p14:tracePt t="244668" x="3025775" y="2755900"/>
          <p14:tracePt t="244680" x="3068638" y="2755900"/>
          <p14:tracePt t="244691" x="3124200" y="2749550"/>
          <p14:tracePt t="244702" x="3160713" y="2736850"/>
          <p14:tracePt t="244716" x="3190875" y="2724150"/>
          <p14:tracePt t="244725" x="3227388" y="2719388"/>
          <p14:tracePt t="244736" x="3246438" y="2706688"/>
          <p14:tracePt t="244749" x="3257550" y="2681288"/>
          <p14:tracePt t="244759" x="3263900" y="2663825"/>
          <p14:tracePt t="244770" x="3263900" y="2644775"/>
          <p14:tracePt t="244782" x="3276600" y="2620963"/>
          <p14:tracePt t="244792" x="3276600" y="2590800"/>
          <p14:tracePt t="244803" x="3276600" y="2571750"/>
          <p14:tracePt t="244816" x="3276600" y="2541588"/>
          <p14:tracePt t="244826" x="3289300" y="2509838"/>
          <p14:tracePt t="244838" x="3289300" y="2486025"/>
          <p14:tracePt t="244849" x="3289300" y="2473325"/>
          <p14:tracePt t="244859" x="3295650" y="2466975"/>
          <p14:tracePt t="244915" x="3295650" y="2473325"/>
          <p14:tracePt t="244927" x="3295650" y="2509838"/>
          <p14:tracePt t="244938" x="3289300" y="2559050"/>
          <p14:tracePt t="244950" x="3276600" y="2601913"/>
          <p14:tracePt t="244961" x="3263900" y="2663825"/>
          <p14:tracePt t="244973" x="3257550" y="2724150"/>
          <p14:tracePt t="244984" x="3246438" y="2779713"/>
          <p14:tracePt t="244994" x="3246438" y="2809875"/>
          <p14:tracePt t="245006" x="3246438" y="2841625"/>
          <p14:tracePt t="245017" x="3246438" y="2859088"/>
          <p14:tracePt t="245028" x="3257550" y="2871788"/>
          <p14:tracePt t="245040" x="3257550" y="2884488"/>
          <p14:tracePt t="245051" x="3263900" y="2884488"/>
          <p14:tracePt t="245062" x="3276600" y="2884488"/>
          <p14:tracePt t="245074" x="3289300" y="2884488"/>
          <p14:tracePt t="245085" x="3295650" y="2871788"/>
          <p14:tracePt t="245107" x="3306763" y="2859088"/>
          <p14:tracePt t="245140" x="3319463" y="2852738"/>
          <p14:tracePt t="245197" x="3319463" y="2841625"/>
          <p14:tracePt t="245231" x="3319463" y="2828925"/>
          <p14:tracePt t="245242" x="3319463" y="2822575"/>
          <p14:tracePt t="245253" x="3306763" y="2822575"/>
          <p14:tracePt t="245265" x="3306763" y="2809875"/>
          <p14:tracePt t="245276" x="3295650" y="2798763"/>
          <p14:tracePt t="245288" x="3289300" y="2798763"/>
          <p14:tracePt t="245309" x="3289300" y="2809875"/>
          <p14:tracePt t="245332" x="3289300" y="2822575"/>
          <p14:tracePt t="245354" x="3295650" y="2828925"/>
          <p14:tracePt t="245366" x="3306763" y="2828925"/>
          <p14:tracePt t="245377" x="3319463" y="2828925"/>
          <p14:tracePt t="245389" x="3332163" y="2828925"/>
          <p14:tracePt t="245400" x="3338513" y="2828925"/>
          <p14:tracePt t="245410" x="3349625" y="2828925"/>
          <p14:tracePt t="245444" x="3349625" y="2822575"/>
          <p14:tracePt t="245457" x="3338513" y="2822575"/>
          <p14:tracePt t="245467" x="3332163" y="2809875"/>
          <p14:tracePt t="245478" x="3306763" y="2809875"/>
          <p14:tracePt t="245491" x="3289300" y="2798763"/>
          <p14:tracePt t="245501" x="3276600" y="2798763"/>
          <p14:tracePt t="245545" x="3289300" y="2798763"/>
          <p14:tracePt t="245568" x="3295650" y="2798763"/>
          <p14:tracePt t="245571" x="3319463" y="2798763"/>
          <p14:tracePt t="245580" x="3338513" y="2798763"/>
          <p14:tracePt t="245591" x="3362325" y="2798763"/>
          <p14:tracePt t="245603" x="3381375" y="2798763"/>
          <p14:tracePt t="245613" x="3392488" y="2786063"/>
          <p14:tracePt t="245691" x="3381375" y="2786063"/>
          <p14:tracePt t="245703" x="3368675" y="2786063"/>
          <p14:tracePt t="245716" x="3349625" y="2786063"/>
          <p14:tracePt t="245726" x="3332163" y="2786063"/>
          <p14:tracePt t="245739" x="3306763" y="2786063"/>
          <p14:tracePt t="245749" x="3289300" y="2786063"/>
          <p14:tracePt t="245793" x="3295650" y="2786063"/>
          <p14:tracePt t="245805" x="3319463" y="2786063"/>
          <p14:tracePt t="245816" x="3338513" y="2786063"/>
          <p14:tracePt t="245827" x="3362325" y="2786063"/>
          <p14:tracePt t="245839" x="3381375" y="2786063"/>
          <p14:tracePt t="245850" x="3398838" y="2786063"/>
          <p14:tracePt t="245861" x="3411538" y="2786063"/>
          <p14:tracePt t="245917" x="3398838" y="2786063"/>
          <p14:tracePt t="245928" x="3392488" y="2786063"/>
          <p14:tracePt t="245951" x="3381375" y="2786063"/>
          <p14:tracePt t="245962" x="3368675" y="2786063"/>
          <p14:tracePt t="245995" x="3381375" y="2786063"/>
          <p14:tracePt t="246007" x="3392488" y="2786063"/>
          <p14:tracePt t="246018" x="3398838" y="2786063"/>
          <p14:tracePt t="246029" x="3424238" y="2786063"/>
          <p14:tracePt t="246041" x="3435350" y="2786063"/>
          <p14:tracePt t="246052" x="3454400" y="2786063"/>
          <p14:tracePt t="246074" x="3467100" y="2786063"/>
          <p14:tracePt t="246220" x="3454400" y="2786063"/>
          <p14:tracePt t="246265" x="3441700" y="2786063"/>
          <p14:tracePt t="246299" x="3435350" y="2786063"/>
          <p14:tracePt t="247223" x="3411538" y="2786063"/>
          <p14:tracePt t="247234" x="3398838" y="2779713"/>
          <p14:tracePt t="247435" x="3411538" y="2779713"/>
          <p14:tracePt t="247447" x="3435350" y="2779713"/>
          <p14:tracePt t="247458" x="3441700" y="2779713"/>
          <p14:tracePt t="247481" x="3441700" y="2767013"/>
          <p14:tracePt t="247492" x="3441700" y="2755900"/>
          <p14:tracePt t="247503" x="3441700" y="2749550"/>
          <p14:tracePt t="247515" x="3441700" y="2724150"/>
          <p14:tracePt t="247527" x="3454400" y="2719388"/>
          <p14:tracePt t="247537" x="3454400" y="2706688"/>
          <p14:tracePt t="247549" x="3454400" y="2693988"/>
          <p14:tracePt t="247562" x="3454400" y="2681288"/>
          <p14:tracePt t="247572" x="3454400" y="2663825"/>
          <p14:tracePt t="247582" x="3454400" y="2651125"/>
          <p14:tracePt t="247594" x="3454400" y="2644775"/>
          <p14:tracePt t="247615" x="3454400" y="2633663"/>
          <p14:tracePt t="247628" x="3454400" y="2620963"/>
          <p14:tracePt t="247639" x="3467100" y="2620963"/>
          <p14:tracePt t="247672" x="3467100" y="2614613"/>
          <p14:tracePt t="247674" x="3467100" y="2601913"/>
          <p14:tracePt t="247685" x="3471863" y="2590800"/>
          <p14:tracePt t="247706" x="3484563" y="2578100"/>
          <p14:tracePt t="247718" x="3497263" y="2578100"/>
          <p14:tracePt t="247739" x="3503613" y="2571750"/>
          <p14:tracePt t="247752" x="3514725" y="2571750"/>
          <p14:tracePt t="247763" x="3533775" y="2571750"/>
          <p14:tracePt t="247773" x="3546475" y="2559050"/>
          <p14:tracePt t="247786" x="3570288" y="2559050"/>
          <p14:tracePt t="247796" x="3589338" y="2559050"/>
          <p14:tracePt t="247807" x="3606800" y="2559050"/>
          <p14:tracePt t="247829" x="3632200" y="2559050"/>
          <p14:tracePt t="247832" x="3649663" y="2547938"/>
          <p14:tracePt t="247841" x="3675063" y="2547938"/>
          <p14:tracePt t="247854" x="3692525" y="2547938"/>
          <p14:tracePt t="247864" x="3705225" y="2547938"/>
          <p14:tracePt t="247875" x="3724275" y="2547938"/>
          <p14:tracePt t="247886" x="3735388" y="2547938"/>
          <p14:tracePt t="247898" x="3754438" y="2547938"/>
          <p14:tracePt t="247908" x="3767138" y="2547938"/>
          <p14:tracePt t="247920" x="3784600" y="2547938"/>
          <p14:tracePt t="247931" x="3810000" y="2547938"/>
          <p14:tracePt t="247942" x="3816350" y="2547938"/>
          <p14:tracePt t="247954" x="3840163" y="2547938"/>
          <p14:tracePt t="247964" x="3859213" y="2547938"/>
          <p14:tracePt t="247975" x="3883025" y="2547938"/>
          <p14:tracePt t="247987" x="3902075" y="2547938"/>
          <p14:tracePt t="247999" x="3913188" y="2547938"/>
          <p14:tracePt t="248009" x="3932238" y="2547938"/>
          <p14:tracePt t="248021" x="3949700" y="2547938"/>
          <p14:tracePt t="248032" x="3975100" y="2547938"/>
          <p14:tracePt t="248043" x="3987800" y="2547938"/>
          <p14:tracePt t="248054" x="4005263" y="2559050"/>
          <p14:tracePt t="248066" x="4024313" y="2559050"/>
          <p14:tracePt t="248078" x="4035425" y="2559050"/>
          <p14:tracePt t="248088" x="4054475" y="2559050"/>
          <p14:tracePt t="248099" x="4078288" y="2559050"/>
          <p14:tracePt t="248112" x="4110038" y="2559050"/>
          <p14:tracePt t="248122" x="4121150" y="2559050"/>
          <p14:tracePt t="248133" x="4152900" y="2571750"/>
          <p14:tracePt t="248146" x="4195763" y="2571750"/>
          <p14:tracePt t="248156" x="4225925" y="2571750"/>
          <p14:tracePt t="248167" x="4244975" y="2571750"/>
          <p14:tracePt t="248179" x="4275138" y="2571750"/>
          <p14:tracePt t="248189" x="4318000" y="2571750"/>
          <p14:tracePt t="248201" x="4335463" y="2571750"/>
          <p14:tracePt t="248213" x="4367213" y="2571750"/>
          <p14:tracePt t="248223" x="4397375" y="2571750"/>
          <p14:tracePt t="248234" x="4433888" y="2571750"/>
          <p14:tracePt t="248246" x="4440238" y="2571750"/>
          <p14:tracePt t="248257" x="4470400" y="2571750"/>
          <p14:tracePt t="248268" x="4495800" y="2578100"/>
          <p14:tracePt t="248280" x="4525963" y="2578100"/>
          <p14:tracePt t="248291" x="4545013" y="2578100"/>
          <p14:tracePt t="248302" x="4575175" y="2578100"/>
          <p14:tracePt t="248313" x="4605338" y="2578100"/>
          <p14:tracePt t="248324" x="4641850" y="2578100"/>
          <p14:tracePt t="248336" x="4660900" y="2578100"/>
          <p14:tracePt t="248347" x="4691063" y="2578100"/>
          <p14:tracePt t="248358" x="4733925" y="2578100"/>
          <p14:tracePt t="248370" x="4765675" y="2578100"/>
          <p14:tracePt t="248381" x="4783138" y="2578100"/>
          <p14:tracePt t="248392" x="4813300" y="2578100"/>
          <p14:tracePt t="248403" x="4851400" y="2571750"/>
          <p14:tracePt t="248414" x="4881563" y="2571750"/>
          <p14:tracePt t="248426" x="4899025" y="2571750"/>
          <p14:tracePt t="248437" x="4918075" y="2571750"/>
          <p14:tracePt t="248448" x="4941888" y="2559050"/>
          <p14:tracePt t="248459" x="4948238" y="2559050"/>
          <p14:tracePt t="248471" x="4973638" y="2547938"/>
          <p14:tracePt t="248482" x="4991100" y="2541588"/>
          <p14:tracePt t="248493" x="5003800" y="2516188"/>
          <p14:tracePt t="248504" x="5016500" y="2509838"/>
          <p14:tracePt t="248516" x="5033963" y="2498725"/>
          <p14:tracePt t="248528" x="5053013" y="2486025"/>
          <p14:tracePt t="248538" x="5076825" y="2466975"/>
          <p14:tracePt t="248549" x="5089525" y="2455863"/>
          <p14:tracePt t="248562" x="5095875" y="2436813"/>
          <p14:tracePt t="248572" x="5119688" y="2424113"/>
          <p14:tracePt t="248583" x="5126038" y="2413000"/>
          <p14:tracePt t="248596" x="5138738" y="2406650"/>
          <p14:tracePt t="248606" x="5151438" y="2381250"/>
          <p14:tracePt t="248617" x="5156200" y="2370138"/>
          <p14:tracePt t="248629" x="5168900" y="2363788"/>
          <p14:tracePt t="248639" x="5181600" y="2351088"/>
          <p14:tracePt t="248651" x="5194300" y="2338388"/>
          <p14:tracePt t="248662" x="5194300" y="2333625"/>
          <p14:tracePt t="248673" x="5194300" y="2320925"/>
          <p14:tracePt t="248684" x="5199063" y="2320925"/>
          <p14:tracePt t="248718" x="5199063" y="2308225"/>
          <p14:tracePt t="248730" x="5199063" y="2301875"/>
          <p14:tracePt t="248752" x="5199063" y="2290763"/>
          <p14:tracePt t="248854" x="5194300" y="2290763"/>
          <p14:tracePt t="248865" x="5181600" y="2278063"/>
          <p14:tracePt t="248876" x="5168900" y="2271713"/>
          <p14:tracePt t="248887" x="5151438" y="2271713"/>
          <p14:tracePt t="248900" x="5126038" y="2259013"/>
          <p14:tracePt t="248910" x="5095875" y="2247900"/>
          <p14:tracePt t="248921" x="5053013" y="2247900"/>
          <p14:tracePt t="248932" x="5033963" y="2235200"/>
          <p14:tracePt t="248943" x="5016500" y="2235200"/>
          <p14:tracePt t="248954" x="5003800" y="2235200"/>
          <p14:tracePt t="248966" x="4991100" y="2247900"/>
          <p14:tracePt t="248988" x="4991100" y="2259013"/>
          <p14:tracePt t="248999" x="4984750" y="2259013"/>
          <p14:tracePt t="249011" x="4984750" y="2271713"/>
          <p14:tracePt t="249023" x="4973638" y="2271713"/>
          <p14:tracePt t="249033" x="4973638" y="2278063"/>
          <p14:tracePt t="249056" x="4973638" y="2290763"/>
          <p14:tracePt t="249156" x="4984750" y="2301875"/>
          <p14:tracePt t="249168" x="4991100" y="2301875"/>
          <p14:tracePt t="249180" x="5003800" y="2301875"/>
          <p14:tracePt t="249191" x="5022850" y="2301875"/>
          <p14:tracePt t="249203" x="5046663" y="2308225"/>
          <p14:tracePt t="249215" x="5076825" y="2308225"/>
          <p14:tracePt t="249226" x="5108575" y="2308225"/>
          <p14:tracePt t="249236" x="5126038" y="2308225"/>
          <p14:tracePt t="249248" x="5156200" y="2308225"/>
          <p14:tracePt t="249259" x="5181600" y="2308225"/>
          <p14:tracePt t="249269" x="5211763" y="2308225"/>
          <p14:tracePt t="249281" x="5230813" y="2308225"/>
          <p14:tracePt t="249292" x="5241925" y="2308225"/>
          <p14:tracePt t="249303" x="5254625" y="2308225"/>
          <p14:tracePt t="249315" x="5260975" y="2308225"/>
          <p14:tracePt t="249359" x="5254625" y="2308225"/>
          <p14:tracePt t="249370" x="5230813" y="2308225"/>
          <p14:tracePt t="249383" x="5199063" y="2308225"/>
          <p14:tracePt t="249393" x="5168900" y="2308225"/>
          <p14:tracePt t="249404" x="5126038" y="2320925"/>
          <p14:tracePt t="249417" x="5065713" y="2320925"/>
          <p14:tracePt t="249427" x="5016500" y="2333625"/>
          <p14:tracePt t="249438" x="4960938" y="2333625"/>
          <p14:tracePt t="249450" x="4941888" y="2333625"/>
          <p14:tracePt t="249461" x="4930775" y="2333625"/>
          <p14:tracePt t="249550" x="4941888" y="2333625"/>
          <p14:tracePt t="249562" x="4960938" y="2333625"/>
          <p14:tracePt t="249574" x="4984750" y="2333625"/>
          <p14:tracePt t="249585" x="5016500" y="2333625"/>
          <p14:tracePt t="249596" x="5053013" y="2333625"/>
          <p14:tracePt t="249607" x="5095875" y="2333625"/>
          <p14:tracePt t="249619" x="5126038" y="2333625"/>
          <p14:tracePt t="249629" x="5156200" y="2333625"/>
          <p14:tracePt t="249641" x="5181600" y="2333625"/>
          <p14:tracePt t="249653" x="5199063" y="2333625"/>
          <p14:tracePt t="249663" x="5224463" y="2333625"/>
          <p14:tracePt t="249676" x="5230813" y="2333625"/>
          <p14:tracePt t="249686" x="5241925" y="2333625"/>
          <p14:tracePt t="249719" x="5254625" y="2333625"/>
          <p14:tracePt t="250496" x="5260975" y="2333625"/>
          <p14:tracePt t="250529" x="5273675" y="2333625"/>
          <p14:tracePt t="250925" x="5260975" y="2333625"/>
          <p14:tracePt t="250945" x="5254625" y="2333625"/>
          <p14:tracePt t="250957" x="5241925" y="2333625"/>
          <p14:tracePt t="250968" x="5230813" y="2333625"/>
          <p14:tracePt t="250979" x="5224463" y="2333625"/>
          <p14:tracePt t="250991" x="5211763" y="2333625"/>
          <p14:tracePt t="251002" x="5199063" y="2333625"/>
          <p14:tracePt t="251013" x="5194300" y="2333625"/>
          <p14:tracePt t="251025" x="5181600" y="2333625"/>
          <p14:tracePt t="251035" x="5181600" y="2338388"/>
          <p14:tracePt t="251047" x="5168900" y="2338388"/>
          <p14:tracePt t="251262" x="5181600" y="2338388"/>
          <p14:tracePt t="251272" x="5194300" y="2338388"/>
          <p14:tracePt t="251284" x="5199063" y="2338388"/>
          <p14:tracePt t="251296" x="5211763" y="2338388"/>
          <p14:tracePt t="251306" x="5230813" y="2338388"/>
          <p14:tracePt t="251317" x="5241925" y="2338388"/>
          <p14:tracePt t="251329" x="5254625" y="2338388"/>
          <p14:tracePt t="251486" x="5230813" y="2338388"/>
          <p14:tracePt t="251498" x="5211763" y="2338388"/>
          <p14:tracePt t="251509" x="5199063" y="2338388"/>
          <p14:tracePt t="251519" x="5181600" y="2338388"/>
          <p14:tracePt t="251531" x="5151438" y="2338388"/>
          <p14:tracePt t="251542" x="5126038" y="2338388"/>
          <p14:tracePt t="251553" x="5119688" y="2338388"/>
          <p14:tracePt t="251576" x="5108575" y="2338388"/>
          <p14:tracePt t="251857" x="5119688" y="2351088"/>
          <p14:tracePt t="251861" x="5119688" y="2363788"/>
          <p14:tracePt t="251869" x="5119688" y="2381250"/>
          <p14:tracePt t="251879" x="5119688" y="2406650"/>
          <p14:tracePt t="251892" x="5119688" y="2424113"/>
          <p14:tracePt t="251903" x="5119688" y="2455863"/>
          <p14:tracePt t="251914" x="5119688" y="2473325"/>
          <p14:tracePt t="251925" x="5119688" y="2498725"/>
          <p14:tracePt t="251947" x="5119688" y="2509838"/>
          <p14:tracePt t="252003" x="5126038" y="2509838"/>
          <p14:tracePt t="252037" x="5138738" y="2509838"/>
          <p14:tracePt t="252048" x="5151438" y="2509838"/>
          <p14:tracePt t="252071" x="5156200" y="2509838"/>
          <p14:tracePt t="252093" x="5168900" y="2498725"/>
          <p14:tracePt t="252127" x="5168900" y="2486025"/>
          <p14:tracePt t="252149" x="5156200" y="2486025"/>
          <p14:tracePt t="252206" x="5151438" y="2486025"/>
          <p14:tracePt t="252217" x="5138738" y="2498725"/>
          <p14:tracePt t="252228" x="5138738" y="2509838"/>
          <p14:tracePt t="252241" x="5126038" y="2516188"/>
          <p14:tracePt t="252251" x="5126038" y="2528888"/>
          <p14:tracePt t="252262" x="5138738" y="2541588"/>
          <p14:tracePt t="252296" x="5151438" y="2541588"/>
          <p14:tracePt t="252318" x="5156200" y="2541588"/>
          <p14:tracePt t="252330" x="5168900" y="2541588"/>
          <p14:tracePt t="252341" x="5168900" y="2528888"/>
          <p14:tracePt t="252352" x="5181600" y="2516188"/>
          <p14:tracePt t="252453" x="5181600" y="2528888"/>
          <p14:tracePt t="252520" x="5168900" y="2528888"/>
          <p14:tracePt t="252531" x="5168900" y="2541588"/>
          <p14:tracePt t="252554" x="5156200" y="2541588"/>
          <p14:tracePt t="252565" x="5138738" y="2547938"/>
          <p14:tracePt t="252577" x="5126038" y="2547938"/>
          <p14:tracePt t="252588" x="5089525" y="2559050"/>
          <p14:tracePt t="252601" x="5003800" y="2578100"/>
          <p14:tracePt t="252613" x="4868863" y="2614613"/>
          <p14:tracePt t="252622" x="4746625" y="2644775"/>
          <p14:tracePt t="252636" x="4525963" y="2681288"/>
          <p14:tracePt t="252646" x="4287838" y="2749550"/>
          <p14:tracePt t="252656" x="3992563" y="2822575"/>
          <p14:tracePt t="252670" x="3784600" y="2859088"/>
          <p14:tracePt t="252680" x="3503613" y="2927350"/>
          <p14:tracePt t="252690" x="3276600" y="2963863"/>
          <p14:tracePt t="252704" x="3124200" y="2987675"/>
          <p14:tracePt t="252715" x="3038475" y="2987675"/>
          <p14:tracePt t="252725" x="2976563" y="2976563"/>
          <p14:tracePt t="252738" x="2946400" y="2976563"/>
          <p14:tracePt t="252748" x="2946400" y="2963863"/>
          <p14:tracePt t="252759" x="2933700" y="2963863"/>
          <p14:tracePt t="252771" x="2933700" y="2957513"/>
          <p14:tracePt t="252780" x="2933700" y="2944813"/>
          <p14:tracePt t="252792" x="2946400" y="2933700"/>
          <p14:tracePt t="252803" x="2946400" y="2914650"/>
          <p14:tracePt t="252813" x="2946400" y="2901950"/>
          <p14:tracePt t="252825" x="2952750" y="2884488"/>
          <p14:tracePt t="252836" x="2952750" y="2871788"/>
          <p14:tracePt t="252847" x="2963863" y="2859088"/>
          <p14:tracePt t="252859" x="2982913" y="2841625"/>
          <p14:tracePt t="252870" x="3006725" y="2828925"/>
          <p14:tracePt t="252881" x="3025775" y="2828925"/>
          <p14:tracePt t="252914" x="3055938" y="2822575"/>
          <p14:tracePt t="252918" x="3098800" y="2809875"/>
          <p14:tracePt t="252927" x="3141663" y="2798763"/>
          <p14:tracePt t="252929" x="3171825" y="2798763"/>
          <p14:tracePt t="252937" x="3203575" y="2798763"/>
          <p14:tracePt t="252948" x="3233738" y="2798763"/>
          <p14:tracePt t="252960" x="3257550" y="2786063"/>
          <p14:tracePt t="252971" x="3276600" y="2786063"/>
          <p14:tracePt t="252982" x="3295650" y="2786063"/>
          <p14:tracePt t="252994" x="3306763" y="2786063"/>
          <p14:tracePt t="253027" x="3319463" y="2779713"/>
          <p14:tracePt t="253039" x="3332163" y="2779713"/>
          <p14:tracePt t="253072" x="3319463" y="2779713"/>
          <p14:tracePt t="253084" x="3276600" y="2767013"/>
          <p14:tracePt t="253285" x="3276600" y="2755900"/>
          <p14:tracePt t="253297" x="3289300" y="2755900"/>
          <p14:tracePt t="253308" x="3319463" y="2749550"/>
          <p14:tracePt t="253319" x="3338513" y="2736850"/>
          <p14:tracePt t="253333" x="3349625" y="2736850"/>
          <p14:tracePt t="253342" x="3381375" y="2719388"/>
          <p14:tracePt t="253355" x="3392488" y="2706688"/>
          <p14:tracePt t="253366" x="3411538" y="2693988"/>
          <p14:tracePt t="253375" x="3424238" y="2681288"/>
          <p14:tracePt t="253388" x="3424238" y="2676525"/>
          <p14:tracePt t="253399" x="3424238" y="2663825"/>
          <p14:tracePt t="253409" x="3424238" y="2651125"/>
          <p14:tracePt t="253432" x="3424238" y="2644775"/>
          <p14:tracePt t="253455" x="3424238" y="2633663"/>
          <p14:tracePt t="253466" x="3424238" y="2620963"/>
          <p14:tracePt t="253478" x="3411538" y="2620963"/>
          <p14:tracePt t="253510" x="3411538" y="2614613"/>
          <p14:tracePt t="253589" x="3411538" y="2601913"/>
          <p14:tracePt t="253623" x="3411538" y="2590800"/>
          <p14:tracePt t="253646" x="3411538" y="2578100"/>
          <p14:tracePt t="253668" x="3411538" y="2571750"/>
          <p14:tracePt t="253680" x="3411538" y="2559050"/>
          <p14:tracePt t="253691" x="3411538" y="2547938"/>
          <p14:tracePt t="253713" x="3411538" y="2541588"/>
          <p14:tracePt t="253848" x="3411538" y="2528888"/>
          <p14:tracePt t="253871" x="3424238" y="2528888"/>
          <p14:tracePt t="253927" x="3435350" y="2528888"/>
          <p14:tracePt t="253994" x="3441700" y="2528888"/>
          <p14:tracePt t="254006" x="3467100" y="2541588"/>
          <p14:tracePt t="254017" x="3484563" y="2559050"/>
          <p14:tracePt t="254028" x="3503613" y="2571750"/>
          <p14:tracePt t="254041" x="3527425" y="2578100"/>
          <p14:tracePt t="254051" x="3546475" y="2590800"/>
          <p14:tracePt t="254063" x="3559175" y="2601913"/>
          <p14:tracePt t="254076" x="3570288" y="2601913"/>
          <p14:tracePt t="254208" x="3576638" y="2601913"/>
          <p14:tracePt t="254219" x="3602038" y="2614613"/>
          <p14:tracePt t="254230" x="3619500" y="2614613"/>
          <p14:tracePt t="254242" x="3638550" y="2620963"/>
          <p14:tracePt t="254254" x="3675063" y="2633663"/>
          <p14:tracePt t="254265" x="3711575" y="2644775"/>
          <p14:tracePt t="254276" x="3754438" y="2651125"/>
          <p14:tracePt t="254287" x="3778250" y="2663825"/>
          <p14:tracePt t="254300" x="3810000" y="2663825"/>
          <p14:tracePt t="254311" x="3816350" y="2676525"/>
          <p14:tracePt t="254332" x="3827463" y="2676525"/>
          <p14:tracePt t="254377" x="3840163" y="2676525"/>
          <p14:tracePt t="254388" x="3840163" y="2681288"/>
          <p14:tracePt t="254400" x="3846513" y="2681288"/>
          <p14:tracePt t="254411" x="3859213" y="2681288"/>
          <p14:tracePt t="254422" x="3859213" y="2693988"/>
          <p14:tracePt t="254435" x="3870325" y="2693988"/>
          <p14:tracePt t="254455" x="3883025" y="2693988"/>
          <p14:tracePt t="254556" x="3870325" y="2693988"/>
          <p14:tracePt t="254579" x="3859213" y="2681288"/>
          <p14:tracePt t="254592" x="3846513" y="2676525"/>
          <p14:tracePt t="254602" x="3840163" y="2676525"/>
          <p14:tracePt t="254613" x="3816350" y="2663825"/>
          <p14:tracePt t="254626" x="3810000" y="2663825"/>
          <p14:tracePt t="254636" x="3784600" y="2663825"/>
          <p14:tracePt t="254647" x="3767138" y="2663825"/>
          <p14:tracePt t="254659" x="3741738" y="2663825"/>
          <p14:tracePt t="254680" x="3735388" y="2676525"/>
          <p14:tracePt t="254692" x="3724275" y="2693988"/>
          <p14:tracePt t="254704" x="3724275" y="2706688"/>
          <p14:tracePt t="254714" x="3735388" y="2719388"/>
          <p14:tracePt t="254726" x="3735388" y="2724150"/>
          <p14:tracePt t="254737" x="3754438" y="2736850"/>
          <p14:tracePt t="254749" x="3778250" y="2749550"/>
          <p14:tracePt t="254760" x="3784600" y="2755900"/>
          <p14:tracePt t="254771" x="3810000" y="2755900"/>
          <p14:tracePt t="254793" x="3827463" y="2755900"/>
          <p14:tracePt t="254805" x="3846513" y="2749550"/>
          <p14:tracePt t="254818" x="3859213" y="2736850"/>
          <p14:tracePt t="254827" x="3859213" y="2724150"/>
          <p14:tracePt t="254838" x="3859213" y="2719388"/>
          <p14:tracePt t="254850" x="3846513" y="2693988"/>
          <p14:tracePt t="254861" x="3840163" y="2681288"/>
          <p14:tracePt t="254873" x="3827463" y="2663825"/>
          <p14:tracePt t="254884" x="3810000" y="2651125"/>
          <p14:tracePt t="254894" x="3784600" y="2651125"/>
          <p14:tracePt t="254906" x="3767138" y="2651125"/>
          <p14:tracePt t="254917" x="3741738" y="2651125"/>
          <p14:tracePt t="254928" x="3735388" y="2651125"/>
          <p14:tracePt t="254940" x="3724275" y="2663825"/>
          <p14:tracePt t="254951" x="3711575" y="2681288"/>
          <p14:tracePt t="254962" x="3711575" y="2693988"/>
          <p14:tracePt t="254974" x="3711575" y="2706688"/>
          <p14:tracePt t="254985" x="3724275" y="2719388"/>
          <p14:tracePt t="255007" x="3724275" y="2724150"/>
          <p14:tracePt t="255010" x="3741738" y="2736850"/>
          <p14:tracePt t="255019" x="3754438" y="2736850"/>
          <p14:tracePt t="255031" x="3778250" y="2736850"/>
          <p14:tracePt t="255042" x="3784600" y="2736850"/>
          <p14:tracePt t="255053" x="3797300" y="2736850"/>
          <p14:tracePt t="255063" x="3810000" y="2724150"/>
          <p14:tracePt t="255074" x="3816350" y="2719388"/>
          <p14:tracePt t="255087" x="3816350" y="2706688"/>
          <p14:tracePt t="255101" x="3816350" y="2693988"/>
          <p14:tracePt t="255109" x="3816350" y="2681288"/>
          <p14:tracePt t="255120" x="3810000" y="2676525"/>
          <p14:tracePt t="255131" x="3797300" y="2663825"/>
          <p14:tracePt t="255143" x="3784600" y="2651125"/>
          <p14:tracePt t="255153" x="3778250" y="2651125"/>
          <p14:tracePt t="255164" x="3767138" y="2651125"/>
          <p14:tracePt t="255176" x="3754438" y="2663825"/>
          <p14:tracePt t="255187" x="3741738" y="2663825"/>
          <p14:tracePt t="255200" x="3735388" y="2676525"/>
          <p14:tracePt t="255210" x="3735388" y="2681288"/>
          <p14:tracePt t="255221" x="3735388" y="2706688"/>
          <p14:tracePt t="255243" x="3735388" y="2719388"/>
          <p14:tracePt t="255255" x="3741738" y="2719388"/>
          <p14:tracePt t="255277" x="3754438" y="2719388"/>
          <p14:tracePt t="255288" x="3767138" y="2719388"/>
          <p14:tracePt t="255311" x="3778250" y="2706688"/>
          <p14:tracePt t="255333" x="3778250" y="2693988"/>
          <p14:tracePt t="255344" x="3778250" y="2681288"/>
          <p14:tracePt t="255356" x="3778250" y="2676525"/>
          <p14:tracePt t="255367" x="3778250" y="2663825"/>
          <p14:tracePt t="255378" x="3767138" y="2663825"/>
          <p14:tracePt t="255390" x="3767138" y="2651125"/>
          <p14:tracePt t="255402" x="3754438" y="2651125"/>
          <p14:tracePt t="255412" x="3741738" y="2651125"/>
          <p14:tracePt t="255424" x="3741738" y="2663825"/>
          <p14:tracePt t="255435" x="3735388" y="2663825"/>
          <p14:tracePt t="255446" x="3724275" y="2676525"/>
          <p14:tracePt t="255458" x="3724275" y="2681288"/>
          <p14:tracePt t="255480" x="3724275" y="2693988"/>
          <p14:tracePt t="255490" x="3735388" y="2693988"/>
          <p14:tracePt t="255502" x="3741738" y="2693988"/>
          <p14:tracePt t="255513" x="3754438" y="2693988"/>
          <p14:tracePt t="255536" x="3767138" y="2693988"/>
          <p14:tracePt t="255547" x="3778250" y="2681288"/>
          <p14:tracePt t="255558" x="3778250" y="2676525"/>
          <p14:tracePt t="255570" x="3778250" y="2663825"/>
          <p14:tracePt t="255581" x="3778250" y="2651125"/>
          <p14:tracePt t="255603" x="3778250" y="2644775"/>
          <p14:tracePt t="255615" x="3767138" y="2644775"/>
          <p14:tracePt t="255648" x="3754438" y="2644775"/>
          <p14:tracePt t="255671" x="3754438" y="2651125"/>
          <p14:tracePt t="255683" x="3754438" y="2663825"/>
          <p14:tracePt t="255704" x="3767138" y="2676525"/>
          <p14:tracePt t="255727" x="3778250" y="2676525"/>
          <p14:tracePt t="255817" x="3778250" y="2663825"/>
          <p14:tracePt t="255828" x="3784600" y="2663825"/>
          <p14:tracePt t="255884" x="3797300" y="2663825"/>
          <p14:tracePt t="255895" x="3810000" y="2663825"/>
          <p14:tracePt t="255918" x="3816350" y="2663825"/>
          <p14:tracePt t="256019" x="3810000" y="2663825"/>
          <p14:tracePt t="256030" x="3797300" y="2663825"/>
          <p14:tracePt t="256053" x="3784600" y="2663825"/>
          <p14:tracePt t="256065" x="3778250" y="2651125"/>
          <p14:tracePt t="256076" x="3767138" y="2651125"/>
          <p14:tracePt t="256100" x="3754438" y="2651125"/>
          <p14:tracePt t="256110" x="3741738" y="2644775"/>
          <p14:tracePt t="256121" x="3735388" y="2644775"/>
          <p14:tracePt t="256133" x="3724275" y="2644775"/>
          <p14:tracePt t="256144" x="3711575" y="2644775"/>
          <p14:tracePt t="256154" x="3705225" y="2633663"/>
          <p14:tracePt t="256167" x="3681413" y="2633663"/>
          <p14:tracePt t="256178" x="3675063" y="2620963"/>
          <p14:tracePt t="256189" x="3649663" y="2620963"/>
          <p14:tracePt t="256201" x="3638550" y="2620963"/>
          <p14:tracePt t="256211" x="3632200" y="2614613"/>
          <p14:tracePt t="256223" x="3619500" y="2614613"/>
          <p14:tracePt t="256244" x="3606800" y="2614613"/>
          <p14:tracePt t="256267" x="3602038" y="2614613"/>
          <p14:tracePt t="256278" x="3602038" y="2601913"/>
          <p14:tracePt t="256291" x="3589338" y="2601913"/>
          <p14:tracePt t="256302" x="3576638" y="2590800"/>
          <p14:tracePt t="256312" x="3570288" y="2590800"/>
          <p14:tracePt t="256324" x="3546475" y="2578100"/>
          <p14:tracePt t="256335" x="3527425" y="2571750"/>
          <p14:tracePt t="256346" x="3514725" y="2571750"/>
          <p14:tracePt t="256358" x="3503613" y="2571750"/>
          <p14:tracePt t="256369" x="3503613" y="2559050"/>
          <p14:tracePt t="256379" x="3497263" y="2559050"/>
          <p14:tracePt t="256391" x="3484563" y="2547938"/>
          <p14:tracePt t="256413" x="3471863" y="2547938"/>
          <p14:tracePt t="256425" x="3471863" y="2541588"/>
          <p14:tracePt t="256436" x="3467100" y="2541588"/>
          <p14:tracePt t="256447" x="3454400" y="2528888"/>
          <p14:tracePt t="256460" x="3441700" y="2516188"/>
          <p14:tracePt t="256471" x="3435350" y="2516188"/>
          <p14:tracePt t="256481" x="3435350" y="2509838"/>
          <p14:tracePt t="256492" x="3424238" y="2509838"/>
          <p14:tracePt t="256503" x="3411538" y="2498725"/>
          <p14:tracePt t="256525" x="3398838" y="2498725"/>
          <p14:tracePt t="256537" x="3398838" y="2486025"/>
          <p14:tracePt t="256548" x="3392488" y="2486025"/>
          <p14:tracePt t="256560" x="3392488" y="2473325"/>
          <p14:tracePt t="256582" x="3381375" y="2473325"/>
          <p14:tracePt t="256750" x="3392488" y="2486025"/>
          <p14:tracePt t="256762" x="3398838" y="2486025"/>
          <p14:tracePt t="256774" x="3411538" y="2498725"/>
          <p14:tracePt t="256784" x="3424238" y="2509838"/>
          <p14:tracePt t="256796" x="3435350" y="2516188"/>
          <p14:tracePt t="256807" x="3441700" y="2516188"/>
          <p14:tracePt t="256819" x="3454400" y="2528888"/>
          <p14:tracePt t="256830" x="3471863" y="2541588"/>
          <p14:tracePt t="256841" x="3484563" y="2547938"/>
          <p14:tracePt t="256852" x="3497263" y="2547938"/>
          <p14:tracePt t="256863" x="3514725" y="2547938"/>
          <p14:tracePt t="256876" x="3527425" y="2559050"/>
          <p14:tracePt t="256886" x="3533775" y="2559050"/>
          <p14:tracePt t="256897" x="3546475" y="2571750"/>
          <p14:tracePt t="256909" x="3570288" y="2571750"/>
          <p14:tracePt t="256920" x="3589338" y="2578100"/>
          <p14:tracePt t="256931" x="3602038" y="2578100"/>
          <p14:tracePt t="256943" x="3606800" y="2590800"/>
          <p14:tracePt t="256953" x="3632200" y="2590800"/>
          <p14:tracePt t="256964" x="3638550" y="2601913"/>
          <p14:tracePt t="256977" x="3649663" y="2601913"/>
          <p14:tracePt t="257110" x="3638550" y="2601913"/>
          <p14:tracePt t="257122" x="3632200" y="2590800"/>
          <p14:tracePt t="257134" x="3606800" y="2590800"/>
          <p14:tracePt t="257145" x="3576638" y="2571750"/>
          <p14:tracePt t="257156" x="3546475" y="2559050"/>
          <p14:tracePt t="257167" x="3503613" y="2547938"/>
          <p14:tracePt t="257179" x="3467100" y="2528888"/>
          <p14:tracePt t="257190" x="3435350" y="2516188"/>
          <p14:tracePt t="257201" x="3424238" y="2509838"/>
          <p14:tracePt t="257214" x="3398838" y="2498725"/>
          <p14:tracePt t="257234" x="3398838" y="2486025"/>
          <p14:tracePt t="257246" x="3392488" y="2486025"/>
          <p14:tracePt t="257348" x="3398838" y="2486025"/>
          <p14:tracePt t="257369" x="3411538" y="2498725"/>
          <p14:tracePt t="257393" x="3424238" y="2498725"/>
          <p14:tracePt t="257403" x="3441700" y="2509838"/>
          <p14:tracePt t="257414" x="3454400" y="2516188"/>
          <p14:tracePt t="257427" x="3467100" y="2516188"/>
          <p14:tracePt t="257437" x="3471863" y="2528888"/>
          <p14:tracePt t="257448" x="3484563" y="2528888"/>
          <p14:tracePt t="257460" x="3497263" y="2528888"/>
          <p14:tracePt t="257471" x="3497263" y="2541588"/>
          <p14:tracePt t="257482" x="3503613" y="2541588"/>
          <p14:tracePt t="257494" x="3514725" y="2547938"/>
          <p14:tracePt t="257505" x="3527425" y="2547938"/>
          <p14:tracePt t="257517" x="3533775" y="2559050"/>
          <p14:tracePt t="257527" x="3559175" y="2571750"/>
          <p14:tracePt t="257539" x="3570288" y="2578100"/>
          <p14:tracePt t="257550" x="3602038" y="2590800"/>
          <p14:tracePt t="257572" x="3632200" y="2614613"/>
          <p14:tracePt t="257576" x="3649663" y="2620963"/>
          <p14:tracePt t="257586" x="3675063" y="2633663"/>
          <p14:tracePt t="257596" x="3705225" y="2644775"/>
          <p14:tracePt t="257607" x="3724275" y="2644775"/>
          <p14:tracePt t="257618" x="3741738" y="2651125"/>
          <p14:tracePt t="257639" x="3754438" y="2663825"/>
          <p14:tracePt t="257763" x="3767138" y="2663825"/>
          <p14:tracePt t="257785" x="3767138" y="2676525"/>
          <p14:tracePt t="257797" x="3778250" y="2676525"/>
          <p14:tracePt t="257808" x="3778250" y="2681288"/>
          <p14:tracePt t="257820" x="3784600" y="2681288"/>
          <p14:tracePt t="257831" x="3784600" y="2693988"/>
          <p14:tracePt t="258157" x="3767138" y="2693988"/>
          <p14:tracePt t="258160" x="3741738" y="2693988"/>
          <p14:tracePt t="258168" x="3711575" y="2693988"/>
          <p14:tracePt t="258428" x="3724275" y="2693988"/>
          <p14:tracePt t="258460" x="3735388" y="2693988"/>
          <p14:tracePt t="258473" x="3741738" y="2693988"/>
          <p14:tracePt t="258484" x="3754438" y="2706688"/>
          <p14:tracePt t="258506" x="3767138" y="2706688"/>
          <p14:tracePt t="258517" x="3767138" y="2719388"/>
          <p14:tracePt t="258528" x="3778250" y="2719388"/>
          <p14:tracePt t="258562" x="3784600" y="2719388"/>
          <p14:tracePt t="258573" x="3784600" y="2724150"/>
          <p14:tracePt t="258584" x="3797300" y="2736850"/>
          <p14:tracePt t="258597" x="3810000" y="2736850"/>
          <p14:tracePt t="258608" x="3816350" y="2749550"/>
          <p14:tracePt t="258619" x="3840163" y="2749550"/>
          <p14:tracePt t="258632" x="3859213" y="2755900"/>
          <p14:tracePt t="258642" x="3883025" y="2755900"/>
          <p14:tracePt t="258652" x="3913188" y="2767013"/>
          <p14:tracePt t="258665" x="3944938" y="2767013"/>
          <p14:tracePt t="258675" x="3962400" y="2767013"/>
          <p14:tracePt t="258687" x="3992563" y="2779713"/>
          <p14:tracePt t="258699" x="4017963" y="2779713"/>
          <p14:tracePt t="258709" x="4035425" y="2779713"/>
          <p14:tracePt t="258731" x="4048125" y="2779713"/>
          <p14:tracePt t="258742" x="4054475" y="2767013"/>
          <p14:tracePt t="258755" x="4067175" y="2767013"/>
          <p14:tracePt t="258765" x="4078288" y="2767013"/>
          <p14:tracePt t="258776" x="4097338" y="2755900"/>
          <p14:tracePt t="258788" x="4121150" y="2755900"/>
          <p14:tracePt t="258799" x="4140200" y="2749550"/>
          <p14:tracePt t="258810" x="4159250" y="2749550"/>
          <p14:tracePt t="258822" x="4183063" y="2736850"/>
          <p14:tracePt t="258833" x="4195763" y="2724150"/>
          <p14:tracePt t="258843" x="4202113" y="2724150"/>
          <p14:tracePt t="258855" x="4213225" y="2719388"/>
          <p14:tracePt t="258866" x="4213225" y="2706688"/>
          <p14:tracePt t="258877" x="4213225" y="2693988"/>
          <p14:tracePt t="258889" x="4202113" y="2681288"/>
          <p14:tracePt t="258900" x="4195763" y="2681288"/>
          <p14:tracePt t="258911" x="4195763" y="2676525"/>
          <p14:tracePt t="258922" x="4170363" y="2663825"/>
          <p14:tracePt t="258933" x="4159250" y="2663825"/>
          <p14:tracePt t="258944" x="4152900" y="2651125"/>
          <p14:tracePt t="258956" x="4127500" y="2651125"/>
          <p14:tracePt t="258967" x="4121150" y="2651125"/>
          <p14:tracePt t="258989" x="4110038" y="2651125"/>
          <p14:tracePt t="259000" x="4110038" y="2663825"/>
          <p14:tracePt t="259012" x="4110038" y="2676525"/>
          <p14:tracePt t="259024" x="4110038" y="2681288"/>
          <p14:tracePt t="259035" x="4110038" y="2706688"/>
          <p14:tracePt t="259045" x="4121150" y="2719388"/>
          <p14:tracePt t="259058" x="4127500" y="2724150"/>
          <p14:tracePt t="259069" x="4140200" y="2724150"/>
          <p14:tracePt t="259080" x="4159250" y="2736850"/>
          <p14:tracePt t="259091" x="4183063" y="2736850"/>
          <p14:tracePt t="259102" x="4202113" y="2736850"/>
          <p14:tracePt t="259114" x="4213225" y="2736850"/>
          <p14:tracePt t="259125" x="4232275" y="2724150"/>
          <p14:tracePt t="259136" x="4232275" y="2719388"/>
          <p14:tracePt t="259148" x="4244975" y="2706688"/>
          <p14:tracePt t="259158" x="4244975" y="2693988"/>
          <p14:tracePt t="259169" x="4244975" y="2681288"/>
          <p14:tracePt t="259203" x="4232275" y="2676525"/>
          <p14:tracePt t="259206" x="4225925" y="2663825"/>
          <p14:tracePt t="259216" x="4202113" y="2651125"/>
          <p14:tracePt t="259226" x="4195763" y="2651125"/>
          <p14:tracePt t="259238" x="4183063" y="2663825"/>
          <p14:tracePt t="259249" x="4170363" y="2663825"/>
          <p14:tracePt t="259259" x="4159250" y="2676525"/>
          <p14:tracePt t="259271" x="4159250" y="2681288"/>
          <p14:tracePt t="259282" x="4159250" y="2693988"/>
          <p14:tracePt t="259293" x="4159250" y="2706688"/>
          <p14:tracePt t="259305" x="4159250" y="2719388"/>
          <p14:tracePt t="259316" x="4170363" y="2719388"/>
          <p14:tracePt t="259327" x="4183063" y="2719388"/>
          <p14:tracePt t="259338" x="4202113" y="2724150"/>
          <p14:tracePt t="259350" x="4225925" y="2724150"/>
          <p14:tracePt t="259361" x="4232275" y="2724150"/>
          <p14:tracePt t="259372" x="4244975" y="2724150"/>
          <p14:tracePt t="259384" x="4262438" y="2724150"/>
          <p14:tracePt t="259395" x="4275138" y="2719388"/>
          <p14:tracePt t="259417" x="4275138" y="2706688"/>
          <p14:tracePt t="259439" x="4275138" y="2693988"/>
          <p14:tracePt t="259451" x="4275138" y="2681288"/>
          <p14:tracePt t="259462" x="4262438" y="2681288"/>
          <p14:tracePt t="259474" x="4256088" y="2676525"/>
          <p14:tracePt t="259485" x="4232275" y="2676525"/>
          <p14:tracePt t="259497" x="4213225" y="2676525"/>
          <p14:tracePt t="259507" x="4202113" y="2676525"/>
          <p14:tracePt t="259518" x="4183063" y="2681288"/>
          <p14:tracePt t="259530" x="4170363" y="2681288"/>
          <p14:tracePt t="259541" x="4159250" y="2706688"/>
          <p14:tracePt t="259552" x="4152900" y="2719388"/>
          <p14:tracePt t="259564" x="4152900" y="2724150"/>
          <p14:tracePt t="259574" x="4152900" y="2736850"/>
          <p14:tracePt t="259586" x="4159250" y="2749550"/>
          <p14:tracePt t="259598" x="4183063" y="2749550"/>
          <p14:tracePt t="259608" x="4202113" y="2755900"/>
          <p14:tracePt t="259621" x="4225925" y="2755900"/>
          <p14:tracePt t="259631" x="4256088" y="2755900"/>
          <p14:tracePt t="259642" x="4287838" y="2755900"/>
          <p14:tracePt t="259653" x="4292600" y="2749550"/>
          <p14:tracePt t="259665" x="4305300" y="2749550"/>
          <p14:tracePt t="259676" x="4318000" y="2736850"/>
          <p14:tracePt t="259688" x="4318000" y="2724150"/>
          <p14:tracePt t="259699" x="4318000" y="2719388"/>
          <p14:tracePt t="259709" x="4305300" y="2706688"/>
          <p14:tracePt t="259722" x="4292600" y="2693988"/>
          <p14:tracePt t="259733" x="4275138" y="2676525"/>
          <p14:tracePt t="259743" x="4256088" y="2676525"/>
          <p14:tracePt t="259755" x="4232275" y="2663825"/>
          <p14:tracePt t="259767" x="4202113" y="2663825"/>
          <p14:tracePt t="259777" x="4183063" y="2663825"/>
          <p14:tracePt t="259788" x="4170363" y="2676525"/>
          <p14:tracePt t="259800" x="4159250" y="2676525"/>
          <p14:tracePt t="259811" x="4159250" y="2681288"/>
          <p14:tracePt t="259822" x="4159250" y="2693988"/>
          <p14:tracePt t="259834" x="4159250" y="2706688"/>
          <p14:tracePt t="259845" x="4170363" y="2719388"/>
          <p14:tracePt t="259867" x="4183063" y="2724150"/>
          <p14:tracePt t="259878" x="4195763" y="2724150"/>
          <p14:tracePt t="259890" x="4213225" y="2724150"/>
          <p14:tracePt t="259901" x="4225925" y="2719388"/>
          <p14:tracePt t="259923" x="4232275" y="2706688"/>
          <p14:tracePt t="259934" x="4244975" y="2693988"/>
          <p14:tracePt t="259957" x="4244975" y="2681288"/>
          <p14:tracePt t="259968" x="4244975" y="2676525"/>
          <p14:tracePt t="259990" x="4244975" y="2663825"/>
          <p14:tracePt t="260024" x="4232275" y="2663825"/>
          <p14:tracePt t="260047" x="4225925" y="2676525"/>
          <p14:tracePt t="260058" x="4213225" y="2681288"/>
          <p14:tracePt t="260071" x="4213225" y="2693988"/>
          <p14:tracePt t="260082" x="4202113" y="2693988"/>
          <p14:tracePt t="260093" x="4202113" y="2706688"/>
          <p14:tracePt t="260114" x="4213225" y="2706688"/>
          <p14:tracePt t="260137" x="4225925" y="2719388"/>
          <p14:tracePt t="260148" x="4232275" y="2719388"/>
          <p14:tracePt t="260160" x="4232275" y="2706688"/>
          <p14:tracePt t="260172" x="4244975" y="2706688"/>
          <p14:tracePt t="260193" x="4256088" y="2693988"/>
          <p14:tracePt t="260216" x="4244975" y="2681288"/>
          <p14:tracePt t="260227" x="4244975" y="2676525"/>
          <p14:tracePt t="260249" x="4225925" y="2663825"/>
          <p14:tracePt t="260253" x="4202113" y="2663825"/>
          <p14:tracePt t="260262" x="4183063" y="2663825"/>
          <p14:tracePt t="260272" x="4159250" y="2663825"/>
          <p14:tracePt t="260284" x="4127500" y="2676525"/>
          <p14:tracePt t="260297" x="4110038" y="2681288"/>
          <p14:tracePt t="260307" x="4097338" y="2693988"/>
          <p14:tracePt t="260317" x="4090988" y="2719388"/>
          <p14:tracePt t="260328" x="4090988" y="2724150"/>
          <p14:tracePt t="260341" x="4090988" y="2736850"/>
          <p14:tracePt t="260352" x="4097338" y="2749550"/>
          <p14:tracePt t="260362" x="4110038" y="2749550"/>
          <p14:tracePt t="260396" x="4121150" y="2749550"/>
          <p14:tracePt t="260418" x="4121150" y="2736850"/>
          <p14:tracePt t="260440" x="4127500" y="2736850"/>
          <p14:tracePt t="260485" x="4127500" y="2724150"/>
          <p14:tracePt t="260508" x="4121150" y="2724150"/>
          <p14:tracePt t="260519" x="4121150" y="2719388"/>
          <p14:tracePt t="260531" x="4110038" y="2719388"/>
          <p14:tracePt t="260543" x="4097338" y="2706688"/>
          <p14:tracePt t="260564" x="4090988" y="2706688"/>
          <p14:tracePt t="260576" x="4078288" y="2693988"/>
          <p14:tracePt t="260598" x="4067175" y="2693988"/>
          <p14:tracePt t="260609" x="4067175" y="2681288"/>
          <p14:tracePt t="260622" x="4054475" y="2681288"/>
          <p14:tracePt t="260643" x="4048125" y="2676525"/>
          <p14:tracePt t="260654" x="4035425" y="2676525"/>
          <p14:tracePt t="260666" x="4024313" y="2676525"/>
          <p14:tracePt t="260678" x="4017963" y="2663825"/>
          <p14:tracePt t="260688" x="4005263" y="2663825"/>
          <p14:tracePt t="260700" x="3992563" y="2651125"/>
          <p14:tracePt t="260712" x="3975100" y="2644775"/>
          <p14:tracePt t="260724" x="3962400" y="2644775"/>
          <p14:tracePt t="260734" x="3949700" y="2633663"/>
          <p14:tracePt t="260756" x="3944938" y="2620963"/>
          <p14:tracePt t="260778" x="3932238" y="2614613"/>
          <p14:tracePt t="260801" x="3932238" y="2601913"/>
          <p14:tracePt t="260812" x="3919538" y="2590800"/>
          <p14:tracePt t="260825" x="3919538" y="2578100"/>
          <p14:tracePt t="260835" x="3913188" y="2571750"/>
          <p14:tracePt t="260847" x="3902075" y="2559050"/>
          <p14:tracePt t="260868" x="3889375" y="2547938"/>
          <p14:tracePt t="260881" x="3883025" y="2541588"/>
          <p14:tracePt t="260892" x="3883025" y="2528888"/>
          <p14:tracePt t="260902" x="3870325" y="2528888"/>
          <p14:tracePt t="260924" x="3870325" y="2516188"/>
          <p14:tracePt t="261036" x="3870325" y="2528888"/>
          <p14:tracePt t="261048" x="3883025" y="2528888"/>
          <p14:tracePt t="261138" x="3870325" y="2516188"/>
          <p14:tracePt t="261149" x="3859213" y="2516188"/>
          <p14:tracePt t="261162" x="3840163" y="2509838"/>
          <p14:tracePt t="261172" x="3816350" y="2498725"/>
          <p14:tracePt t="261185" x="3784600" y="2486025"/>
          <p14:tracePt t="261195" x="3767138" y="2473325"/>
          <p14:tracePt t="261206" x="3754438" y="2473325"/>
          <p14:tracePt t="261262" x="3767138" y="2486025"/>
          <p14:tracePt t="261273" x="3784600" y="2498725"/>
          <p14:tracePt t="261296" x="3810000" y="2509838"/>
          <p14:tracePt t="261299" x="3827463" y="2516188"/>
          <p14:tracePt t="261307" x="3846513" y="2516188"/>
          <p14:tracePt t="261320" x="3859213" y="2528888"/>
          <p14:tracePt t="261329" x="3870325" y="2528888"/>
          <p14:tracePt t="261396" x="3859213" y="2528888"/>
          <p14:tracePt t="261408" x="3846513" y="2528888"/>
          <p14:tracePt t="261420" x="3840163" y="2516188"/>
          <p14:tracePt t="261431" x="3810000" y="2516188"/>
          <p14:tracePt t="261443" x="3784600" y="2509838"/>
          <p14:tracePt t="261454" x="3767138" y="2498725"/>
          <p14:tracePt t="261465" x="3754438" y="2498725"/>
          <p14:tracePt t="261520" x="3767138" y="2509838"/>
          <p14:tracePt t="261532" x="3797300" y="2516188"/>
          <p14:tracePt t="261544" x="3810000" y="2516188"/>
          <p14:tracePt t="261555" x="3827463" y="2528888"/>
          <p14:tracePt t="261566" x="3846513" y="2541588"/>
          <p14:tracePt t="261578" x="3883025" y="2541588"/>
          <p14:tracePt t="261589" x="3889375" y="2541588"/>
          <p14:tracePt t="261599" x="3902075" y="2541588"/>
          <p14:tracePt t="261655" x="3889375" y="2528888"/>
          <p14:tracePt t="261678" x="3883025" y="2528888"/>
          <p14:tracePt t="261690" x="3870325" y="2528888"/>
          <p14:tracePt t="261701" x="3859213" y="2528888"/>
          <p14:tracePt t="261779" x="3870325" y="2541588"/>
          <p14:tracePt t="261791" x="3883025" y="2541588"/>
          <p14:tracePt t="261802" x="3889375" y="2541588"/>
          <p14:tracePt t="261824" x="3902075" y="2541588"/>
          <p14:tracePt t="261827" x="3913188" y="2541588"/>
          <p14:tracePt t="261847" x="3919538" y="2541588"/>
          <p14:tracePt t="261870" x="3913188" y="2541588"/>
          <p14:tracePt t="261892" x="3902075" y="2528888"/>
          <p14:tracePt t="261904" x="3889375" y="2528888"/>
          <p14:tracePt t="261915" x="3870325" y="2528888"/>
          <p14:tracePt t="261927" x="3846513" y="2528888"/>
          <p14:tracePt t="261938" x="3827463" y="2516188"/>
          <p14:tracePt t="261948" x="3810000" y="2516188"/>
          <p14:tracePt t="261960" x="3797300" y="2528888"/>
          <p14:tracePt t="261971" x="3784600" y="2528888"/>
          <p14:tracePt t="261993" x="3797300" y="2528888"/>
          <p14:tracePt t="262016" x="3810000" y="2528888"/>
          <p14:tracePt t="262028" x="3816350" y="2528888"/>
          <p14:tracePt t="262039" x="3827463" y="2528888"/>
          <p14:tracePt t="262049" x="3840163" y="2528888"/>
          <p14:tracePt t="262128" x="3827463" y="2528888"/>
          <p14:tracePt t="262151" x="3816350" y="2528888"/>
          <p14:tracePt t="262163" x="3810000" y="2528888"/>
          <p14:tracePt t="262174" x="3797300" y="2528888"/>
          <p14:tracePt t="262218" x="3810000" y="2528888"/>
          <p14:tracePt t="262230" x="3816350" y="2528888"/>
          <p14:tracePt t="262241" x="3827463" y="2528888"/>
          <p14:tracePt t="262252" x="3840163" y="2528888"/>
          <p14:tracePt t="262264" x="3846513" y="2528888"/>
          <p14:tracePt t="262377" x="3859213" y="2528888"/>
          <p14:tracePt t="262388" x="3870325" y="2541588"/>
          <p14:tracePt t="262409" x="3883025" y="2541588"/>
          <p14:tracePt t="262421" x="3889375" y="2541588"/>
          <p14:tracePt t="262432" x="3902075" y="2547938"/>
          <p14:tracePt t="262444" x="3913188" y="2547938"/>
          <p14:tracePt t="262456" x="3919538" y="2547938"/>
          <p14:tracePt t="262466" x="3932238" y="2547938"/>
          <p14:tracePt t="262477" x="3944938" y="2559050"/>
          <p14:tracePt t="262499" x="3949700" y="2559050"/>
          <p14:tracePt t="262511" x="3949700" y="2571750"/>
          <p14:tracePt t="262523" x="3962400" y="2578100"/>
          <p14:tracePt t="262533" x="3962400" y="2590800"/>
          <p14:tracePt t="262546" x="3975100" y="2601913"/>
          <p14:tracePt t="262557" x="3987800" y="2614613"/>
          <p14:tracePt t="262567" x="3992563" y="2633663"/>
          <p14:tracePt t="262579" x="4005263" y="2651125"/>
          <p14:tracePt t="262590" x="4024313" y="2663825"/>
          <p14:tracePt t="262602" x="4048125" y="2681288"/>
          <p14:tracePt t="262614" x="4067175" y="2693988"/>
          <p14:tracePt t="262624" x="4090988" y="2706688"/>
          <p14:tracePt t="262635" x="4110038" y="2706688"/>
          <p14:tracePt t="262647" x="4127500" y="2719388"/>
          <p14:tracePt t="262657" x="4140200" y="2719388"/>
          <p14:tracePt t="262668" x="4152900" y="2719388"/>
          <p14:tracePt t="262680" x="4159250" y="2719388"/>
          <p14:tracePt t="262691" x="4170363" y="2719388"/>
          <p14:tracePt t="262703" x="4170363" y="2706688"/>
          <p14:tracePt t="262725" x="4183063" y="2693988"/>
          <p14:tracePt t="262747" x="4183063" y="2681288"/>
          <p14:tracePt t="262758" x="4170363" y="2676525"/>
          <p14:tracePt t="262771" x="4159250" y="2676525"/>
          <p14:tracePt t="262781" x="4152900" y="2663825"/>
          <p14:tracePt t="262803" x="4140200" y="2663825"/>
          <p14:tracePt t="262807" x="4110038" y="2663825"/>
          <p14:tracePt t="262815" x="4078288" y="2663825"/>
          <p14:tracePt t="262827" x="4054475" y="2663825"/>
          <p14:tracePt t="262838" x="4035425" y="2663825"/>
          <p14:tracePt t="262849" x="4024313" y="2676525"/>
          <p14:tracePt t="262859" x="4024313" y="2681288"/>
          <p14:tracePt t="262871" x="4024313" y="2693988"/>
          <p14:tracePt t="262882" x="4035425" y="2693988"/>
          <p14:tracePt t="262893" x="4054475" y="2706688"/>
          <p14:tracePt t="262906" x="4090988" y="2719388"/>
          <p14:tracePt t="262916" x="4110038" y="2724150"/>
          <p14:tracePt t="262927" x="4140200" y="2724150"/>
          <p14:tracePt t="262938" x="4170363" y="2724150"/>
          <p14:tracePt t="262950" x="4195763" y="2724150"/>
          <p14:tracePt t="262961" x="4202113" y="2719388"/>
          <p14:tracePt t="262983" x="4202113" y="2706688"/>
          <p14:tracePt t="263006" x="4202113" y="2693988"/>
          <p14:tracePt t="263017" x="4195763" y="2681288"/>
          <p14:tracePt t="263029" x="4183063" y="2676525"/>
          <p14:tracePt t="263040" x="4170363" y="2676525"/>
          <p14:tracePt t="263051" x="4152900" y="2676525"/>
          <p14:tracePt t="263063" x="4127500" y="2676525"/>
          <p14:tracePt t="263073" x="4121150" y="2676525"/>
          <p14:tracePt t="263085" x="4110038" y="2681288"/>
          <p14:tracePt t="263096" x="4097338" y="2681288"/>
          <p14:tracePt t="263107" x="4097338" y="2693988"/>
          <p14:tracePt t="263118" x="4110038" y="2706688"/>
          <p14:tracePt t="263141" x="4127500" y="2719388"/>
          <p14:tracePt t="263153" x="4152900" y="2719388"/>
          <p14:tracePt t="263163" x="4170363" y="2719388"/>
          <p14:tracePt t="263175" x="4195763" y="2719388"/>
          <p14:tracePt t="263186" x="4202113" y="2719388"/>
          <p14:tracePt t="263197" x="4213225" y="2706688"/>
          <p14:tracePt t="263208" x="4225925" y="2706688"/>
          <p14:tracePt t="263320" x="4213225" y="2706688"/>
          <p14:tracePt t="263332" x="4195763" y="2706688"/>
          <p14:tracePt t="263343" x="4170363" y="2706688"/>
          <p14:tracePt t="263581" x="4183063" y="2706688"/>
          <p14:tracePt t="263592" x="4195763" y="2706688"/>
          <p14:tracePt t="263603" x="4213225" y="2706688"/>
          <p14:tracePt t="263613" x="4225925" y="2719388"/>
          <p14:tracePt t="263626" x="4262438" y="2719388"/>
          <p14:tracePt t="263636" x="4287838" y="2719388"/>
          <p14:tracePt t="263647" x="4305300" y="2724150"/>
          <p14:tracePt t="263659" x="4330700" y="2724150"/>
          <p14:tracePt t="263670" x="4335463" y="2724150"/>
          <p14:tracePt t="263681" x="4367213" y="2724150"/>
          <p14:tracePt t="263692" x="4378325" y="2724150"/>
          <p14:tracePt t="263704" x="4397375" y="2736850"/>
          <p14:tracePt t="263715" x="4421188" y="2736850"/>
          <p14:tracePt t="263726" x="4433888" y="2736850"/>
          <p14:tracePt t="263737" x="4452938" y="2736850"/>
          <p14:tracePt t="263760" x="4464050" y="2736850"/>
          <p14:tracePt t="263771" x="4470400" y="2736850"/>
          <p14:tracePt t="263783" x="4483100" y="2724150"/>
          <p14:tracePt t="263793" x="4495800" y="2724150"/>
          <p14:tracePt t="263804" x="4513263" y="2724150"/>
          <p14:tracePt t="263817" x="4525963" y="2724150"/>
          <p14:tracePt t="263827" x="4538663" y="2724150"/>
          <p14:tracePt t="263850" x="4545013" y="2719388"/>
          <p14:tracePt t="263872" x="4556125" y="2719388"/>
          <p14:tracePt t="263884" x="4568825" y="2719388"/>
          <p14:tracePt t="263905" x="4575175" y="2719388"/>
          <p14:tracePt t="263928" x="4587875" y="2706688"/>
          <p14:tracePt t="263962" x="4598988" y="2706688"/>
          <p14:tracePt t="263996" x="4598988" y="2693988"/>
          <p14:tracePt t="264018" x="4605338" y="2693988"/>
          <p14:tracePt t="264040" x="4618038" y="2693988"/>
          <p14:tracePt t="264052" x="4618038" y="2681288"/>
          <p14:tracePt t="264074" x="4618038" y="2676525"/>
          <p14:tracePt t="264097" x="4618038" y="2663825"/>
          <p14:tracePt t="264119" x="4605338" y="2651125"/>
          <p14:tracePt t="264142" x="4598988" y="2644775"/>
          <p14:tracePt t="264153" x="4587875" y="2644775"/>
          <p14:tracePt t="264166" x="4575175" y="2644775"/>
          <p14:tracePt t="264187" x="4568825" y="2644775"/>
          <p14:tracePt t="264198" x="4556125" y="2644775"/>
          <p14:tracePt t="264209" x="4545013" y="2644775"/>
          <p14:tracePt t="264221" x="4538663" y="2644775"/>
          <p14:tracePt t="264234" x="4525963" y="2651125"/>
          <p14:tracePt t="264243" x="4525963" y="2663825"/>
          <p14:tracePt t="264255" x="4513263" y="2676525"/>
          <p14:tracePt t="264268" x="4513263" y="2681288"/>
          <p14:tracePt t="264278" x="4513263" y="2693988"/>
          <p14:tracePt t="264288" x="4525963" y="2693988"/>
          <p14:tracePt t="264301" x="4525963" y="2706688"/>
          <p14:tracePt t="264311" x="4538663" y="2719388"/>
          <p14:tracePt t="264322" x="4545013" y="2719388"/>
          <p14:tracePt t="264334" x="4568825" y="2719388"/>
          <p14:tracePt t="264345" x="4575175" y="2719388"/>
          <p14:tracePt t="264357" x="4598988" y="2719388"/>
          <p14:tracePt t="264368" x="4618038" y="2719388"/>
          <p14:tracePt t="264378" x="4630738" y="2719388"/>
          <p14:tracePt t="264390" x="4630738" y="2706688"/>
          <p14:tracePt t="264401" x="4641850" y="2706688"/>
          <p14:tracePt t="264412" x="4641850" y="2693988"/>
          <p14:tracePt t="264424" x="4648200" y="2681288"/>
          <p14:tracePt t="264446" x="4648200" y="2676525"/>
          <p14:tracePt t="264448" x="4641850" y="2663825"/>
          <p14:tracePt t="264468" x="4630738" y="2651125"/>
          <p14:tracePt t="264479" x="4618038" y="2651125"/>
          <p14:tracePt t="264492" x="4605338" y="2651125"/>
          <p14:tracePt t="264502" x="4587875" y="2651125"/>
          <p14:tracePt t="264513" x="4575175" y="2651125"/>
          <p14:tracePt t="264525" x="4568825" y="2651125"/>
          <p14:tracePt t="264536" x="4545013" y="2663825"/>
          <p14:tracePt t="264547" x="4538663" y="2676525"/>
          <p14:tracePt t="264559" x="4525963" y="2681288"/>
          <p14:tracePt t="264570" x="4525963" y="2693988"/>
          <p14:tracePt t="264581" x="4525963" y="2706688"/>
          <p14:tracePt t="264603" x="4525963" y="2719388"/>
          <p14:tracePt t="264625" x="4538663" y="2724150"/>
          <p14:tracePt t="264637" x="4545013" y="2724150"/>
          <p14:tracePt t="264659" x="4556125" y="2724150"/>
          <p14:tracePt t="264671" x="4575175" y="2724150"/>
          <p14:tracePt t="264683" x="4587875" y="2724150"/>
          <p14:tracePt t="264694" x="4605338" y="2724150"/>
          <p14:tracePt t="264704" x="4618038" y="2724150"/>
          <p14:tracePt t="264717" x="4630738" y="2724150"/>
          <p14:tracePt t="264727" x="4630738" y="2719388"/>
          <p14:tracePt t="264738" x="4641850" y="2719388"/>
          <p14:tracePt t="264751" x="4641850" y="2706688"/>
          <p14:tracePt t="264772" x="4641850" y="2693988"/>
          <p14:tracePt t="264784" x="4641850" y="2681288"/>
          <p14:tracePt t="264794" x="4630738" y="2676525"/>
          <p14:tracePt t="264807" x="4618038" y="2663825"/>
          <p14:tracePt t="264818" x="4598988" y="2663825"/>
          <p14:tracePt t="264828" x="4575175" y="2651125"/>
          <p14:tracePt t="264840" x="4556125" y="2651125"/>
          <p14:tracePt t="264851" x="4538663" y="2644775"/>
          <p14:tracePt t="264862" x="4525963" y="2644775"/>
          <p14:tracePt t="264874" x="4513263" y="2651125"/>
          <p14:tracePt t="264885" x="4502150" y="2651125"/>
          <p14:tracePt t="264896" x="4495800" y="2651125"/>
          <p14:tracePt t="264907" x="4495800" y="2663825"/>
          <p14:tracePt t="264918" x="4495800" y="2676525"/>
          <p14:tracePt t="264941" x="4502150" y="2681288"/>
          <p14:tracePt t="264953" x="4502150" y="2693988"/>
          <p14:tracePt t="264963" x="4513263" y="2693988"/>
          <p14:tracePt t="264975" x="4525963" y="2706688"/>
          <p14:tracePt t="264986" x="4545013" y="2706688"/>
          <p14:tracePt t="264997" x="4568825" y="2706688"/>
          <p14:tracePt t="265009" x="4587875" y="2706688"/>
          <p14:tracePt t="265019" x="4618038" y="2706688"/>
          <p14:tracePt t="265031" x="4630738" y="2693988"/>
          <p14:tracePt t="265042" x="4641850" y="2693988"/>
          <p14:tracePt t="265053" x="4648200" y="2681288"/>
          <p14:tracePt t="265076" x="4648200" y="2676525"/>
          <p14:tracePt t="265087" x="4648200" y="2663825"/>
          <p14:tracePt t="265098" x="4641850" y="2651125"/>
          <p14:tracePt t="265110" x="4630738" y="2651125"/>
          <p14:tracePt t="265121" x="4618038" y="2644775"/>
          <p14:tracePt t="265133" x="4605338" y="2644775"/>
          <p14:tracePt t="265143" x="4598988" y="2644775"/>
          <p14:tracePt t="265155" x="4587875" y="2644775"/>
          <p14:tracePt t="265167" x="4575175" y="2644775"/>
          <p14:tracePt t="265177" x="4568825" y="2651125"/>
          <p14:tracePt t="265189" x="4556125" y="2651125"/>
          <p14:tracePt t="265201" x="4556125" y="2663825"/>
          <p14:tracePt t="265211" x="4556125" y="2676525"/>
          <p14:tracePt t="265222" x="4545013" y="2693988"/>
          <p14:tracePt t="265234" x="4556125" y="2706688"/>
          <p14:tracePt t="265256" x="4568825" y="2719388"/>
          <p14:tracePt t="265268" x="4587875" y="2719388"/>
          <p14:tracePt t="265278" x="4598988" y="2719388"/>
          <p14:tracePt t="265290" x="4605338" y="2719388"/>
          <p14:tracePt t="265301" x="4630738" y="2719388"/>
          <p14:tracePt t="265312" x="4641850" y="2719388"/>
          <p14:tracePt t="265324" x="4648200" y="2719388"/>
          <p14:tracePt t="265335" x="4648200" y="2706688"/>
          <p14:tracePt t="265345" x="4660900" y="2706688"/>
          <p14:tracePt t="265357" x="4660900" y="2693988"/>
          <p14:tracePt t="265379" x="4648200" y="2681288"/>
          <p14:tracePt t="265413" x="4641850" y="2681288"/>
          <p14:tracePt t="265538" x="4630738" y="2681288"/>
          <p14:tracePt t="265559" x="4605338" y="2676525"/>
          <p14:tracePt t="265571" x="4598988" y="2676525"/>
          <p14:tracePt t="265583" x="4587875" y="2676525"/>
          <p14:tracePt t="265594" x="4568825" y="2663825"/>
          <p14:tracePt t="265606" x="4538663" y="2651125"/>
          <p14:tracePt t="265616" x="4513263" y="2651125"/>
          <p14:tracePt t="265627" x="4502150" y="2651125"/>
          <p14:tracePt t="265639" x="4495800" y="2651125"/>
          <p14:tracePt t="265661" x="4483100" y="2651125"/>
          <p14:tracePt t="265717" x="4483100" y="2644775"/>
          <p14:tracePt t="265728" x="4470400" y="2644775"/>
          <p14:tracePt t="265750" x="4464050" y="2644775"/>
          <p14:tracePt t="265763" x="4452938" y="2633663"/>
          <p14:tracePt t="265784" x="4440238" y="2633663"/>
          <p14:tracePt t="265797" x="4433888" y="2620963"/>
          <p14:tracePt t="265818" x="4421188" y="2614613"/>
          <p14:tracePt t="265831" x="4410075" y="2614613"/>
          <p14:tracePt t="265841" x="4397375" y="2601913"/>
          <p14:tracePt t="265852" x="4391025" y="2601913"/>
          <p14:tracePt t="265864" x="4378325" y="2590800"/>
          <p14:tracePt t="265875" x="4367213" y="2590800"/>
          <p14:tracePt t="265886" x="4367213" y="2578100"/>
          <p14:tracePt t="265898" x="4360863" y="2578100"/>
          <p14:tracePt t="265909" x="4348163" y="2571750"/>
          <p14:tracePt t="265919" x="4335463" y="2571750"/>
          <p14:tracePt t="265931" x="4335463" y="2559050"/>
          <p14:tracePt t="265942" x="4330700" y="2559050"/>
          <p14:tracePt t="265953" x="4318000" y="2547938"/>
          <p14:tracePt t="265966" x="4305300" y="2547938"/>
          <p14:tracePt t="265976" x="4305300" y="2541588"/>
          <p14:tracePt t="265987" x="4292600" y="2541588"/>
          <p14:tracePt t="266010" x="4287838" y="2541588"/>
          <p14:tracePt t="266021" x="4287838" y="2528888"/>
          <p14:tracePt t="266032" x="4275138" y="2528888"/>
          <p14:tracePt t="266043" x="4262438" y="2516188"/>
          <p14:tracePt t="266066" x="4256088" y="2516188"/>
          <p14:tracePt t="266077" x="4256088" y="2509838"/>
          <p14:tracePt t="266099" x="4244975" y="2509838"/>
          <p14:tracePt t="266144" x="4232275" y="2509838"/>
          <p14:tracePt t="266161" x="4232275" y="2498725"/>
          <p14:tracePt t="266172" x="4225925" y="2498725"/>
          <p14:tracePt t="266179" x="4213225" y="2498725"/>
          <p14:tracePt t="266371" x="4225925" y="2498725"/>
          <p14:tracePt t="266392" x="4232275" y="2509838"/>
          <p14:tracePt t="266425" x="4244975" y="2509838"/>
          <p14:tracePt t="266437" x="4256088" y="2516188"/>
          <p14:tracePt t="266459" x="4262438" y="2516188"/>
          <p14:tracePt t="266482" x="4275138" y="2528888"/>
          <p14:tracePt t="266505" x="4287838" y="2528888"/>
          <p14:tracePt t="266628" x="4275138" y="2528888"/>
          <p14:tracePt t="266653" x="4262438" y="2516188"/>
          <p14:tracePt t="266662" x="4256088" y="2516188"/>
          <p14:tracePt t="266673" x="4244975" y="2509838"/>
          <p14:tracePt t="266685" x="4232275" y="2509838"/>
          <p14:tracePt t="266696" x="4225925" y="2498725"/>
          <p14:tracePt t="266707" x="4213225" y="2498725"/>
          <p14:tracePt t="266718" x="4202113" y="2486025"/>
          <p14:tracePt t="266853" x="4213225" y="2498725"/>
          <p14:tracePt t="266864" x="4225925" y="2498725"/>
          <p14:tracePt t="266876" x="4232275" y="2509838"/>
          <p14:tracePt t="266887" x="4244975" y="2516188"/>
          <p14:tracePt t="266899" x="4262438" y="2516188"/>
          <p14:tracePt t="266910" x="4275138" y="2528888"/>
          <p14:tracePt t="266922" x="4287838" y="2541588"/>
          <p14:tracePt t="266954" x="4292600" y="2541588"/>
          <p14:tracePt t="267123" x="4305300" y="2547938"/>
          <p14:tracePt t="267148" x="4330700" y="2559050"/>
          <p14:tracePt t="267158" x="4348163" y="2571750"/>
          <p14:tracePt t="267169" x="4360863" y="2578100"/>
          <p14:tracePt t="267180" x="4378325" y="2578100"/>
          <p14:tracePt t="267192" x="4391025" y="2590800"/>
          <p14:tracePt t="267203" x="4397375" y="2601913"/>
          <p14:tracePt t="267215" x="4410075" y="2601913"/>
          <p14:tracePt t="267226" x="4421188" y="2601913"/>
          <p14:tracePt t="267236" x="4421188" y="2614613"/>
          <p14:tracePt t="267247" x="4433888" y="2614613"/>
          <p14:tracePt t="267259" x="4440238" y="2614613"/>
          <p14:tracePt t="267281" x="4452938" y="2620963"/>
          <p14:tracePt t="267303" x="4464050" y="2620963"/>
          <p14:tracePt t="267316" x="4470400" y="2633663"/>
          <p14:tracePt t="267327" x="4483100" y="2633663"/>
          <p14:tracePt t="267349" x="4495800" y="2644775"/>
          <p14:tracePt t="267371" x="4502150" y="2644775"/>
          <p14:tracePt t="267393" x="4502150" y="2651125"/>
          <p14:tracePt t="267406" x="4513263" y="2651125"/>
          <p14:tracePt t="267427" x="4525963" y="2663825"/>
          <p14:tracePt t="267438" x="4538663" y="2663825"/>
          <p14:tracePt t="267450" x="4538663" y="2676525"/>
          <p14:tracePt t="267461" x="4545013" y="2676525"/>
          <p14:tracePt t="267483" x="4556125" y="2681288"/>
          <p14:tracePt t="267494" x="4568825" y="2681288"/>
          <p14:tracePt t="267517" x="4575175" y="2681288"/>
          <p14:tracePt t="267539" x="4587875" y="2681288"/>
          <p14:tracePt t="267562" x="4598988" y="2681288"/>
          <p14:tracePt t="267597" x="4605338" y="2681288"/>
          <p14:tracePt t="267607" x="4618038" y="2681288"/>
          <p14:tracePt t="267619" x="4630738" y="2681288"/>
          <p14:tracePt t="267630" x="4630738" y="2676525"/>
          <p14:tracePt t="267663" x="4630738" y="2663825"/>
          <p14:tracePt t="267674" x="4618038" y="2663825"/>
          <p14:tracePt t="267686" x="4605338" y="2663825"/>
          <p14:tracePt t="267697" x="4598988" y="2651125"/>
          <p14:tracePt t="267709" x="4575175" y="2651125"/>
          <p14:tracePt t="267719" x="4568825" y="2651125"/>
          <p14:tracePt t="267733" x="4545013" y="2651125"/>
          <p14:tracePt t="267744" x="4538663" y="2651125"/>
          <p14:tracePt t="267753" x="4525963" y="2663825"/>
          <p14:tracePt t="267767" x="4513263" y="2663825"/>
          <p14:tracePt t="267777" x="4513263" y="2676525"/>
          <p14:tracePt t="267788" x="4513263" y="2681288"/>
          <p14:tracePt t="267800" x="4513263" y="2693988"/>
          <p14:tracePt t="267821" x="4525963" y="2706688"/>
          <p14:tracePt t="267843" x="4545013" y="2719388"/>
          <p14:tracePt t="267856" x="4556125" y="2719388"/>
          <p14:tracePt t="267877" x="4575175" y="2719388"/>
          <p14:tracePt t="267880" x="4598988" y="2719388"/>
          <p14:tracePt t="267889" x="4605338" y="2719388"/>
          <p14:tracePt t="267901" x="4630738" y="2719388"/>
          <p14:tracePt t="267912" x="4641850" y="2719388"/>
          <p14:tracePt t="267923" x="4641850" y="2706688"/>
          <p14:tracePt t="267944" x="4641850" y="2693988"/>
          <p14:tracePt t="267967" x="4641850" y="2681288"/>
          <p14:tracePt t="267978" x="4630738" y="2676525"/>
          <p14:tracePt t="267991" x="4618038" y="2663825"/>
          <p14:tracePt t="268002" x="4598988" y="2663825"/>
          <p14:tracePt t="268012" x="4568825" y="2651125"/>
          <p14:tracePt t="268025" x="4556125" y="2651125"/>
          <p14:tracePt t="268036" x="4538663" y="2651125"/>
          <p14:tracePt t="268046" x="4525963" y="2663825"/>
          <p14:tracePt t="268059" x="4513263" y="2663825"/>
          <p14:tracePt t="268069" x="4513263" y="2676525"/>
          <p14:tracePt t="268080" x="4502150" y="2681288"/>
          <p14:tracePt t="268102" x="4502150" y="2693988"/>
          <p14:tracePt t="268113" x="4513263" y="2693988"/>
          <p14:tracePt t="268124" x="4513263" y="2706688"/>
          <p14:tracePt t="268136" x="4538663" y="2706688"/>
          <p14:tracePt t="268147" x="4545013" y="2719388"/>
          <p14:tracePt t="268159" x="4575175" y="2719388"/>
          <p14:tracePt t="268170" x="4598988" y="2719388"/>
          <p14:tracePt t="268182" x="4618038" y="2719388"/>
          <p14:tracePt t="268193" x="4641850" y="2719388"/>
          <p14:tracePt t="268204" x="4648200" y="2719388"/>
          <p14:tracePt t="268216" x="4660900" y="2706688"/>
          <p14:tracePt t="268259" x="4660900" y="2693988"/>
          <p14:tracePt t="268360" x="4648200" y="2693988"/>
          <p14:tracePt t="269879" x="4630738" y="2693988"/>
          <p14:tracePt t="270104" x="4641850" y="2693988"/>
          <p14:tracePt t="270116" x="4660900" y="2706688"/>
          <p14:tracePt t="270127" x="4679950" y="2706688"/>
          <p14:tracePt t="270139" x="4703763" y="2706688"/>
          <p14:tracePt t="270150" x="4710113" y="2706688"/>
          <p14:tracePt t="270183" x="4722813" y="2706688"/>
          <p14:tracePt t="270206" x="4733925" y="2706688"/>
          <p14:tracePt t="270228" x="4746625" y="2706688"/>
          <p14:tracePt t="270240" x="4752975" y="2706688"/>
          <p14:tracePt t="270251" x="4765675" y="2706688"/>
          <p14:tracePt t="270262" x="4776788" y="2706688"/>
          <p14:tracePt t="270276" x="4795838" y="2706688"/>
          <p14:tracePt t="270285" x="4808538" y="2706688"/>
          <p14:tracePt t="270296" x="4813300" y="2706688"/>
          <p14:tracePt t="270309" x="4813300" y="2719388"/>
          <p14:tracePt t="270319" x="4826000" y="2719388"/>
          <p14:tracePt t="270329" x="4826000" y="2706688"/>
          <p14:tracePt t="270476" x="4808538" y="2706688"/>
          <p14:tracePt t="270487" x="4765675" y="2706688"/>
          <p14:tracePt t="270499" x="4722813" y="2706688"/>
          <p14:tracePt t="270790" x="4733925" y="2706688"/>
          <p14:tracePt t="270880" x="4733925" y="2719388"/>
          <p14:tracePt t="270959" x="4746625" y="2719388"/>
          <p14:tracePt t="271038" x="4746625" y="2706688"/>
          <p14:tracePt t="271119" x="4746625" y="2719388"/>
          <p14:tracePt t="271173" x="4733925" y="2719388"/>
          <p14:tracePt t="271195" x="4733925" y="2724150"/>
          <p14:tracePt t="271229" x="4746625" y="2724150"/>
          <p14:tracePt t="271341" x="4746625" y="2736850"/>
          <p14:tracePt t="271353" x="4733925" y="2736850"/>
          <p14:tracePt t="271387" x="4722813" y="2749550"/>
          <p14:tracePt t="271417" x="4703763" y="2749550"/>
          <p14:tracePt t="271421" x="4679950" y="2749550"/>
          <p14:tracePt t="271432" x="4660900" y="2749550"/>
          <p14:tracePt t="271916" x="4673600" y="2749550"/>
          <p14:tracePt t="271994" x="4679950" y="2749550"/>
          <p14:tracePt t="272028" x="4691063" y="2749550"/>
          <p14:tracePt t="272592" x="4703763" y="2749550"/>
          <p14:tracePt t="273479" x="4710113" y="2755900"/>
          <p14:tracePt t="273491" x="4703763" y="2755900"/>
          <p14:tracePt t="273502" x="4679950" y="2749550"/>
          <p14:tracePt t="273515" x="4660900" y="2749550"/>
          <p14:tracePt t="273749" x="4673600" y="2749550"/>
          <p14:tracePt t="273762" x="4691063" y="2749550"/>
          <p14:tracePt t="273772" x="4710113" y="2749550"/>
          <p14:tracePt t="273783" x="4752975" y="2749550"/>
          <p14:tracePt t="273795" x="4783138" y="2749550"/>
          <p14:tracePt t="273806" x="4851400" y="2749550"/>
          <p14:tracePt t="273818" x="4899025" y="2749550"/>
          <p14:tracePt t="273828" x="4930775" y="2749550"/>
          <p14:tracePt t="273840" x="4973638" y="2749550"/>
          <p14:tracePt t="273852" x="5003800" y="2749550"/>
          <p14:tracePt t="273884" x="5033963" y="2749550"/>
          <p14:tracePt t="273889" x="5065713" y="2749550"/>
          <p14:tracePt t="273896" x="5089525" y="2749550"/>
          <p14:tracePt t="273899" x="5108575" y="2749550"/>
          <p14:tracePt t="273911" x="5119688" y="2749550"/>
          <p14:tracePt t="273919" x="5138738" y="2749550"/>
          <p14:tracePt t="273930" x="5156200" y="2749550"/>
          <p14:tracePt t="273943" x="5181600" y="2749550"/>
          <p14:tracePt t="273953" x="5199063" y="2749550"/>
          <p14:tracePt t="273964" x="5211763" y="2749550"/>
          <p14:tracePt t="273977" x="5224463" y="2749550"/>
          <p14:tracePt t="273986" x="5230813" y="2749550"/>
          <p14:tracePt t="273997" x="5230813" y="2736850"/>
          <p14:tracePt t="274019" x="5241925" y="2736850"/>
          <p14:tracePt t="274042" x="5241925" y="2724150"/>
          <p14:tracePt t="274165" x="5230813" y="2724150"/>
          <p14:tracePt t="274255" x="5224463" y="2724150"/>
          <p14:tracePt t="274267" x="5211763" y="2724150"/>
          <p14:tracePt t="274289" x="5199063" y="2724150"/>
          <p14:tracePt t="274323" x="5194300" y="2724150"/>
          <p14:tracePt t="274326" x="5194300" y="2736850"/>
          <p14:tracePt t="274447" x="5199063" y="2736850"/>
          <p14:tracePt t="274460" x="5211763" y="2736850"/>
          <p14:tracePt t="274469" x="5230813" y="2749550"/>
          <p14:tracePt t="274481" x="5241925" y="2749550"/>
          <p14:tracePt t="274492" x="5260975" y="2749550"/>
          <p14:tracePt t="274506" x="5273675" y="2749550"/>
          <p14:tracePt t="274515" x="5284788" y="2749550"/>
          <p14:tracePt t="274559" x="5273675" y="2749550"/>
          <p14:tracePt t="274572" x="5254625" y="2749550"/>
          <p14:tracePt t="274583" x="5211763" y="2736850"/>
          <p14:tracePt t="274594" x="5151438" y="2736850"/>
          <p14:tracePt t="274606" x="5089525" y="2724150"/>
          <p14:tracePt t="274616" x="5046663" y="2724150"/>
          <p14:tracePt t="274627" x="5003800" y="2724150"/>
          <p14:tracePt t="274640" x="4984750" y="2724150"/>
          <p14:tracePt t="274661" x="4973638" y="2724150"/>
          <p14:tracePt t="274683" x="4984750" y="2724150"/>
          <p14:tracePt t="274706" x="5003800" y="2736850"/>
          <p14:tracePt t="274717" x="5016500" y="2736850"/>
          <p14:tracePt t="274729" x="5046663" y="2749550"/>
          <p14:tracePt t="274741" x="5076825" y="2749550"/>
          <p14:tracePt t="274752" x="5119688" y="2755900"/>
          <p14:tracePt t="274762" x="5168900" y="2755900"/>
          <p14:tracePt t="274774" x="5211763" y="2767013"/>
          <p14:tracePt t="274786" x="5230813" y="2767013"/>
          <p14:tracePt t="274797" x="5254625" y="2767013"/>
          <p14:tracePt t="274808" x="5260975" y="2767013"/>
          <p14:tracePt t="274841" x="5254625" y="2767013"/>
          <p14:tracePt t="274852" x="5241925" y="2755900"/>
          <p14:tracePt t="274864" x="5224463" y="2755900"/>
          <p14:tracePt t="274875" x="5199063" y="2755900"/>
          <p14:tracePt t="274886" x="5168900" y="2755900"/>
          <p14:tracePt t="274898" x="5151438" y="2755900"/>
          <p14:tracePt t="274931" x="5126038" y="2749550"/>
          <p14:tracePt t="274935" x="5119688" y="2749550"/>
          <p14:tracePt t="274942" x="5108575" y="2749550"/>
          <p14:tracePt t="274977" x="5119688" y="2755900"/>
          <p14:tracePt t="274988" x="5126038" y="2755900"/>
          <p14:tracePt t="274999" x="5138738" y="2755900"/>
          <p14:tracePt t="275009" x="5156200" y="2755900"/>
          <p14:tracePt t="275022" x="5194300" y="2755900"/>
          <p14:tracePt t="275032" x="5211763" y="2755900"/>
          <p14:tracePt t="275043" x="5230813" y="2755900"/>
          <p14:tracePt t="275055" x="5254625" y="2755900"/>
          <p14:tracePt t="275066" x="5260975" y="2755900"/>
          <p14:tracePt t="275121" x="5241925" y="2755900"/>
          <p14:tracePt t="275133" x="5224463" y="2755900"/>
          <p14:tracePt t="275145" x="5194300" y="2755900"/>
          <p14:tracePt t="275156" x="5168900" y="2755900"/>
          <p14:tracePt t="275167" x="5151438" y="2755900"/>
          <p14:tracePt t="275179" x="5119688" y="2755900"/>
          <p14:tracePt t="275190" x="5108575" y="2755900"/>
          <p14:tracePt t="275245" x="5119688" y="2755900"/>
          <p14:tracePt t="275257" x="5126038" y="2755900"/>
          <p14:tracePt t="275268" x="5151438" y="2755900"/>
          <p14:tracePt t="275280" x="5181600" y="2767013"/>
          <p14:tracePt t="275291" x="5199063" y="2767013"/>
          <p14:tracePt t="275302" x="5230813" y="2767013"/>
          <p14:tracePt t="275314" x="5260975" y="2767013"/>
          <p14:tracePt t="275325" x="5284788" y="2767013"/>
          <p14:tracePt t="275336" x="5297488" y="2767013"/>
          <p14:tracePt t="275392" x="5273675" y="2767013"/>
          <p14:tracePt t="275403" x="5260975" y="2767013"/>
          <p14:tracePt t="275416" x="5241925" y="2767013"/>
          <p14:tracePt t="275427" x="5230813" y="2767013"/>
          <p14:tracePt t="275438" x="5199063" y="2767013"/>
          <p14:tracePt t="275449" x="5181600" y="2767013"/>
          <p14:tracePt t="275461" x="5168900" y="2767013"/>
          <p14:tracePt t="275482" x="5156200" y="2767013"/>
          <p14:tracePt t="275527" x="5168900" y="2767013"/>
          <p14:tracePt t="275539" x="5181600" y="2767013"/>
          <p14:tracePt t="275550" x="5199063" y="2767013"/>
          <p14:tracePt t="275561" x="5224463" y="2767013"/>
          <p14:tracePt t="275573" x="5241925" y="2767013"/>
          <p14:tracePt t="275583" x="5273675" y="2767013"/>
          <p14:tracePt t="275596" x="5297488" y="2767013"/>
          <p14:tracePt t="275606" x="5316538" y="2767013"/>
          <p14:tracePt t="275662" x="5297488" y="2767013"/>
          <p14:tracePt t="275674" x="5273675" y="2767013"/>
          <p14:tracePt t="275684" x="5254625" y="2767013"/>
          <p14:tracePt t="275697" x="5211763" y="2767013"/>
          <p14:tracePt t="275708" x="5168900" y="2767013"/>
          <p14:tracePt t="275718" x="5138738" y="2767013"/>
          <p14:tracePt t="275731" x="5108575" y="2767013"/>
          <p14:tracePt t="275741" x="5095875" y="2767013"/>
          <p14:tracePt t="275752" x="5089525" y="2767013"/>
          <p14:tracePt t="275808" x="5095875" y="2767013"/>
          <p14:tracePt t="275819" x="5108575" y="2767013"/>
          <p14:tracePt t="275831" x="5126038" y="2767013"/>
          <p14:tracePt t="275842" x="5151438" y="2767013"/>
          <p14:tracePt t="275853" x="5168900" y="2767013"/>
          <p14:tracePt t="275876" x="5211763" y="2767013"/>
          <p14:tracePt t="275888" x="5241925" y="2767013"/>
          <p14:tracePt t="275889" x="5260975" y="2767013"/>
          <p14:tracePt t="275899" x="5284788" y="2767013"/>
          <p14:tracePt t="275954" x="5260975" y="2767013"/>
          <p14:tracePt t="275987" x="5230813" y="2767013"/>
          <p14:tracePt t="275988" x="5199063" y="2767013"/>
          <p14:tracePt t="276000" x="5181600" y="2767013"/>
          <p14:tracePt t="276012" x="5156200" y="2767013"/>
          <p14:tracePt t="276023" x="5151438" y="2767013"/>
          <p14:tracePt t="276100" x="5156200" y="2767013"/>
          <p14:tracePt t="276114" x="5168900" y="2767013"/>
          <p14:tracePt t="276124" x="5181600" y="2767013"/>
          <p14:tracePt t="276135" x="5194300" y="2767013"/>
          <p14:tracePt t="276147" x="5199063" y="2767013"/>
          <p14:tracePt t="276157" x="5224463" y="2767013"/>
          <p14:tracePt t="276168" x="5241925" y="2767013"/>
          <p14:tracePt t="276181" x="5260975" y="2767013"/>
          <p14:tracePt t="276202" x="5273675" y="2767013"/>
          <p14:tracePt t="280253" x="5260975" y="2767013"/>
          <p14:tracePt t="280264" x="5241925" y="2767013"/>
          <p14:tracePt t="280275" x="5211763" y="2767013"/>
          <p14:tracePt t="280286" x="5168900" y="2767013"/>
          <p14:tracePt t="280297" x="5108575" y="2767013"/>
          <p14:tracePt t="280309" x="5053013" y="2767013"/>
          <p14:tracePt t="280320" x="4991100" y="2767013"/>
          <p14:tracePt t="280331" x="4930775" y="2767013"/>
          <p14:tracePt t="280343" x="4856163" y="2767013"/>
          <p14:tracePt t="280353" x="4765675" y="2767013"/>
          <p14:tracePt t="280365" x="4703763" y="2767013"/>
          <p14:tracePt t="280623" x="4691063" y="2767013"/>
          <p14:tracePt t="280634" x="4660900" y="2767013"/>
          <p14:tracePt t="280646" x="4630738" y="2755900"/>
          <p14:tracePt t="280658" x="4598988" y="2749550"/>
          <p14:tracePt t="280671" x="4575175" y="2749550"/>
          <p14:tracePt t="280681" x="4545013" y="2749550"/>
          <p14:tracePt t="280694" x="4525963" y="2736850"/>
          <p14:tracePt t="280705" x="4502150" y="2724150"/>
          <p14:tracePt t="280715" x="4483100" y="2724150"/>
          <p14:tracePt t="280725" x="4464050" y="2724150"/>
          <p14:tracePt t="280736" x="4433888" y="2719388"/>
          <p14:tracePt t="280748" x="4410075" y="2719388"/>
          <p14:tracePt t="280759" x="4391025" y="2719388"/>
          <p14:tracePt t="280771" x="4367213" y="2719388"/>
          <p14:tracePt t="280781" x="4360863" y="2706688"/>
          <p14:tracePt t="280792" x="4335463" y="2706688"/>
          <p14:tracePt t="280804" x="4330700" y="2706688"/>
          <p14:tracePt t="280815" x="4318000" y="2706688"/>
          <p14:tracePt t="280826" x="4292600" y="2719388"/>
          <p14:tracePt t="280838" x="4275138" y="2719388"/>
          <p14:tracePt t="280848" x="4262438" y="2719388"/>
          <p14:tracePt t="280859" x="4256088" y="2724150"/>
          <p14:tracePt t="280871" x="4244975" y="2724150"/>
          <p14:tracePt t="280882" x="4244975" y="2736850"/>
          <p14:tracePt t="280904" x="4244975" y="2749550"/>
          <p14:tracePt t="280916" x="4256088" y="2749550"/>
          <p14:tracePt t="280938" x="4262438" y="2749550"/>
          <p14:tracePt t="280949" x="4275138" y="2755900"/>
          <p14:tracePt t="280962" x="4287838" y="2755900"/>
          <p14:tracePt t="280974" x="4292600" y="2749550"/>
          <p14:tracePt t="280983" x="4305300" y="2749550"/>
          <p14:tracePt t="280996" x="4318000" y="2736850"/>
          <p14:tracePt t="281006" x="4318000" y="2724150"/>
          <p14:tracePt t="281028" x="4318000" y="2706688"/>
          <p14:tracePt t="281040" x="4292600" y="2693988"/>
          <p14:tracePt t="281051" x="4275138" y="2681288"/>
          <p14:tracePt t="281064" x="4256088" y="2676525"/>
          <p14:tracePt t="281074" x="4232275" y="2663825"/>
          <p14:tracePt t="281085" x="4213225" y="2663825"/>
          <p14:tracePt t="281097" x="4202113" y="2663825"/>
          <p14:tracePt t="281129" x="4202113" y="2676525"/>
          <p14:tracePt t="281141" x="4195763" y="2676525"/>
          <p14:tracePt t="281152" x="4195763" y="2681288"/>
          <p14:tracePt t="281164" x="4202113" y="2693988"/>
          <p14:tracePt t="281187" x="4213225" y="2706688"/>
          <p14:tracePt t="281197" x="4225925" y="2706688"/>
          <p14:tracePt t="281220" x="4232275" y="2706688"/>
          <p14:tracePt t="281223" x="4256088" y="2706688"/>
          <p14:tracePt t="281231" x="4275138" y="2706688"/>
          <p14:tracePt t="281243" x="4292600" y="2706688"/>
          <p14:tracePt t="281254" x="4305300" y="2706688"/>
          <p14:tracePt t="281265" x="4318000" y="2693988"/>
          <p14:tracePt t="281298" x="4318000" y="2681288"/>
          <p14:tracePt t="281321" x="4305300" y="2676525"/>
          <p14:tracePt t="281332" x="4292600" y="2676525"/>
          <p14:tracePt t="281344" x="4287838" y="2676525"/>
          <p14:tracePt t="281355" x="4275138" y="2676525"/>
          <p14:tracePt t="281366" x="4256088" y="2676525"/>
          <p14:tracePt t="281378" x="4244975" y="2681288"/>
          <p14:tracePt t="281389" x="4225925" y="2693988"/>
          <p14:tracePt t="281400" x="4213225" y="2693988"/>
          <p14:tracePt t="281412" x="4213225" y="2719388"/>
          <p14:tracePt t="281433" x="4213225" y="2724150"/>
          <p14:tracePt t="281445" x="4225925" y="2736850"/>
          <p14:tracePt t="281456" x="4232275" y="2736850"/>
          <p14:tracePt t="281468" x="4256088" y="2736850"/>
          <p14:tracePt t="281480" x="4275138" y="2736850"/>
          <p14:tracePt t="281490" x="4287838" y="2736850"/>
          <p14:tracePt t="281501" x="4305300" y="2724150"/>
          <p14:tracePt t="281514" x="4318000" y="2724150"/>
          <p14:tracePt t="281524" x="4318000" y="2719388"/>
          <p14:tracePt t="281534" x="4318000" y="2706688"/>
          <p14:tracePt t="281547" x="4318000" y="2693988"/>
          <p14:tracePt t="281557" x="4305300" y="2693988"/>
          <p14:tracePt t="281568" x="4287838" y="2681288"/>
          <p14:tracePt t="281581" x="4275138" y="2681288"/>
          <p14:tracePt t="281591" x="4244975" y="2681288"/>
          <p14:tracePt t="281602" x="4232275" y="2681288"/>
          <p14:tracePt t="281614" x="4213225" y="2681288"/>
          <p14:tracePt t="281636" x="4202113" y="2693988"/>
          <p14:tracePt t="281658" x="4213225" y="2693988"/>
          <p14:tracePt t="281671" x="4225925" y="2706688"/>
          <p14:tracePt t="281682" x="4232275" y="2706688"/>
          <p14:tracePt t="281695" x="4262438" y="2706688"/>
          <p14:tracePt t="281705" x="4287838" y="2706688"/>
          <p14:tracePt t="281715" x="4330700" y="2706688"/>
          <p14:tracePt t="281726" x="4367213" y="2706688"/>
          <p14:tracePt t="281738" x="4421188" y="2706688"/>
          <p14:tracePt t="281748" x="4452938" y="2706688"/>
          <p14:tracePt t="281760" x="4495800" y="2706688"/>
          <p14:tracePt t="281772" x="4513263" y="2693988"/>
          <p14:tracePt t="281782" x="4538663" y="2693988"/>
          <p14:tracePt t="281793" x="4538663" y="2681288"/>
          <p14:tracePt t="281861" x="4525963" y="2681288"/>
          <p14:tracePt t="281883" x="4513263" y="2693988"/>
          <p14:tracePt t="281906" x="4513263" y="2706688"/>
          <p14:tracePt t="281928" x="4513263" y="2719388"/>
          <p14:tracePt t="281940" x="4538663" y="2719388"/>
          <p14:tracePt t="281951" x="4556125" y="2724150"/>
          <p14:tracePt t="281963" x="4575175" y="2724150"/>
          <p14:tracePt t="281974" x="4598988" y="2724150"/>
          <p14:tracePt t="281984" x="4630738" y="2724150"/>
          <p14:tracePt t="281997" x="4648200" y="2719388"/>
          <p14:tracePt t="282018" x="4648200" y="2706688"/>
          <p14:tracePt t="282029" x="4648200" y="2693988"/>
          <p14:tracePt t="282041" x="4641850" y="2681288"/>
          <p14:tracePt t="282052" x="4618038" y="2676525"/>
          <p14:tracePt t="282065" x="4598988" y="2663825"/>
          <p14:tracePt t="282074" x="4575175" y="2663825"/>
          <p14:tracePt t="282086" x="4545013" y="2663825"/>
          <p14:tracePt t="282098" x="4538663" y="2663825"/>
          <p14:tracePt t="282109" x="4513263" y="2676525"/>
          <p14:tracePt t="282121" x="4513263" y="2681288"/>
          <p14:tracePt t="282131" x="4513263" y="2693988"/>
          <p14:tracePt t="282142" x="4513263" y="2706688"/>
          <p14:tracePt t="282154" x="4525963" y="2719388"/>
          <p14:tracePt t="282165" x="4545013" y="2719388"/>
          <p14:tracePt t="282176" x="4568825" y="2719388"/>
          <p14:tracePt t="282188" x="4587875" y="2719388"/>
          <p14:tracePt t="282199" x="4618038" y="2719388"/>
          <p14:tracePt t="282210" x="4641850" y="2706688"/>
          <p14:tracePt t="282222" x="4648200" y="2706688"/>
          <p14:tracePt t="282232" x="4648200" y="2693988"/>
          <p14:tracePt t="282243" x="4648200" y="2681288"/>
          <p14:tracePt t="282266" x="4648200" y="2676525"/>
          <p14:tracePt t="282278" x="4641850" y="2676525"/>
          <p14:tracePt t="282278" x="4630738" y="2663825"/>
          <p14:tracePt t="282289" x="4605338" y="2663825"/>
          <p14:tracePt t="282300" x="4587875" y="2663825"/>
          <p14:tracePt t="282311" x="4568825" y="2676525"/>
          <p14:tracePt t="282323" x="4556125" y="2681288"/>
          <p14:tracePt t="282333" x="4545013" y="2681288"/>
          <p14:tracePt t="282345" x="4545013" y="2693988"/>
          <p14:tracePt t="282401" x="4538663" y="2693988"/>
          <p14:tracePt t="282412" x="4513263" y="2681288"/>
          <p14:tracePt t="282424" x="4483100" y="2681288"/>
          <p14:tracePt t="282435" x="4452938" y="2681288"/>
          <p14:tracePt t="282446" x="4397375" y="2681288"/>
          <p14:tracePt t="282457" x="4348163" y="2681288"/>
          <p14:tracePt t="282468" x="4287838" y="2681288"/>
          <p14:tracePt t="282479" x="4256088" y="2681288"/>
          <p14:tracePt t="282491" x="4232275" y="2681288"/>
          <p14:tracePt t="282502" x="4213225" y="2681288"/>
          <p14:tracePt t="282524" x="4202113" y="2681288"/>
          <p14:tracePt t="282558" x="4202113" y="2676525"/>
          <p14:tracePt t="282592" x="4202113" y="2663825"/>
          <p14:tracePt t="282605" x="4195763" y="2663825"/>
          <p14:tracePt t="282615" x="4195763" y="2651125"/>
          <p14:tracePt t="282626" x="4183063" y="2644775"/>
          <p14:tracePt t="282638" x="4170363" y="2644775"/>
          <p14:tracePt t="282648" x="4159250" y="2633663"/>
          <p14:tracePt t="282660" x="4152900" y="2633663"/>
          <p14:tracePt t="282672" x="4140200" y="2633663"/>
          <p14:tracePt t="282694" x="4140200" y="2644775"/>
          <p14:tracePt t="282706" x="4140200" y="2651125"/>
          <p14:tracePt t="282716" x="4140200" y="2676525"/>
          <p14:tracePt t="282728" x="4152900" y="2693988"/>
          <p14:tracePt t="282739" x="4159250" y="2706688"/>
          <p14:tracePt t="282750" x="4183063" y="2719388"/>
          <p14:tracePt t="282762" x="4213225" y="2724150"/>
          <p14:tracePt t="282773" x="4232275" y="2724150"/>
          <p14:tracePt t="282783" x="4256088" y="2724150"/>
          <p14:tracePt t="282795" x="4275138" y="2719388"/>
          <p14:tracePt t="282806" x="4287838" y="2706688"/>
          <p14:tracePt t="282817" x="4292600" y="2706688"/>
          <p14:tracePt t="282829" x="4292600" y="2693988"/>
          <p14:tracePt t="282840" x="4287838" y="2681288"/>
          <p14:tracePt t="282851" x="4275138" y="2676525"/>
          <p14:tracePt t="282863" x="4262438" y="2663825"/>
          <p14:tracePt t="282874" x="4244975" y="2651125"/>
          <p14:tracePt t="282885" x="4225925" y="2651125"/>
          <p14:tracePt t="282896" x="4202113" y="2651125"/>
          <p14:tracePt t="282918" x="4195763" y="2651125"/>
          <p14:tracePt t="282929" x="4195763" y="2663825"/>
          <p14:tracePt t="282941" x="4195763" y="2676525"/>
          <p14:tracePt t="282952" x="4202113" y="2676525"/>
          <p14:tracePt t="282964" x="4225925" y="2693988"/>
          <p14:tracePt t="282975" x="4256088" y="2706688"/>
          <p14:tracePt t="282987" x="4292600" y="2706688"/>
          <p14:tracePt t="282997" x="4335463" y="2719388"/>
          <p14:tracePt t="283009" x="4391025" y="2719388"/>
          <p14:tracePt t="283021" x="4440238" y="2719388"/>
          <p14:tracePt t="283031" x="4495800" y="2706688"/>
          <p14:tracePt t="283042" x="4513263" y="2706688"/>
          <p14:tracePt t="283055" x="4545013" y="2693988"/>
          <p14:tracePt t="283065" x="4556125" y="2681288"/>
          <p14:tracePt t="283076" x="4568825" y="2681288"/>
          <p14:tracePt t="283088" x="4568825" y="2676525"/>
          <p14:tracePt t="283154" x="4556125" y="2676525"/>
          <p14:tracePt t="283165" x="4545013" y="2681288"/>
          <p14:tracePt t="283177" x="4545013" y="2693988"/>
          <p14:tracePt t="283200" x="4545013" y="2706688"/>
          <p14:tracePt t="283211" x="4545013" y="2719388"/>
          <p14:tracePt t="283223" x="4556125" y="2719388"/>
          <p14:tracePt t="283233" x="4575175" y="2719388"/>
          <p14:tracePt t="283245" x="4598988" y="2719388"/>
          <p14:tracePt t="283256" x="4605338" y="2719388"/>
          <p14:tracePt t="283267" x="4630738" y="2719388"/>
          <p14:tracePt t="283279" x="4641850" y="2706688"/>
          <p14:tracePt t="283323" x="4641850" y="2693988"/>
          <p14:tracePt t="283326" x="4630738" y="2681288"/>
          <p14:tracePt t="283335" x="4605338" y="2676525"/>
          <p14:tracePt t="283342" x="4598988" y="2676525"/>
          <p14:tracePt t="283347" x="4568825" y="2663825"/>
          <p14:tracePt t="283358" x="4525963" y="2663825"/>
          <p14:tracePt t="283372" x="4502150" y="2663825"/>
          <p14:tracePt t="283380" x="4495800" y="2663825"/>
          <p14:tracePt t="283392" x="4483100" y="2676525"/>
          <p14:tracePt t="283413" x="4495800" y="2681288"/>
          <p14:tracePt t="283425" x="4502150" y="2693988"/>
          <p14:tracePt t="283436" x="4525963" y="2706688"/>
          <p14:tracePt t="283447" x="4556125" y="2719388"/>
          <p14:tracePt t="283459" x="4598988" y="2719388"/>
          <p14:tracePt t="283470" x="4630738" y="2719388"/>
          <p14:tracePt t="283481" x="4660900" y="2706688"/>
          <p14:tracePt t="283492" x="4679950" y="2706688"/>
          <p14:tracePt t="283505" x="4679950" y="2693988"/>
          <p14:tracePt t="283526" x="4679950" y="2681288"/>
          <p14:tracePt t="283539" x="4679950" y="2676525"/>
          <p14:tracePt t="283548" x="4673600" y="2676525"/>
          <p14:tracePt t="283560" x="4648200" y="2663825"/>
          <p14:tracePt t="283572" x="4641850" y="2663825"/>
          <p14:tracePt t="283582" x="4618038" y="2663825"/>
          <p14:tracePt t="283593" x="4605338" y="2663825"/>
          <p14:tracePt t="283605" x="4598988" y="2663825"/>
          <p14:tracePt t="283616" x="4598988" y="2676525"/>
          <p14:tracePt t="283650" x="4598988" y="2681288"/>
          <p14:tracePt t="283661" x="4618038" y="2681288"/>
          <p14:tracePt t="283673" x="4641850" y="2681288"/>
          <p14:tracePt t="283683" x="4648200" y="2681288"/>
          <p14:tracePt t="283695" x="4679950" y="2681288"/>
          <p14:tracePt t="283706" x="4710113" y="2693988"/>
          <p14:tracePt t="283717" x="4746625" y="2693988"/>
          <p14:tracePt t="283729" x="4776788" y="2693988"/>
          <p14:tracePt t="283740" x="4826000" y="2693988"/>
          <p14:tracePt t="283751" x="4881563" y="2693988"/>
          <p14:tracePt t="283763" x="4918075" y="2693988"/>
          <p14:tracePt t="283774" x="4973638" y="2706688"/>
          <p14:tracePt t="283785" x="5033963" y="2706688"/>
          <p14:tracePt t="283797" x="5076825" y="2706688"/>
          <p14:tracePt t="283807" x="5095875" y="2706688"/>
          <p14:tracePt t="283818" x="5126038" y="2706688"/>
          <p14:tracePt t="283830" x="5138738" y="2706688"/>
          <p14:tracePt t="283841" x="5151438" y="2706688"/>
          <p14:tracePt t="283852" x="5156200" y="2706688"/>
          <p14:tracePt t="283943" x="5151438" y="2706688"/>
          <p14:tracePt t="283964" x="5138738" y="2706688"/>
          <p14:tracePt t="283976" x="5119688" y="2706688"/>
          <p14:tracePt t="283998" x="5108575" y="2706688"/>
          <p14:tracePt t="284043" x="5119688" y="2719388"/>
          <p14:tracePt t="284055" x="5138738" y="2719388"/>
          <p14:tracePt t="284066" x="5151438" y="2719388"/>
          <p14:tracePt t="284077" x="5156200" y="2719388"/>
          <p14:tracePt t="284089" x="5168900" y="2719388"/>
          <p14:tracePt t="284099" x="5181600" y="2719388"/>
          <p14:tracePt t="284156" x="5168900" y="2719388"/>
          <p14:tracePt t="284167" x="5151438" y="2719388"/>
          <p14:tracePt t="284179" x="5138738" y="2719388"/>
          <p14:tracePt t="284189" x="5126038" y="2719388"/>
          <p14:tracePt t="284201" x="5119688" y="2719388"/>
          <p14:tracePt t="284257" x="5126038" y="2719388"/>
          <p14:tracePt t="284268" x="5138738" y="2719388"/>
          <p14:tracePt t="284280" x="5151438" y="2719388"/>
          <p14:tracePt t="284291" x="5156200" y="2719388"/>
          <p14:tracePt t="284303" x="5168900" y="2719388"/>
          <p14:tracePt t="284314" x="5181600" y="2719388"/>
          <p14:tracePt t="284380" x="5168900" y="2719388"/>
          <p14:tracePt t="284392" x="5156200" y="2719388"/>
          <p14:tracePt t="284404" x="5151438" y="2719388"/>
          <p14:tracePt t="284470" x="5156200" y="2719388"/>
          <p14:tracePt t="284504" x="5168900" y="2719388"/>
          <p14:tracePt t="284965" x="5156200" y="2724150"/>
          <p14:tracePt t="284989" x="5156200" y="2736850"/>
          <p14:tracePt t="285000" x="5156200" y="2749550"/>
          <p14:tracePt t="285011" x="5156200" y="2755900"/>
          <p14:tracePt t="285024" x="5168900" y="2779713"/>
          <p14:tracePt t="285034" x="5181600" y="2822575"/>
          <p14:tracePt t="285045" x="5194300" y="2871788"/>
          <p14:tracePt t="285059" x="5211763" y="2944813"/>
          <p14:tracePt t="285069" x="5241925" y="3079750"/>
          <p14:tracePt t="285078" x="5284788" y="3257550"/>
          <p14:tracePt t="285091" x="5334000" y="3465513"/>
          <p14:tracePt t="285101" x="5376863" y="3619500"/>
          <p14:tracePt t="285113" x="5438775" y="3838575"/>
          <p14:tracePt t="285124" x="5505450" y="4059238"/>
          <p14:tracePt t="285135" x="5541963" y="4224338"/>
          <p14:tracePt t="285147" x="5584825" y="4451350"/>
          <p14:tracePt t="285158" x="5597525" y="4672013"/>
          <p14:tracePt t="285168" x="5597525" y="4899025"/>
          <p14:tracePt t="285180" x="5597525" y="5057775"/>
          <p14:tracePt t="285191" x="5584825" y="5278438"/>
          <p14:tracePt t="285203" x="5573713" y="5492750"/>
          <p14:tracePt t="285214" x="5567363" y="5700713"/>
          <p14:tracePt t="285225" x="5541963" y="5829300"/>
          <p14:tracePt t="285236" x="5537200" y="5981700"/>
          <p14:tracePt t="285248" x="5511800" y="6110288"/>
          <p14:tracePt t="285259" x="5505450" y="6215063"/>
          <p14:tracePt t="285270" x="5494338" y="6276975"/>
          <p14:tracePt t="285282" x="5505450" y="6337300"/>
          <p14:tracePt t="285293" x="5511800" y="6380163"/>
          <p14:tracePt t="285303" x="5537200" y="6429375"/>
          <p14:tracePt t="285316" x="5554663" y="6453188"/>
          <p14:tracePt t="285330" x="5597525" y="6484938"/>
          <p14:tracePt t="285340" x="5640388" y="6515100"/>
          <p14:tracePt t="285350" x="5672138" y="6534150"/>
          <p14:tracePt t="285360" x="5708650" y="6564313"/>
          <p14:tracePt t="285371" x="5745163" y="6577013"/>
          <p14:tracePt t="285383" x="5775325" y="6588125"/>
          <p14:tracePt t="285394" x="5794375" y="6600825"/>
          <p14:tracePt t="285405" x="5805488" y="6600825"/>
          <p14:tracePt t="285416" x="5811838" y="6600825"/>
          <p14:tracePt t="285428" x="5824538" y="6600825"/>
          <p14:tracePt t="285438" x="5824538" y="6607175"/>
          <p14:tracePt t="285450" x="5837238" y="6619875"/>
          <p14:tracePt t="285461" x="5848350" y="6637338"/>
          <p14:tracePt t="285473" x="5848350" y="6662738"/>
          <p14:tracePt t="285483" x="5848350" y="6680200"/>
          <p14:tracePt t="285495" x="5848350" y="6723063"/>
          <p14:tracePt t="285507" x="5848350" y="6772275"/>
          <p14:tracePt t="285517" x="5811838" y="6827838"/>
          <p14:tracePt t="286476" x="0" y="0"/>
        </p14:tracePtLst>
        <p14:tracePtLst>
          <p14:tracePt t="323793" x="3111500" y="6845300"/>
          <p14:tracePt t="323802" x="3214688" y="6742113"/>
          <p14:tracePt t="323815" x="3289300" y="6662738"/>
          <p14:tracePt t="323825" x="3392488" y="6502400"/>
          <p14:tracePt t="323835" x="3497263" y="6307138"/>
          <p14:tracePt t="323846" x="3606800" y="6086475"/>
          <p14:tracePt t="323857" x="3681413" y="5921375"/>
          <p14:tracePt t="323869" x="3784600" y="5670550"/>
          <p14:tracePt t="323880" x="3859213" y="5430838"/>
          <p14:tracePt t="323891" x="3932238" y="5205413"/>
          <p14:tracePt t="323902" x="3975100" y="5045075"/>
          <p14:tracePt t="323915" x="4005263" y="4830763"/>
          <p14:tracePt t="323925" x="4035425" y="4641850"/>
          <p14:tracePt t="323937" x="4048125" y="4476750"/>
          <p14:tracePt t="323948" x="4048125" y="4371975"/>
          <p14:tracePt t="323959" x="4048125" y="4237038"/>
          <p14:tracePt t="323971" x="4048125" y="4121150"/>
          <p14:tracePt t="323981" x="4048125" y="4029075"/>
          <p14:tracePt t="323993" x="4035425" y="3973513"/>
          <p14:tracePt t="324005" x="4035425" y="3913188"/>
          <p14:tracePt t="324015" x="4024313" y="3863975"/>
          <p14:tracePt t="324026" x="4017963" y="3821113"/>
          <p14:tracePt t="324038" x="4005263" y="3790950"/>
          <p14:tracePt t="324049" x="3987800" y="3759200"/>
          <p14:tracePt t="324060" x="3975100" y="3735388"/>
          <p14:tracePt t="324072" x="3975100" y="3722688"/>
          <p14:tracePt t="324083" x="3962400" y="3705225"/>
          <p14:tracePt t="324095" x="3949700" y="3686175"/>
          <p14:tracePt t="324105" x="3949700" y="3673475"/>
          <p14:tracePt t="324116" x="3949700" y="3662363"/>
          <p14:tracePt t="324127" x="3949700" y="3656013"/>
          <p14:tracePt t="324139" x="3944938" y="3643313"/>
          <p14:tracePt t="324150" x="3944938" y="3619500"/>
          <p14:tracePt t="324161" x="3944938" y="3613150"/>
          <p14:tracePt t="324173" x="3944938" y="3600450"/>
          <p14:tracePt t="324184" x="3944938" y="3587750"/>
          <p14:tracePt t="324217" x="3944938" y="3570288"/>
          <p14:tracePt t="324222" x="3944938" y="3538538"/>
          <p14:tracePt t="324231" x="3944938" y="3448050"/>
          <p14:tracePt t="324241" x="3944938" y="3405188"/>
          <p14:tracePt t="324251" x="3944938" y="3330575"/>
          <p14:tracePt t="324263" x="3944938" y="3238500"/>
          <p14:tracePt t="324274" x="3944938" y="3141663"/>
          <p14:tracePt t="324285" x="3944938" y="3067050"/>
          <p14:tracePt t="324296" x="3944938" y="2987675"/>
          <p14:tracePt t="324308" x="3944938" y="2914650"/>
          <p14:tracePt t="324319" x="3944938" y="2852738"/>
          <p14:tracePt t="324331" x="3944938" y="2809875"/>
          <p14:tracePt t="324352" x="3944938" y="2755900"/>
          <p14:tracePt t="324356" x="3944938" y="2724150"/>
          <p14:tracePt t="324375" x="3944938" y="2719388"/>
          <p14:tracePt t="324454" x="3944938" y="2706688"/>
          <p14:tracePt t="324465" x="3932238" y="2706688"/>
          <p14:tracePt t="324476" x="3919538" y="2706688"/>
          <p14:tracePt t="324489" x="3913188" y="2706688"/>
          <p14:tracePt t="324499" x="3889375" y="2693988"/>
          <p14:tracePt t="324510" x="3870325" y="2693988"/>
          <p14:tracePt t="324523" x="3840163" y="2693988"/>
          <p14:tracePt t="324532" x="3810000" y="2693988"/>
          <p14:tracePt t="324544" x="3784600" y="2706688"/>
          <p14:tracePt t="324556" x="3767138" y="2706688"/>
          <p14:tracePt t="324566" x="3754438" y="2719388"/>
          <p14:tracePt t="324578" x="3741738" y="2724150"/>
          <p14:tracePt t="324590" x="3724275" y="2749550"/>
          <p14:tracePt t="324600" x="3724275" y="2779713"/>
          <p14:tracePt t="324612" x="3724275" y="2798763"/>
          <p14:tracePt t="324623" x="3724275" y="2822575"/>
          <p14:tracePt t="324634" x="3735388" y="2841625"/>
          <p14:tracePt t="324645" x="3741738" y="2859088"/>
          <p14:tracePt t="324657" x="3767138" y="2871788"/>
          <p14:tracePt t="324668" x="3784600" y="2871788"/>
          <p14:tracePt t="324679" x="3810000" y="2871788"/>
          <p14:tracePt t="324690" x="3840163" y="2871788"/>
          <p14:tracePt t="324701" x="3859213" y="2871788"/>
          <p14:tracePt t="324713" x="3870325" y="2859088"/>
          <p14:tracePt t="324724" x="3889375" y="2852738"/>
          <p14:tracePt t="324735" x="3902075" y="2828925"/>
          <p14:tracePt t="324747" x="3902075" y="2809875"/>
          <p14:tracePt t="324758" x="3902075" y="2786063"/>
          <p14:tracePt t="324769" x="3889375" y="2779713"/>
          <p14:tracePt t="324781" x="3870325" y="2755900"/>
          <p14:tracePt t="324792" x="3846513" y="2749550"/>
          <p14:tracePt t="324803" x="3816350" y="2749550"/>
          <p14:tracePt t="324814" x="3778250" y="2749550"/>
          <p14:tracePt t="324825" x="3741738" y="2755900"/>
          <p14:tracePt t="324836" x="3724275" y="2767013"/>
          <p14:tracePt t="324848" x="3705225" y="2786063"/>
          <p14:tracePt t="324859" x="3681413" y="2822575"/>
          <p14:tracePt t="324870" x="3681413" y="2841625"/>
          <p14:tracePt t="324882" x="3681413" y="2852738"/>
          <p14:tracePt t="324893" x="3692525" y="2871788"/>
          <p14:tracePt t="324904" x="3705225" y="2884488"/>
          <p14:tracePt t="324915" x="3724275" y="2890838"/>
          <p14:tracePt t="324927" x="3735388" y="2901950"/>
          <p14:tracePt t="324938" x="3754438" y="2901950"/>
          <p14:tracePt t="324949" x="3778250" y="2901950"/>
          <p14:tracePt t="324960" x="3784600" y="2890838"/>
          <p14:tracePt t="324973" x="3797300" y="2890838"/>
          <p14:tracePt t="324983" x="3797300" y="2884488"/>
          <p14:tracePt t="324994" x="3797300" y="2871788"/>
          <p14:tracePt t="325006" x="3797300" y="2859088"/>
          <p14:tracePt t="325016" x="3797300" y="2852738"/>
          <p14:tracePt t="325028" x="3784600" y="2841625"/>
          <p14:tracePt t="325039" x="3767138" y="2841625"/>
          <p14:tracePt t="325050" x="3741738" y="2828925"/>
          <p14:tracePt t="325061" x="3724275" y="2828925"/>
          <p14:tracePt t="325073" x="3705225" y="2841625"/>
          <p14:tracePt t="325084" x="3692525" y="2852738"/>
          <p14:tracePt t="325095" x="3681413" y="2859088"/>
          <p14:tracePt t="325107" x="3681413" y="2884488"/>
          <p14:tracePt t="325118" x="3681413" y="2890838"/>
          <p14:tracePt t="325129" x="3681413" y="2901950"/>
          <p14:tracePt t="325140" x="3692525" y="2914650"/>
          <p14:tracePt t="325151" x="3711575" y="2927350"/>
          <p14:tracePt t="325163" x="3741738" y="2927350"/>
          <p14:tracePt t="325174" x="3767138" y="2933700"/>
          <p14:tracePt t="325185" x="3784600" y="2933700"/>
          <p14:tracePt t="325196" x="3810000" y="2927350"/>
          <p14:tracePt t="325208" x="3816350" y="2914650"/>
          <p14:tracePt t="325230" x="3827463" y="2901950"/>
          <p14:tracePt t="325264" x="3816350" y="2890838"/>
          <p14:tracePt t="325267" x="3816350" y="2884488"/>
          <p14:tracePt t="325276" x="3810000" y="2871788"/>
          <p14:tracePt t="325278" x="3784600" y="2871788"/>
          <p14:tracePt t="325289" x="3767138" y="2871788"/>
          <p14:tracePt t="325298" x="3741738" y="2884488"/>
          <p14:tracePt t="325309" x="3735388" y="2884488"/>
          <p14:tracePt t="325320" x="3711575" y="2890838"/>
          <p14:tracePt t="325332" x="3711575" y="2901950"/>
          <p14:tracePt t="325343" x="3705225" y="2914650"/>
          <p14:tracePt t="325354" x="3705225" y="2927350"/>
          <p14:tracePt t="325365" x="3711575" y="2933700"/>
          <p14:tracePt t="325377" x="3724275" y="2944813"/>
          <p14:tracePt t="325399" x="3741738" y="2944813"/>
          <p14:tracePt t="325410" x="3754438" y="2944813"/>
          <p14:tracePt t="325423" x="3767138" y="2944813"/>
          <p14:tracePt t="325432" x="3778250" y="2944813"/>
          <p14:tracePt t="325444" x="3784600" y="2933700"/>
          <p14:tracePt t="325456" x="3797300" y="2927350"/>
          <p14:tracePt t="325477" x="3797300" y="2914650"/>
          <p14:tracePt t="325490" x="3797300" y="2901950"/>
          <p14:tracePt t="325500" x="3797300" y="2890838"/>
          <p14:tracePt t="325522" x="3784600" y="2884488"/>
          <p14:tracePt t="325556" x="3778250" y="2884488"/>
          <p14:tracePt t="325567" x="3767138" y="2884488"/>
          <p14:tracePt t="325579" x="3741738" y="2884488"/>
          <p14:tracePt t="325590" x="3735388" y="2890838"/>
          <p14:tracePt t="325601" x="3735388" y="2901950"/>
          <p14:tracePt t="325613" x="3724275" y="2914650"/>
          <p14:tracePt t="325635" x="3724275" y="2927350"/>
          <p14:tracePt t="325647" x="3735388" y="2933700"/>
          <p14:tracePt t="325658" x="3741738" y="2933700"/>
          <p14:tracePt t="325669" x="3778250" y="2933700"/>
          <p14:tracePt t="325681" x="3797300" y="2933700"/>
          <p14:tracePt t="325691" x="3816350" y="2927350"/>
          <p14:tracePt t="325702" x="3840163" y="2914650"/>
          <p14:tracePt t="325714" x="3846513" y="2890838"/>
          <p14:tracePt t="325725" x="3859213" y="2884488"/>
          <p14:tracePt t="325736" x="3859213" y="2871788"/>
          <p14:tracePt t="325748" x="3846513" y="2859088"/>
          <p14:tracePt t="325759" x="3846513" y="2852738"/>
          <p14:tracePt t="325770" x="3840163" y="2841625"/>
          <p14:tracePt t="325782" x="3827463" y="2841625"/>
          <p14:tracePt t="325792" x="3810000" y="2828925"/>
          <p14:tracePt t="325804" x="3797300" y="2828925"/>
          <p14:tracePt t="325815" x="3784600" y="2828925"/>
          <p14:tracePt t="325826" x="3767138" y="2828925"/>
          <p14:tracePt t="325849" x="3754438" y="2841625"/>
          <p14:tracePt t="325872" x="3754438" y="2852738"/>
          <p14:tracePt t="325894" x="3767138" y="2859088"/>
          <p14:tracePt t="325907" x="3778250" y="2859088"/>
          <p14:tracePt t="325916" x="3784600" y="2859088"/>
          <p14:tracePt t="325928" x="3810000" y="2859088"/>
          <p14:tracePt t="325940" x="3816350" y="2859088"/>
          <p14:tracePt t="325953" x="3840163" y="2859088"/>
          <p14:tracePt t="325972" x="3846513" y="2852738"/>
          <p14:tracePt t="325995" x="3846513" y="2841625"/>
          <p14:tracePt t="326011" x="3846513" y="2828925"/>
          <p14:tracePt t="326028" x="3840163" y="2822575"/>
          <p14:tracePt t="326040" x="3827463" y="2822575"/>
          <p14:tracePt t="326051" x="3810000" y="2822575"/>
          <p14:tracePt t="326063" x="3784600" y="2822575"/>
          <p14:tracePt t="326074" x="3778250" y="2822575"/>
          <p14:tracePt t="326085" x="3754438" y="2828925"/>
          <p14:tracePt t="326097" x="3735388" y="2852738"/>
          <p14:tracePt t="326108" x="3724275" y="2871788"/>
          <p14:tracePt t="326119" x="3711575" y="2884488"/>
          <p14:tracePt t="326131" x="3724275" y="2901950"/>
          <p14:tracePt t="326142" x="3735388" y="2914650"/>
          <p14:tracePt t="326152" x="3741738" y="2914650"/>
          <p14:tracePt t="326164" x="3767138" y="2927350"/>
          <p14:tracePt t="326175" x="3797300" y="2927350"/>
          <p14:tracePt t="326186" x="3827463" y="2914650"/>
          <p14:tracePt t="326199" x="3840163" y="2914650"/>
          <p14:tracePt t="326209" x="3859213" y="2901950"/>
          <p14:tracePt t="326220" x="3870325" y="2890838"/>
          <p14:tracePt t="326231" x="3870325" y="2871788"/>
          <p14:tracePt t="326242" x="3870325" y="2859088"/>
          <p14:tracePt t="326255" x="3870325" y="2852738"/>
          <p14:tracePt t="326265" x="3859213" y="2828925"/>
          <p14:tracePt t="326276" x="3846513" y="2822575"/>
          <p14:tracePt t="326289" x="3816350" y="2822575"/>
          <p14:tracePt t="326310" x="3797300" y="2822575"/>
          <p14:tracePt t="326314" x="3767138" y="2822575"/>
          <p14:tracePt t="326325" x="3741738" y="2828925"/>
          <p14:tracePt t="326334" x="3724275" y="2841625"/>
          <p14:tracePt t="326344" x="3711575" y="2859088"/>
          <p14:tracePt t="326357" x="3705225" y="2884488"/>
          <p14:tracePt t="326366" x="3705225" y="2890838"/>
          <p14:tracePt t="326378" x="3711575" y="2914650"/>
          <p14:tracePt t="326390" x="3735388" y="2927350"/>
          <p14:tracePt t="326400" x="3754438" y="2933700"/>
          <p14:tracePt t="326412" x="3778250" y="2933700"/>
          <p14:tracePt t="326423" x="3810000" y="2933700"/>
          <p14:tracePt t="326434" x="3827463" y="2927350"/>
          <p14:tracePt t="326446" x="3840163" y="2927350"/>
          <p14:tracePt t="326457" x="3846513" y="2914650"/>
          <p14:tracePt t="326479" x="3846513" y="2901950"/>
          <p14:tracePt t="326490" x="3846513" y="2890838"/>
          <p14:tracePt t="326501" x="3846513" y="2884488"/>
          <p14:tracePt t="326512" x="3840163" y="2871788"/>
          <p14:tracePt t="326524" x="3810000" y="2859088"/>
          <p14:tracePt t="326535" x="3784600" y="2852738"/>
          <p14:tracePt t="326547" x="3735388" y="2841625"/>
          <p14:tracePt t="326558" x="3705225" y="2841625"/>
          <p14:tracePt t="326569" x="3675063" y="2852738"/>
          <p14:tracePt t="326581" x="3649663" y="2859088"/>
          <p14:tracePt t="326592" x="3638550" y="2884488"/>
          <p14:tracePt t="326602" x="3638550" y="2890838"/>
          <p14:tracePt t="326614" x="3649663" y="2901950"/>
          <p14:tracePt t="326626" x="3662363" y="2914650"/>
          <p14:tracePt t="326636" x="3681413" y="2927350"/>
          <p14:tracePt t="326648" x="3711575" y="2933700"/>
          <p14:tracePt t="326659" x="3741738" y="2933700"/>
          <p14:tracePt t="326670" x="3784600" y="2933700"/>
          <p14:tracePt t="326681" x="3810000" y="2933700"/>
          <p14:tracePt t="326693" x="3827463" y="2927350"/>
          <p14:tracePt t="326703" x="3840163" y="2927350"/>
          <p14:tracePt t="326715" x="3840163" y="2914650"/>
          <p14:tracePt t="326726" x="3840163" y="2901950"/>
          <p14:tracePt t="326739" x="3840163" y="2884488"/>
          <p14:tracePt t="326749" x="3827463" y="2871788"/>
          <p14:tracePt t="326760" x="3816350" y="2859088"/>
          <p14:tracePt t="326773" x="3797300" y="2852738"/>
          <p14:tracePt t="326782" x="3778250" y="2852738"/>
          <p14:tracePt t="326794" x="3767138" y="2852738"/>
          <p14:tracePt t="326806" x="3741738" y="2859088"/>
          <p14:tracePt t="326816" x="3735388" y="2871788"/>
          <p14:tracePt t="326828" x="3735388" y="2890838"/>
          <p14:tracePt t="326839" x="3724275" y="2914650"/>
          <p14:tracePt t="326850" x="3735388" y="2933700"/>
          <p14:tracePt t="326862" x="3741738" y="2944813"/>
          <p14:tracePt t="326873" x="3767138" y="2957513"/>
          <p14:tracePt t="326884" x="3797300" y="2957513"/>
          <p14:tracePt t="326895" x="3816350" y="2957513"/>
          <p14:tracePt t="326917" x="3846513" y="2957513"/>
          <p14:tracePt t="326920" x="3859213" y="2944813"/>
          <p14:tracePt t="326929" x="3870325" y="2933700"/>
          <p14:tracePt t="326942" x="3883025" y="2927350"/>
          <p14:tracePt t="326951" x="3883025" y="2914650"/>
          <p14:tracePt t="326962" x="3883025" y="2901950"/>
          <p14:tracePt t="326974" x="3883025" y="2890838"/>
          <p14:tracePt t="326985" x="3870325" y="2871788"/>
          <p14:tracePt t="326997" x="3859213" y="2871788"/>
          <p14:tracePt t="327008" x="3846513" y="2859088"/>
          <p14:tracePt t="327019" x="3840163" y="2859088"/>
          <p14:tracePt t="327031" x="3816350" y="2859088"/>
          <p14:tracePt t="327042" x="3810000" y="2871788"/>
          <p14:tracePt t="327052" x="3797300" y="2884488"/>
          <p14:tracePt t="327064" x="3784600" y="2884488"/>
          <p14:tracePt t="327075" x="3778250" y="2890838"/>
          <p14:tracePt t="327097" x="3778250" y="2901950"/>
          <p14:tracePt t="327109" x="3784600" y="2901950"/>
          <p14:tracePt t="327131" x="3797300" y="2901950"/>
          <p14:tracePt t="327154" x="3810000" y="2890838"/>
          <p14:tracePt t="327288" x="3797300" y="2890838"/>
          <p14:tracePt t="327300" x="3784600" y="2884488"/>
          <p14:tracePt t="327312" x="3778250" y="2884488"/>
          <p14:tracePt t="327323" x="3767138" y="2871788"/>
          <p14:tracePt t="327333" x="3741738" y="2871788"/>
          <p14:tracePt t="327356" x="3735388" y="2859088"/>
          <p14:tracePt t="327360" x="3724275" y="2859088"/>
          <p14:tracePt t="327368" x="3724275" y="2852738"/>
          <p14:tracePt t="327379" x="3711575" y="2852738"/>
          <p14:tracePt t="327446" x="3711575" y="2841625"/>
          <p14:tracePt t="327480" x="3711575" y="2828925"/>
          <p14:tracePt t="327492" x="3705225" y="2828925"/>
          <p14:tracePt t="327502" x="3705225" y="2822575"/>
          <p14:tracePt t="327515" x="3692525" y="2822575"/>
          <p14:tracePt t="327525" x="3681413" y="2809875"/>
          <p14:tracePt t="327536" x="3675063" y="2798763"/>
          <p14:tracePt t="327549" x="3649663" y="2786063"/>
          <p14:tracePt t="327560" x="3638550" y="2779713"/>
          <p14:tracePt t="327570" x="3606800" y="2767013"/>
          <p14:tracePt t="327583" x="3602038" y="2755900"/>
          <p14:tracePt t="327593" x="3589338" y="2755900"/>
          <p14:tracePt t="327604" x="3570288" y="2749550"/>
          <p14:tracePt t="327616" x="3559175" y="2736850"/>
          <p14:tracePt t="327627" x="3546475" y="2724150"/>
          <p14:tracePt t="327637" x="3533775" y="2724150"/>
          <p14:tracePt t="327649" x="3527425" y="2719388"/>
          <p14:tracePt t="327671" x="3514725" y="2706688"/>
          <p14:tracePt t="327682" x="3503613" y="2706688"/>
          <p14:tracePt t="327705" x="3497263" y="2706688"/>
          <p14:tracePt t="327727" x="3497263" y="2693988"/>
          <p14:tracePt t="327750" x="3484563" y="2693988"/>
          <p14:tracePt t="328099" x="3471863" y="2676525"/>
          <p14:tracePt t="328110" x="3467100" y="2663825"/>
          <p14:tracePt t="328121" x="3467100" y="2651125"/>
          <p14:tracePt t="328134" x="3454400" y="2651125"/>
          <p14:tracePt t="328144" x="3441700" y="2651125"/>
          <p14:tracePt t="328155" x="3424238" y="2651125"/>
          <p14:tracePt t="328167" x="3411538" y="2651125"/>
          <p14:tracePt t="328178" x="3392488" y="2651125"/>
          <p14:tracePt t="328200" x="3381375" y="2644775"/>
          <p14:tracePt t="328204" x="3362325" y="2644775"/>
          <p14:tracePt t="328211" x="3338513" y="2644775"/>
          <p14:tracePt t="328226" x="3319463" y="2644775"/>
          <p14:tracePt t="328245" x="3306763" y="2644775"/>
          <p14:tracePt t="328267" x="3295650" y="2644775"/>
          <p14:tracePt t="328279" x="3295650" y="2651125"/>
          <p14:tracePt t="328291" x="3289300" y="2663825"/>
          <p14:tracePt t="328302" x="3289300" y="2676525"/>
          <p14:tracePt t="328312" x="3289300" y="2693988"/>
          <p14:tracePt t="328325" x="3289300" y="2706688"/>
          <p14:tracePt t="328335" x="3289300" y="2724150"/>
          <p14:tracePt t="328347" x="3289300" y="2736850"/>
          <p14:tracePt t="328358" x="3295650" y="2749550"/>
          <p14:tracePt t="328380" x="3306763" y="2755900"/>
          <p14:tracePt t="328414" x="3319463" y="2755900"/>
          <p14:tracePt t="328416" x="3332163" y="2755900"/>
          <p14:tracePt t="328426" x="3338513" y="2755900"/>
          <p14:tracePt t="328427" x="3362325" y="2749550"/>
          <p14:tracePt t="328436" x="3392488" y="2749550"/>
          <p14:tracePt t="328448" x="3411538" y="2736850"/>
          <p14:tracePt t="328460" x="3435350" y="2719388"/>
          <p14:tracePt t="328470" x="3454400" y="2706688"/>
          <p14:tracePt t="328482" x="3467100" y="2693988"/>
          <p14:tracePt t="328493" x="3467100" y="2681288"/>
          <p14:tracePt t="328504" x="3467100" y="2676525"/>
          <p14:tracePt t="328516" x="3467100" y="2663825"/>
          <p14:tracePt t="328537" x="3454400" y="2651125"/>
          <p14:tracePt t="328560" x="3441700" y="2651125"/>
          <p14:tracePt t="328582" x="3435350" y="2651125"/>
          <p14:tracePt t="328594" x="3435350" y="2663825"/>
          <p14:tracePt t="328605" x="3424238" y="2663825"/>
          <p14:tracePt t="328617" x="3424238" y="2676525"/>
          <p14:tracePt t="328628" x="3411538" y="2681288"/>
          <p14:tracePt t="328639" x="3411538" y="2693988"/>
          <p14:tracePt t="328651" x="3411538" y="2706688"/>
          <p14:tracePt t="328662" x="3411538" y="2719388"/>
          <p14:tracePt t="328673" x="3424238" y="2719388"/>
          <p14:tracePt t="328684" x="3424238" y="2724150"/>
          <p14:tracePt t="328695" x="3435350" y="2724150"/>
          <p14:tracePt t="328706" x="3454400" y="2724150"/>
          <p14:tracePt t="328718" x="3467100" y="2724150"/>
          <p14:tracePt t="328729" x="3471863" y="2724150"/>
          <p14:tracePt t="328751" x="3484563" y="2719388"/>
          <p14:tracePt t="328762" x="3484563" y="2693988"/>
          <p14:tracePt t="328775" x="3484563" y="2681288"/>
          <p14:tracePt t="328785" x="3484563" y="2663825"/>
          <p14:tracePt t="328796" x="3484563" y="2644775"/>
          <p14:tracePt t="328809" x="3467100" y="2633663"/>
          <p14:tracePt t="328819" x="3454400" y="2620963"/>
          <p14:tracePt t="328831" x="3441700" y="2620963"/>
          <p14:tracePt t="328842" x="3435350" y="2620963"/>
          <p14:tracePt t="328852" x="3411538" y="2620963"/>
          <p14:tracePt t="328864" x="3398838" y="2633663"/>
          <p14:tracePt t="328875" x="3392488" y="2633663"/>
          <p14:tracePt t="328886" x="3381375" y="2644775"/>
          <p14:tracePt t="328899" x="3368675" y="2651125"/>
          <p14:tracePt t="328910" x="3362325" y="2663825"/>
          <p14:tracePt t="328931" x="3362325" y="2676525"/>
          <p14:tracePt t="328954" x="3368675" y="2676525"/>
          <p14:tracePt t="328976" x="3381375" y="2676525"/>
          <p14:tracePt t="328987" x="3392488" y="2676525"/>
          <p14:tracePt t="328999" x="3398838" y="2676525"/>
          <p14:tracePt t="329010" x="3424238" y="2676525"/>
          <p14:tracePt t="329032" x="3435350" y="2663825"/>
          <p14:tracePt t="329066" x="3435350" y="2651125"/>
          <p14:tracePt t="329088" x="3424238" y="2651125"/>
          <p14:tracePt t="329100" x="3424238" y="2644775"/>
          <p14:tracePt t="329111" x="3411538" y="2644775"/>
          <p14:tracePt t="329167" x="3398838" y="2644775"/>
          <p14:tracePt t="329179" x="3398838" y="2651125"/>
          <p14:tracePt t="329201" x="3398838" y="2663825"/>
          <p14:tracePt t="329234" x="3411538" y="2676525"/>
          <p14:tracePt t="329246" x="3424238" y="2676525"/>
          <p14:tracePt t="329269" x="3435350" y="2676525"/>
          <p14:tracePt t="329280" x="3441700" y="2676525"/>
          <p14:tracePt t="329302" x="3454400" y="2676525"/>
          <p14:tracePt t="329369" x="3454400" y="2663825"/>
          <p14:tracePt t="329720" x="3467100" y="2676525"/>
          <p14:tracePt t="329741" x="3471863" y="2681288"/>
          <p14:tracePt t="329753" x="3484563" y="2693988"/>
          <p14:tracePt t="329763" x="3497263" y="2693988"/>
          <p14:tracePt t="329775" x="3503613" y="2706688"/>
          <p14:tracePt t="329786" x="3514725" y="2719388"/>
          <p14:tracePt t="329797" x="3533775" y="2724150"/>
          <p14:tracePt t="329809" x="3546475" y="2736850"/>
          <p14:tracePt t="329820" x="3559175" y="2736850"/>
          <p14:tracePt t="329831" x="3570288" y="2749550"/>
          <p14:tracePt t="329842" x="3576638" y="2749550"/>
          <p14:tracePt t="329856" x="3602038" y="2755900"/>
          <p14:tracePt t="329866" x="3619500" y="2767013"/>
          <p14:tracePt t="329876" x="3649663" y="2779713"/>
          <p14:tracePt t="329889" x="3675063" y="2779713"/>
          <p14:tracePt t="329899" x="3692525" y="2786063"/>
          <p14:tracePt t="329911" x="3711575" y="2798763"/>
          <p14:tracePt t="329922" x="3735388" y="2809875"/>
          <p14:tracePt t="329933" x="3741738" y="2809875"/>
          <p14:tracePt t="329944" x="3754438" y="2822575"/>
          <p14:tracePt t="329956" x="3767138" y="2822575"/>
          <p14:tracePt t="330081" x="3767138" y="2828925"/>
          <p14:tracePt t="330092" x="3778250" y="2828925"/>
          <p14:tracePt t="330170" x="3767138" y="2828925"/>
          <p14:tracePt t="330191" x="3741738" y="2828925"/>
          <p14:tracePt t="330203" x="3735388" y="2828925"/>
          <p14:tracePt t="330215" x="3724275" y="2841625"/>
          <p14:tracePt t="330226" x="3711575" y="2841625"/>
          <p14:tracePt t="330236" x="3705225" y="2852738"/>
          <p14:tracePt t="330249" x="3705225" y="2859088"/>
          <p14:tracePt t="330270" x="3711575" y="2871788"/>
          <p14:tracePt t="330281" x="3711575" y="2884488"/>
          <p14:tracePt t="330293" x="3735388" y="2884488"/>
          <p14:tracePt t="330304" x="3754438" y="2890838"/>
          <p14:tracePt t="330316" x="3767138" y="2890838"/>
          <p14:tracePt t="330327" x="3784600" y="2890838"/>
          <p14:tracePt t="330337" x="3797300" y="2890838"/>
          <p14:tracePt t="330350" x="3810000" y="2890838"/>
          <p14:tracePt t="330371" x="3816350" y="2884488"/>
          <p14:tracePt t="330382" x="3816350" y="2871788"/>
          <p14:tracePt t="330394" x="3816350" y="2859088"/>
          <p14:tracePt t="330407" x="3810000" y="2859088"/>
          <p14:tracePt t="330417" x="3810000" y="2852738"/>
          <p14:tracePt t="330429" x="3797300" y="2841625"/>
          <p14:tracePt t="330440" x="3778250" y="2841625"/>
          <p14:tracePt t="330450" x="3767138" y="2841625"/>
          <p14:tracePt t="330462" x="3741738" y="2852738"/>
          <p14:tracePt t="330473" x="3735388" y="2852738"/>
          <p14:tracePt t="330484" x="3724275" y="2859088"/>
          <p14:tracePt t="330506" x="3724275" y="2871788"/>
          <p14:tracePt t="330509" x="3724275" y="2884488"/>
          <p14:tracePt t="330519" x="3724275" y="2890838"/>
          <p14:tracePt t="330530" x="3724275" y="2901950"/>
          <p14:tracePt t="330541" x="3741738" y="2901950"/>
          <p14:tracePt t="330551" x="3754438" y="2914650"/>
          <p14:tracePt t="330564" x="3778250" y="2914650"/>
          <p14:tracePt t="330574" x="3797300" y="2914650"/>
          <p14:tracePt t="330585" x="3810000" y="2901950"/>
          <p14:tracePt t="330597" x="3816350" y="2901950"/>
          <p14:tracePt t="330630" x="3827463" y="2901950"/>
          <p14:tracePt t="330652" x="3840163" y="2901950"/>
          <p14:tracePt t="330664" x="3859213" y="2914650"/>
          <p14:tracePt t="330675" x="3870325" y="2927350"/>
          <p14:tracePt t="330697" x="3859213" y="2933700"/>
          <p14:tracePt t="330978" x="3870325" y="2933700"/>
          <p14:tracePt t="331035" x="3883025" y="2933700"/>
          <p14:tracePt t="331057" x="3889375" y="2933700"/>
          <p14:tracePt t="331069" x="3902075" y="2933700"/>
          <p14:tracePt t="331091" x="3913188" y="2933700"/>
          <p14:tracePt t="331102" x="3919538" y="2933700"/>
          <p14:tracePt t="331125" x="3932238" y="2933700"/>
          <p14:tracePt t="331147" x="3932238" y="2927350"/>
          <p14:tracePt t="331159" x="3944938" y="2927350"/>
          <p14:tracePt t="331181" x="3949700" y="2927350"/>
          <p14:tracePt t="331193" x="3962400" y="2927350"/>
          <p14:tracePt t="331205" x="3975100" y="2927350"/>
          <p14:tracePt t="331216" x="3987800" y="2927350"/>
          <p14:tracePt t="331237" x="3992563" y="2927350"/>
          <p14:tracePt t="331260" x="4005263" y="2927350"/>
          <p14:tracePt t="331305" x="4017963" y="2927350"/>
          <p14:tracePt t="331339" x="4024313" y="2927350"/>
          <p14:tracePt t="331361" x="4035425" y="2927350"/>
          <p14:tracePt t="331373" x="4048125" y="2927350"/>
          <p14:tracePt t="331384" x="4054475" y="2927350"/>
          <p14:tracePt t="331395" x="4067175" y="2927350"/>
          <p14:tracePt t="331406" x="4078288" y="2927350"/>
          <p14:tracePt t="331417" x="4090988" y="2927350"/>
          <p14:tracePt t="331429" x="4097338" y="2914650"/>
          <p14:tracePt t="331440" x="4121150" y="2914650"/>
          <p14:tracePt t="331451" x="4140200" y="2914650"/>
          <p14:tracePt t="331463" x="4159250" y="2914650"/>
          <p14:tracePt t="331474" x="4183063" y="2914650"/>
          <p14:tracePt t="331486" x="4202113" y="2914650"/>
          <p14:tracePt t="331498" x="4213225" y="2914650"/>
          <p14:tracePt t="331519" x="4225925" y="2914650"/>
          <p14:tracePt t="331755" x="4225925" y="2901950"/>
          <p14:tracePt t="331800" x="4225925" y="2890838"/>
          <p14:tracePt t="331833" x="4225925" y="2884488"/>
          <p14:tracePt t="331867" x="4225925" y="2871788"/>
          <p14:tracePt t="331901" x="4213225" y="2871788"/>
          <p14:tracePt t="331924" x="4213225" y="2859088"/>
          <p14:tracePt t="331947" x="4202113" y="2859088"/>
          <p14:tracePt t="332013" x="4195763" y="2859088"/>
          <p14:tracePt t="332700" x="4195763" y="2871788"/>
          <p14:tracePt t="332745" x="4183063" y="2871788"/>
          <p14:tracePt t="332756" x="4183063" y="2884488"/>
          <p14:tracePt t="332779" x="4183063" y="2890838"/>
          <p14:tracePt t="332790" x="4195763" y="2890838"/>
          <p14:tracePt t="332802" x="4195763" y="2901950"/>
          <p14:tracePt t="332824" x="4202113" y="2901950"/>
          <p14:tracePt t="332846" x="4213225" y="2901950"/>
          <p14:tracePt t="332891" x="4225925" y="2901950"/>
          <p14:tracePt t="332914" x="4225925" y="2890838"/>
          <p14:tracePt t="332936" x="4225925" y="2884488"/>
          <p14:tracePt t="332948" x="4213225" y="2884488"/>
          <p14:tracePt t="332959" x="4202113" y="2871788"/>
          <p14:tracePt t="332970" x="4183063" y="2859088"/>
          <p14:tracePt t="332982" x="4159250" y="2859088"/>
          <p14:tracePt t="332993" x="4140200" y="2859088"/>
          <p14:tracePt t="333004" x="4121150" y="2871788"/>
          <p14:tracePt t="333016" x="4097338" y="2884488"/>
          <p14:tracePt t="333037" x="4090988" y="2901950"/>
          <p14:tracePt t="333049" x="4090988" y="2914650"/>
          <p14:tracePt t="333061" x="4097338" y="2927350"/>
          <p14:tracePt t="333072" x="4121150" y="2944813"/>
          <p14:tracePt t="333083" x="4159250" y="2963863"/>
          <p14:tracePt t="333095" x="4202113" y="2976563"/>
          <p14:tracePt t="333105" x="4232275" y="2976563"/>
          <p14:tracePt t="333117" x="4262438" y="2976563"/>
          <p14:tracePt t="333128" x="4292600" y="2976563"/>
          <p14:tracePt t="333140" x="4305300" y="2963863"/>
          <p14:tracePt t="333161" x="4318000" y="2957513"/>
          <p14:tracePt t="333173" x="4318000" y="2944813"/>
          <p14:tracePt t="333184" x="4305300" y="2933700"/>
          <p14:tracePt t="333206" x="4292600" y="2927350"/>
          <p14:tracePt t="333218" x="4287838" y="2914650"/>
          <p14:tracePt t="333229" x="4275138" y="2914650"/>
          <p14:tracePt t="333241" x="4262438" y="2914650"/>
          <p14:tracePt t="333252" x="4232275" y="2927350"/>
          <p14:tracePt t="333262" x="4225925" y="2933700"/>
          <p14:tracePt t="333275" x="4213225" y="2933700"/>
          <p14:tracePt t="333286" x="4213225" y="2944813"/>
          <p14:tracePt t="333296" x="4213225" y="2957513"/>
          <p14:tracePt t="333319" x="4225925" y="2963863"/>
          <p14:tracePt t="333331" x="4232275" y="2963863"/>
          <p14:tracePt t="333341" x="4256088" y="2963863"/>
          <p14:tracePt t="333352" x="4275138" y="2957513"/>
          <p14:tracePt t="333365" x="4292600" y="2957513"/>
          <p14:tracePt t="333375" x="4305300" y="2944813"/>
          <p14:tracePt t="333398" x="4305300" y="2933700"/>
          <p14:tracePt t="333409" x="4305300" y="2927350"/>
          <p14:tracePt t="333431" x="4292600" y="2914650"/>
          <p14:tracePt t="333443" x="4287838" y="2901950"/>
          <p14:tracePt t="333455" x="4275138" y="2901950"/>
          <p14:tracePt t="333465" x="4262438" y="2890838"/>
          <p14:tracePt t="333476" x="4256088" y="2890838"/>
          <p14:tracePt t="333488" x="4244975" y="2890838"/>
          <p14:tracePt t="333499" x="4232275" y="2890838"/>
          <p14:tracePt t="333611" x="4225925" y="2884488"/>
          <p14:tracePt t="333656" x="4213225" y="2884488"/>
          <p14:tracePt t="333660" x="4195763" y="2871788"/>
          <p14:tracePt t="333668" x="4183063" y="2871788"/>
          <p14:tracePt t="333671" x="4152900" y="2859088"/>
          <p14:tracePt t="333679" x="4121150" y="2841625"/>
          <p14:tracePt t="333690" x="4078288" y="2828925"/>
          <p14:tracePt t="333703" x="4048125" y="2822575"/>
          <p14:tracePt t="333715" x="4017963" y="2809875"/>
          <p14:tracePt t="333725" x="3992563" y="2798763"/>
          <p14:tracePt t="333735" x="3975100" y="2786063"/>
          <p14:tracePt t="333750" x="3962400" y="2779713"/>
          <p14:tracePt t="333759" x="3949700" y="2779713"/>
          <p14:tracePt t="333780" x="3944938" y="2767013"/>
          <p14:tracePt t="333791" x="3932238" y="2767013"/>
          <p14:tracePt t="333803" x="3919538" y="2767013"/>
          <p14:tracePt t="333815" x="3913188" y="2755900"/>
          <p14:tracePt t="333825" x="3889375" y="2755900"/>
          <p14:tracePt t="333837" x="3870325" y="2749550"/>
          <p14:tracePt t="333849" x="3846513" y="2736850"/>
          <p14:tracePt t="333859" x="3827463" y="2724150"/>
          <p14:tracePt t="333871" x="3816350" y="2724150"/>
          <p14:tracePt t="333882" x="3797300" y="2719388"/>
          <p14:tracePt t="333893" x="3784600" y="2706688"/>
          <p14:tracePt t="333905" x="3778250" y="2706688"/>
          <p14:tracePt t="333915" x="3778250" y="2693988"/>
          <p14:tracePt t="334162" x="3784600" y="2693988"/>
          <p14:tracePt t="334185" x="3797300" y="2693988"/>
          <p14:tracePt t="334196" x="3810000" y="2693988"/>
          <p14:tracePt t="334208" x="3816350" y="2693988"/>
          <p14:tracePt t="334230" x="3827463" y="2681288"/>
          <p14:tracePt t="334263" x="3827463" y="2676525"/>
          <p14:tracePt t="334275" x="3816350" y="2663825"/>
          <p14:tracePt t="334286" x="3810000" y="2663825"/>
          <p14:tracePt t="334298" x="3797300" y="2651125"/>
          <p14:tracePt t="334310" x="3778250" y="2651125"/>
          <p14:tracePt t="334321" x="3767138" y="2651125"/>
          <p14:tracePt t="334332" x="3741738" y="2651125"/>
          <p14:tracePt t="334343" x="3735388" y="2651125"/>
          <p14:tracePt t="334355" x="3711575" y="2663825"/>
          <p14:tracePt t="334365" x="3705225" y="2676525"/>
          <p14:tracePt t="334376" x="3705225" y="2681288"/>
          <p14:tracePt t="334389" x="3692525" y="2706688"/>
          <p14:tracePt t="334399" x="3692525" y="2719388"/>
          <p14:tracePt t="334410" x="3705225" y="2736850"/>
          <p14:tracePt t="334422" x="3711575" y="2736850"/>
          <p14:tracePt t="334432" x="3724275" y="2749550"/>
          <p14:tracePt t="334445" x="3741738" y="2749550"/>
          <p14:tracePt t="334456" x="3754438" y="2749550"/>
          <p14:tracePt t="334466" x="3778250" y="2736850"/>
          <p14:tracePt t="334478" x="3797300" y="2724150"/>
          <p14:tracePt t="334490" x="3816350" y="2724150"/>
          <p14:tracePt t="334500" x="3816350" y="2719388"/>
          <p14:tracePt t="334512" x="3827463" y="2706688"/>
          <p14:tracePt t="334523" x="3827463" y="2693988"/>
          <p14:tracePt t="334534" x="3827463" y="2681288"/>
          <p14:tracePt t="334545" x="3816350" y="2676525"/>
          <p14:tracePt t="334557" x="3810000" y="2663825"/>
          <p14:tracePt t="334567" x="3797300" y="2663825"/>
          <p14:tracePt t="334579" x="3778250" y="2663825"/>
          <p14:tracePt t="334590" x="3754438" y="2663825"/>
          <p14:tracePt t="334601" x="3735388" y="2676525"/>
          <p14:tracePt t="334613" x="3711575" y="2676525"/>
          <p14:tracePt t="334624" x="3692525" y="2681288"/>
          <p14:tracePt t="334635" x="3681413" y="2693988"/>
          <p14:tracePt t="334646" x="3681413" y="2706688"/>
          <p14:tracePt t="334669" x="3692525" y="2719388"/>
          <p14:tracePt t="334703" x="3705225" y="2719388"/>
          <p14:tracePt t="334704" x="3735388" y="2724150"/>
          <p14:tracePt t="334714" x="3754438" y="2724150"/>
          <p14:tracePt t="334716" x="3778250" y="2724150"/>
          <p14:tracePt t="334725" x="3810000" y="2724150"/>
          <p14:tracePt t="334739" x="3840163" y="2724150"/>
          <p14:tracePt t="334749" x="3846513" y="2719388"/>
          <p14:tracePt t="334759" x="3859213" y="2719388"/>
          <p14:tracePt t="334771" x="3859213" y="2706688"/>
          <p14:tracePt t="334781" x="3859213" y="2693988"/>
          <p14:tracePt t="334792" x="3846513" y="2681288"/>
          <p14:tracePt t="334805" x="3840163" y="2676525"/>
          <p14:tracePt t="334815" x="3827463" y="2663825"/>
          <p14:tracePt t="334827" x="3810000" y="2663825"/>
          <p14:tracePt t="334839" x="3784600" y="2663825"/>
          <p14:tracePt t="334849" x="3767138" y="2663825"/>
          <p14:tracePt t="334860" x="3741738" y="2676525"/>
          <p14:tracePt t="334872" x="3735388" y="2681288"/>
          <p14:tracePt t="334882" x="3735388" y="2693988"/>
          <p14:tracePt t="334894" x="3735388" y="2706688"/>
          <p14:tracePt t="334906" x="3741738" y="2719388"/>
          <p14:tracePt t="334916" x="3754438" y="2724150"/>
          <p14:tracePt t="334928" x="3767138" y="2724150"/>
          <p14:tracePt t="334939" x="3778250" y="2724150"/>
          <p14:tracePt t="334950" x="3784600" y="2724150"/>
          <p14:tracePt t="334961" x="3797300" y="2724150"/>
          <p14:tracePt t="334973" x="3810000" y="2724150"/>
          <p14:tracePt t="335006" x="3810000" y="2719388"/>
          <p14:tracePt t="335029" x="3797300" y="2706688"/>
          <p14:tracePt t="335040" x="3784600" y="2693988"/>
          <p14:tracePt t="335051" x="3778250" y="2693988"/>
          <p14:tracePt t="335063" x="3767138" y="2681288"/>
          <p14:tracePt t="335074" x="3741738" y="2681288"/>
          <p14:tracePt t="335085" x="3735388" y="2681288"/>
          <p14:tracePt t="335097" x="3724275" y="2681288"/>
          <p14:tracePt t="335108" x="3724275" y="2693988"/>
          <p14:tracePt t="335119" x="3724275" y="2706688"/>
          <p14:tracePt t="335141" x="3724275" y="2719388"/>
          <p14:tracePt t="335153" x="3735388" y="2719388"/>
          <p14:tracePt t="335164" x="3741738" y="2719388"/>
          <p14:tracePt t="335175" x="3754438" y="2719388"/>
          <p14:tracePt t="335186" x="3778250" y="2719388"/>
          <p14:tracePt t="335198" x="3784600" y="2719388"/>
          <p14:tracePt t="335209" x="3810000" y="2706688"/>
          <p14:tracePt t="335231" x="3816350" y="2693988"/>
          <p14:tracePt t="335243" x="3816350" y="2681288"/>
          <p14:tracePt t="335255" x="3816350" y="2676525"/>
          <p14:tracePt t="335276" x="3816350" y="2663825"/>
          <p14:tracePt t="335289" x="3810000" y="2663825"/>
          <p14:tracePt t="335299" x="3810000" y="2651125"/>
          <p14:tracePt t="335310" x="3797300" y="2651125"/>
          <p14:tracePt t="335322" x="3784600" y="2663825"/>
          <p14:tracePt t="335333" x="3778250" y="2663825"/>
          <p14:tracePt t="335344" x="3767138" y="2676525"/>
          <p14:tracePt t="335355" x="3767138" y="2681288"/>
          <p14:tracePt t="335366" x="3754438" y="2693988"/>
          <p14:tracePt t="335378" x="3767138" y="2706688"/>
          <p14:tracePt t="335389" x="3778250" y="2706688"/>
          <p14:tracePt t="335400" x="3797300" y="2719388"/>
          <p14:tracePt t="335412" x="3827463" y="2719388"/>
          <p14:tracePt t="335423" x="3859213" y="2719388"/>
          <p14:tracePt t="335434" x="3883025" y="2719388"/>
          <p14:tracePt t="335445" x="3902075" y="2706688"/>
          <p14:tracePt t="335457" x="3913188" y="2693988"/>
          <p14:tracePt t="335467" x="3913188" y="2681288"/>
          <p14:tracePt t="335490" x="3913188" y="2663825"/>
          <p14:tracePt t="335501" x="3902075" y="2651125"/>
          <p14:tracePt t="335513" x="3883025" y="2644775"/>
          <p14:tracePt t="335524" x="3870325" y="2633663"/>
          <p14:tracePt t="335535" x="3846513" y="2633663"/>
          <p14:tracePt t="335546" x="3816350" y="2633663"/>
          <p14:tracePt t="335558" x="3797300" y="2633663"/>
          <p14:tracePt t="335569" x="3784600" y="2644775"/>
          <p14:tracePt t="335581" x="3778250" y="2651125"/>
          <p14:tracePt t="335592" x="3767138" y="2676525"/>
          <p14:tracePt t="335603" x="3767138" y="2681288"/>
          <p14:tracePt t="335614" x="3767138" y="2693988"/>
          <p14:tracePt t="335625" x="3778250" y="2706688"/>
          <p14:tracePt t="335637" x="3797300" y="2706688"/>
          <p14:tracePt t="335648" x="3810000" y="2706688"/>
          <p14:tracePt t="335659" x="3827463" y="2706688"/>
          <p14:tracePt t="335671" x="3846513" y="2706688"/>
          <p14:tracePt t="335681" x="3870325" y="2693988"/>
          <p14:tracePt t="335693" x="3883025" y="2693988"/>
          <p14:tracePt t="335705" x="3883025" y="2681288"/>
          <p14:tracePt t="335715" x="3883025" y="2676525"/>
          <p14:tracePt t="335749" x="3883025" y="2663825"/>
          <p14:tracePt t="335752" x="3870325" y="2651125"/>
          <p14:tracePt t="335760" x="3859213" y="2644775"/>
          <p14:tracePt t="335766" x="3840163" y="2633663"/>
          <p14:tracePt t="335794" x="3816350" y="2620963"/>
          <p14:tracePt t="335797" x="3797300" y="2633663"/>
          <p14:tracePt t="335808" x="3754438" y="2644775"/>
          <p14:tracePt t="335818" x="3741738" y="2651125"/>
          <p14:tracePt t="335829" x="3741738" y="2663825"/>
          <p14:tracePt t="335840" x="3741738" y="2676525"/>
          <p14:tracePt t="335850" x="3741738" y="2681288"/>
          <p14:tracePt t="335861" x="3754438" y="2681288"/>
          <p14:tracePt t="335873" x="3767138" y="2693988"/>
          <p14:tracePt t="335884" x="3778250" y="2693988"/>
          <p14:tracePt t="335906" x="3784600" y="2693988"/>
          <p14:tracePt t="335940" x="3784600" y="2681288"/>
          <p14:tracePt t="335951" x="3778250" y="2681288"/>
          <p14:tracePt t="335985" x="3767138" y="2676525"/>
          <p14:tracePt t="336086" x="3778250" y="2676525"/>
          <p14:tracePt t="336119" x="3784600" y="2676525"/>
          <p14:tracePt t="336176" x="3797300" y="2681288"/>
          <p14:tracePt t="336210" x="3784600" y="2681288"/>
          <p14:tracePt t="336358" x="3797300" y="2693988"/>
          <p14:tracePt t="336367" x="3816350" y="2706688"/>
          <p14:tracePt t="336379" x="3846513" y="2719388"/>
          <p14:tracePt t="336390" x="3889375" y="2724150"/>
          <p14:tracePt t="336401" x="3944938" y="2749550"/>
          <p14:tracePt t="336412" x="3992563" y="2755900"/>
          <p14:tracePt t="336425" x="4048125" y="2779713"/>
          <p14:tracePt t="336436" x="4110038" y="2809875"/>
          <p14:tracePt t="336446" x="4183063" y="2841625"/>
          <p14:tracePt t="336458" x="4244975" y="2859088"/>
          <p14:tracePt t="336469" x="4287838" y="2884488"/>
          <p14:tracePt t="336480" x="4335463" y="2901950"/>
          <p14:tracePt t="336493" x="4378325" y="2914650"/>
          <p14:tracePt t="336504" x="4410075" y="2914650"/>
          <p14:tracePt t="336514" x="4440238" y="2927350"/>
          <p14:tracePt t="336526" x="4464050" y="2927350"/>
          <p14:tracePt t="336537" x="4483100" y="2933700"/>
          <p14:tracePt t="336549" x="4495800" y="2933700"/>
          <p14:tracePt t="336570" x="4502150" y="2933700"/>
          <p14:tracePt t="336581" x="4513263" y="2933700"/>
          <p14:tracePt t="336604" x="4525963" y="2933700"/>
          <p14:tracePt t="336626" x="4538663" y="2933700"/>
          <p14:tracePt t="336637" x="4545013" y="2933700"/>
          <p14:tracePt t="336660" x="4556125" y="2933700"/>
          <p14:tracePt t="336671" x="4568825" y="2933700"/>
          <p14:tracePt t="336683" x="4575175" y="2933700"/>
          <p14:tracePt t="336695" x="4587875" y="2933700"/>
          <p14:tracePt t="336706" x="4598988" y="2927350"/>
          <p14:tracePt t="336739" x="4598988" y="2914650"/>
          <p14:tracePt t="336751" x="4605338" y="2914650"/>
          <p14:tracePt t="336761" x="4605338" y="2901950"/>
          <p14:tracePt t="336773" x="4605338" y="2890838"/>
          <p14:tracePt t="336795" x="4598988" y="2884488"/>
          <p14:tracePt t="336799" x="4587875" y="2859088"/>
          <p14:tracePt t="336807" x="4575175" y="2852738"/>
          <p14:tracePt t="336818" x="4568825" y="2841625"/>
          <p14:tracePt t="336829" x="4545013" y="2828925"/>
          <p14:tracePt t="336842" x="4538663" y="2828925"/>
          <p14:tracePt t="336852" x="4513263" y="2828925"/>
          <p14:tracePt t="336863" x="4502150" y="2828925"/>
          <p14:tracePt t="336874" x="4495800" y="2841625"/>
          <p14:tracePt t="336886" x="4495800" y="2852738"/>
          <p14:tracePt t="336897" x="4483100" y="2859088"/>
          <p14:tracePt t="336907" x="4483100" y="2871788"/>
          <p14:tracePt t="336919" x="4495800" y="2890838"/>
          <p14:tracePt t="336941" x="4502150" y="2901950"/>
          <p14:tracePt t="336952" x="4513263" y="2901950"/>
          <p14:tracePt t="336964" x="4538663" y="2901950"/>
          <p14:tracePt t="336975" x="4556125" y="2901950"/>
          <p14:tracePt t="336986" x="4575175" y="2901950"/>
          <p14:tracePt t="336998" x="4598988" y="2901950"/>
          <p14:tracePt t="337010" x="4605338" y="2890838"/>
          <p14:tracePt t="337020" x="4618038" y="2890838"/>
          <p14:tracePt t="337031" x="4618038" y="2884488"/>
          <p14:tracePt t="337044" x="4618038" y="2871788"/>
          <p14:tracePt t="337054" x="4618038" y="2859088"/>
          <p14:tracePt t="337065" x="4618038" y="2852738"/>
          <p14:tracePt t="337077" x="4605338" y="2841625"/>
          <p14:tracePt t="337087" x="4598988" y="2841625"/>
          <p14:tracePt t="337099" x="4587875" y="2841625"/>
          <p14:tracePt t="337111" x="4575175" y="2841625"/>
          <p14:tracePt t="337121" x="4556125" y="2841625"/>
          <p14:tracePt t="337132" x="4538663" y="2852738"/>
          <p14:tracePt t="337144" x="4525963" y="2859088"/>
          <p14:tracePt t="337155" x="4513263" y="2871788"/>
          <p14:tracePt t="337167" x="4502150" y="2884488"/>
          <p14:tracePt t="337178" x="4502150" y="2890838"/>
          <p14:tracePt t="337189" x="4513263" y="2901950"/>
          <p14:tracePt t="337200" x="4525963" y="2901950"/>
          <p14:tracePt t="337212" x="4538663" y="2914650"/>
          <p14:tracePt t="337222" x="4545013" y="2914650"/>
          <p14:tracePt t="337234" x="4568825" y="2901950"/>
          <p14:tracePt t="337246" x="4575175" y="2901950"/>
          <p14:tracePt t="337256" x="4598988" y="2901950"/>
          <p14:tracePt t="337268" x="4598988" y="2890838"/>
          <p14:tracePt t="337279" x="4605338" y="2884488"/>
          <p14:tracePt t="337290" x="4605338" y="2871788"/>
          <p14:tracePt t="337302" x="4605338" y="2859088"/>
          <p14:tracePt t="337313" x="4605338" y="2852738"/>
          <p14:tracePt t="337324" x="4605338" y="2841625"/>
          <p14:tracePt t="337335" x="4598988" y="2841625"/>
          <p14:tracePt t="337346" x="4587875" y="2828925"/>
          <p14:tracePt t="337357" x="4575175" y="2828925"/>
          <p14:tracePt t="337369" x="4556125" y="2828925"/>
          <p14:tracePt t="337380" x="4545013" y="2841625"/>
          <p14:tracePt t="337391" x="4538663" y="2841625"/>
          <p14:tracePt t="337403" x="4538663" y="2859088"/>
          <p14:tracePt t="337414" x="4538663" y="2871788"/>
          <p14:tracePt t="337426" x="4538663" y="2884488"/>
          <p14:tracePt t="337436" x="4538663" y="2890838"/>
          <p14:tracePt t="337447" x="4545013" y="2901950"/>
          <p14:tracePt t="337460" x="4568825" y="2914650"/>
          <p14:tracePt t="337470" x="4575175" y="2914650"/>
          <p14:tracePt t="337481" x="4587875" y="2914650"/>
          <p14:tracePt t="337494" x="4598988" y="2914650"/>
          <p14:tracePt t="337504" x="4605338" y="2914650"/>
          <p14:tracePt t="337515" x="4618038" y="2901950"/>
          <p14:tracePt t="337537" x="4630738" y="2890838"/>
          <p14:tracePt t="337549" x="4630738" y="2884488"/>
          <p14:tracePt t="337561" x="4630738" y="2871788"/>
          <p14:tracePt t="337571" x="4618038" y="2859088"/>
          <p14:tracePt t="337583" x="4605338" y="2841625"/>
          <p14:tracePt t="337594" x="4587875" y="2828925"/>
          <p14:tracePt t="337605" x="4575175" y="2822575"/>
          <p14:tracePt t="337617" x="4545013" y="2822575"/>
          <p14:tracePt t="337628" x="4525963" y="2822575"/>
          <p14:tracePt t="337639" x="4502150" y="2822575"/>
          <p14:tracePt t="337650" x="4495800" y="2828925"/>
          <p14:tracePt t="337662" x="4483100" y="2841625"/>
          <p14:tracePt t="337672" x="4483100" y="2859088"/>
          <p14:tracePt t="337684" x="4483100" y="2871788"/>
          <p14:tracePt t="337695" x="4483100" y="2890838"/>
          <p14:tracePt t="337706" x="4483100" y="2901950"/>
          <p14:tracePt t="337718" x="4495800" y="2914650"/>
          <p14:tracePt t="337729" x="4513263" y="2927350"/>
          <p14:tracePt t="337740" x="4538663" y="2933700"/>
          <p14:tracePt t="337752" x="4568825" y="2933700"/>
          <p14:tracePt t="337763" x="4598988" y="2933700"/>
          <p14:tracePt t="337774" x="4618038" y="2927350"/>
          <p14:tracePt t="337785" x="4641850" y="2927350"/>
          <p14:tracePt t="337797" x="4648200" y="2914650"/>
          <p14:tracePt t="337808" x="4673600" y="2901950"/>
          <p14:tracePt t="337819" x="4673600" y="2890838"/>
          <p14:tracePt t="337841" x="4673600" y="2884488"/>
          <p14:tracePt t="337845" x="4660900" y="2884488"/>
          <p14:tracePt t="337855" x="4648200" y="2871788"/>
          <p14:tracePt t="337865" x="4641850" y="2871788"/>
          <p14:tracePt t="337876" x="4605338" y="2871788"/>
          <p14:tracePt t="337887" x="4587875" y="2871788"/>
          <p14:tracePt t="337898" x="4575175" y="2871788"/>
          <p14:tracePt t="337910" x="4556125" y="2884488"/>
          <p14:tracePt t="337920" x="4556125" y="2890838"/>
          <p14:tracePt t="337976" x="4568825" y="2884488"/>
          <p14:tracePt t="337987" x="4575175" y="2884488"/>
          <p14:tracePt t="337999" x="4575175" y="2871788"/>
          <p14:tracePt t="338010" x="4587875" y="2859088"/>
          <p14:tracePt t="338021" x="4598988" y="2852738"/>
          <p14:tracePt t="338055" x="4598988" y="2841625"/>
          <p14:tracePt t="338077" x="4587875" y="2852738"/>
          <p14:tracePt t="338100" x="4575175" y="2871788"/>
          <p14:tracePt t="338112" x="4568825" y="2884488"/>
          <p14:tracePt t="338123" x="4556125" y="2901950"/>
          <p14:tracePt t="338135" x="4556125" y="2914650"/>
          <p14:tracePt t="338145" x="4556125" y="2927350"/>
          <p14:tracePt t="338167" x="4568825" y="2933700"/>
          <p14:tracePt t="338179" x="4575175" y="2933700"/>
          <p14:tracePt t="338202" x="4598988" y="2927350"/>
          <p14:tracePt t="338223" x="4605338" y="2914650"/>
          <p14:tracePt t="338257" x="4605338" y="2901950"/>
          <p14:tracePt t="338269" x="4598988" y="2901950"/>
          <p14:tracePt t="338291" x="4587875" y="2901950"/>
          <p14:tracePt t="338302" x="4575175" y="2901950"/>
          <p14:tracePt t="338314" x="4568825" y="2901950"/>
          <p14:tracePt t="338325" x="4556125" y="2901950"/>
          <p14:tracePt t="338337" x="4556125" y="2890838"/>
          <p14:tracePt t="338415" x="4556125" y="2884488"/>
          <p14:tracePt t="338427" x="4545013" y="2884488"/>
          <p14:tracePt t="338437" x="4538663" y="2871788"/>
          <p14:tracePt t="338450" x="4525963" y="2871788"/>
          <p14:tracePt t="338460" x="4513263" y="2859088"/>
          <p14:tracePt t="338471" x="4495800" y="2859088"/>
          <p14:tracePt t="338483" x="4464050" y="2852738"/>
          <p14:tracePt t="338495" x="4440238" y="2841625"/>
          <p14:tracePt t="338505" x="4421188" y="2828925"/>
          <p14:tracePt t="338517" x="4391025" y="2822575"/>
          <p14:tracePt t="338528" x="4367213" y="2822575"/>
          <p14:tracePt t="338539" x="4360863" y="2809875"/>
          <p14:tracePt t="338551" x="4348163" y="2809875"/>
          <p14:tracePt t="338562" x="4335463" y="2798763"/>
          <p14:tracePt t="338584" x="4330700" y="2798763"/>
          <p14:tracePt t="338587" x="4318000" y="2786063"/>
          <p14:tracePt t="338596" x="4318000" y="2779713"/>
          <p14:tracePt t="338608" x="4305300" y="2767013"/>
          <p14:tracePt t="338618" x="4292600" y="2767013"/>
          <p14:tracePt t="338630" x="4287838" y="2755900"/>
          <p14:tracePt t="338640" x="4275138" y="2749550"/>
          <p14:tracePt t="338652" x="4262438" y="2736850"/>
          <p14:tracePt t="338663" x="4244975" y="2724150"/>
          <p14:tracePt t="338674" x="4232275" y="2719388"/>
          <p14:tracePt t="338686" x="4213225" y="2706688"/>
          <p14:tracePt t="338697" x="4202113" y="2693988"/>
          <p14:tracePt t="338719" x="4195763" y="2681288"/>
          <p14:tracePt t="338797" x="4195763" y="2693988"/>
          <p14:tracePt t="338820" x="4195763" y="2706688"/>
          <p14:tracePt t="338842" x="4195763" y="2719388"/>
          <p14:tracePt t="338865" x="4195763" y="2724150"/>
          <p14:tracePt t="338900" x="4202113" y="2724150"/>
          <p14:tracePt t="338921" x="4213225" y="2719388"/>
          <p14:tracePt t="338944" x="4225925" y="2706688"/>
          <p14:tracePt t="338966" x="4225925" y="2693988"/>
          <p14:tracePt t="338978" x="4225925" y="2681288"/>
          <p14:tracePt t="338989" x="4213225" y="2676525"/>
          <p14:tracePt t="339001" x="4202113" y="2676525"/>
          <p14:tracePt t="339012" x="4183063" y="2663825"/>
          <p14:tracePt t="339023" x="4159250" y="2663825"/>
          <p14:tracePt t="339035" x="4140200" y="2663825"/>
          <p14:tracePt t="339045" x="4121150" y="2676525"/>
          <p14:tracePt t="339056" x="4110038" y="2681288"/>
          <p14:tracePt t="339069" x="4097338" y="2693988"/>
          <p14:tracePt t="339079" x="4090988" y="2706688"/>
          <p14:tracePt t="339090" x="4090988" y="2719388"/>
          <p14:tracePt t="339112" x="4097338" y="2724150"/>
          <p14:tracePt t="339124" x="4097338" y="2736850"/>
          <p14:tracePt t="339136" x="4121150" y="2736850"/>
          <p14:tracePt t="339147" x="4127500" y="2736850"/>
          <p14:tracePt t="339158" x="4159250" y="2736850"/>
          <p14:tracePt t="339169" x="4170363" y="2736850"/>
          <p14:tracePt t="339181" x="4202113" y="2724150"/>
          <p14:tracePt t="339191" x="4225925" y="2719388"/>
          <p14:tracePt t="339204" x="4232275" y="2719388"/>
          <p14:tracePt t="339215" x="4232275" y="2706688"/>
          <p14:tracePt t="339225" x="4232275" y="2693988"/>
          <p14:tracePt t="339247" x="4232275" y="2681288"/>
          <p14:tracePt t="339259" x="4225925" y="2681288"/>
          <p14:tracePt t="339271" x="4213225" y="2676525"/>
          <p14:tracePt t="339281" x="4202113" y="2676525"/>
          <p14:tracePt t="339292" x="4183063" y="2676525"/>
          <p14:tracePt t="339304" x="4170363" y="2681288"/>
          <p14:tracePt t="339316" x="4152900" y="2681288"/>
          <p14:tracePt t="339327" x="4152900" y="2693988"/>
          <p14:tracePt t="339338" x="4140200" y="2706688"/>
          <p14:tracePt t="339349" x="4140200" y="2719388"/>
          <p14:tracePt t="339361" x="4152900" y="2724150"/>
          <p14:tracePt t="339372" x="4170363" y="2724150"/>
          <p14:tracePt t="339383" x="4195763" y="2724150"/>
          <p14:tracePt t="339395" x="4225925" y="2736850"/>
          <p14:tracePt t="339406" x="4262438" y="2736850"/>
          <p14:tracePt t="339417" x="4287838" y="2736850"/>
          <p14:tracePt t="339428" x="4305300" y="2724150"/>
          <p14:tracePt t="339439" x="4330700" y="2724150"/>
          <p14:tracePt t="339450" x="4330700" y="2719388"/>
          <p14:tracePt t="339472" x="4330700" y="2706688"/>
          <p14:tracePt t="339484" x="4330700" y="2693988"/>
          <p14:tracePt t="339495" x="4318000" y="2681288"/>
          <p14:tracePt t="339506" x="4305300" y="2676525"/>
          <p14:tracePt t="339519" x="4287838" y="2676525"/>
          <p14:tracePt t="339530" x="4262438" y="2676525"/>
          <p14:tracePt t="339540" x="4244975" y="2676525"/>
          <p14:tracePt t="339552" x="4232275" y="2676525"/>
          <p14:tracePt t="339563" x="4213225" y="2681288"/>
          <p14:tracePt t="339574" x="4202113" y="2693988"/>
          <p14:tracePt t="339586" x="4195763" y="2706688"/>
          <p14:tracePt t="339597" x="4195763" y="2724150"/>
          <p14:tracePt t="339607" x="4195763" y="2736850"/>
          <p14:tracePt t="339619" x="4202113" y="2749550"/>
          <p14:tracePt t="339631" x="4213225" y="2755900"/>
          <p14:tracePt t="339641" x="4232275" y="2767013"/>
          <p14:tracePt t="339653" x="4256088" y="2767013"/>
          <p14:tracePt t="339664" x="4275138" y="2767013"/>
          <p14:tracePt t="339675" x="4287838" y="2767013"/>
          <p14:tracePt t="339687" x="4305300" y="2755900"/>
          <p14:tracePt t="339698" x="4330700" y="2755900"/>
          <p14:tracePt t="339709" x="4335463" y="2749550"/>
          <p14:tracePt t="339721" x="4335463" y="2736850"/>
          <p14:tracePt t="339732" x="4335463" y="2724150"/>
          <p14:tracePt t="339742" x="4335463" y="2719388"/>
          <p14:tracePt t="339754" x="4330700" y="2706688"/>
          <p14:tracePt t="339765" x="4318000" y="2693988"/>
          <p14:tracePt t="339777" x="4292600" y="2681288"/>
          <p14:tracePt t="339788" x="4275138" y="2676525"/>
          <p14:tracePt t="339799" x="4256088" y="2676525"/>
          <p14:tracePt t="339811" x="4213225" y="2676525"/>
          <p14:tracePt t="339821" x="4195763" y="2681288"/>
          <p14:tracePt t="339833" x="4159250" y="2693988"/>
          <p14:tracePt t="339845" x="4152900" y="2706688"/>
          <p14:tracePt t="339855" x="4152900" y="2719388"/>
          <p14:tracePt t="339867" x="4152900" y="2724150"/>
          <p14:tracePt t="339879" x="4159250" y="2749550"/>
          <p14:tracePt t="339889" x="4170363" y="2755900"/>
          <p14:tracePt t="339901" x="4202113" y="2755900"/>
          <p14:tracePt t="339912" x="4225925" y="2767013"/>
          <p14:tracePt t="339945" x="4244975" y="2767013"/>
          <p14:tracePt t="339948" x="4275138" y="2755900"/>
          <p14:tracePt t="339957" x="4292600" y="2755900"/>
          <p14:tracePt t="339962" x="4305300" y="2749550"/>
          <p14:tracePt t="339969" x="4318000" y="2749550"/>
          <p14:tracePt t="339980" x="4318000" y="2736850"/>
          <p14:tracePt t="339992" x="4318000" y="2724150"/>
          <p14:tracePt t="340003" x="4318000" y="2719388"/>
          <p14:tracePt t="340013" x="4305300" y="2706688"/>
          <p14:tracePt t="340024" x="4305300" y="2693988"/>
          <p14:tracePt t="340036" x="4292600" y="2693988"/>
          <p14:tracePt t="340047" x="4275138" y="2693988"/>
          <p14:tracePt t="340057" x="4262438" y="2693988"/>
          <p14:tracePt t="340069" x="4232275" y="2693988"/>
          <p14:tracePt t="340081" x="4213225" y="2693988"/>
          <p14:tracePt t="340091" x="4195763" y="2693988"/>
          <p14:tracePt t="340103" x="4170363" y="2706688"/>
          <p14:tracePt t="340114" x="4170363" y="2719388"/>
          <p14:tracePt t="340136" x="4170363" y="2724150"/>
          <p14:tracePt t="340148" x="4183063" y="2724150"/>
          <p14:tracePt t="340159" x="4202113" y="2736850"/>
          <p14:tracePt t="340170" x="4225925" y="2736850"/>
          <p14:tracePt t="340181" x="4244975" y="2736850"/>
          <p14:tracePt t="340192" x="4275138" y="2736850"/>
          <p14:tracePt t="340205" x="4292600" y="2724150"/>
          <p14:tracePt t="340216" x="4305300" y="2724150"/>
          <p14:tracePt t="340238" x="4305300" y="2719388"/>
          <p14:tracePt t="340249" x="4305300" y="2706688"/>
          <p14:tracePt t="340271" x="4292600" y="2693988"/>
          <p14:tracePt t="340294" x="4287838" y="2681288"/>
          <p14:tracePt t="340305" x="4275138" y="2681288"/>
          <p14:tracePt t="340317" x="4256088" y="2681288"/>
          <p14:tracePt t="340329" x="4244975" y="2681288"/>
          <p14:tracePt t="340361" x="4244975" y="2693988"/>
          <p14:tracePt t="340372" x="4244975" y="2706688"/>
          <p14:tracePt t="340385" x="4262438" y="2719388"/>
          <p14:tracePt t="340396" x="4275138" y="2724150"/>
          <p14:tracePt t="340406" x="4305300" y="2749550"/>
          <p14:tracePt t="340419" x="4335463" y="2755900"/>
          <p14:tracePt t="340430" x="4367213" y="2786063"/>
          <p14:tracePt t="340440" x="4378325" y="2798763"/>
          <p14:tracePt t="340453" x="4397375" y="2822575"/>
          <p14:tracePt t="340463" x="4421188" y="2828925"/>
          <p14:tracePt t="340474" x="4433888" y="2841625"/>
          <p14:tracePt t="340486" x="4440238" y="2852738"/>
          <p14:tracePt t="340497" x="4452938" y="2859088"/>
          <p14:tracePt t="340508" x="4464050" y="2871788"/>
          <p14:tracePt t="340520" x="4470400" y="2871788"/>
          <p14:tracePt t="340531" x="4495800" y="2871788"/>
          <p14:tracePt t="340541" x="4502150" y="2871788"/>
          <p14:tracePt t="340564" x="4513263" y="2871788"/>
          <p14:tracePt t="340778" x="4525963" y="2871788"/>
          <p14:tracePt t="340845" x="4538663" y="2871788"/>
          <p14:tracePt t="341767" x="4545013" y="2884488"/>
          <p14:tracePt t="341779" x="4556125" y="2884488"/>
          <p14:tracePt t="342105" x="4568825" y="2884488"/>
          <p14:tracePt t="342116" x="4575175" y="2884488"/>
          <p14:tracePt t="342139" x="4587875" y="2884488"/>
          <p14:tracePt t="342151" x="4605338" y="2884488"/>
          <p14:tracePt t="342161" x="4630738" y="2884488"/>
          <p14:tracePt t="342174" x="4673600" y="2890838"/>
          <p14:tracePt t="342184" x="4703763" y="2890838"/>
          <p14:tracePt t="342197" x="4752975" y="2901950"/>
          <p14:tracePt t="342207" x="4808538" y="2901950"/>
          <p14:tracePt t="342218" x="4851400" y="2914650"/>
          <p14:tracePt t="342230" x="4899025" y="2914650"/>
          <p14:tracePt t="342241" x="4930775" y="2914650"/>
          <p14:tracePt t="342252" x="4973638" y="2914650"/>
          <p14:tracePt t="342263" x="5003800" y="2914650"/>
          <p14:tracePt t="342275" x="5022850" y="2914650"/>
          <p14:tracePt t="342285" x="5046663" y="2914650"/>
          <p14:tracePt t="342297" x="5065713" y="2914650"/>
          <p14:tracePt t="342308" x="5089525" y="2914650"/>
          <p14:tracePt t="342319" x="5108575" y="2914650"/>
          <p14:tracePt t="342331" x="5119688" y="2914650"/>
          <p14:tracePt t="342341" x="5138738" y="2914650"/>
          <p14:tracePt t="342353" x="5156200" y="2914650"/>
          <p14:tracePt t="342365" x="5181600" y="2914650"/>
          <p14:tracePt t="342375" x="5194300" y="2914650"/>
          <p14:tracePt t="342386" x="5211763" y="2914650"/>
          <p14:tracePt t="342399" x="5224463" y="2914650"/>
          <p14:tracePt t="342409" x="5230813" y="2914650"/>
          <p14:tracePt t="342422" x="5241925" y="2914650"/>
          <p14:tracePt t="342432" x="5254625" y="2914650"/>
          <p14:tracePt t="342443" x="5260975" y="2914650"/>
          <p14:tracePt t="342454" x="5273675" y="2914650"/>
          <p14:tracePt t="342532" x="5260975" y="2901950"/>
          <p14:tracePt t="342555" x="5254625" y="2901950"/>
          <p14:tracePt t="342566" x="5241925" y="2901950"/>
          <p14:tracePt t="342577" x="5230813" y="2901950"/>
          <p14:tracePt t="342589" x="5199063" y="2890838"/>
          <p14:tracePt t="342600" x="5181600" y="2890838"/>
          <p14:tracePt t="342611" x="5151438" y="2890838"/>
          <p14:tracePt t="342623" x="5138738" y="2890838"/>
          <p14:tracePt t="342634" x="5119688" y="2890838"/>
          <p14:tracePt t="342645" x="5108575" y="2890838"/>
          <p14:tracePt t="342657" x="5095875" y="2901950"/>
          <p14:tracePt t="342723" x="5108575" y="2901950"/>
          <p14:tracePt t="342735" x="5126038" y="2901950"/>
          <p14:tracePt t="342747" x="5138738" y="2901950"/>
          <p14:tracePt t="342758" x="5156200" y="2901950"/>
          <p14:tracePt t="342769" x="5194300" y="2901950"/>
          <p14:tracePt t="342781" x="5224463" y="2901950"/>
          <p14:tracePt t="342791" x="5241925" y="2901950"/>
          <p14:tracePt t="342803" x="5260975" y="2901950"/>
          <p14:tracePt t="342858" x="5241925" y="2901950"/>
          <p14:tracePt t="342871" x="5224463" y="2901950"/>
          <p14:tracePt t="342881" x="5199063" y="2901950"/>
          <p14:tracePt t="342893" x="5156200" y="2901950"/>
          <p14:tracePt t="342905" x="5126038" y="2901950"/>
          <p14:tracePt t="342916" x="5089525" y="2901950"/>
          <p14:tracePt t="342926" x="5076825" y="2901950"/>
          <p14:tracePt t="342938" x="5065713" y="2901950"/>
          <p14:tracePt t="342949" x="5065713" y="2914650"/>
          <p14:tracePt t="342971" x="5076825" y="2914650"/>
          <p14:tracePt t="342983" x="5089525" y="2914650"/>
          <p14:tracePt t="342994" x="5119688" y="2914650"/>
          <p14:tracePt t="343006" x="5138738" y="2927350"/>
          <p14:tracePt t="343017" x="5181600" y="2927350"/>
          <p14:tracePt t="343028" x="5211763" y="2927350"/>
          <p14:tracePt t="343039" x="5254625" y="2933700"/>
          <p14:tracePt t="343051" x="5273675" y="2933700"/>
          <p14:tracePt t="343061" x="5284788" y="2933700"/>
          <p14:tracePt t="343106" x="5273675" y="2933700"/>
          <p14:tracePt t="343117" x="5241925" y="2933700"/>
          <p14:tracePt t="343129" x="5224463" y="2933700"/>
          <p14:tracePt t="343141" x="5181600" y="2933700"/>
          <p14:tracePt t="343151" x="5126038" y="2927350"/>
          <p14:tracePt t="343162" x="5089525" y="2927350"/>
          <p14:tracePt t="343174" x="5065713" y="2927350"/>
          <p14:tracePt t="343185" x="5033963" y="2927350"/>
          <p14:tracePt t="343197" x="5022850" y="2927350"/>
          <p14:tracePt t="343252" x="5033963" y="2927350"/>
          <p14:tracePt t="343264" x="5046663" y="2927350"/>
          <p14:tracePt t="343276" x="5065713" y="2927350"/>
          <p14:tracePt t="343288" x="5095875" y="2933700"/>
          <p14:tracePt t="343299" x="5119688" y="2933700"/>
          <p14:tracePt t="343309" x="5138738" y="2933700"/>
          <p14:tracePt t="343321" x="5168900" y="2933700"/>
          <p14:tracePt t="343331" x="5181600" y="2933700"/>
          <p14:tracePt t="343387" x="5168900" y="2933700"/>
          <p14:tracePt t="343399" x="5156200" y="2933700"/>
          <p14:tracePt t="343410" x="5126038" y="2933700"/>
          <p14:tracePt t="343422" x="5095875" y="2933700"/>
          <p14:tracePt t="343433" x="5076825" y="2933700"/>
          <p14:tracePt t="343444" x="5033963" y="2933700"/>
          <p14:tracePt t="343456" x="5003800" y="2933700"/>
          <p14:tracePt t="343466" x="4991100" y="2933700"/>
          <p14:tracePt t="343478" x="4984750" y="2933700"/>
          <p14:tracePt t="343533" x="5003800" y="2933700"/>
          <p14:tracePt t="343545" x="5016500" y="2933700"/>
          <p14:tracePt t="343556" x="5022850" y="2944813"/>
          <p14:tracePt t="343568" x="5046663" y="2944813"/>
          <p14:tracePt t="343579" x="5076825" y="2944813"/>
          <p14:tracePt t="343591" x="5108575" y="2957513"/>
          <p14:tracePt t="343601" x="5126038" y="2957513"/>
          <p14:tracePt t="343612" x="5168900" y="2957513"/>
          <p14:tracePt t="343625" x="5194300" y="2963863"/>
          <p14:tracePt t="343636" x="5211763" y="2963863"/>
          <p14:tracePt t="343648" x="5230813" y="2963863"/>
          <p14:tracePt t="343658" x="5241925" y="2963863"/>
          <p14:tracePt t="343669" x="5254625" y="2963863"/>
          <p14:tracePt t="344964" x="5199063" y="2963863"/>
          <p14:tracePt t="344974" x="5156200" y="2963863"/>
          <p14:tracePt t="344986" x="5095875" y="2963863"/>
          <p14:tracePt t="344997" x="5022850" y="2957513"/>
          <p14:tracePt t="345008" x="4991100" y="2957513"/>
          <p14:tracePt t="345019" x="4960938" y="2957513"/>
          <p14:tracePt t="345031" x="4941888" y="2957513"/>
          <p14:tracePt t="345042" x="4918075" y="2957513"/>
          <p14:tracePt t="345053" x="4911725" y="2957513"/>
          <p14:tracePt t="345064" x="4899025" y="2957513"/>
          <p14:tracePt t="345087" x="4887913" y="2957513"/>
          <p14:tracePt t="345098" x="4881563" y="2957513"/>
          <p14:tracePt t="345110" x="4868863" y="2957513"/>
          <p14:tracePt t="345121" x="4856163" y="2957513"/>
          <p14:tracePt t="345131" x="4851400" y="2957513"/>
          <p14:tracePt t="345154" x="4838700" y="2957513"/>
          <p14:tracePt t="345187" x="4826000" y="2957513"/>
          <p14:tracePt t="345191" x="4813300" y="2957513"/>
          <p14:tracePt t="345201" x="4808538" y="2957513"/>
          <p14:tracePt t="345210" x="4795838" y="2957513"/>
          <p14:tracePt t="345221" x="4776788" y="2957513"/>
          <p14:tracePt t="345235" x="4752975" y="2957513"/>
          <p14:tracePt t="345245" x="4733925" y="2957513"/>
          <p14:tracePt t="345256" x="4710113" y="2957513"/>
          <p14:tracePt t="345267" x="4691063" y="2957513"/>
          <p14:tracePt t="345278" x="4660900" y="2963863"/>
          <p14:tracePt t="345290" x="4648200" y="2963863"/>
          <p14:tracePt t="345300" x="4630738" y="2963863"/>
          <p14:tracePt t="345311" x="4605338" y="2963863"/>
          <p14:tracePt t="345323" x="4598988" y="2963863"/>
          <p14:tracePt t="345334" x="4587875" y="2963863"/>
          <p14:tracePt t="345356" x="4575175" y="2963863"/>
          <p14:tracePt t="345637" x="4587875" y="2963863"/>
          <p14:tracePt t="345862" x="4598988" y="2963863"/>
          <p14:tracePt t="345874" x="4605338" y="2963863"/>
          <p14:tracePt t="345885" x="4618038" y="2963863"/>
          <p14:tracePt t="345897" x="4641850" y="2963863"/>
          <p14:tracePt t="345907" x="4679950" y="2963863"/>
          <p14:tracePt t="345920" x="4746625" y="2963863"/>
          <p14:tracePt t="345931" x="4783138" y="2963863"/>
          <p14:tracePt t="345941" x="4881563" y="2963863"/>
          <p14:tracePt t="345953" x="4960938" y="2976563"/>
          <p14:tracePt t="345964" x="5033963" y="2976563"/>
          <p14:tracePt t="345975" x="5138738" y="2976563"/>
          <p14:tracePt t="345987" x="5241925" y="2976563"/>
          <p14:tracePt t="345998" x="5327650" y="2976563"/>
          <p14:tracePt t="346009" x="5376863" y="2976563"/>
          <p14:tracePt t="346021" x="5432425" y="2976563"/>
          <p14:tracePt t="346031" x="5468938" y="2976563"/>
          <p14:tracePt t="346043" x="5505450" y="2976563"/>
          <p14:tracePt t="346054" x="5511800" y="2976563"/>
          <p14:tracePt t="346065" x="5524500" y="2963863"/>
          <p14:tracePt t="346211" x="5511800" y="2957513"/>
          <p14:tracePt t="346234" x="5511800" y="2944813"/>
          <p14:tracePt t="346236" x="5494338" y="2927350"/>
          <p14:tracePt t="346245" x="5462588" y="2914650"/>
          <p14:tracePt t="346258" x="5432425" y="2901950"/>
          <p14:tracePt t="346268" x="5408613" y="2890838"/>
          <p14:tracePt t="346279" x="5376863" y="2890838"/>
          <p14:tracePt t="346290" x="5359400" y="2884488"/>
          <p14:tracePt t="346302" x="5334000" y="2884488"/>
          <p14:tracePt t="346313" x="5303838" y="2871788"/>
          <p14:tracePt t="346324" x="5284788" y="2871788"/>
          <p14:tracePt t="346336" x="5260975" y="2884488"/>
          <p14:tracePt t="346346" x="5254625" y="2884488"/>
          <p14:tracePt t="346359" x="5230813" y="2884488"/>
          <p14:tracePt t="346369" x="5224463" y="2890838"/>
          <p14:tracePt t="346380" x="5211763" y="2890838"/>
          <p14:tracePt t="346392" x="5211763" y="2901950"/>
          <p14:tracePt t="346402" x="5199063" y="2901950"/>
          <p14:tracePt t="346414" x="5199063" y="2914650"/>
          <p14:tracePt t="346426" x="5199063" y="2927350"/>
          <p14:tracePt t="346459" x="5211763" y="2933700"/>
          <p14:tracePt t="346470" x="5224463" y="2933700"/>
          <p14:tracePt t="346481" x="5230813" y="2933700"/>
          <p14:tracePt t="346493" x="5241925" y="2933700"/>
          <p14:tracePt t="346504" x="5260975" y="2933700"/>
          <p14:tracePt t="346516" x="5273675" y="2927350"/>
          <p14:tracePt t="346527" x="5284788" y="2927350"/>
          <p14:tracePt t="346538" x="5297488" y="2914650"/>
          <p14:tracePt t="346550" x="5297488" y="2901950"/>
          <p14:tracePt t="346560" x="5303838" y="2890838"/>
          <p14:tracePt t="346571" x="5297488" y="2871788"/>
          <p14:tracePt t="346583" x="5284788" y="2852738"/>
          <p14:tracePt t="346594" x="5260975" y="2841625"/>
          <p14:tracePt t="346605" x="5241925" y="2828925"/>
          <p14:tracePt t="346617" x="5211763" y="2828925"/>
          <p14:tracePt t="346639" x="5181600" y="2822575"/>
          <p14:tracePt t="346651" x="5156200" y="2822575"/>
          <p14:tracePt t="346652" x="5138738" y="2828925"/>
          <p14:tracePt t="346662" x="5126038" y="2841625"/>
          <p14:tracePt t="346673" x="5119688" y="2841625"/>
          <p14:tracePt t="346684" x="5108575" y="2852738"/>
          <p14:tracePt t="346696" x="5108575" y="2871788"/>
          <p14:tracePt t="346706" x="5108575" y="2884488"/>
          <p14:tracePt t="346718" x="5108575" y="2890838"/>
          <p14:tracePt t="346729" x="5119688" y="2901950"/>
          <p14:tracePt t="346740" x="5126038" y="2914650"/>
          <p14:tracePt t="346752" x="5138738" y="2914650"/>
          <p14:tracePt t="346763" x="5151438" y="2914650"/>
          <p14:tracePt t="346774" x="5156200" y="2927350"/>
          <p14:tracePt t="346785" x="5168900" y="2927350"/>
          <p14:tracePt t="346830" x="5168900" y="2914650"/>
          <p14:tracePt t="346864" x="5156200" y="2914650"/>
          <p14:tracePt t="346876" x="5138738" y="2914650"/>
          <p14:tracePt t="346886" x="5095875" y="2914650"/>
          <p14:tracePt t="346897" x="5046663" y="2901950"/>
          <p14:tracePt t="346910" x="4960938" y="2901950"/>
          <p14:tracePt t="346920" x="4868863" y="2901950"/>
          <p14:tracePt t="346932" x="4765675" y="2901950"/>
          <p14:tracePt t="346943" x="4691063" y="2914650"/>
          <p14:tracePt t="346954" x="4598988" y="2914650"/>
          <p14:tracePt t="346965" x="4538663" y="2914650"/>
          <p14:tracePt t="346977" x="4502150" y="2914650"/>
          <p14:tracePt t="346987" x="4470400" y="2914650"/>
          <p14:tracePt t="346999" x="4452938" y="2914650"/>
          <p14:tracePt t="347011" x="4433888" y="2914650"/>
          <p14:tracePt t="347021" x="4421188" y="2914650"/>
          <p14:tracePt t="347033" x="4397375" y="2914650"/>
          <p14:tracePt t="347044" x="4378325" y="2901950"/>
          <p14:tracePt t="347055" x="4360863" y="2901950"/>
          <p14:tracePt t="347067" x="4335463" y="2901950"/>
          <p14:tracePt t="347089" x="4330700" y="2901950"/>
          <p14:tracePt t="347093" x="4305300" y="2901950"/>
          <p14:tracePt t="347112" x="4292600" y="2901950"/>
          <p14:tracePt t="347123" x="4287838" y="2901950"/>
          <p14:tracePt t="347145" x="4275138" y="2901950"/>
          <p14:tracePt t="347201" x="4275138" y="2914650"/>
          <p14:tracePt t="347257" x="4262438" y="2914650"/>
          <p14:tracePt t="347281" x="4256088" y="2914650"/>
          <p14:tracePt t="347292" x="4244975" y="2914650"/>
          <p14:tracePt t="347314" x="4232275" y="2914650"/>
          <p14:tracePt t="347325" x="4225925" y="2914650"/>
          <p14:tracePt t="347414" x="4225925" y="2927350"/>
          <p14:tracePt t="347427" x="4232275" y="2927350"/>
          <p14:tracePt t="347439" x="4256088" y="2927350"/>
          <p14:tracePt t="347449" x="4262438" y="2927350"/>
          <p14:tracePt t="347462" x="4292600" y="2933700"/>
          <p14:tracePt t="347473" x="4305300" y="2933700"/>
          <p14:tracePt t="347482" x="4318000" y="2933700"/>
          <p14:tracePt t="347550" x="4292600" y="2933700"/>
          <p14:tracePt t="347562" x="4275138" y="2927350"/>
          <p14:tracePt t="347573" x="4256088" y="2927350"/>
          <p14:tracePt t="347584" x="4213225" y="2927350"/>
          <p14:tracePt t="347596" x="4170363" y="2927350"/>
          <p14:tracePt t="347606" x="4152900" y="2927350"/>
          <p14:tracePt t="347619" x="4121150" y="2927350"/>
          <p14:tracePt t="347629" x="4110038" y="2927350"/>
          <p14:tracePt t="347640" x="4097338" y="2933700"/>
          <p14:tracePt t="347718" x="4110038" y="2933700"/>
          <p14:tracePt t="347730" x="4121150" y="2944813"/>
          <p14:tracePt t="347741" x="4127500" y="2944813"/>
          <p14:tracePt t="347754" x="4152900" y="2944813"/>
          <p14:tracePt t="347764" x="4159250" y="2944813"/>
          <p14:tracePt t="347842" x="4152900" y="2944813"/>
          <p14:tracePt t="347853" x="4140200" y="2944813"/>
          <p14:tracePt t="347865" x="4121150" y="2944813"/>
          <p14:tracePt t="347876" x="4097338" y="2944813"/>
          <p14:tracePt t="347888" x="4078288" y="2944813"/>
          <p14:tracePt t="347899" x="4067175" y="2944813"/>
          <p14:tracePt t="347943" x="4078288" y="2944813"/>
          <p14:tracePt t="347955" x="4110038" y="2944813"/>
          <p14:tracePt t="347966" x="4140200" y="2944813"/>
          <p14:tracePt t="347977" x="4159250" y="2944813"/>
          <p14:tracePt t="347990" x="4195763" y="2944813"/>
          <p14:tracePt t="348000" x="4213225" y="2944813"/>
          <p14:tracePt t="348013" x="4225925" y="2944813"/>
          <p14:tracePt t="348024" x="4232275" y="2944813"/>
          <p14:tracePt t="348056" x="4225925" y="2944813"/>
          <p14:tracePt t="348079" x="4202113" y="2944813"/>
          <p14:tracePt t="348090" x="4183063" y="2944813"/>
          <p14:tracePt t="348101" x="4152900" y="2944813"/>
          <p14:tracePt t="348113" x="4127500" y="2933700"/>
          <p14:tracePt t="348124" x="4110038" y="2933700"/>
          <p14:tracePt t="348136" x="4097338" y="2933700"/>
          <p14:tracePt t="348180" x="4121150" y="2933700"/>
          <p14:tracePt t="348191" x="4140200" y="2933700"/>
          <p14:tracePt t="348205" x="4159250" y="2933700"/>
          <p14:tracePt t="348215" x="4202113" y="2944813"/>
          <p14:tracePt t="348226" x="4244975" y="2944813"/>
          <p14:tracePt t="348236" x="4275138" y="2944813"/>
          <p14:tracePt t="348248" x="4287838" y="2944813"/>
          <p14:tracePt t="348292" x="4275138" y="2944813"/>
          <p14:tracePt t="348304" x="4256088" y="2944813"/>
          <p14:tracePt t="348337" x="4232275" y="2944813"/>
          <p14:tracePt t="348341" x="4213225" y="2944813"/>
          <p14:tracePt t="348349" x="4170363" y="2944813"/>
          <p14:tracePt t="348352" x="4140200" y="2944813"/>
          <p14:tracePt t="348360" x="4121150" y="2944813"/>
          <p14:tracePt t="348372" x="4110038" y="2944813"/>
          <p14:tracePt t="348405" x="4121150" y="2944813"/>
          <p14:tracePt t="348417" x="4127500" y="2944813"/>
          <p14:tracePt t="348427" x="4152900" y="2944813"/>
          <p14:tracePt t="348440" x="4170363" y="2944813"/>
          <p14:tracePt t="348451" x="4183063" y="2944813"/>
          <p14:tracePt t="348462" x="4202113" y="2944813"/>
          <p14:tracePt t="348473" x="4213225" y="2944813"/>
          <p14:tracePt t="348529" x="4195763" y="2944813"/>
          <p14:tracePt t="348540" x="4183063" y="2944813"/>
          <p14:tracePt t="348551" x="4159250" y="2944813"/>
          <p14:tracePt t="348563" x="4140200" y="2944813"/>
          <p14:tracePt t="348585" x="4127500" y="2944813"/>
          <p14:tracePt t="348619" x="4140200" y="2944813"/>
          <p14:tracePt t="348630" x="4152900" y="2944813"/>
          <p14:tracePt t="348641" x="4159250" y="2944813"/>
          <p14:tracePt t="348653" x="4195763" y="2944813"/>
          <p14:tracePt t="348664" x="4213225" y="2957513"/>
          <p14:tracePt t="348675" x="4262438" y="2957513"/>
          <p14:tracePt t="348687" x="4330700" y="2957513"/>
          <p14:tracePt t="348698" x="4391025" y="2957513"/>
          <p14:tracePt t="348709" x="4440238" y="2957513"/>
          <p14:tracePt t="348721" x="4502150" y="2963863"/>
          <p14:tracePt t="348732" x="4545013" y="2963863"/>
          <p14:tracePt t="348743" x="4568825" y="2963863"/>
          <p14:tracePt t="348754" x="4587875" y="2963863"/>
          <p14:tracePt t="348765" x="4587875" y="2957513"/>
          <p14:tracePt t="348776" x="4598988" y="2957513"/>
          <p14:tracePt t="348912" x="4587875" y="2957513"/>
          <p14:tracePt t="348922" x="4568825" y="2957513"/>
          <p14:tracePt t="348934" x="4545013" y="2957513"/>
          <p14:tracePt t="348946" x="4513263" y="2957513"/>
          <p14:tracePt t="348956" x="4495800" y="2957513"/>
          <p14:tracePt t="348968" x="4483100" y="2957513"/>
          <p14:tracePt t="349012" x="4495800" y="2957513"/>
          <p14:tracePt t="349024" x="4513263" y="2957513"/>
          <p14:tracePt t="349035" x="4538663" y="2957513"/>
          <p14:tracePt t="349046" x="4556125" y="2957513"/>
          <p14:tracePt t="349059" x="4575175" y="2963863"/>
          <p14:tracePt t="349069" x="4587875" y="2963863"/>
          <p14:tracePt t="349081" x="4598988" y="2963863"/>
          <p14:tracePt t="349136" x="4575175" y="2963863"/>
          <p14:tracePt t="349149" x="4556125" y="2963863"/>
          <p14:tracePt t="349159" x="4525963" y="2957513"/>
          <p14:tracePt t="349171" x="4502150" y="2957513"/>
          <p14:tracePt t="349182" x="4470400" y="2957513"/>
          <p14:tracePt t="349192" x="4464050" y="2957513"/>
          <p14:tracePt t="349237" x="4470400" y="2957513"/>
          <p14:tracePt t="349249" x="4495800" y="2957513"/>
          <p14:tracePt t="349260" x="4525963" y="2957513"/>
          <p14:tracePt t="349273" x="4545013" y="2957513"/>
          <p14:tracePt t="349283" x="4575175" y="2963863"/>
          <p14:tracePt t="349294" x="4598988" y="2963863"/>
          <p14:tracePt t="349306" x="4618038" y="2963863"/>
          <p14:tracePt t="349327" x="4630738" y="2963863"/>
          <p14:tracePt t="349385" x="4618038" y="2963863"/>
          <p14:tracePt t="349395" x="4605338" y="2963863"/>
          <p14:tracePt t="349408" x="4587875" y="2957513"/>
          <p14:tracePt t="349418" x="4568825" y="2957513"/>
          <p14:tracePt t="349429" x="4545013" y="2957513"/>
          <p14:tracePt t="349441" x="4513263" y="2957513"/>
          <p14:tracePt t="349452" x="4502150" y="2957513"/>
          <p14:tracePt t="349496" x="4513263" y="2957513"/>
          <p14:tracePt t="349508" x="4525963" y="2957513"/>
          <p14:tracePt t="349519" x="4545013" y="2957513"/>
          <p14:tracePt t="349531" x="4575175" y="2957513"/>
          <p14:tracePt t="349542" x="4598988" y="2957513"/>
          <p14:tracePt t="349553" x="4618038" y="2963863"/>
          <p14:tracePt t="349565" x="4641850" y="2963863"/>
          <p14:tracePt t="349610" x="4630738" y="2963863"/>
          <p14:tracePt t="349621" x="4605338" y="2963863"/>
          <p14:tracePt t="349632" x="4587875" y="2957513"/>
          <p14:tracePt t="349642" x="4556125" y="2957513"/>
          <p14:tracePt t="349654" x="4513263" y="2957513"/>
          <p14:tracePt t="349666" x="4483100" y="2957513"/>
          <p14:tracePt t="349676" x="4464050" y="2957513"/>
          <p14:tracePt t="349732" x="4470400" y="2957513"/>
          <p14:tracePt t="349744" x="4495800" y="2957513"/>
          <p14:tracePt t="349756" x="4513263" y="2957513"/>
          <p14:tracePt t="349767" x="4538663" y="2957513"/>
          <p14:tracePt t="349778" x="4568825" y="2957513"/>
          <p14:tracePt t="349789" x="4587875" y="2957513"/>
          <p14:tracePt t="349845" x="4575175" y="2957513"/>
          <p14:tracePt t="349857" x="4568825" y="2957513"/>
          <p14:tracePt t="349868" x="4545013" y="2957513"/>
          <p14:tracePt t="349879" x="4538663" y="2957513"/>
          <p14:tracePt t="349891" x="4525963" y="2957513"/>
          <p14:tracePt t="349902" x="4513263" y="2957513"/>
          <p14:tracePt t="349980" x="4525963" y="2957513"/>
          <p14:tracePt t="349991" x="4538663" y="2957513"/>
          <p14:tracePt t="350003" x="4568825" y="2957513"/>
          <p14:tracePt t="350015" x="4587875" y="2957513"/>
          <p14:tracePt t="350025" x="4605338" y="2957513"/>
          <p14:tracePt t="350036" x="4641850" y="2957513"/>
          <p14:tracePt t="350047" x="4648200" y="2957513"/>
          <p14:tracePt t="350104" x="4641850" y="2957513"/>
          <p14:tracePt t="350137" x="4630738" y="2957513"/>
          <p14:tracePt t="350227" x="4641850" y="2957513"/>
          <p14:tracePt t="350239" x="4648200" y="2957513"/>
          <p14:tracePt t="350250" x="4673600" y="2963863"/>
          <p14:tracePt t="350262" x="4691063" y="2963863"/>
          <p14:tracePt t="350273" x="4722813" y="2963863"/>
          <p14:tracePt t="350286" x="4776788" y="2963863"/>
          <p14:tracePt t="350296" x="4826000" y="2963863"/>
          <p14:tracePt t="350306" x="4881563" y="2963863"/>
          <p14:tracePt t="350319" x="4930775" y="2963863"/>
          <p14:tracePt t="350330" x="4984750" y="2963863"/>
          <p14:tracePt t="350341" x="5022850" y="2963863"/>
          <p14:tracePt t="350353" x="5046663" y="2963863"/>
          <p14:tracePt t="350363" x="5076825" y="2963863"/>
          <p14:tracePt t="350375" x="5089525" y="2963863"/>
          <p14:tracePt t="350386" x="5095875" y="2963863"/>
          <p14:tracePt t="350396" x="5108575" y="2963863"/>
          <p14:tracePt t="350430" x="5119688" y="2963863"/>
          <p14:tracePt t="350443" x="5126038" y="2963863"/>
          <p14:tracePt t="350601" x="5126038" y="2957513"/>
          <p14:tracePt t="350610" x="5126038" y="2944813"/>
          <p14:tracePt t="350621" x="5138738" y="2944813"/>
          <p14:tracePt t="350633" x="5138738" y="2933700"/>
          <p14:tracePt t="350644" x="5151438" y="2933700"/>
          <p14:tracePt t="350658" x="5151438" y="2927350"/>
          <p14:tracePt t="350667" x="5156200" y="2914650"/>
          <p14:tracePt t="350680" x="5156200" y="2901950"/>
          <p14:tracePt t="350690" x="5156200" y="2890838"/>
          <p14:tracePt t="350700" x="5168900" y="2884488"/>
          <p14:tracePt t="350722" x="5168900" y="2871788"/>
          <p14:tracePt t="350747" x="5156200" y="2859088"/>
          <p14:tracePt t="350767" x="5151438" y="2859088"/>
          <p14:tracePt t="350779" x="5138738" y="2859088"/>
          <p14:tracePt t="350812" x="5126038" y="2871788"/>
          <p14:tracePt t="350835" x="5126038" y="2884488"/>
          <p14:tracePt t="350846" x="5126038" y="2890838"/>
          <p14:tracePt t="350858" x="5138738" y="2890838"/>
          <p14:tracePt t="350870" x="5151438" y="2901950"/>
          <p14:tracePt t="350881" x="5156200" y="2914650"/>
          <p14:tracePt t="350891" x="5181600" y="2914650"/>
          <p14:tracePt t="350903" x="5199063" y="2927350"/>
          <p14:tracePt t="350914" x="5224463" y="2927350"/>
          <p14:tracePt t="350926" x="5254625" y="2927350"/>
          <p14:tracePt t="350937" x="5260975" y="2914650"/>
          <p14:tracePt t="350948" x="5284788" y="2914650"/>
          <p14:tracePt t="350959" x="5284788" y="2901950"/>
          <p14:tracePt t="350970" x="5284788" y="2890838"/>
          <p14:tracePt t="350981" x="5284788" y="2871788"/>
          <p14:tracePt t="350993" x="5273675" y="2859088"/>
          <p14:tracePt t="351004" x="5254625" y="2841625"/>
          <p14:tracePt t="351015" x="5230813" y="2828925"/>
          <p14:tracePt t="351027" x="5199063" y="2822575"/>
          <p14:tracePt t="351039" x="5156200" y="2822575"/>
          <p14:tracePt t="351049" x="5108575" y="2822575"/>
          <p14:tracePt t="351061" x="5089525" y="2822575"/>
          <p14:tracePt t="351072" x="5065713" y="2828925"/>
          <p14:tracePt t="351083" x="5053013" y="2841625"/>
          <p14:tracePt t="351095" x="5053013" y="2852738"/>
          <p14:tracePt t="351106" x="5053013" y="2859088"/>
          <p14:tracePt t="351116" x="5053013" y="2871788"/>
          <p14:tracePt t="351128" x="5053013" y="2884488"/>
          <p14:tracePt t="351139" x="5065713" y="2890838"/>
          <p14:tracePt t="351150" x="5076825" y="2901950"/>
          <p14:tracePt t="351162" x="5089525" y="2901950"/>
          <p14:tracePt t="351173" x="5119688" y="2914650"/>
          <p14:tracePt t="351184" x="5138738" y="2914650"/>
          <p14:tracePt t="351195" x="5168900" y="2914650"/>
          <p14:tracePt t="351206" x="5211763" y="2914650"/>
          <p14:tracePt t="351218" x="5241925" y="2901950"/>
          <p14:tracePt t="351229" x="5260975" y="2901950"/>
          <p14:tracePt t="351240" x="5260975" y="2890838"/>
          <p14:tracePt t="351252" x="5273675" y="2884488"/>
          <p14:tracePt t="351263" x="5273675" y="2871788"/>
          <p14:tracePt t="351274" x="5260975" y="2859088"/>
          <p14:tracePt t="351287" x="5254625" y="2852738"/>
          <p14:tracePt t="351298" x="5230813" y="2841625"/>
          <p14:tracePt t="351309" x="5211763" y="2828925"/>
          <p14:tracePt t="351320" x="5181600" y="2822575"/>
          <p14:tracePt t="351330" x="5151438" y="2822575"/>
          <p14:tracePt t="351342" x="5126038" y="2828925"/>
          <p14:tracePt t="351354" x="5108575" y="2828925"/>
          <p14:tracePt t="351364" x="5095875" y="2841625"/>
          <p14:tracePt t="351376" x="5089525" y="2852738"/>
          <p14:tracePt t="351387" x="5089525" y="2871788"/>
          <p14:tracePt t="351398" x="5089525" y="2884488"/>
          <p14:tracePt t="351409" x="5095875" y="2890838"/>
          <p14:tracePt t="351421" x="5108575" y="2914650"/>
          <p14:tracePt t="351431" x="5126038" y="2914650"/>
          <p14:tracePt t="351442" x="5151438" y="2927350"/>
          <p14:tracePt t="351455" x="5168900" y="2927350"/>
          <p14:tracePt t="351476" x="5199063" y="2927350"/>
          <p14:tracePt t="351479" x="5230813" y="2914650"/>
          <p14:tracePt t="351489" x="5260975" y="2901950"/>
          <p14:tracePt t="351500" x="5284788" y="2890838"/>
          <p14:tracePt t="351512" x="5303838" y="2884488"/>
          <p14:tracePt t="351522" x="5303838" y="2859088"/>
          <p14:tracePt t="351533" x="5303838" y="2852738"/>
          <p14:tracePt t="351544" x="5297488" y="2828925"/>
          <p14:tracePt t="351555" x="5284788" y="2809875"/>
          <p14:tracePt t="351566" x="5260975" y="2798763"/>
          <p14:tracePt t="351578" x="5230813" y="2786063"/>
          <p14:tracePt t="351589" x="5194300" y="2786063"/>
          <p14:tracePt t="351600" x="5151438" y="2786063"/>
          <p14:tracePt t="351612" x="5126038" y="2786063"/>
          <p14:tracePt t="351623" x="5095875" y="2798763"/>
          <p14:tracePt t="351634" x="5076825" y="2809875"/>
          <p14:tracePt t="351645" x="5076825" y="2828925"/>
          <p14:tracePt t="351657" x="5065713" y="2841625"/>
          <p14:tracePt t="351669" x="5065713" y="2852738"/>
          <p14:tracePt t="351679" x="5076825" y="2859088"/>
          <p14:tracePt t="351690" x="5076825" y="2871788"/>
          <p14:tracePt t="351702" x="5089525" y="2871788"/>
          <p14:tracePt t="351712" x="5095875" y="2871788"/>
          <p14:tracePt t="351724" x="5108575" y="2871788"/>
          <p14:tracePt t="351736" x="5126038" y="2871788"/>
          <p14:tracePt t="351746" x="5156200" y="2871788"/>
          <p14:tracePt t="351758" x="5199063" y="2871788"/>
          <p14:tracePt t="351770" x="5224463" y="2859088"/>
          <p14:tracePt t="351780" x="5241925" y="2859088"/>
          <p14:tracePt t="351791" x="5254625" y="2852738"/>
          <p14:tracePt t="351814" x="5254625" y="2841625"/>
          <p14:tracePt t="351836" x="5241925" y="2828925"/>
          <p14:tracePt t="351847" x="5224463" y="2822575"/>
          <p14:tracePt t="351859" x="5211763" y="2809875"/>
          <p14:tracePt t="351871" x="5181600" y="2798763"/>
          <p14:tracePt t="351881" x="5138738" y="2798763"/>
          <p14:tracePt t="351893" x="5108575" y="2798763"/>
          <p14:tracePt t="351904" x="5089525" y="2798763"/>
          <p14:tracePt t="351915" x="5065713" y="2809875"/>
          <p14:tracePt t="351927" x="5053013" y="2822575"/>
          <p14:tracePt t="351938" x="5053013" y="2841625"/>
          <p14:tracePt t="351949" x="5053013" y="2852738"/>
          <p14:tracePt t="351960" x="5065713" y="2871788"/>
          <p14:tracePt t="351972" x="5076825" y="2890838"/>
          <p14:tracePt t="351983" x="5089525" y="2901950"/>
          <p14:tracePt t="351995" x="5108575" y="2901950"/>
          <p14:tracePt t="352005" x="5138738" y="2914650"/>
          <p14:tracePt t="352016" x="5156200" y="2914650"/>
          <p14:tracePt t="352028" x="5181600" y="2914650"/>
          <p14:tracePt t="352039" x="5199063" y="2901950"/>
          <p14:tracePt t="352050" x="5211763" y="2901950"/>
          <p14:tracePt t="352072" x="5211763" y="2890838"/>
          <p14:tracePt t="352106" x="5211763" y="2884488"/>
          <p14:tracePt t="352580" x="5211763" y="2890838"/>
          <p14:tracePt t="352601" x="5194300" y="2890838"/>
          <p14:tracePt t="352614" x="5194300" y="2884488"/>
          <p14:tracePt t="352781" x="5199063" y="2884488"/>
          <p14:tracePt t="352804" x="5211763" y="2884488"/>
          <p14:tracePt t="352826" x="5224463" y="2884488"/>
          <p14:tracePt t="352838" x="5230813" y="2884488"/>
          <p14:tracePt t="352860" x="5241925" y="2884488"/>
          <p14:tracePt t="352894" x="5254625" y="2884488"/>
          <p14:tracePt t="352972" x="5260975" y="2884488"/>
          <p14:tracePt t="353006" x="5273675" y="2884488"/>
          <p14:tracePt t="353017" x="5284788" y="2884488"/>
          <p14:tracePt t="353029" x="5297488" y="2884488"/>
          <p14:tracePt t="353040" x="5316538" y="2884488"/>
          <p14:tracePt t="353053" x="5327650" y="2890838"/>
          <p14:tracePt t="353062" x="5334000" y="2890838"/>
          <p14:tracePt t="353074" x="5346700" y="2890838"/>
          <p14:tracePt t="353087" x="5359400" y="2890838"/>
          <p14:tracePt t="353164" x="5365750" y="2890838"/>
          <p14:tracePt t="353186" x="5389563" y="2890838"/>
          <p14:tracePt t="353197" x="5402263" y="2890838"/>
          <p14:tracePt t="353209" x="5432425" y="2890838"/>
          <p14:tracePt t="353221" x="5451475" y="2890838"/>
          <p14:tracePt t="353232" x="5481638" y="2890838"/>
          <p14:tracePt t="353243" x="5511800" y="2890838"/>
          <p14:tracePt t="353254" x="5554663" y="2890838"/>
          <p14:tracePt t="353266" x="5584825" y="2890838"/>
          <p14:tracePt t="353277" x="5629275" y="2890838"/>
          <p14:tracePt t="353289" x="5672138" y="2890838"/>
          <p14:tracePt t="353299" x="5702300" y="2890838"/>
          <p14:tracePt t="353311" x="5719763" y="2890838"/>
          <p14:tracePt t="353322" x="5745163" y="2890838"/>
          <p14:tracePt t="353333" x="5751513" y="2884488"/>
          <p14:tracePt t="353366" x="5762625" y="2884488"/>
          <p14:tracePt t="353400" x="5762625" y="2871788"/>
          <p14:tracePt t="353422" x="5775325" y="2871788"/>
          <p14:tracePt t="353434" x="5775325" y="2859088"/>
          <p14:tracePt t="353456" x="5781675" y="2852738"/>
          <p14:tracePt t="353479" x="5794375" y="2852738"/>
          <p14:tracePt t="353490" x="5805488" y="2841625"/>
          <p14:tracePt t="353503" x="5811838" y="2828925"/>
          <p14:tracePt t="353524" x="5811838" y="2822575"/>
          <p14:tracePt t="353536" x="5824538" y="2822575"/>
          <p14:tracePt t="353592" x="5811838" y="2809875"/>
          <p14:tracePt t="353603" x="5805488" y="2809875"/>
          <p14:tracePt t="353615" x="5781675" y="2809875"/>
          <p14:tracePt t="353625" x="5751513" y="2798763"/>
          <p14:tracePt t="353638" x="5719763" y="2798763"/>
          <p14:tracePt t="353648" x="5672138" y="2798763"/>
          <p14:tracePt t="353659" x="5616575" y="2798763"/>
          <p14:tracePt t="353671" x="5584825" y="2798763"/>
          <p14:tracePt t="353682" x="5567363" y="2798763"/>
          <p14:tracePt t="353694" x="5554663" y="2809875"/>
          <p14:tracePt t="353705" x="5541963" y="2809875"/>
          <p14:tracePt t="353715" x="5541963" y="2822575"/>
          <p14:tracePt t="353727" x="5541963" y="2828925"/>
          <p14:tracePt t="353738" x="5554663" y="2852738"/>
          <p14:tracePt t="353749" x="5554663" y="2859088"/>
          <p14:tracePt t="353761" x="5567363" y="2884488"/>
          <p14:tracePt t="353772" x="5573713" y="2890838"/>
          <p14:tracePt t="353783" x="5584825" y="2901950"/>
          <p14:tracePt t="353795" x="5610225" y="2914650"/>
          <p14:tracePt t="353806" x="5629275" y="2927350"/>
          <p14:tracePt t="353816" x="5659438" y="2933700"/>
          <p14:tracePt t="353828" x="5702300" y="2933700"/>
          <p14:tracePt t="353839" x="5745163" y="2944813"/>
          <p14:tracePt t="353850" x="5762625" y="2944813"/>
          <p14:tracePt t="353862" x="5805488" y="2944813"/>
          <p14:tracePt t="353873" x="5837238" y="2933700"/>
          <p14:tracePt t="353884" x="5854700" y="2933700"/>
          <p14:tracePt t="353895" x="5867400" y="2927350"/>
          <p14:tracePt t="353907" x="5880100" y="2914650"/>
          <p14:tracePt t="353919" x="5886450" y="2901950"/>
          <p14:tracePt t="353930" x="5886450" y="2890838"/>
          <p14:tracePt t="353940" x="5886450" y="2884488"/>
          <p14:tracePt t="353953" x="5886450" y="2871788"/>
          <p14:tracePt t="353963" x="5867400" y="2852738"/>
          <p14:tracePt t="353974" x="5848350" y="2841625"/>
          <p14:tracePt t="353986" x="5805488" y="2822575"/>
          <p14:tracePt t="353996" x="5762625" y="2809875"/>
          <p14:tracePt t="354008" x="5702300" y="2798763"/>
          <p14:tracePt t="354020" x="5659438" y="2798763"/>
          <p14:tracePt t="354030" x="5616575" y="2798763"/>
          <p14:tracePt t="354041" x="5584825" y="2798763"/>
          <p14:tracePt t="354053" x="5573713" y="2809875"/>
          <p14:tracePt t="354064" x="5567363" y="2809875"/>
          <p14:tracePt t="354075" x="5567363" y="2822575"/>
          <p14:tracePt t="354087" x="5573713" y="2841625"/>
          <p14:tracePt t="354098" x="5573713" y="2852738"/>
          <p14:tracePt t="354109" x="5584825" y="2859088"/>
          <p14:tracePt t="354121" x="5597525" y="2871788"/>
          <p14:tracePt t="354131" x="5616575" y="2884488"/>
          <p14:tracePt t="354144" x="5640388" y="2890838"/>
          <p14:tracePt t="354155" x="5672138" y="2901950"/>
          <p14:tracePt t="354165" x="5702300" y="2901950"/>
          <p14:tracePt t="354177" x="5745163" y="2914650"/>
          <p14:tracePt t="354188" x="5775325" y="2914650"/>
          <p14:tracePt t="354199" x="5811838" y="2901950"/>
          <p14:tracePt t="354211" x="5837238" y="2901950"/>
          <p14:tracePt t="354222" x="5854700" y="2890838"/>
          <p14:tracePt t="354233" x="5867400" y="2884488"/>
          <p14:tracePt t="354255" x="5867400" y="2871788"/>
          <p14:tracePt t="354266" x="5867400" y="2859088"/>
          <p14:tracePt t="354278" x="5867400" y="2852738"/>
          <p14:tracePt t="354289" x="5854700" y="2841625"/>
          <p14:tracePt t="354311" x="5848350" y="2828925"/>
          <p14:tracePt t="354323" x="5837238" y="2828925"/>
          <p14:tracePt t="354334" x="5811838" y="2828925"/>
          <p14:tracePt t="354346" x="5805488" y="2828925"/>
          <p14:tracePt t="354356" x="5794375" y="2828925"/>
          <p14:tracePt t="354369" x="5781675" y="2828925"/>
          <p14:tracePt t="354379" x="5775325" y="2828925"/>
          <p14:tracePt t="354390" x="5762625" y="2841625"/>
          <p14:tracePt t="354402" x="5751513" y="2841625"/>
          <p14:tracePt t="354413" x="5751513" y="2852738"/>
          <p14:tracePt t="354424" x="5745163" y="2852738"/>
          <p14:tracePt t="354436" x="5745163" y="2859088"/>
          <p14:tracePt t="354469" x="5745163" y="2871788"/>
          <p14:tracePt t="354491" x="5751513" y="2884488"/>
          <p14:tracePt t="354503" x="5762625" y="2884488"/>
          <p14:tracePt t="354514" x="5775325" y="2884488"/>
          <p14:tracePt t="354526" x="5781675" y="2884488"/>
          <p14:tracePt t="354537" x="5805488" y="2884488"/>
          <p14:tracePt t="354548" x="5837238" y="2884488"/>
          <p14:tracePt t="354559" x="5854700" y="2884488"/>
          <p14:tracePt t="354571" x="5867400" y="2884488"/>
          <p14:tracePt t="354581" x="5880100" y="2871788"/>
          <p14:tracePt t="354593" x="5886450" y="2859088"/>
          <p14:tracePt t="354637" x="5886450" y="2852738"/>
          <p14:tracePt t="354641" x="5880100" y="2841625"/>
          <p14:tracePt t="354649" x="5880100" y="2828925"/>
          <p14:tracePt t="354662" x="5867400" y="2828925"/>
          <p14:tracePt t="354672" x="5854700" y="2822575"/>
          <p14:tracePt t="354683" x="5824538" y="2822575"/>
          <p14:tracePt t="354694" x="5805488" y="2822575"/>
          <p14:tracePt t="354706" x="5781675" y="2822575"/>
          <p14:tracePt t="354716" x="5745163" y="2822575"/>
          <p14:tracePt t="354728" x="5719763" y="2822575"/>
          <p14:tracePt t="354739" x="5702300" y="2828925"/>
          <p14:tracePt t="354750" x="5676900" y="2841625"/>
          <p14:tracePt t="354762" x="5672138" y="2841625"/>
          <p14:tracePt t="354773" x="5672138" y="2852738"/>
          <p14:tracePt t="354784" x="5672138" y="2859088"/>
          <p14:tracePt t="354806" x="5672138" y="2871788"/>
          <p14:tracePt t="354819" x="5676900" y="2884488"/>
          <p14:tracePt t="354829" x="5676900" y="2890838"/>
          <p14:tracePt t="354840" x="5689600" y="2901950"/>
          <p14:tracePt t="354852" x="5702300" y="2901950"/>
          <p14:tracePt t="354862" x="5708650" y="2914650"/>
          <p14:tracePt t="354874" x="5732463" y="2914650"/>
          <p14:tracePt t="354886" x="5751513" y="2914650"/>
          <p14:tracePt t="354896" x="5781675" y="2914650"/>
          <p14:tracePt t="354908" x="5811838" y="2914650"/>
          <p14:tracePt t="354920" x="5854700" y="2901950"/>
          <p14:tracePt t="354930" x="5880100" y="2890838"/>
          <p14:tracePt t="354943" x="5897563" y="2890838"/>
          <p14:tracePt t="354953" x="5910263" y="2871788"/>
          <p14:tracePt t="354964" x="5916613" y="2859088"/>
          <p14:tracePt t="354976" x="5916613" y="2852738"/>
          <p14:tracePt t="354987" x="5910263" y="2841625"/>
          <p14:tracePt t="354998" x="5910263" y="2828925"/>
          <p14:tracePt t="355009" x="5880100" y="2809875"/>
          <p14:tracePt t="355021" x="5848350" y="2798763"/>
          <p14:tracePt t="355032" x="5811838" y="2786063"/>
          <p14:tracePt t="355044" x="5751513" y="2786063"/>
          <p14:tracePt t="355055" x="5702300" y="2786063"/>
          <p14:tracePt t="355065" x="5659438" y="2786063"/>
          <p14:tracePt t="355077" x="5616575" y="2798763"/>
          <p14:tracePt t="355088" x="5584825" y="2809875"/>
          <p14:tracePt t="355099" x="5573713" y="2822575"/>
          <p14:tracePt t="355111" x="5573713" y="2828925"/>
          <p14:tracePt t="355122" x="5573713" y="2852738"/>
          <p14:tracePt t="355132" x="5584825" y="2859088"/>
          <p14:tracePt t="355144" x="5597525" y="2884488"/>
          <p14:tracePt t="355155" x="5610225" y="2884488"/>
          <p14:tracePt t="355166" x="5640388" y="2890838"/>
          <p14:tracePt t="355179" x="5659438" y="2901950"/>
          <p14:tracePt t="355189" x="5689600" y="2901950"/>
          <p14:tracePt t="355200" x="5708650" y="2901950"/>
          <p14:tracePt t="355212" x="5745163" y="2901950"/>
          <p14:tracePt t="355223" x="5762625" y="2890838"/>
          <p14:tracePt t="355235" x="5775325" y="2890838"/>
          <p14:tracePt t="355246" x="5781675" y="2884488"/>
          <p14:tracePt t="355257" x="5781675" y="2871788"/>
          <p14:tracePt t="355267" x="5775325" y="2859088"/>
          <p14:tracePt t="355279" x="5762625" y="2852738"/>
          <p14:tracePt t="355290" x="5745163" y="2841625"/>
          <p14:tracePt t="355303" x="5702300" y="2828925"/>
          <p14:tracePt t="355313" x="5646738" y="2822575"/>
          <p14:tracePt t="355324" x="5610225" y="2822575"/>
          <p14:tracePt t="355337" x="5554663" y="2822575"/>
          <p14:tracePt t="355347" x="5511800" y="2828925"/>
          <p14:tracePt t="355358" x="5494338" y="2841625"/>
          <p14:tracePt t="355370" x="5494338" y="2852738"/>
          <p14:tracePt t="355380" x="5494338" y="2859088"/>
          <p14:tracePt t="355391" x="5494338" y="2871788"/>
          <p14:tracePt t="355403" x="5505450" y="2884488"/>
          <p14:tracePt t="355414" x="5524500" y="2890838"/>
          <p14:tracePt t="355426" x="5554663" y="2901950"/>
          <p14:tracePt t="355437" x="5584825" y="2901950"/>
          <p14:tracePt t="355448" x="5610225" y="2901950"/>
          <p14:tracePt t="355459" x="5646738" y="2901950"/>
          <p14:tracePt t="355471" x="5676900" y="2901950"/>
          <p14:tracePt t="355482" x="5708650" y="2901950"/>
          <p14:tracePt t="355493" x="5732463" y="2890838"/>
          <p14:tracePt t="355504" x="5751513" y="2884488"/>
          <p14:tracePt t="355515" x="5751513" y="2871788"/>
          <p14:tracePt t="355527" x="5762625" y="2859088"/>
          <p14:tracePt t="355538" x="5751513" y="2852738"/>
          <p14:tracePt t="355549" x="5751513" y="2841625"/>
          <p14:tracePt t="355561" x="5732463" y="2828925"/>
          <p14:tracePt t="355572" x="5708650" y="2822575"/>
          <p14:tracePt t="355583" x="5689600" y="2822575"/>
          <p14:tracePt t="355595" x="5659438" y="2822575"/>
          <p14:tracePt t="355605" x="5629275" y="2822575"/>
          <p14:tracePt t="355616" x="5610225" y="2828925"/>
          <p14:tracePt t="355628" x="5597525" y="2841625"/>
          <p14:tracePt t="355639" x="5584825" y="2852738"/>
          <p14:tracePt t="355672" x="5584825" y="2859088"/>
          <p14:tracePt t="355677" x="5597525" y="2871788"/>
          <p14:tracePt t="355688" x="5597525" y="2884488"/>
          <p14:tracePt t="355689" x="5610225" y="2890838"/>
          <p14:tracePt t="355696" x="5616575" y="2890838"/>
          <p14:tracePt t="355707" x="5629275" y="2901950"/>
          <p14:tracePt t="355719" x="5640388" y="2901950"/>
          <p14:tracePt t="355729" x="5646738" y="2901950"/>
          <p14:tracePt t="355740" x="5659438" y="2901950"/>
          <p14:tracePt t="355752" x="5676900" y="2890838"/>
          <p14:tracePt t="355763" x="5689600" y="2884488"/>
          <p14:tracePt t="355774" x="5702300" y="2884488"/>
          <p14:tracePt t="355787" x="5708650" y="2871788"/>
          <p14:tracePt t="355796" x="5719763" y="2859088"/>
          <p14:tracePt t="355819" x="5719763" y="2852738"/>
          <p14:tracePt t="355830" x="5708650" y="2852738"/>
          <p14:tracePt t="355841" x="5708650" y="2841625"/>
          <p14:tracePt t="355853" x="5702300" y="2841625"/>
          <p14:tracePt t="355864" x="5689600" y="2841625"/>
          <p14:tracePt t="355875" x="5676900" y="2841625"/>
          <p14:tracePt t="355887" x="5672138" y="2841625"/>
          <p14:tracePt t="355898" x="5659438" y="2852738"/>
          <p14:tracePt t="355909" x="5646738" y="2852738"/>
          <p14:tracePt t="355920" x="5646738" y="2859088"/>
          <p14:tracePt t="355943" x="5646738" y="2871788"/>
          <p14:tracePt t="355976" x="5659438" y="2871788"/>
          <p14:tracePt t="355999" x="5672138" y="2871788"/>
          <p14:tracePt t="356010" x="5676900" y="2871788"/>
          <p14:tracePt t="356021" x="5689600" y="2871788"/>
          <p14:tracePt t="356033" x="5702300" y="2871788"/>
          <p14:tracePt t="356066" x="5708650" y="2871788"/>
          <p14:tracePt t="356449" x="5719763" y="2871788"/>
          <p14:tracePt t="356471" x="5719763" y="2859088"/>
          <p14:tracePt t="356505" x="5719763" y="2852738"/>
          <p14:tracePt t="356584" x="5708650" y="2852738"/>
          <p14:tracePt t="356606" x="5702300" y="2859088"/>
          <p14:tracePt t="356629" x="5702300" y="2871788"/>
          <p14:tracePt t="356640" x="5708650" y="2884488"/>
          <p14:tracePt t="356674" x="5732463" y="2890838"/>
          <p14:tracePt t="356677" x="5745163" y="2890838"/>
          <p14:tracePt t="356685" x="5751513" y="2890838"/>
          <p14:tracePt t="356697" x="5762625" y="2890838"/>
          <p14:tracePt t="356719" x="5775325" y="2890838"/>
          <p14:tracePt t="356722" x="5781675" y="2890838"/>
          <p14:tracePt t="356731" x="5781675" y="2884488"/>
          <p14:tracePt t="356753" x="5781675" y="2871788"/>
          <p14:tracePt t="356776" x="5775325" y="2871788"/>
          <p14:tracePt t="356786" x="5775325" y="2859088"/>
          <p14:tracePt t="356799" x="5751513" y="2859088"/>
          <p14:tracePt t="356809" x="5745163" y="2859088"/>
          <p14:tracePt t="356820" x="5719763" y="2859088"/>
          <p14:tracePt t="356832" x="5702300" y="2859088"/>
          <p14:tracePt t="356843" x="5676900" y="2859088"/>
          <p14:tracePt t="356855" x="5676900" y="2871788"/>
          <p14:tracePt t="356865" x="5672138" y="2871788"/>
          <p14:tracePt t="356887" x="5676900" y="2884488"/>
          <p14:tracePt t="356910" x="5702300" y="2884488"/>
          <p14:tracePt t="356921" x="5708650" y="2884488"/>
          <p14:tracePt t="356933" x="5719763" y="2884488"/>
          <p14:tracePt t="356944" x="5745163" y="2890838"/>
          <p14:tracePt t="356957" x="5751513" y="2890838"/>
          <p14:tracePt t="356977" x="5732463" y="2884488"/>
          <p14:tracePt t="356989" x="5719763" y="2884488"/>
          <p14:tracePt t="357203" x="5732463" y="2890838"/>
          <p14:tracePt t="357225" x="5745163" y="2890838"/>
          <p14:tracePt t="357247" x="5751513" y="2890838"/>
          <p14:tracePt t="357260" x="5762625" y="2890838"/>
          <p14:tracePt t="357281" x="5781675" y="2890838"/>
          <p14:tracePt t="357292" x="5794375" y="2890838"/>
          <p14:tracePt t="357304" x="5805488" y="2890838"/>
          <p14:tracePt t="357315" x="5867400" y="2871788"/>
          <p14:tracePt t="357328" x="5959475" y="2841625"/>
          <p14:tracePt t="357338" x="6088063" y="2798763"/>
          <p14:tracePt t="357351" x="6197600" y="2749550"/>
          <p14:tracePt t="357362" x="6345238" y="2676525"/>
          <p14:tracePt t="357372" x="6467475" y="2590800"/>
          <p14:tracePt t="357384" x="6572250" y="2516188"/>
          <p14:tracePt t="357395" x="6626225" y="2473325"/>
          <p14:tracePt t="357406" x="6669088" y="2424113"/>
          <p14:tracePt t="357418" x="6700838" y="2370138"/>
          <p14:tracePt t="357428" x="6700838" y="2351088"/>
          <p14:tracePt t="357439" x="6700838" y="2333625"/>
          <p14:tracePt t="357451" x="6688138" y="2320925"/>
          <p14:tracePt t="357461" x="6669088" y="2308225"/>
          <p14:tracePt t="357473" x="6657975" y="2301875"/>
          <p14:tracePt t="357485" x="6626225" y="2290763"/>
          <p14:tracePt t="357495" x="6583363" y="2278063"/>
          <p14:tracePt t="357507" x="6534150" y="2271713"/>
          <p14:tracePt t="357518" x="6503988" y="2271713"/>
          <p14:tracePt t="357529" x="6448425" y="2271713"/>
          <p14:tracePt t="357541" x="6405563" y="2278063"/>
          <p14:tracePt t="357552" x="6388100" y="2278063"/>
          <p14:tracePt t="357563" x="6362700" y="2290763"/>
          <p14:tracePt t="357585" x="6362700" y="2301875"/>
          <p14:tracePt t="357597" x="6362700" y="2308225"/>
          <p14:tracePt t="357608" x="6375400" y="2308225"/>
          <p14:tracePt t="357620" x="6400800" y="2320925"/>
          <p14:tracePt t="357630" x="6430963" y="2333625"/>
          <p14:tracePt t="357642" x="6461125" y="2333625"/>
          <p14:tracePt t="357653" x="6491288" y="2333625"/>
          <p14:tracePt t="357664" x="6534150" y="2333625"/>
          <p14:tracePt t="357676" x="6540500" y="2333625"/>
          <p14:tracePt t="357687" x="6553200" y="2333625"/>
          <p14:tracePt t="357709" x="6540500" y="2333625"/>
          <p14:tracePt t="357720" x="6523038" y="2333625"/>
          <p14:tracePt t="357731" x="6480175" y="2333625"/>
          <p14:tracePt t="357765" x="6430963" y="2333625"/>
          <p14:tracePt t="357768" x="6357938" y="2338388"/>
          <p14:tracePt t="357776" x="6302375" y="2351088"/>
          <p14:tracePt t="357784" x="6253163" y="2351088"/>
          <p14:tracePt t="357788" x="6223000" y="2363788"/>
          <p14:tracePt t="357833" x="6229350" y="2363788"/>
          <p14:tracePt t="357844" x="6253163" y="2370138"/>
          <p14:tracePt t="357855" x="6265863" y="2370138"/>
          <p14:tracePt t="357867" x="6296025" y="2370138"/>
          <p14:tracePt t="357878" x="6315075" y="2370138"/>
          <p14:tracePt t="357890" x="6345238" y="2370138"/>
          <p14:tracePt t="357901" x="6357938" y="2370138"/>
          <p14:tracePt t="357956" x="6332538" y="2370138"/>
          <p14:tracePt t="357960" x="6315075" y="2370138"/>
          <p14:tracePt t="357968" x="6272213" y="2370138"/>
          <p14:tracePt t="357979" x="6240463" y="2370138"/>
          <p14:tracePt t="357992" x="6191250" y="2370138"/>
          <p14:tracePt t="358003" x="6161088" y="2370138"/>
          <p14:tracePt t="358013" x="6148388" y="2370138"/>
          <p14:tracePt t="358057" x="6167438" y="2370138"/>
          <p14:tracePt t="358069" x="6180138" y="2370138"/>
          <p14:tracePt t="358080" x="6210300" y="2370138"/>
          <p14:tracePt t="358092" x="6240463" y="2370138"/>
          <p14:tracePt t="358103" x="6265863" y="2370138"/>
          <p14:tracePt t="358114" x="6296025" y="2370138"/>
          <p14:tracePt t="358126" x="6326188" y="2381250"/>
          <p14:tracePt t="358137" x="6332538" y="2381250"/>
          <p14:tracePt t="358181" x="6326188" y="2381250"/>
          <p14:tracePt t="358193" x="6302375" y="2381250"/>
          <p14:tracePt t="358204" x="6283325" y="2381250"/>
          <p14:tracePt t="358215" x="6253163" y="2381250"/>
          <p14:tracePt t="358227" x="6229350" y="2381250"/>
          <p14:tracePt t="358283" x="6240463" y="2381250"/>
          <p14:tracePt t="358294" x="6265863" y="2381250"/>
          <p14:tracePt t="358305" x="6283325" y="2393950"/>
          <p14:tracePt t="358318" x="6302375" y="2393950"/>
          <p14:tracePt t="358328" x="6332538" y="2393950"/>
          <p14:tracePt t="358339" x="6362700" y="2393950"/>
          <p14:tracePt t="358351" x="6388100" y="2406650"/>
          <p14:tracePt t="358361" x="6400800" y="2406650"/>
          <p14:tracePt t="358373" x="6405563" y="2406650"/>
          <p14:tracePt t="358588" x="6418263" y="2406650"/>
          <p14:tracePt t="358598" x="6430963" y="2406650"/>
          <p14:tracePt t="358698" x="6418263" y="2406650"/>
          <p14:tracePt t="358710" x="6400800" y="2406650"/>
          <p14:tracePt t="358721" x="6362700" y="2406650"/>
          <p14:tracePt t="358734" x="6345238" y="2406650"/>
          <p14:tracePt t="358744" x="6302375" y="2406650"/>
          <p14:tracePt t="358755" x="6272213" y="2406650"/>
          <p14:tracePt t="358767" x="6240463" y="2406650"/>
          <p14:tracePt t="358778" x="6229350" y="2406650"/>
          <p14:tracePt t="358789" x="6223000" y="2406650"/>
          <p14:tracePt t="358924" x="6240463" y="2406650"/>
          <p14:tracePt t="358935" x="6265863" y="2413000"/>
          <p14:tracePt t="358947" x="6302375" y="2413000"/>
          <p14:tracePt t="358959" x="6357938" y="2413000"/>
          <p14:tracePt t="358970" x="6430963" y="2424113"/>
          <p14:tracePt t="358980" x="6491288" y="2424113"/>
          <p14:tracePt t="358992" x="6534150" y="2424113"/>
          <p14:tracePt t="359003" x="6583363" y="2424113"/>
          <p14:tracePt t="359014" x="6608763" y="2424113"/>
          <p14:tracePt t="359025" x="6615113" y="2424113"/>
          <p14:tracePt t="359105" x="6608763" y="2424113"/>
          <p14:tracePt t="359116" x="6596063" y="2424113"/>
          <p14:tracePt t="359126" x="6572250" y="2424113"/>
          <p14:tracePt t="359137" x="6523038" y="2424113"/>
          <p14:tracePt t="359149" x="6448425" y="2424113"/>
          <p14:tracePt t="359160" x="6375400" y="2424113"/>
          <p14:tracePt t="359171" x="6283325" y="2424113"/>
          <p14:tracePt t="359183" x="6197600" y="2424113"/>
          <p14:tracePt t="359194" x="6161088" y="2424113"/>
          <p14:tracePt t="359205" x="6137275" y="2424113"/>
          <p14:tracePt t="359217" x="6124575" y="2424113"/>
          <p14:tracePt t="359250" x="6137275" y="2424113"/>
          <p14:tracePt t="359272" x="6148388" y="2424113"/>
          <p14:tracePt t="359284" x="6161088" y="2424113"/>
          <p14:tracePt t="359295" x="6180138" y="2424113"/>
          <p14:tracePt t="359308" x="6210300" y="2424113"/>
          <p14:tracePt t="359318" x="6265863" y="2436813"/>
          <p14:tracePt t="359330" x="6296025" y="2436813"/>
          <p14:tracePt t="359341" x="6345238" y="2443163"/>
          <p14:tracePt t="359351" x="6375400" y="2443163"/>
          <p14:tracePt t="359363" x="6400800" y="2443163"/>
          <p14:tracePt t="359375" x="6405563" y="2443163"/>
          <p14:tracePt t="359430" x="6388100" y="2455863"/>
          <p14:tracePt t="359442" x="6362700" y="2455863"/>
          <p14:tracePt t="359452" x="6332538" y="2466975"/>
          <p14:tracePt t="359465" x="6283325" y="2486025"/>
          <p14:tracePt t="359476" x="6223000" y="2516188"/>
          <p14:tracePt t="359487" x="6161088" y="2559050"/>
          <p14:tracePt t="359499" x="6105525" y="2590800"/>
          <p14:tracePt t="359509" x="6062663" y="2620963"/>
          <p14:tracePt t="359522" x="6032500" y="2651125"/>
          <p14:tracePt t="359531" x="6019800" y="2676525"/>
          <p14:tracePt t="359543" x="6002338" y="2693988"/>
          <p14:tracePt t="359554" x="5989638" y="2719388"/>
          <p14:tracePt t="359566" x="5983288" y="2724150"/>
          <p14:tracePt t="359577" x="5972175" y="2736850"/>
          <p14:tracePt t="359588" x="5959475" y="2749550"/>
          <p14:tracePt t="359600" x="5940425" y="2755900"/>
          <p14:tracePt t="359611" x="5929313" y="2767013"/>
          <p14:tracePt t="359622" x="5910263" y="2767013"/>
          <p14:tracePt t="359633" x="5897563" y="2779713"/>
          <p14:tracePt t="359644" x="5880100" y="2786063"/>
          <p14:tracePt t="359655" x="5867400" y="2786063"/>
          <p14:tracePt t="359667" x="5848350" y="2798763"/>
          <p14:tracePt t="359678" x="5837238" y="2798763"/>
          <p14:tracePt t="359689" x="5824538" y="2809875"/>
          <p14:tracePt t="359701" x="5811838" y="2809875"/>
          <p14:tracePt t="359712" x="5805488" y="2822575"/>
          <p14:tracePt t="359724" x="5794375" y="2822575"/>
          <p14:tracePt t="359734" x="5781675" y="2828925"/>
          <p14:tracePt t="359757" x="5775325" y="2841625"/>
          <p14:tracePt t="359768" x="5762625" y="2852738"/>
          <p14:tracePt t="359790" x="5762625" y="2859088"/>
          <p14:tracePt t="359801" x="5751513" y="2859088"/>
          <p14:tracePt t="359813" x="5751513" y="2871788"/>
          <p14:tracePt t="359835" x="5745163" y="2884488"/>
          <p14:tracePt t="359869" x="5719763" y="2890838"/>
          <p14:tracePt t="359872" x="5672138" y="2890838"/>
          <p14:tracePt t="359882" x="5610225" y="2901950"/>
          <p14:tracePt t="359883" x="5468938" y="2914650"/>
          <p14:tracePt t="359892" x="5284788" y="2933700"/>
          <p14:tracePt t="359903" x="5065713" y="2957513"/>
          <p14:tracePt t="359914" x="4899025" y="2963863"/>
          <p14:tracePt t="359927" x="4703763" y="2987675"/>
          <p14:tracePt t="359937" x="4556125" y="2994025"/>
          <p14:tracePt t="359949" x="4464050" y="3006725"/>
          <p14:tracePt t="359959" x="4421188" y="3006725"/>
          <p14:tracePt t="359970" x="4410075" y="3006725"/>
          <p14:tracePt t="360048" x="4410075" y="2994025"/>
          <p14:tracePt t="360071" x="4397375" y="2994025"/>
          <p14:tracePt t="360105" x="4397375" y="2987675"/>
          <p14:tracePt t="360161" x="4410075" y="2987675"/>
          <p14:tracePt t="360174" x="4421188" y="2987675"/>
          <p14:tracePt t="360185" x="4452938" y="2987675"/>
          <p14:tracePt t="360195" x="4483100" y="2987675"/>
          <p14:tracePt t="360208" x="4513263" y="2987675"/>
          <p14:tracePt t="360218" x="4538663" y="2987675"/>
          <p14:tracePt t="360230" x="4556125" y="2987675"/>
          <p14:tracePt t="360241" x="4575175" y="2976563"/>
          <p14:tracePt t="360262" x="4587875" y="2976563"/>
          <p14:tracePt t="360285" x="4587875" y="2963863"/>
          <p14:tracePt t="360296" x="4598988" y="2963863"/>
          <p14:tracePt t="360308" x="4598988" y="2957513"/>
          <p14:tracePt t="360319" x="4605338" y="2944813"/>
          <p14:tracePt t="360331" x="4605338" y="2933700"/>
          <p14:tracePt t="360341" x="4605338" y="2914650"/>
          <p14:tracePt t="360353" x="4605338" y="2901950"/>
          <p14:tracePt t="360365" x="4605338" y="2890838"/>
          <p14:tracePt t="360375" x="4605338" y="2884488"/>
          <p14:tracePt t="360386" x="4598988" y="2859088"/>
          <p14:tracePt t="360399" x="4587875" y="2852738"/>
          <p14:tracePt t="360410" x="4575175" y="2841625"/>
          <p14:tracePt t="360420" x="4568825" y="2828925"/>
          <p14:tracePt t="360432" x="4556125" y="2828925"/>
          <p14:tracePt t="360444" x="4538663" y="2822575"/>
          <p14:tracePt t="360454" x="4525963" y="2822575"/>
          <p14:tracePt t="360466" x="4502150" y="2822575"/>
          <p14:tracePt t="360477" x="4495800" y="2822575"/>
          <p14:tracePt t="360488" x="4483100" y="2822575"/>
          <p14:tracePt t="360500" x="4470400" y="2828925"/>
          <p14:tracePt t="360523" x="4464050" y="2841625"/>
          <p14:tracePt t="360533" x="4464050" y="2852738"/>
          <p14:tracePt t="360544" x="4464050" y="2859088"/>
          <p14:tracePt t="360555" x="4464050" y="2871788"/>
          <p14:tracePt t="360567" x="4470400" y="2890838"/>
          <p14:tracePt t="360578" x="4483100" y="2901950"/>
          <p14:tracePt t="360589" x="4495800" y="2914650"/>
          <p14:tracePt t="360601" x="4513263" y="2933700"/>
          <p14:tracePt t="360612" x="4545013" y="2933700"/>
          <p14:tracePt t="360624" x="4556125" y="2944813"/>
          <p14:tracePt t="360634" x="4575175" y="2944813"/>
          <p14:tracePt t="360645" x="4598988" y="2944813"/>
          <p14:tracePt t="360657" x="4618038" y="2944813"/>
          <p14:tracePt t="360668" x="4641850" y="2944813"/>
          <p14:tracePt t="360679" x="4660900" y="2933700"/>
          <p14:tracePt t="360691" x="4679950" y="2933700"/>
          <p14:tracePt t="360701" x="4691063" y="2927350"/>
          <p14:tracePt t="360713" x="4703763" y="2914650"/>
          <p14:tracePt t="360725" x="4710113" y="2890838"/>
          <p14:tracePt t="360735" x="4710113" y="2884488"/>
          <p14:tracePt t="360746" x="4710113" y="2871788"/>
          <p14:tracePt t="360758" x="4703763" y="2852738"/>
          <p14:tracePt t="360769" x="4691063" y="2841625"/>
          <p14:tracePt t="360781" x="4691063" y="2828925"/>
          <p14:tracePt t="360792" x="4679950" y="2828925"/>
          <p14:tracePt t="360802" x="4660900" y="2822575"/>
          <p14:tracePt t="360814" x="4641850" y="2809875"/>
          <p14:tracePt t="360826" x="4618038" y="2809875"/>
          <p14:tracePt t="360837" x="4598988" y="2809875"/>
          <p14:tracePt t="360848" x="4575175" y="2809875"/>
          <p14:tracePt t="360859" x="4568825" y="2809875"/>
          <p14:tracePt t="360870" x="4556125" y="2822575"/>
          <p14:tracePt t="360893" x="4545013" y="2828925"/>
          <p14:tracePt t="360915" x="4545013" y="2841625"/>
          <p14:tracePt t="360918" x="4545013" y="2852738"/>
          <p14:tracePt t="360927" x="4545013" y="2871788"/>
          <p14:tracePt t="360939" x="4545013" y="2890838"/>
          <p14:tracePt t="360951" x="4556125" y="2914650"/>
          <p14:tracePt t="360961" x="4568825" y="2933700"/>
          <p14:tracePt t="360972" x="4587875" y="2944813"/>
          <p14:tracePt t="360983" x="4605338" y="2944813"/>
          <p14:tracePt t="360994" x="4630738" y="2957513"/>
          <p14:tracePt t="361005" x="4648200" y="2957513"/>
          <p14:tracePt t="361017" x="4673600" y="2957513"/>
          <p14:tracePt t="361028" x="4679950" y="2944813"/>
          <p14:tracePt t="361039" x="4691063" y="2944813"/>
          <p14:tracePt t="361050" x="4703763" y="2933700"/>
          <p14:tracePt t="361062" x="4703763" y="2927350"/>
          <p14:tracePt t="361074" x="4703763" y="2914650"/>
          <p14:tracePt t="361084" x="4703763" y="2901950"/>
          <p14:tracePt t="361095" x="4691063" y="2890838"/>
          <p14:tracePt t="361107" x="4679950" y="2884488"/>
          <p14:tracePt t="361118" x="4673600" y="2871788"/>
          <p14:tracePt t="361129" x="4648200" y="2871788"/>
          <p14:tracePt t="361142" x="4641850" y="2859088"/>
          <p14:tracePt t="361151" x="4630738" y="2859088"/>
          <p14:tracePt t="361174" x="4630738" y="2871788"/>
          <p14:tracePt t="361219" x="4641850" y="2884488"/>
          <p14:tracePt t="361231" x="4648200" y="2884488"/>
          <p14:tracePt t="361242" x="4673600" y="2890838"/>
          <p14:tracePt t="361253" x="4691063" y="2890838"/>
          <p14:tracePt t="361265" x="4733925" y="2901950"/>
          <p14:tracePt t="361276" x="4808538" y="2914650"/>
          <p14:tracePt t="361286" x="4899025" y="2927350"/>
          <p14:tracePt t="361299" x="4984750" y="2933700"/>
          <p14:tracePt t="361309" x="5119688" y="2933700"/>
          <p14:tracePt t="361320" x="5260975" y="2944813"/>
          <p14:tracePt t="361332" x="5402263" y="2944813"/>
          <p14:tracePt t="361343" x="5481638" y="2944813"/>
          <p14:tracePt t="361354" x="5573713" y="2944813"/>
          <p14:tracePt t="361366" x="5659438" y="2944813"/>
          <p14:tracePt t="361377" x="5708650" y="2944813"/>
          <p14:tracePt t="361388" x="5762625" y="2944813"/>
          <p14:tracePt t="361400" x="5794375" y="2933700"/>
          <p14:tracePt t="361410" x="5824538" y="2933700"/>
          <p14:tracePt t="361421" x="5848350" y="2927350"/>
          <p14:tracePt t="361433" x="5854700" y="2927350"/>
          <p14:tracePt t="361444" x="5880100" y="2914650"/>
          <p14:tracePt t="361455" x="5880100" y="2901950"/>
          <p14:tracePt t="361466" x="5880100" y="2890838"/>
          <p14:tracePt t="361478" x="5886450" y="2884488"/>
          <p14:tracePt t="361500" x="5897563" y="2871788"/>
          <p14:tracePt t="361511" x="5897563" y="2859088"/>
          <p14:tracePt t="361524" x="5910263" y="2852738"/>
          <p14:tracePt t="361534" x="5916613" y="2852738"/>
          <p14:tracePt t="361545" x="5916613" y="2841625"/>
          <p14:tracePt t="361557" x="5916613" y="2828925"/>
          <p14:tracePt t="361568" x="5916613" y="2822575"/>
          <p14:tracePt t="361579" x="5897563" y="2809875"/>
          <p14:tracePt t="361591" x="5886450" y="2798763"/>
          <p14:tracePt t="361602" x="5854700" y="2798763"/>
          <p14:tracePt t="361613" x="5824538" y="2786063"/>
          <p14:tracePt t="361625" x="5781675" y="2779713"/>
          <p14:tracePt t="361635" x="5751513" y="2779713"/>
          <p14:tracePt t="361647" x="5708650" y="2779713"/>
          <p14:tracePt t="361658" x="5676900" y="2779713"/>
          <p14:tracePt t="361669" x="5672138" y="2786063"/>
          <p14:tracePt t="361681" x="5659438" y="2786063"/>
          <p14:tracePt t="361693" x="5659438" y="2798763"/>
          <p14:tracePt t="361703" x="5646738" y="2798763"/>
          <p14:tracePt t="361715" x="5646738" y="2809875"/>
          <p14:tracePt t="361726" x="5646738" y="2822575"/>
          <p14:tracePt t="361736" x="5640388" y="2841625"/>
          <p14:tracePt t="361757" x="5640388" y="2852738"/>
          <p14:tracePt t="361760" x="5640388" y="2871788"/>
          <p14:tracePt t="361772" x="5640388" y="2884488"/>
          <p14:tracePt t="361783" x="5640388" y="2890838"/>
          <p14:tracePt t="361804" x="5646738" y="2901950"/>
          <p14:tracePt t="361816" x="5672138" y="2914650"/>
          <p14:tracePt t="361827" x="5676900" y="2914650"/>
          <p14:tracePt t="361839" x="5689600" y="2914650"/>
          <p14:tracePt t="361850" x="5708650" y="2914650"/>
          <p14:tracePt t="361861" x="5745163" y="2914650"/>
          <p14:tracePt t="361872" x="5762625" y="2914650"/>
          <p14:tracePt t="361883" x="5781675" y="2914650"/>
          <p14:tracePt t="361894" x="5805488" y="2901950"/>
          <p14:tracePt t="361910" x="5811838" y="2890838"/>
          <p14:tracePt t="361918" x="5837238" y="2884488"/>
          <p14:tracePt t="361929" x="5837238" y="2871788"/>
          <p14:tracePt t="361939" x="5837238" y="2852738"/>
          <p14:tracePt t="361961" x="5837238" y="2841625"/>
          <p14:tracePt t="361964" x="5824538" y="2828925"/>
          <p14:tracePt t="361977" x="5811838" y="2822575"/>
          <p14:tracePt t="361986" x="5794375" y="2809875"/>
          <p14:tracePt t="361997" x="5762625" y="2798763"/>
          <p14:tracePt t="362008" x="5745163" y="2786063"/>
          <p14:tracePt t="362018" x="5708650" y="2786063"/>
          <p14:tracePt t="362029" x="5689600" y="2786063"/>
          <p14:tracePt t="362042" x="5672138" y="2786063"/>
          <p14:tracePt t="362051" x="5659438" y="2798763"/>
          <p14:tracePt t="362063" x="5646738" y="2809875"/>
          <p14:tracePt t="362075" x="5646738" y="2822575"/>
          <p14:tracePt t="362085" x="5640388" y="2828925"/>
          <p14:tracePt t="362097" x="5640388" y="2841625"/>
          <p14:tracePt t="362109" x="5640388" y="2852738"/>
          <p14:tracePt t="362130" x="5640388" y="2859088"/>
          <p14:tracePt t="362152" x="5640388" y="2871788"/>
          <p14:tracePt t="362164" x="5646738" y="2871788"/>
          <p14:tracePt t="362175" x="5659438" y="2884488"/>
          <p14:tracePt t="362186" x="5672138" y="2884488"/>
          <p14:tracePt t="362198" x="5689600" y="2884488"/>
          <p14:tracePt t="362210" x="5719763" y="2884488"/>
          <p14:tracePt t="362220" x="5745163" y="2884488"/>
          <p14:tracePt t="362233" x="5781675" y="2884488"/>
          <p14:tracePt t="362246" x="5824538" y="2884488"/>
          <p14:tracePt t="362258" x="5854700" y="2871788"/>
          <p14:tracePt t="362267" x="5867400" y="2859088"/>
          <p14:tracePt t="362277" x="5880100" y="2852738"/>
          <p14:tracePt t="362299" x="5880100" y="2841625"/>
          <p14:tracePt t="362310" x="5880100" y="2828925"/>
          <p14:tracePt t="362321" x="5867400" y="2822575"/>
          <p14:tracePt t="362333" x="5848350" y="2798763"/>
          <p14:tracePt t="362344" x="5824538" y="2786063"/>
          <p14:tracePt t="362355" x="5781675" y="2786063"/>
          <p14:tracePt t="362367" x="5751513" y="2779713"/>
          <p14:tracePt t="362378" x="5719763" y="2779713"/>
          <p14:tracePt t="362389" x="5702300" y="2779713"/>
          <p14:tracePt t="362400" x="5676900" y="2786063"/>
          <p14:tracePt t="362412" x="5672138" y="2786063"/>
          <p14:tracePt t="362424" x="5659438" y="2798763"/>
          <p14:tracePt t="362434" x="5646738" y="2822575"/>
          <p14:tracePt t="362445" x="5646738" y="2828925"/>
          <p14:tracePt t="362458" x="5646738" y="2852738"/>
          <p14:tracePt t="362467" x="5646738" y="2859088"/>
          <p14:tracePt t="362479" x="5646738" y="2884488"/>
          <p14:tracePt t="362491" x="5659438" y="2890838"/>
          <p14:tracePt t="362501" x="5672138" y="2901950"/>
          <p14:tracePt t="362513" x="5689600" y="2901950"/>
          <p14:tracePt t="362525" x="5708650" y="2901950"/>
          <p14:tracePt t="362535" x="5745163" y="2901950"/>
          <p14:tracePt t="362546" x="5762625" y="2901950"/>
          <p14:tracePt t="362559" x="5781675" y="2901950"/>
          <p14:tracePt t="362569" x="5811838" y="2890838"/>
          <p14:tracePt t="362581" x="5837238" y="2884488"/>
          <p14:tracePt t="362603" x="5848350" y="2871788"/>
          <p14:tracePt t="362614" x="5848350" y="2859088"/>
          <p14:tracePt t="362625" x="5837238" y="2852738"/>
          <p14:tracePt t="362636" x="5824538" y="2841625"/>
          <p14:tracePt t="362648" x="5805488" y="2822575"/>
          <p14:tracePt t="362659" x="5775325" y="2809875"/>
          <p14:tracePt t="362670" x="5732463" y="2798763"/>
          <p14:tracePt t="362682" x="5702300" y="2786063"/>
          <p14:tracePt t="362694" x="5659438" y="2786063"/>
          <p14:tracePt t="362704" x="5640388" y="2786063"/>
          <p14:tracePt t="362716" x="5616575" y="2798763"/>
          <p14:tracePt t="362727" x="5610225" y="2809875"/>
          <p14:tracePt t="362757" x="5597525" y="2828925"/>
          <p14:tracePt t="362761" x="5597525" y="2841625"/>
          <p14:tracePt t="362774" x="5597525" y="2852738"/>
          <p14:tracePt t="362784" x="5597525" y="2859088"/>
          <p14:tracePt t="362794" x="5597525" y="2871788"/>
          <p14:tracePt t="362805" x="5597525" y="2884488"/>
          <p14:tracePt t="362817" x="5610225" y="2890838"/>
          <p14:tracePt t="362828" x="5610225" y="2901950"/>
          <p14:tracePt t="362839" x="5629275" y="2914650"/>
          <p14:tracePt t="362851" x="5646738" y="2914650"/>
          <p14:tracePt t="362861" x="5672138" y="2927350"/>
          <p14:tracePt t="362874" x="5702300" y="2927350"/>
          <p14:tracePt t="362884" x="5732463" y="2914650"/>
          <p14:tracePt t="362896" x="5762625" y="2914650"/>
          <p14:tracePt t="362908" x="5794375" y="2914650"/>
          <p14:tracePt t="362918" x="5811838" y="2901950"/>
          <p14:tracePt t="362929" x="5824538" y="2890838"/>
          <p14:tracePt t="362942" x="5837238" y="2884488"/>
          <p14:tracePt t="362963" x="5837238" y="2871788"/>
          <p14:tracePt t="362975" x="5837238" y="2859088"/>
          <p14:tracePt t="362985" x="5824538" y="2852738"/>
          <p14:tracePt t="363007" x="5824538" y="2841625"/>
          <p14:tracePt t="363011" x="5811838" y="2841625"/>
          <p14:tracePt t="363020" x="5805488" y="2828925"/>
          <p14:tracePt t="363032" x="5794375" y="2828925"/>
          <p14:tracePt t="363053" x="5781675" y="2828925"/>
          <p14:tracePt t="365122" x="5775325" y="2841625"/>
          <p14:tracePt t="365134" x="5751513" y="2841625"/>
          <p14:tracePt t="365151" x="5732463" y="2841625"/>
          <p14:tracePt t="365163" x="5719763" y="2841625"/>
          <p14:tracePt t="365359" x="5732463" y="2841625"/>
          <p14:tracePt t="365381" x="5732463" y="2828925"/>
          <p14:tracePt t="365404" x="5732463" y="2841625"/>
          <p14:tracePt t="365415" x="5745163" y="2852738"/>
          <p14:tracePt t="365430" x="5732463" y="2859088"/>
          <p14:tracePt t="365438" x="5708650" y="2859088"/>
          <p14:tracePt t="365450" x="5702300" y="2871788"/>
          <p14:tracePt t="365463" x="5689600" y="2871788"/>
          <p14:tracePt t="365472" x="5676900" y="2871788"/>
          <p14:tracePt t="365505" x="5672138" y="2871788"/>
          <p14:tracePt t="365561" x="5659438" y="2884488"/>
          <p14:tracePt t="365584" x="5646738" y="2890838"/>
          <p14:tracePt t="365596" x="5640388" y="2901950"/>
          <p14:tracePt t="365607" x="5616575" y="2933700"/>
          <p14:tracePt t="365618" x="5584825" y="2963863"/>
          <p14:tracePt t="365631" x="5554663" y="3030538"/>
          <p14:tracePt t="365652" x="5524500" y="3135313"/>
          <p14:tracePt t="365655" x="5511800" y="3270250"/>
          <p14:tracePt t="365668" x="5511800" y="3409950"/>
          <p14:tracePt t="365680" x="5537200" y="3643313"/>
          <p14:tracePt t="365685" x="5554663" y="3900488"/>
          <p14:tracePt t="365697" x="5573713" y="4090988"/>
          <p14:tracePt t="365709" x="5597525" y="4371975"/>
          <p14:tracePt t="365721" x="5640388" y="4641850"/>
          <p14:tracePt t="365731" x="5676900" y="4899025"/>
          <p14:tracePt t="365741" x="5708650" y="5070475"/>
          <p14:tracePt t="365754" x="5745163" y="5284788"/>
          <p14:tracePt t="365765" x="5762625" y="5486400"/>
          <p14:tracePt t="365775" x="5781675" y="5638800"/>
          <p14:tracePt t="365787" x="5781675" y="5743575"/>
          <p14:tracePt t="365798" x="5781675" y="5859463"/>
          <p14:tracePt t="365809" x="5775325" y="5964238"/>
          <p14:tracePt t="365822" x="5762625" y="6056313"/>
          <p14:tracePt t="365833" x="5762625" y="6116638"/>
          <p14:tracePt t="365843" x="5751513" y="6191250"/>
          <p14:tracePt t="365854" x="5745163" y="6234113"/>
          <p14:tracePt t="365865" x="5745163" y="6264275"/>
          <p14:tracePt t="365878" x="5732463" y="6294438"/>
          <p14:tracePt t="365889" x="5719763" y="6319838"/>
          <p14:tracePt t="365900" x="5719763" y="6350000"/>
          <p14:tracePt t="365912" x="5732463" y="6392863"/>
          <p14:tracePt t="365921" x="5751513" y="6442075"/>
          <p14:tracePt t="365933" x="5775325" y="6502400"/>
          <p14:tracePt t="365946" x="5794375" y="6577013"/>
          <p14:tracePt t="365956" x="5805488" y="6630988"/>
          <p14:tracePt t="365966" x="5824538" y="6692900"/>
          <p14:tracePt t="365979" x="5837238" y="6753225"/>
          <p14:tracePt t="365989" x="5848350" y="6808788"/>
          <p14:tracePt t="366000" x="5837238" y="6838950"/>
          <p14:tracePt t="366771" x="0" y="0"/>
        </p14:tracePtLst>
      </p14:laserTraceLst>
    </p:ext>
  </p:extLs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9099C1-CE49-D6D8-4C07-77CC234AE264}"/>
              </a:ext>
            </a:extLst>
          </p:cNvPr>
          <p:cNvSpPr>
            <a:spLocks noGrp="1"/>
          </p:cNvSpPr>
          <p:nvPr>
            <p:ph type="title"/>
          </p:nvPr>
        </p:nvSpPr>
        <p:spPr/>
        <p:txBody>
          <a:bodyPr/>
          <a:lstStyle/>
          <a:p>
            <a:r>
              <a:rPr lang="en-US" dirty="0"/>
              <a:t>Summary: TRNG, PRG, and stream cipher</a:t>
            </a:r>
          </a:p>
        </p:txBody>
      </p:sp>
      <p:sp>
        <p:nvSpPr>
          <p:cNvPr id="3" name="Content Placeholder 2">
            <a:extLst>
              <a:ext uri="{FF2B5EF4-FFF2-40B4-BE49-F238E27FC236}">
                <a16:creationId xmlns:a16="http://schemas.microsoft.com/office/drawing/2014/main" id="{2A453117-35A9-2B2C-9A29-68064F22336D}"/>
              </a:ext>
            </a:extLst>
          </p:cNvPr>
          <p:cNvSpPr>
            <a:spLocks noGrp="1"/>
          </p:cNvSpPr>
          <p:nvPr>
            <p:ph idx="1"/>
          </p:nvPr>
        </p:nvSpPr>
        <p:spPr/>
        <p:txBody>
          <a:bodyPr>
            <a:normAutofit lnSpcReduction="10000"/>
          </a:bodyPr>
          <a:lstStyle/>
          <a:p>
            <a:r>
              <a:rPr lang="en-US" dirty="0"/>
              <a:t>TRNG collects physical entropy</a:t>
            </a:r>
          </a:p>
          <a:p>
            <a:endParaRPr lang="en-US" dirty="0"/>
          </a:p>
          <a:p>
            <a:r>
              <a:rPr lang="en-US" dirty="0"/>
              <a:t>Conditioning cleans raw source output</a:t>
            </a:r>
          </a:p>
          <a:p>
            <a:endParaRPr lang="en-US" dirty="0"/>
          </a:p>
          <a:p>
            <a:r>
              <a:rPr lang="en-US" dirty="0"/>
              <a:t>PRG stretches a short seed efficiently</a:t>
            </a:r>
          </a:p>
          <a:p>
            <a:endParaRPr lang="en-US" dirty="0"/>
          </a:p>
          <a:p>
            <a:r>
              <a:rPr lang="en-US" dirty="0"/>
              <a:t>Stream cipher uses pseudorandom keystream for encryption</a:t>
            </a:r>
          </a:p>
          <a:p>
            <a:endParaRPr lang="en-US" dirty="0"/>
          </a:p>
          <a:p>
            <a:r>
              <a:rPr lang="en-US" dirty="0"/>
              <a:t>Seed/key reuse is dangerous</a:t>
            </a:r>
          </a:p>
        </p:txBody>
      </p:sp>
    </p:spTree>
    <p:extLst>
      <p:ext uri="{BB962C8B-B14F-4D97-AF65-F5344CB8AC3E}">
        <p14:creationId xmlns:p14="http://schemas.microsoft.com/office/powerpoint/2010/main" val="8215520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39.2|13.9|14.5"/>
</p:tagLst>
</file>

<file path=ppt/tags/tag2.xml><?xml version="1.0" encoding="utf-8"?>
<p:tagLst xmlns:a="http://schemas.openxmlformats.org/drawingml/2006/main" xmlns:r="http://schemas.openxmlformats.org/officeDocument/2006/relationships" xmlns:p="http://schemas.openxmlformats.org/presentationml/2006/main">
  <p:tag name="TIMING" val="|10.1"/>
</p:tagLst>
</file>

<file path=ppt/tags/tag3.xml><?xml version="1.0" encoding="utf-8"?>
<p:tagLst xmlns:a="http://schemas.openxmlformats.org/drawingml/2006/main" xmlns:r="http://schemas.openxmlformats.org/officeDocument/2006/relationships" xmlns:p="http://schemas.openxmlformats.org/presentationml/2006/main">
  <p:tag name="TIMING" val="|7.2|47.1|7.3|32.4|8.7|1.6|42.3|4.7|8.3"/>
</p:tagLst>
</file>

<file path=ppt/tags/tag4.xml><?xml version="1.0" encoding="utf-8"?>
<p:tagLst xmlns:a="http://schemas.openxmlformats.org/drawingml/2006/main" xmlns:r="http://schemas.openxmlformats.org/officeDocument/2006/relationships" xmlns:p="http://schemas.openxmlformats.org/presentationml/2006/main">
  <p:tag name="TIMING" val="|1.6|10.4|3|16.3"/>
</p:tagLst>
</file>

<file path=ppt/tags/tag5.xml><?xml version="1.0" encoding="utf-8"?>
<p:tagLst xmlns:a="http://schemas.openxmlformats.org/drawingml/2006/main" xmlns:r="http://schemas.openxmlformats.org/officeDocument/2006/relationships" xmlns:p="http://schemas.openxmlformats.org/presentationml/2006/main">
  <p:tag name="TIMING" val="|31.8"/>
</p:tagLst>
</file>

<file path=ppt/tags/tag6.xml><?xml version="1.0" encoding="utf-8"?>
<p:tagLst xmlns:a="http://schemas.openxmlformats.org/drawingml/2006/main" xmlns:r="http://schemas.openxmlformats.org/officeDocument/2006/relationships" xmlns:p="http://schemas.openxmlformats.org/presentationml/2006/main">
  <p:tag name="TIMING" val="|0.4|0.4|0.6|1.7"/>
</p:tagLst>
</file>

<file path=ppt/tags/tag7.xml><?xml version="1.0" encoding="utf-8"?>
<p:tagLst xmlns:a="http://schemas.openxmlformats.org/drawingml/2006/main" xmlns:r="http://schemas.openxmlformats.org/officeDocument/2006/relationships" xmlns:p="http://schemas.openxmlformats.org/presentationml/2006/main">
  <p:tag name="TIMING" val="|1.2|0.4|0.8|1|2.6"/>
</p:tagLst>
</file>

<file path=ppt/tags/tag8.xml><?xml version="1.0" encoding="utf-8"?>
<p:tagLst xmlns:a="http://schemas.openxmlformats.org/drawingml/2006/main" xmlns:r="http://schemas.openxmlformats.org/officeDocument/2006/relationships" xmlns:p="http://schemas.openxmlformats.org/presentationml/2006/main">
  <p:tag name="TIMING" val="|14.8|16.3|7.3|9.6|5.5|11|8.4"/>
</p:tagLst>
</file>

<file path=ppt/tags/tag9.xml><?xml version="1.0" encoding="utf-8"?>
<p:tagLst xmlns:a="http://schemas.openxmlformats.org/drawingml/2006/main" xmlns:r="http://schemas.openxmlformats.org/officeDocument/2006/relationships" xmlns:p="http://schemas.openxmlformats.org/presentationml/2006/main">
  <p:tag name="TIMING" val="|5.6|16|12.8|18.6"/>
</p:tagLst>
</file>

<file path=ppt/tags/tag10.xml><?xml version="1.0" encoding="utf-8"?>
<p:tagLst xmlns:a="http://schemas.openxmlformats.org/drawingml/2006/main" xmlns:r="http://schemas.openxmlformats.org/officeDocument/2006/relationships" xmlns:p="http://schemas.openxmlformats.org/presentationml/2006/main">
  <p:tag name="TIMING" val="|15|57|8.4|14.3|11.1|8.6|35.4"/>
</p:tagLst>
</file>

<file path=ppt/tags/tag11.xml><?xml version="1.0" encoding="utf-8"?>
<p:tagLst xmlns:a="http://schemas.openxmlformats.org/drawingml/2006/main" xmlns:r="http://schemas.openxmlformats.org/officeDocument/2006/relationships" xmlns:p="http://schemas.openxmlformats.org/presentationml/2006/main">
  <p:tag name="TIMING" val="|203.7"/>
</p:tagLst>
</file>

<file path=ppt/tags/tag12.xml><?xml version="1.0" encoding="utf-8"?>
<p:tagLst xmlns:a="http://schemas.openxmlformats.org/drawingml/2006/main" xmlns:r="http://schemas.openxmlformats.org/officeDocument/2006/relationships" xmlns:p="http://schemas.openxmlformats.org/presentationml/2006/main">
  <p:tag name="TIMING" val="|613.7|22.2"/>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0"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73F62FAB-EC02-4B4D-975D-8D4628FA14B0}">
  <we:reference id="WA200009978" version="1.0.0.1" store="Omex" storeType="OMEX"/>
  <we:alternateReferences>
    <we:reference id="WA200009978" version="1.0.0.1" store="WA200009978"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596</TotalTime>
  <Words>1039</Words>
  <Application>Microsoft Office PowerPoint</Application>
  <PresentationFormat>Widescreen</PresentationFormat>
  <Paragraphs>161</Paragraphs>
  <Slides>20</Slides>
  <Notes>19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20</vt:i4>
      </vt:variant>
    </vt:vector>
  </HeadingPairs>
  <TitlesOfParts>
    <vt:vector size="27" baseType="lpstr">
      <vt:lpstr>ＭＳ Ｐゴシック</vt:lpstr>
      <vt:lpstr>Aptos</vt:lpstr>
      <vt:lpstr>Aptos Display</vt:lpstr>
      <vt:lpstr>Arial</vt:lpstr>
      <vt:lpstr>Cambria Math</vt:lpstr>
      <vt:lpstr>Courier New</vt:lpstr>
      <vt:lpstr>Office Theme</vt:lpstr>
      <vt:lpstr>Stream Cipher</vt:lpstr>
      <vt:lpstr>Why do we need random numbers?</vt:lpstr>
      <vt:lpstr>True random vs pseudorandom</vt:lpstr>
      <vt:lpstr>PRG &amp; Stream Cipher</vt:lpstr>
      <vt:lpstr>Why stream ciphers are attractive and also risky</vt:lpstr>
      <vt:lpstr>True random number generator pipeline</vt:lpstr>
      <vt:lpstr>Entropy Sources</vt:lpstr>
      <vt:lpstr>Entropy Sources (cont.)</vt:lpstr>
      <vt:lpstr>Conditioning</vt:lpstr>
      <vt:lpstr>Hash Function</vt:lpstr>
      <vt:lpstr>Nondeterministic Random Bit Generator</vt:lpstr>
      <vt:lpstr>Health Tests on the Noise Source</vt:lpstr>
      <vt:lpstr>Health Tests on the Noise Source (cont.)</vt:lpstr>
      <vt:lpstr>RC4</vt:lpstr>
      <vt:lpstr>RC4 Overview</vt:lpstr>
      <vt:lpstr>Strength of RC4</vt:lpstr>
      <vt:lpstr>Stream Ciphers Using Feedback Shift Registers</vt:lpstr>
      <vt:lpstr>Binary Linear Feedback Shift Register</vt:lpstr>
      <vt:lpstr>4-Bit LFSR Example</vt:lpstr>
      <vt:lpstr>Summary: TRNG, PRG, and stream cipher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Xinyue Zhang</dc:creator>
  <cp:lastModifiedBy>Xinyue Zhang</cp:lastModifiedBy>
  <cp:revision>22</cp:revision>
  <dcterms:created xsi:type="dcterms:W3CDTF">2026-03-19T19:25:25Z</dcterms:created>
  <dcterms:modified xsi:type="dcterms:W3CDTF">2026-04-21T03:58:59Z</dcterms:modified>
</cp:coreProperties>
</file>