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03" r:id="rId3"/>
    <p:sldId id="304" r:id="rId4"/>
    <p:sldId id="420" r:id="rId5"/>
    <p:sldId id="422" r:id="rId6"/>
    <p:sldId id="407" r:id="rId7"/>
    <p:sldId id="408" r:id="rId8"/>
    <p:sldId id="424" r:id="rId9"/>
    <p:sldId id="404" r:id="rId10"/>
    <p:sldId id="269" r:id="rId11"/>
    <p:sldId id="417" r:id="rId12"/>
    <p:sldId id="418" r:id="rId13"/>
    <p:sldId id="419" r:id="rId14"/>
    <p:sldId id="31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/>
    <p:restoredTop sz="84490"/>
  </p:normalViewPr>
  <p:slideViewPr>
    <p:cSldViewPr snapToGrid="0">
      <p:cViewPr varScale="1">
        <p:scale>
          <a:sx n="82" d="100"/>
          <a:sy n="82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DC33A-4137-4B45-8AA4-4067B831CE2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A4D7-AADD-FA48-AD14-CBE313E0D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9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41813"/>
          </a:xfrm>
          <a:noFill/>
          <a:ln/>
        </p:spPr>
        <p:txBody>
          <a:bodyPr/>
          <a:lstStyle/>
          <a:p>
            <a:endParaRPr lang="en-US" sz="110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97ACC7-F361-EE47-BD9E-A66D06FA39DE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CF9403-2534-654D-9690-24E80497FAA7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4</a:t>
            </a:fld>
            <a:endParaRPr lang="en-A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79F8-B191-48B5-88A7-B770E073CE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25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10.1 summarizes the Diffie-Hellman key exchange algorithm. For this scheme, there are two publicly known numbers: a prime number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q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and an integer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 a primitive root of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q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Figure 10.1 shows a simple protocol that makes use of the Diffie–Hellman calculation. Suppose that user A wishes to set up a connection with user B and use a secret key to encrypt messages on that connection. User A can generate a one-time private key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, calculate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Y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, and send that to user B. User B responds by generating a private value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, calculating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Y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, and sending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Y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to user A. Both users can now calculate the key. The necessary public values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q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and a would need to be known ahead of time. Alternatively, user A could pick values for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q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and a and include those in the first message.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41813"/>
          </a:xfrm>
          <a:noFill/>
          <a:ln/>
        </p:spPr>
        <p:txBody>
          <a:bodyPr/>
          <a:lstStyle/>
          <a:p>
            <a:endParaRPr lang="en-US" sz="110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97ACC7-F361-EE47-BD9E-A66D06FA39DE}" type="slidenum">
              <a:rPr lang="en-AU" smtClean="0">
                <a:latin typeface="Arial" pitchFamily="-84" charset="0"/>
              </a:rPr>
              <a:pPr/>
              <a:t>12</a:t>
            </a:fld>
            <a:endParaRPr lang="en-AU" dirty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14</a:t>
            </a:fld>
            <a:endParaRPr lang="en-A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BE6-581F-F9C9-DBC2-40DCF65EF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B8A86-D95E-3F00-342A-7F863AC4A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5E8B5-A43A-F19F-BDFC-B352CCD3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1BB02-C0A2-E248-8103-6956548C888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72D9-8ADF-2CA8-22BE-F3CD5272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DC6E-A9A1-0F33-E5A9-10D5BEE8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6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7E43-525F-1A2B-6C75-85D9DD89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CC92-ED1D-B398-91F5-FDD0B649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1A90E-5C83-F4F2-BC2D-26C942A2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50B5-EEE5-0945-8BD2-95F27B2D0C0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54610-C5F2-AFB5-FF9E-66B0C199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497D-6BCC-A1F4-7E47-B6CB5AB8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9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EFBE-9470-5B82-CBE3-7E4ACE62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6D12-D9A9-0F0C-D28B-7ECE7EE0F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6B9B-9F72-5D16-7CAA-E6E3A717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A715E-8AFC-D648-B553-1A98D28D1B58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400E4-CA6C-F68C-6A46-143D5307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C4352-77F9-1881-B9D2-B8A24895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5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E978-2663-3F3B-C94A-20434FA1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43C9-A225-AC0F-F2DF-D7BE0E12F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CD3A4-BDB6-A1FB-A2AD-1F386EF5E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2C47A-4F15-C708-4078-4BE40029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E259-3156-C945-B199-255948DB69D5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B2517-7ED7-A587-6C1A-51D0EABA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5555E-8A20-3F0D-9643-EBAB2CC1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BDC-0041-294D-A822-EE9095E0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AAEAC-6F4A-21AC-1233-7A2782FD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D67E-3201-92C4-4207-FDBE7AEB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4E78C-9511-8AC7-1C2E-2ECAAF052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40038-C842-AE8C-AB98-AF7EB4825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101AA-3503-58C3-F84F-2161D8DD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25F0-F09D-684C-BF84-6715A2546EE6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DBF51E-0297-561A-54A5-5D61A0C6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34A64-F725-0745-AB3B-5A76C886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1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E2A0-364E-8C53-9DDE-BF56BC43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6C637-AC3F-BDF7-B830-0CA56F6B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659F-EE79-634E-97B9-5BE1ADFBBDC3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93935-B968-D9A3-86D8-B992B26B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11A3D-2410-7A9A-7967-095C9F2E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6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54A98-0DD1-2D1A-3AAC-0D9F2783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3F07-436A-2B44-BE7E-E8C06BC69249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EE3AA-227B-1031-0B03-5519F723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FA5D-B9FB-B500-7D1B-78637A52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4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56C0-6856-4AA9-3B77-17D33E1F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0E9B-E08B-1B6F-3342-4F0D049F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32AFE-CB84-4803-827A-02DB53A54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558E6-AC59-9342-C78C-40A58171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5EA9-E92B-5A4B-93C1-3495D1F7C643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50A1B-C943-C82C-621C-E9E35164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9D001-1E65-AEEE-C618-B73DFA41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1211-5DD5-227F-145A-80F160B1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59332-4B35-A14A-C10D-EE9120217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27572-DAC7-CC4D-79D8-913A8B5B2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DD210-E53D-EC14-6A77-F354D5BF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4444-821F-3E45-8939-16693247AAE2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77694-C1CF-FDE5-8BBA-A02877C1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D701B-EF95-5161-A9EB-36B05A6D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1683-7388-7568-E754-9C7435A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C75E2-378D-ECEB-EF3C-85C493E43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61EF-8EDE-3012-5D90-9BC66BDE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AC3A8-7605-214C-BEA4-B6073A9C97D9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13F04-AB4F-529D-EF0B-EAC6ABBD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8342A-1862-2B86-7F31-7EDEE2C1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6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4C3BF-FC0A-8D50-D83C-A7E556634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89B2C-01FF-F202-C968-3C8DE786B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E8CF-6377-9503-9F4E-B8FDA0DE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62CC-A14E-FC4C-9AFE-CA93D7837528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E372-37CD-CAF8-7A68-EEAC2D40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A8B8-DFEC-35BA-68D3-2E8DF720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0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28B7D-B071-2643-F83E-8EA1F889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CA2C9-19B4-09B0-4119-E374F821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9919-6256-AC4D-9706-B8E60D535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F976D-5E62-2640-892F-BA4627D2C3E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6082-6F06-0F88-B039-F1D5FD489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BCC1A-C8D7-2FF4-EF79-857B75EFD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1F0C-3694-B169-B72C-D7AE69177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 err="1"/>
              <a:t>ElGamal</a:t>
            </a:r>
            <a:r>
              <a:rPr lang="en-AU" dirty="0"/>
              <a:t> Cryptosystem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D296D-D05E-49D2-CF4E-70E95F259A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71D04-97B3-689D-68FA-7F087D2C6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4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n-in-the-middle attack diagram.">
            <a:extLst>
              <a:ext uri="{FF2B5EF4-FFF2-40B4-BE49-F238E27FC236}">
                <a16:creationId xmlns:a16="http://schemas.microsoft.com/office/drawing/2014/main" id="{B370FA5C-3389-DC42-84F4-43D962ED0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704" y="-18912"/>
            <a:ext cx="5688632" cy="7361758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C05020-ECAD-FA43-9C22-16BA34D62060}"/>
              </a:ext>
            </a:extLst>
          </p:cNvPr>
          <p:cNvSpPr/>
          <p:nvPr/>
        </p:nvSpPr>
        <p:spPr>
          <a:xfrm>
            <a:off x="493033" y="4292112"/>
            <a:ext cx="2952328" cy="18722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vulnerability can be overcome with the use of digital signatures and public-key certificates.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86A7BA-7845-3191-B925-F3223EBFE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033" y="365125"/>
            <a:ext cx="3297495" cy="1325563"/>
          </a:xfrm>
        </p:spPr>
        <p:txBody>
          <a:bodyPr>
            <a:normAutofit/>
          </a:bodyPr>
          <a:lstStyle/>
          <a:p>
            <a:r>
              <a:rPr lang="en-US" dirty="0"/>
              <a:t>Man-In-the-Middle Attack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01F27-25FC-3078-5913-BE9CFA33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 spd="med" advTm="290602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13701" x="4884738" y="2443163"/>
          <p14:tracePt t="13713" x="4959350" y="2374900"/>
          <p14:tracePt t="13725" x="5021263" y="2327275"/>
          <p14:tracePt t="13736" x="5062538" y="2300288"/>
          <p14:tracePt t="13745" x="5116513" y="2232025"/>
          <p14:tracePt t="13756" x="5205413" y="2157413"/>
          <p14:tracePt t="13766" x="5245100" y="2116138"/>
          <p14:tracePt t="13777" x="5319713" y="2041525"/>
          <p14:tracePt t="13788" x="5348288" y="1985963"/>
          <p14:tracePt t="13800" x="5387975" y="1911350"/>
          <p14:tracePt t="13811" x="5422900" y="1871663"/>
          <p14:tracePt t="13822" x="5449888" y="1809750"/>
          <p14:tracePt t="13834" x="5462588" y="1755775"/>
          <p14:tracePt t="13845" x="5462588" y="1708150"/>
          <p14:tracePt t="13856" x="5476875" y="1666875"/>
          <p14:tracePt t="13868" x="5476875" y="1625600"/>
          <p14:tracePt t="13878" x="5491163" y="1565275"/>
          <p14:tracePt t="13890" x="5503863" y="1538288"/>
          <p14:tracePt t="13901" x="5503863" y="1524000"/>
          <p14:tracePt t="14059" x="5538788" y="1524000"/>
          <p14:tracePt t="14062" x="5578475" y="1509713"/>
          <p14:tracePt t="14072" x="5605463" y="1497013"/>
          <p14:tracePt t="14084" x="5619750" y="1482725"/>
          <p14:tracePt t="14094" x="5634038" y="1470025"/>
          <p14:tracePt t="14104" x="5667375" y="1449388"/>
          <p14:tracePt t="14116" x="5694363" y="1422400"/>
          <p14:tracePt t="14126" x="5721350" y="1408113"/>
          <p14:tracePt t="14137" x="5783263" y="1381125"/>
          <p14:tracePt t="14149" x="5851525" y="1354138"/>
          <p14:tracePt t="14182" x="5938838" y="1319213"/>
          <p14:tracePt t="14186" x="5994400" y="1306513"/>
          <p14:tracePt t="14199" x="6081713" y="1279525"/>
          <p14:tracePt t="14200" x="6137275" y="1252538"/>
          <p14:tracePt t="14208" x="6170613" y="1238250"/>
          <p14:tracePt t="14219" x="6197600" y="1223963"/>
          <p14:tracePt t="14228" x="6224588" y="1211263"/>
          <p14:tracePt t="14239" x="6224588" y="1190625"/>
          <p14:tracePt t="14250" x="6238875" y="1190625"/>
          <p14:tracePt t="14272" x="6238875" y="1176338"/>
          <p14:tracePt t="14305" x="6224588" y="1176338"/>
          <p14:tracePt t="14317" x="6197600" y="1176338"/>
          <p14:tracePt t="14328" x="6149975" y="1190625"/>
          <p14:tracePt t="14339" x="6069013" y="1223963"/>
          <p14:tracePt t="14351" x="5938838" y="1265238"/>
          <p14:tracePt t="14362" x="5783263" y="1319213"/>
          <p14:tracePt t="14373" x="5681663" y="1381125"/>
          <p14:tracePt t="14384" x="5551488" y="1449388"/>
          <p14:tracePt t="14396" x="5449888" y="1550988"/>
          <p14:tracePt t="14407" x="5348288" y="1652588"/>
          <p14:tracePt t="14418" x="5259388" y="1768475"/>
          <p14:tracePt t="14429" x="5129213" y="1973263"/>
          <p14:tracePt t="14441" x="5033963" y="2197100"/>
          <p14:tracePt t="14452" x="4973638" y="2374900"/>
          <p14:tracePt t="14464" x="4932363" y="2598738"/>
          <p14:tracePt t="14475" x="4919663" y="2816225"/>
          <p14:tracePt t="14486" x="4919663" y="3021013"/>
          <p14:tracePt t="14498" x="4919663" y="3136900"/>
          <p14:tracePt t="14508" x="4919663" y="3319463"/>
          <p14:tracePt t="14520" x="4932363" y="3497263"/>
          <p14:tracePt t="14532" x="4959350" y="3667125"/>
          <p14:tracePt t="14542" x="4986338" y="3783013"/>
          <p14:tracePt t="14553" x="5048250" y="3952875"/>
          <p14:tracePt t="14565" x="5116513" y="4122738"/>
          <p14:tracePt t="14576" x="5176838" y="4259263"/>
          <p14:tracePt t="14587" x="5259388" y="4429125"/>
          <p14:tracePt t="14599" x="5360988" y="4598988"/>
          <p14:tracePt t="14610" x="5476875" y="4789488"/>
          <p14:tracePt t="14621" x="5578475" y="4919663"/>
          <p14:tracePt t="14633" x="5721350" y="5089525"/>
          <p14:tracePt t="14645" x="5864225" y="5245100"/>
          <p14:tracePt t="14656" x="5967413" y="5348288"/>
          <p14:tracePt t="14666" x="6122988" y="5476875"/>
          <p14:tracePt t="14677" x="6313488" y="5605463"/>
          <p14:tracePt t="14688" x="6524625" y="5735638"/>
          <p14:tracePt t="14700" x="6700838" y="5837238"/>
          <p14:tracePt t="14711" x="6911975" y="5938838"/>
          <p14:tracePt t="14722" x="7129463" y="6007100"/>
          <p14:tracePt t="14733" x="7348538" y="6069013"/>
          <p14:tracePt t="14744" x="7491413" y="6081713"/>
          <p14:tracePt t="14756" x="7694613" y="6096000"/>
          <p14:tracePt t="14767" x="7864475" y="6069013"/>
          <p14:tracePt t="14778" x="8021638" y="6021388"/>
          <p14:tracePt t="14790" x="8123238" y="5953125"/>
          <p14:tracePt t="14801" x="8239125" y="5837238"/>
          <p14:tracePt t="14812" x="8328025" y="5681663"/>
          <p14:tracePt t="14823" x="8355013" y="5518150"/>
          <p14:tracePt t="14835" x="8355013" y="5245100"/>
          <p14:tracePt t="14846" x="8293100" y="4905375"/>
          <p14:tracePt t="14857" x="8150225" y="4497388"/>
          <p14:tracePt t="14868" x="8007350" y="4211638"/>
          <p14:tracePt t="14881" x="7777163" y="3824288"/>
          <p14:tracePt t="14891" x="7504113" y="3476625"/>
          <p14:tracePt t="14914" x="7286625" y="3252788"/>
          <p14:tracePt t="14915" x="6986588" y="2994025"/>
          <p14:tracePt t="14925" x="6700838" y="2803525"/>
          <p14:tracePt t="14936" x="6429375" y="2687638"/>
          <p14:tracePt t="14948" x="6238875" y="2646363"/>
          <p14:tracePt t="14958" x="5967413" y="2633663"/>
          <p14:tracePt t="14970" x="5681663" y="2673350"/>
          <p14:tracePt t="14983" x="5375275" y="2789238"/>
          <p14:tracePt t="14992" x="5129213" y="2946400"/>
          <p14:tracePt t="15003" x="4843463" y="3190875"/>
          <p14:tracePt t="15016" x="4673600" y="3449638"/>
          <p14:tracePt t="15026" x="4598988" y="3640138"/>
          <p14:tracePt t="15037" x="4572000" y="3898900"/>
          <p14:tracePt t="15049" x="4613275" y="4122738"/>
          <p14:tracePt t="15059" x="4700588" y="4340225"/>
          <p14:tracePt t="15071" x="4803775" y="4483100"/>
          <p14:tracePt t="15083" x="4973638" y="4646613"/>
          <p14:tracePt t="15093" x="5205413" y="4776788"/>
          <p14:tracePt t="15105" x="5476875" y="4843463"/>
          <p14:tracePt t="15116" x="5721350" y="4872038"/>
          <p14:tracePt t="15127" x="6110288" y="4872038"/>
          <p14:tracePt t="15138" x="6572250" y="4816475"/>
          <p14:tracePt t="15150" x="6899275" y="4729163"/>
          <p14:tracePt t="15161" x="7319963" y="4557713"/>
          <p14:tracePt t="15172" x="7673975" y="4340225"/>
          <p14:tracePt t="15183" x="7967663" y="4122738"/>
          <p14:tracePt t="15194" x="8096250" y="3967163"/>
          <p14:tracePt t="15228" x="8177213" y="3795713"/>
          <p14:tracePt t="15232" x="8212138" y="3652838"/>
          <p14:tracePt t="15244" x="8177213" y="3462338"/>
          <p14:tracePt t="15254" x="8137525" y="3395663"/>
          <p14:tracePt t="15265" x="8081963" y="3360738"/>
          <p14:tracePt t="15275" x="8034338" y="3348038"/>
          <p14:tracePt t="15285" x="7932738" y="3348038"/>
          <p14:tracePt t="15296" x="7762875" y="3395663"/>
          <p14:tracePt t="15307" x="7504113" y="3435350"/>
          <p14:tracePt t="15318" x="7272338" y="3449638"/>
          <p14:tracePt t="15745" x="7286625" y="3449638"/>
          <p14:tracePt t="15847" x="7307263" y="3462338"/>
          <p14:tracePt t="15903" x="7286625" y="3462338"/>
          <p14:tracePt t="15916" x="7307263" y="3462338"/>
          <p14:tracePt t="15970" x="7334250" y="3462338"/>
          <p14:tracePt t="15983" x="7375525" y="3462338"/>
          <p14:tracePt t="15993" x="7402513" y="3462338"/>
          <p14:tracePt t="16004" x="7415213" y="3462338"/>
          <p14:tracePt t="16027" x="7415213" y="3449638"/>
          <p14:tracePt t="16038" x="7415213" y="3435350"/>
          <p14:tracePt t="16050" x="7402513" y="3408363"/>
          <p14:tracePt t="16061" x="7375525" y="3381375"/>
          <p14:tracePt t="16073" x="7348538" y="3348038"/>
          <p14:tracePt t="16084" x="7334250" y="3306763"/>
          <p14:tracePt t="16094" x="7307263" y="3265488"/>
          <p14:tracePt t="16106" x="7272338" y="3205163"/>
          <p14:tracePt t="16118" x="7245350" y="3149600"/>
          <p14:tracePt t="16128" x="7218363" y="3062288"/>
          <p14:tracePt t="16140" x="7170738" y="2946400"/>
          <p14:tracePt t="16151" x="7129463" y="2789238"/>
          <p14:tracePt t="16162" x="7089775" y="2673350"/>
          <p14:tracePt t="16174" x="7015163" y="2490788"/>
          <p14:tracePt t="16185" x="6911975" y="2312988"/>
          <p14:tracePt t="16196" x="6843713" y="2184400"/>
          <p14:tracePt t="16208" x="6729413" y="2068513"/>
          <p14:tracePt t="16219" x="6640513" y="2000250"/>
          <p14:tracePt t="16229" x="6557963" y="1952625"/>
          <p14:tracePt t="16241" x="6483350" y="1938338"/>
          <p14:tracePt t="16252" x="6381750" y="1938338"/>
          <p14:tracePt t="16274" x="6253163" y="1952625"/>
          <p14:tracePt t="16278" x="6069013" y="2014538"/>
          <p14:tracePt t="16286" x="5891213" y="2101850"/>
          <p14:tracePt t="16301" x="5634038" y="2244725"/>
          <p14:tracePt t="16310" x="5408613" y="2414588"/>
          <p14:tracePt t="16321" x="5259388" y="2544763"/>
          <p14:tracePt t="16332" x="5116513" y="2747963"/>
          <p14:tracePt t="16342" x="5000625" y="2946400"/>
          <p14:tracePt t="16354" x="4919663" y="3163888"/>
          <p14:tracePt t="16365" x="4884738" y="3319463"/>
          <p14:tracePt t="16376" x="4884738" y="3538538"/>
          <p14:tracePt t="16389" x="4973638" y="3721100"/>
          <p14:tracePt t="16400" x="5075238" y="3884613"/>
          <p14:tracePt t="16410" x="5259388" y="4068763"/>
          <p14:tracePt t="16421" x="5476875" y="4224338"/>
          <p14:tracePt t="16432" x="5721350" y="4367213"/>
          <p14:tracePt t="16443" x="5911850" y="4429125"/>
          <p14:tracePt t="16455" x="6184900" y="4470400"/>
          <p14:tracePt t="16466" x="6470650" y="4483100"/>
          <p14:tracePt t="16477" x="6783388" y="4443413"/>
          <p14:tracePt t="16488" x="7000875" y="4387850"/>
          <p14:tracePt t="16500" x="7272338" y="4286250"/>
          <p14:tracePt t="16511" x="7462838" y="4170363"/>
          <p14:tracePt t="16522" x="7531100" y="4095750"/>
          <p14:tracePt t="16534" x="7578725" y="4014788"/>
          <p14:tracePt t="16544" x="7578725" y="3925888"/>
          <p14:tracePt t="16556" x="7504113" y="3824288"/>
          <p14:tracePt t="16567" x="7415213" y="3735388"/>
          <p14:tracePt t="16578" x="7218363" y="3625850"/>
          <p14:tracePt t="16590" x="6959600" y="3524250"/>
          <p14:tracePt t="16601" x="6626225" y="3476625"/>
          <p14:tracePt t="16612" x="6354763" y="3509963"/>
          <p14:tracePt t="16623" x="6021388" y="3625850"/>
          <p14:tracePt t="16635" x="5708650" y="3851275"/>
          <p14:tracePt t="16646" x="5538788" y="4054475"/>
          <p14:tracePt t="16657" x="5360988" y="4367213"/>
          <p14:tracePt t="16669" x="5259388" y="4687888"/>
          <p14:tracePt t="16681" x="5232400" y="5000625"/>
          <p14:tracePt t="16691" x="5232400" y="5205413"/>
          <p14:tracePt t="16702" x="5259388" y="5462588"/>
          <p14:tracePt t="16715" x="5334000" y="5681663"/>
          <p14:tracePt t="16725" x="5387975" y="5810250"/>
          <p14:tracePt t="16736" x="5491163" y="5938838"/>
          <p14:tracePt t="16748" x="5605463" y="6042025"/>
          <p14:tracePt t="16758" x="5708650" y="6122988"/>
          <p14:tracePt t="16770" x="5783263" y="6170613"/>
          <p14:tracePt t="16783" x="5864225" y="6211888"/>
          <p14:tracePt t="16793" x="5938838" y="6238875"/>
          <p14:tracePt t="16804" x="5980113" y="6253163"/>
          <p14:tracePt t="16815" x="5994400" y="6265863"/>
          <p14:tracePt t="16826" x="6007100" y="6265863"/>
          <p14:tracePt t="16848" x="5994400" y="6265863"/>
          <p14:tracePt t="16859" x="5980113" y="6265863"/>
          <p14:tracePt t="16871" x="5967413" y="6280150"/>
          <p14:tracePt t="16882" x="5953125" y="6280150"/>
          <p14:tracePt t="16893" x="5938838" y="6300788"/>
          <p14:tracePt t="16904" x="5938838" y="6313488"/>
          <p14:tracePt t="16916" x="5926138" y="6327775"/>
          <p14:tracePt t="16927" x="5926138" y="6340475"/>
          <p14:tracePt t="16939" x="5926138" y="6367463"/>
          <p14:tracePt t="16950" x="5926138" y="6396038"/>
          <p14:tracePt t="16961" x="5938838" y="6443663"/>
          <p14:tracePt t="16973" x="5953125" y="6470650"/>
          <p14:tracePt t="16985" x="5967413" y="6497638"/>
          <p14:tracePt t="16995" x="5994400" y="6510338"/>
          <p14:tracePt t="17007" x="6021388" y="6524625"/>
          <p14:tracePt t="17017" x="6042025" y="6524625"/>
          <p14:tracePt t="17028" x="6069013" y="6524625"/>
          <p14:tracePt t="17039" x="6096000" y="6524625"/>
          <p14:tracePt t="17051" x="6110288" y="6524625"/>
          <p14:tracePt t="17095" x="6096000" y="6510338"/>
          <p14:tracePt t="17107" x="6054725" y="6510338"/>
          <p14:tracePt t="17118" x="6007100" y="6497638"/>
          <p14:tracePt t="17131" x="5980113" y="6497638"/>
          <p14:tracePt t="17141" x="5938838" y="6497638"/>
          <p14:tracePt t="17152" x="5911850" y="6497638"/>
          <p14:tracePt t="17164" x="5878513" y="6497638"/>
          <p14:tracePt t="17175" x="5851525" y="6497638"/>
          <p14:tracePt t="17186" x="5837238" y="6497638"/>
          <p14:tracePt t="17208" x="5824538" y="6497638"/>
          <p14:tracePt t="17253" x="5837238" y="6497638"/>
          <p14:tracePt t="17265" x="5851525" y="6497638"/>
          <p14:tracePt t="17275" x="5891213" y="6497638"/>
          <p14:tracePt t="17287" x="5953125" y="6497638"/>
          <p14:tracePt t="17299" x="6042025" y="6497638"/>
          <p14:tracePt t="17321" x="6197600" y="6497638"/>
          <p14:tracePt t="17324" x="6396038" y="6497638"/>
          <p14:tracePt t="17334" x="6586538" y="6510338"/>
          <p14:tracePt t="17343" x="6831013" y="6510338"/>
          <p14:tracePt t="17356" x="7062788" y="6510338"/>
          <p14:tracePt t="17367" x="7272338" y="6510338"/>
          <p14:tracePt t="17378" x="7402513" y="6524625"/>
          <p14:tracePt t="17390" x="7545388" y="6524625"/>
          <p14:tracePt t="17400" x="7646988" y="6524625"/>
          <p14:tracePt t="17411" x="7708900" y="6524625"/>
          <p14:tracePt t="17422" x="7735888" y="6524625"/>
          <p14:tracePt t="17467" x="7721600" y="6524625"/>
          <p14:tracePt t="17478" x="7673975" y="6524625"/>
          <p14:tracePt t="17490" x="7620000" y="6524625"/>
          <p14:tracePt t="17501" x="7545388" y="6524625"/>
          <p14:tracePt t="17512" x="7402513" y="6524625"/>
          <p14:tracePt t="17525" x="7218363" y="6524625"/>
          <p14:tracePt t="17535" x="7062788" y="6524625"/>
          <p14:tracePt t="17546" x="6831013" y="6545263"/>
          <p14:tracePt t="17558" x="6557963" y="6557963"/>
          <p14:tracePt t="17569" x="6300788" y="6572250"/>
          <p14:tracePt t="17581" x="6110288" y="6586538"/>
          <p14:tracePt t="17592" x="5891213" y="6586538"/>
          <p14:tracePt t="17603" x="5735638" y="6586538"/>
          <p14:tracePt t="17614" x="5634038" y="6586538"/>
          <p14:tracePt t="17624" x="5578475" y="6586538"/>
          <p14:tracePt t="17636" x="5538788" y="6572250"/>
          <p14:tracePt t="17692" x="5551488" y="6572250"/>
          <p14:tracePt t="17714" x="5578475" y="6572250"/>
          <p14:tracePt t="17726" x="5605463" y="6572250"/>
          <p14:tracePt t="17737" x="5646738" y="6572250"/>
          <p14:tracePt t="17749" x="5708650" y="6572250"/>
          <p14:tracePt t="17759" x="5824538" y="6586538"/>
          <p14:tracePt t="17771" x="5980113" y="6599238"/>
          <p14:tracePt t="17783" x="6122988" y="6599238"/>
          <p14:tracePt t="17793" x="6367463" y="6613525"/>
          <p14:tracePt t="17805" x="6640513" y="6613525"/>
          <p14:tracePt t="17816" x="6932613" y="6613525"/>
          <p14:tracePt t="17827" x="7116763" y="6599238"/>
          <p14:tracePt t="17839" x="7334250" y="6586538"/>
          <p14:tracePt t="17850" x="7491413" y="6572250"/>
          <p14:tracePt t="17861" x="7566025" y="6572250"/>
          <p14:tracePt t="17872" x="7634288" y="6572250"/>
          <p14:tracePt t="17883" x="7646988" y="6572250"/>
          <p14:tracePt t="17894" x="7661275" y="6572250"/>
          <p14:tracePt t="17917" x="7646988" y="6572250"/>
          <p14:tracePt t="17928" x="7620000" y="6572250"/>
          <p14:tracePt t="17940" x="7566025" y="6572250"/>
          <p14:tracePt t="17951" x="7435850" y="6572250"/>
          <p14:tracePt t="17962" x="7259638" y="6557963"/>
          <p14:tracePt t="17975" x="7042150" y="6557963"/>
          <p14:tracePt t="17986" x="6843713" y="6545263"/>
          <p14:tracePt t="17998" x="6557963" y="6524625"/>
          <p14:tracePt t="18008" x="6300788" y="6524625"/>
          <p14:tracePt t="18018" x="6110288" y="6510338"/>
          <p14:tracePt t="18031" x="5878513" y="6510338"/>
          <p14:tracePt t="18041" x="5708650" y="6497638"/>
          <p14:tracePt t="18052" x="5578475" y="6483350"/>
          <p14:tracePt t="18065" x="5503863" y="6483350"/>
          <p14:tracePt t="18075" x="5449888" y="6483350"/>
          <p14:tracePt t="18086" x="5408613" y="6470650"/>
          <p14:tracePt t="18098" x="5387975" y="6470650"/>
          <p14:tracePt t="18187" x="5408613" y="6470650"/>
          <p14:tracePt t="18209" x="5422900" y="6470650"/>
          <p14:tracePt t="18221" x="5449888" y="6470650"/>
          <p14:tracePt t="18232" x="5476875" y="6483350"/>
          <p14:tracePt t="18243" x="5518150" y="6483350"/>
          <p14:tracePt t="18255" x="5578475" y="6483350"/>
          <p14:tracePt t="18266" x="5634038" y="6483350"/>
          <p14:tracePt t="18277" x="5721350" y="6497638"/>
          <p14:tracePt t="18288" x="5824538" y="6497638"/>
          <p14:tracePt t="18300" x="5938838" y="6497638"/>
          <p14:tracePt t="18311" x="6021388" y="6497638"/>
          <p14:tracePt t="18322" x="6110288" y="6497638"/>
          <p14:tracePt t="18335" x="6184900" y="6497638"/>
          <p14:tracePt t="18345" x="6238875" y="6497638"/>
          <p14:tracePt t="18378" x="6300788" y="6497638"/>
          <p14:tracePt t="18381" x="6340475" y="6497638"/>
          <p14:tracePt t="18392" x="6381750" y="6497638"/>
          <p14:tracePt t="18394" x="6408738" y="6497638"/>
          <p14:tracePt t="18401" x="6443663" y="6497638"/>
          <p14:tracePt t="18415" x="6456363" y="6497638"/>
          <p14:tracePt t="18426" x="6470650" y="6497638"/>
          <p14:tracePt t="18436" x="6483350" y="6497638"/>
          <p14:tracePt t="18446" x="6510338" y="6497638"/>
          <p14:tracePt t="18458" x="6524625" y="6510338"/>
          <p14:tracePt t="18469" x="6557963" y="6510338"/>
          <p14:tracePt t="18481" x="6572250" y="6510338"/>
          <p14:tracePt t="18491" x="6599238" y="6510338"/>
          <p14:tracePt t="18502" x="6613525" y="6510338"/>
          <p14:tracePt t="18514" x="6626225" y="6510338"/>
          <p14:tracePt t="18558" x="6599238" y="6510338"/>
          <p14:tracePt t="18570" x="6545263" y="6510338"/>
          <p14:tracePt t="18582" x="6483350" y="6510338"/>
          <p14:tracePt t="18592" x="6429375" y="6510338"/>
          <p14:tracePt t="18603" x="6340475" y="6510338"/>
          <p14:tracePt t="18615" x="6211888" y="6524625"/>
          <p14:tracePt t="18626" x="6110288" y="6524625"/>
          <p14:tracePt t="18637" x="5967413" y="6510338"/>
          <p14:tracePt t="18649" x="5837238" y="6510338"/>
          <p14:tracePt t="18659" x="5708650" y="6510338"/>
          <p14:tracePt t="18671" x="5634038" y="6497638"/>
          <p14:tracePt t="18682" x="5565775" y="6497638"/>
          <p14:tracePt t="18693" x="5503863" y="6497638"/>
          <p14:tracePt t="18705" x="5476875" y="6497638"/>
          <p14:tracePt t="18716" x="5462588" y="6497638"/>
          <p14:tracePt t="18727" x="5449888" y="6497638"/>
          <p14:tracePt t="18839" x="5462588" y="6497638"/>
          <p14:tracePt t="18851" x="5491163" y="6497638"/>
          <p14:tracePt t="18862" x="5538788" y="6497638"/>
          <p14:tracePt t="18873" x="5578475" y="6497638"/>
          <p14:tracePt t="18884" x="5634038" y="6497638"/>
          <p14:tracePt t="18896" x="5721350" y="6497638"/>
          <p14:tracePt t="18908" x="5783263" y="6510338"/>
          <p14:tracePt t="18919" x="5851525" y="6510338"/>
          <p14:tracePt t="18929" x="5911850" y="6510338"/>
          <p14:tracePt t="18942" x="5953125" y="6510338"/>
          <p14:tracePt t="18952" x="5994400" y="6510338"/>
          <p14:tracePt t="18964" x="6054725" y="6510338"/>
          <p14:tracePt t="18975" x="6096000" y="6510338"/>
          <p14:tracePt t="18986" x="6137275" y="6510338"/>
          <p14:tracePt t="18998" x="6170613" y="6510338"/>
          <p14:tracePt t="19008" x="6211888" y="6510338"/>
          <p14:tracePt t="19020" x="6265863" y="6510338"/>
          <p14:tracePt t="19032" x="6313488" y="6510338"/>
          <p14:tracePt t="19042" x="6354763" y="6510338"/>
          <p14:tracePt t="19053" x="6381750" y="6510338"/>
          <p14:tracePt t="19065" x="6408738" y="6510338"/>
          <p14:tracePt t="19076" x="6429375" y="6510338"/>
          <p14:tracePt t="19087" x="6456363" y="6510338"/>
          <p14:tracePt t="19099" x="6470650" y="6510338"/>
          <p14:tracePt t="19110" x="6483350" y="6510338"/>
          <p14:tracePt t="19121" x="6510338" y="6510338"/>
          <p14:tracePt t="19132" x="6545263" y="6510338"/>
          <p14:tracePt t="19143" x="6572250" y="6510338"/>
          <p14:tracePt t="19154" x="6599238" y="6510338"/>
          <p14:tracePt t="19166" x="6640513" y="6510338"/>
          <p14:tracePt t="19179" x="6700838" y="6510338"/>
          <p14:tracePt t="19188" x="6742113" y="6510338"/>
          <p14:tracePt t="19200" x="6804025" y="6510338"/>
          <p14:tracePt t="19211" x="6858000" y="6510338"/>
          <p14:tracePt t="19222" x="6932613" y="6510338"/>
          <p14:tracePt t="19234" x="6973888" y="6510338"/>
          <p14:tracePt t="19245" x="7027863" y="6510338"/>
          <p14:tracePt t="19256" x="7089775" y="6510338"/>
          <p14:tracePt t="19268" x="7129463" y="6510338"/>
          <p14:tracePt t="19278" x="7158038" y="6510338"/>
          <p14:tracePt t="19290" x="7191375" y="6510338"/>
          <p14:tracePt t="19301" x="7218363" y="6510338"/>
          <p14:tracePt t="19312" x="7232650" y="6510338"/>
          <p14:tracePt t="19323" x="7245350" y="6510338"/>
          <p14:tracePt t="19349" x="7259638" y="6510338"/>
          <p14:tracePt t="19695" x="7272338" y="6510338"/>
          <p14:tracePt t="19706" x="7307263" y="6510338"/>
          <p14:tracePt t="19709" x="7334250" y="6510338"/>
          <p14:tracePt t="19718" x="7348538" y="6510338"/>
          <p14:tracePt t="19732" x="7388225" y="6510338"/>
          <p14:tracePt t="19741" x="7402513" y="6510338"/>
          <p14:tracePt t="19752" x="7435850" y="6510338"/>
          <p14:tracePt t="19773" x="7450138" y="6510338"/>
          <p14:tracePt t="19919" x="7462838" y="6510338"/>
          <p14:tracePt t="19932" x="7477125" y="6510338"/>
          <p14:tracePt t="19953" x="7450138" y="6497638"/>
          <p14:tracePt t="20472" x="7462838" y="6497638"/>
          <p14:tracePt t="20484" x="7477125" y="6510338"/>
          <p14:tracePt t="20484" x="7491413" y="6510338"/>
          <p14:tracePt t="20494" x="7504113" y="6510338"/>
          <p14:tracePt t="20527" x="7518400" y="6510338"/>
          <p14:tracePt t="24290" x="7388225" y="6510338"/>
          <p14:tracePt t="24301" x="7319963" y="6510338"/>
          <p14:tracePt t="24309" x="7205663" y="6510338"/>
          <p14:tracePt t="24320" x="7075488" y="6497638"/>
          <p14:tracePt t="24331" x="6973888" y="6497638"/>
          <p14:tracePt t="24341" x="6831013" y="6497638"/>
          <p14:tracePt t="24352" x="6729413" y="6497638"/>
          <p14:tracePt t="24365" x="6586538" y="6497638"/>
          <p14:tracePt t="24375" x="6483350" y="6483350"/>
          <p14:tracePt t="24386" x="6340475" y="6470650"/>
          <p14:tracePt t="24399" x="6197600" y="6456363"/>
          <p14:tracePt t="24408" x="6081713" y="6443663"/>
          <p14:tracePt t="24420" x="5926138" y="6408738"/>
          <p14:tracePt t="24432" x="5824538" y="6396038"/>
          <p14:tracePt t="24442" x="5646738" y="6367463"/>
          <p14:tracePt t="24453" x="5551488" y="6354763"/>
          <p14:tracePt t="24466" x="5422900" y="6327775"/>
          <p14:tracePt t="24476" x="5292725" y="6300788"/>
          <p14:tracePt t="24487" x="5218113" y="6300788"/>
          <p14:tracePt t="24499" x="5129213" y="6280150"/>
          <p14:tracePt t="24510" x="5089525" y="6265863"/>
          <p14:tracePt t="24521" x="5048250" y="6253163"/>
          <p14:tracePt t="24533" x="5033963" y="6253163"/>
          <p14:tracePt t="24588" x="5048250" y="6238875"/>
          <p14:tracePt t="24600" x="5062538" y="6238875"/>
          <p14:tracePt t="24611" x="5089525" y="6224588"/>
          <p14:tracePt t="24622" x="5116513" y="6211888"/>
          <p14:tracePt t="24634" x="5164138" y="6184900"/>
          <p14:tracePt t="24667" x="5218113" y="6137275"/>
          <p14:tracePt t="24681" x="5259388" y="6081713"/>
          <p14:tracePt t="24690" x="5334000" y="5953125"/>
          <p14:tracePt t="24691" x="5387975" y="5783263"/>
          <p14:tracePt t="24702" x="5435600" y="5592763"/>
          <p14:tracePt t="24702" x="5491163" y="5259388"/>
          <p14:tracePt t="24712" x="5518150" y="4857750"/>
          <p14:tracePt t="24723" x="5538788" y="4443413"/>
          <p14:tracePt t="24735" x="5518150" y="4170363"/>
          <p14:tracePt t="24746" x="5476875" y="3863975"/>
          <p14:tracePt t="24757" x="5435600" y="3625850"/>
          <p14:tracePt t="24769" x="5408613" y="3462338"/>
          <p14:tracePt t="24782" x="5387975" y="3381375"/>
          <p14:tracePt t="24791" x="5375275" y="3292475"/>
          <p14:tracePt t="24803" x="5360988" y="3252788"/>
          <p14:tracePt t="24815" x="5360988" y="3217863"/>
          <p14:tracePt t="24824" x="5360988" y="3205163"/>
          <p14:tracePt t="25027" x="5348288" y="3217863"/>
          <p14:tracePt t="25032" x="5334000" y="3232150"/>
          <p14:tracePt t="25040" x="5319713" y="3265488"/>
          <p14:tracePt t="25052" x="5307013" y="3265488"/>
          <p14:tracePt t="25061" x="5307013" y="3279775"/>
          <p14:tracePt t="25072" x="5307013" y="3292475"/>
          <p14:tracePt t="25083" x="5307013" y="3306763"/>
          <p14:tracePt t="25096" x="5307013" y="3319463"/>
          <p14:tracePt t="25106" x="5307013" y="3333750"/>
          <p14:tracePt t="25118" x="5280025" y="3333750"/>
          <p14:tracePt t="25130" x="5259388" y="3348038"/>
          <p14:tracePt t="25522" x="5280025" y="3348038"/>
          <p14:tracePt t="25533" x="5292725" y="3348038"/>
          <p14:tracePt t="25578" x="5307013" y="3348038"/>
          <p14:tracePt t="25657" x="5307013" y="3360738"/>
          <p14:tracePt t="25726" x="5307013" y="3381375"/>
          <p14:tracePt t="25736" x="5292725" y="3408363"/>
          <p14:tracePt t="25748" x="5280025" y="3462338"/>
          <p14:tracePt t="25758" x="5259388" y="3538538"/>
          <p14:tracePt t="25770" x="5259388" y="3708400"/>
          <p14:tracePt t="25782" x="5259388" y="3911600"/>
          <p14:tracePt t="25793" x="5259388" y="4122738"/>
          <p14:tracePt t="25804" x="5259388" y="4286250"/>
          <p14:tracePt t="25815" x="5259388" y="4470400"/>
          <p14:tracePt t="25826" x="5280025" y="4646613"/>
          <p14:tracePt t="25837" x="5292725" y="4816475"/>
          <p14:tracePt t="25849" x="5319713" y="4946650"/>
          <p14:tracePt t="25860" x="5348288" y="5129213"/>
          <p14:tracePt t="25871" x="5408613" y="5292725"/>
          <p14:tracePt t="25882" x="5422900" y="5387975"/>
          <p14:tracePt t="25893" x="5449888" y="5491163"/>
          <p14:tracePt t="25905" x="5476875" y="5551488"/>
          <p14:tracePt t="25916" x="5491163" y="5578475"/>
          <p14:tracePt t="25927" x="5503863" y="5592763"/>
          <p14:tracePt t="25939" x="5518150" y="5605463"/>
          <p14:tracePt t="25960" x="5538788" y="5605463"/>
          <p14:tracePt t="25983" x="5551488" y="5592763"/>
          <p14:tracePt t="25995" x="5565775" y="5565775"/>
          <p14:tracePt t="26006" x="5565775" y="5538788"/>
          <p14:tracePt t="26017" x="5578475" y="5491163"/>
          <p14:tracePt t="26029" x="5578475" y="5449888"/>
          <p14:tracePt t="26040" x="5578475" y="5422900"/>
          <p14:tracePt t="26051" x="5578475" y="5387975"/>
          <p14:tracePt t="26062" x="5565775" y="5360988"/>
          <p14:tracePt t="26075" x="5538788" y="5334000"/>
          <p14:tracePt t="26085" x="5503863" y="5307013"/>
          <p14:tracePt t="26097" x="5449888" y="5280025"/>
          <p14:tracePt t="26107" x="5375275" y="5245100"/>
          <p14:tracePt t="26119" x="5280025" y="5232400"/>
          <p14:tracePt t="26131" x="5218113" y="5218113"/>
          <p14:tracePt t="26141" x="5129213" y="5218113"/>
          <p14:tracePt t="26152" x="5048250" y="5245100"/>
          <p14:tracePt t="26165" x="4986338" y="5280025"/>
          <p14:tracePt t="26175" x="4919663" y="5348288"/>
          <p14:tracePt t="26186" x="4857750" y="5449888"/>
          <p14:tracePt t="26199" x="4830763" y="5551488"/>
          <p14:tracePt t="26209" x="4816475" y="5619750"/>
          <p14:tracePt t="26220" x="4830763" y="5721350"/>
          <p14:tracePt t="26232" x="4857750" y="5810250"/>
          <p14:tracePt t="26243" x="4905375" y="5878513"/>
          <p14:tracePt t="26254" x="4946650" y="5911850"/>
          <p14:tracePt t="26266" x="5021263" y="5938838"/>
          <p14:tracePt t="26276" x="5102225" y="5953125"/>
          <p14:tracePt t="26288" x="5191125" y="5953125"/>
          <p14:tracePt t="26299" x="5334000" y="5926138"/>
          <p14:tracePt t="26310" x="5518150" y="5864225"/>
          <p14:tracePt t="26321" x="5667375" y="5795963"/>
          <p14:tracePt t="26333" x="5721350" y="5721350"/>
          <p14:tracePt t="26344" x="5783263" y="5634038"/>
          <p14:tracePt t="26355" x="5795963" y="5551488"/>
          <p14:tracePt t="26367" x="5795963" y="5503863"/>
          <p14:tracePt t="26377" x="5762625" y="5449888"/>
          <p14:tracePt t="26389" x="5708650" y="5408613"/>
          <p14:tracePt t="26400" x="5619750" y="5360988"/>
          <p14:tracePt t="26411" x="5538788" y="5334000"/>
          <p14:tracePt t="26423" x="5408613" y="5334000"/>
          <p14:tracePt t="26435" x="5280025" y="5348288"/>
          <p14:tracePt t="26456" x="5191125" y="5387975"/>
          <p14:tracePt t="26459" x="5102225" y="5476875"/>
          <p14:tracePt t="26468" x="5048250" y="5565775"/>
          <p14:tracePt t="26482" x="5021263" y="5646738"/>
          <p14:tracePt t="26491" x="5021263" y="5708650"/>
          <p14:tracePt t="26502" x="5048250" y="5748338"/>
          <p14:tracePt t="26512" x="5075238" y="5783263"/>
          <p14:tracePt t="26524" x="5149850" y="5795963"/>
          <p14:tracePt t="26535" x="5205413" y="5810250"/>
          <p14:tracePt t="26547" x="5319713" y="5795963"/>
          <p14:tracePt t="26557" x="5462588" y="5762625"/>
          <p14:tracePt t="26569" x="5578475" y="5721350"/>
          <p14:tracePt t="26581" x="5783263" y="5634038"/>
          <p14:tracePt t="26591" x="5938838" y="5538788"/>
          <p14:tracePt t="26602" x="6054725" y="5449888"/>
          <p14:tracePt t="26615" x="6110288" y="5408613"/>
          <p14:tracePt t="26625" x="6184900" y="5387975"/>
          <p14:tracePt t="26636" x="6280150" y="5387975"/>
          <p14:tracePt t="26648" x="6396038" y="5422900"/>
          <p14:tracePt t="26658" x="6497638" y="5462588"/>
          <p14:tracePt t="26670" x="6700838" y="5518150"/>
          <p14:tracePt t="26682" x="6946900" y="5578475"/>
          <p14:tracePt t="26692" x="7143750" y="5619750"/>
          <p14:tracePt t="26704" x="7435850" y="5681663"/>
          <p14:tracePt t="26715" x="7646988" y="5708650"/>
          <p14:tracePt t="26726" x="7824788" y="5735638"/>
          <p14:tracePt t="26737" x="7905750" y="5735638"/>
          <p14:tracePt t="26760" x="7994650" y="5721350"/>
          <p14:tracePt t="26765" x="8034338" y="5694363"/>
          <p14:tracePt t="26773" x="8034338" y="5681663"/>
          <p14:tracePt t="26785" x="8034338" y="5619750"/>
          <p14:tracePt t="26794" x="7980363" y="5551488"/>
          <p14:tracePt t="26806" x="7878763" y="5449888"/>
          <p14:tracePt t="26817" x="7777163" y="5387975"/>
          <p14:tracePt t="26827" x="7605713" y="5334000"/>
          <p14:tracePt t="26839" x="7415213" y="5319713"/>
          <p14:tracePt t="26850" x="7232650" y="5319713"/>
          <p14:tracePt t="26861" x="7116763" y="5348288"/>
          <p14:tracePt t="26873" x="6973888" y="5422900"/>
          <p14:tracePt t="26884" x="6884988" y="5503863"/>
          <p14:tracePt t="26895" x="6872288" y="5565775"/>
          <p14:tracePt t="26906" x="6872288" y="5634038"/>
          <p14:tracePt t="26917" x="6899275" y="5694363"/>
          <p14:tracePt t="26929" x="6946900" y="5735638"/>
          <p14:tracePt t="26940" x="7015163" y="5762625"/>
          <p14:tracePt t="26951" x="7129463" y="5783263"/>
          <p14:tracePt t="26962" x="7272338" y="5783263"/>
          <p14:tracePt t="26973" x="7375525" y="5762625"/>
          <p14:tracePt t="26986" x="7531100" y="5735638"/>
          <p14:tracePt t="26996" x="7673975" y="5681663"/>
          <p14:tracePt t="27007" x="7804150" y="5619750"/>
          <p14:tracePt t="27019" x="7864475" y="5565775"/>
          <p14:tracePt t="27030" x="7891463" y="5491163"/>
          <p14:tracePt t="27041" x="7878763" y="5408613"/>
          <p14:tracePt t="27052" x="7851775" y="5348288"/>
          <p14:tracePt t="27065" x="7762875" y="5280025"/>
          <p14:tracePt t="27075" x="7661275" y="5218113"/>
          <p14:tracePt t="27086" x="7531100" y="5191125"/>
          <p14:tracePt t="27099" x="7462838" y="5191125"/>
          <p14:tracePt t="27108" x="7375525" y="5205413"/>
          <p14:tracePt t="27120" x="7307263" y="5245100"/>
          <p14:tracePt t="27132" x="7272338" y="5307013"/>
          <p14:tracePt t="27142" x="7259638" y="5348288"/>
          <p14:tracePt t="27153" x="7272338" y="5408613"/>
          <p14:tracePt t="27165" x="7319963" y="5449888"/>
          <p14:tracePt t="27176" x="7361238" y="5491163"/>
          <p14:tracePt t="27187" x="7450138" y="5518150"/>
          <p14:tracePt t="27199" x="7593013" y="5551488"/>
          <p14:tracePt t="27210" x="7762875" y="5565775"/>
          <p14:tracePt t="27221" x="7905750" y="5565775"/>
          <p14:tracePt t="27233" x="8096250" y="5551488"/>
          <p14:tracePt t="27244" x="8239125" y="5518150"/>
          <p14:tracePt t="27255" x="8307388" y="5491163"/>
          <p14:tracePt t="27266" x="8367713" y="5476875"/>
          <p14:tracePt t="27277" x="8382000" y="5462588"/>
          <p14:tracePt t="27289" x="8382000" y="5449888"/>
          <p14:tracePt t="27300" x="8382000" y="5435600"/>
          <p14:tracePt t="27311" x="8367713" y="5435600"/>
          <p14:tracePt t="27322" x="8340725" y="5422900"/>
          <p14:tracePt t="27334" x="8328025" y="5422900"/>
          <p14:tracePt t="27345" x="8293100" y="5422900"/>
          <p14:tracePt t="27356" x="8253413" y="5422900"/>
          <p14:tracePt t="27367" x="8197850" y="5422900"/>
          <p14:tracePt t="27895" x="8212138" y="5422900"/>
          <p14:tracePt t="27929" x="8224838" y="5422900"/>
          <p14:tracePt t="27963" x="8239125" y="5422900"/>
          <p14:tracePt t="27974" x="8239125" y="5408613"/>
          <p14:tracePt t="28008" x="8239125" y="5387975"/>
          <p14:tracePt t="28019" x="8253413" y="5360988"/>
          <p14:tracePt t="28032" x="8266113" y="5319713"/>
          <p14:tracePt t="28043" x="8266113" y="5205413"/>
          <p14:tracePt t="28053" x="8280400" y="5033963"/>
          <p14:tracePt t="28065" x="8280400" y="4843463"/>
          <p14:tracePt t="28076" x="8280400" y="4483100"/>
          <p14:tracePt t="28087" x="8253413" y="4027488"/>
          <p14:tracePt t="28099" x="8164513" y="3497263"/>
          <p14:tracePt t="28110" x="8048625" y="3101975"/>
          <p14:tracePt t="28121" x="7851775" y="2544763"/>
          <p14:tracePt t="28133" x="7578725" y="2027238"/>
          <p14:tracePt t="28143" x="7375525" y="1681163"/>
          <p14:tracePt t="28155" x="7089775" y="1238250"/>
          <p14:tracePt t="28167" x="6783388" y="863600"/>
          <p14:tracePt t="28177" x="6572250" y="557213"/>
          <p14:tracePt t="28189" x="6470650" y="414338"/>
          <p14:tracePt t="28200" x="6354763" y="285750"/>
          <p14:tracePt t="28211" x="6280150" y="184150"/>
          <p14:tracePt t="28223" x="6253163" y="142875"/>
          <p14:tracePt t="28234" x="6238875" y="128588"/>
          <p14:tracePt t="28245" x="6224588" y="115888"/>
          <p14:tracePt t="28257" x="6211888" y="115888"/>
          <p14:tracePt t="28278" x="6197600" y="115888"/>
          <p14:tracePt t="28291" x="6184900" y="128588"/>
          <p14:tracePt t="28302" x="6170613" y="128588"/>
          <p14:tracePt t="28312" x="6137275" y="128588"/>
          <p14:tracePt t="28324" x="6110288" y="142875"/>
          <p14:tracePt t="28335" x="6081713" y="157163"/>
          <p14:tracePt t="28346" x="6054725" y="157163"/>
          <p14:tracePt t="28358" x="6007100" y="169863"/>
          <p14:tracePt t="28369" x="5967413" y="184150"/>
          <p14:tracePt t="28381" x="5926138" y="244475"/>
          <p14:tracePt t="28391" x="5878513" y="300038"/>
          <p14:tracePt t="28403" x="5824538" y="428625"/>
          <p14:tracePt t="28415" x="5795963" y="592138"/>
          <p14:tracePt t="28425" x="5783263" y="708025"/>
          <p14:tracePt t="28436" x="5762625" y="850900"/>
          <p14:tracePt t="28449" x="5783263" y="979488"/>
          <p14:tracePt t="28459" x="5810250" y="1074738"/>
          <p14:tracePt t="28470" x="5851525" y="1149350"/>
          <p14:tracePt t="28482" x="5926138" y="1223963"/>
          <p14:tracePt t="28493" x="5994400" y="1265238"/>
          <p14:tracePt t="28504" x="6069013" y="1292225"/>
          <p14:tracePt t="28516" x="6110288" y="1292225"/>
          <p14:tracePt t="28526" x="6197600" y="1292225"/>
          <p14:tracePt t="28537" x="6265863" y="1279525"/>
          <p14:tracePt t="28549" x="6327775" y="1238250"/>
          <p14:tracePt t="28559" x="6381750" y="1190625"/>
          <p14:tracePt t="28571" x="6429375" y="1109663"/>
          <p14:tracePt t="28582" x="6456363" y="1006475"/>
          <p14:tracePt t="28594" x="6456363" y="931863"/>
          <p14:tracePt t="28605" x="6456363" y="863600"/>
          <p14:tracePt t="28616" x="6429375" y="788988"/>
          <p14:tracePt t="28627" x="6408738" y="762000"/>
          <p14:tracePt t="28639" x="6381750" y="735013"/>
          <p14:tracePt t="28650" x="6354763" y="708025"/>
          <p14:tracePt t="28661" x="6313488" y="687388"/>
          <p14:tracePt t="28673" x="6280150" y="687388"/>
          <p14:tracePt t="28684" x="6253163" y="687388"/>
          <p14:tracePt t="28695" x="6224588" y="708025"/>
          <p14:tracePt t="28707" x="6211888" y="720725"/>
          <p14:tracePt t="28717" x="6197600" y="747713"/>
          <p14:tracePt t="28728" x="6170613" y="788988"/>
          <p14:tracePt t="28740" x="6170613" y="836613"/>
          <p14:tracePt t="28751" x="6170613" y="863600"/>
          <p14:tracePt t="28762" x="6170613" y="919163"/>
          <p14:tracePt t="28774" x="6197600" y="966788"/>
          <p14:tracePt t="28785" x="6224588" y="1006475"/>
          <p14:tracePt t="28796" x="6253163" y="1020763"/>
          <p14:tracePt t="28808" x="6280150" y="1047750"/>
          <p14:tracePt t="28819" x="6327775" y="1062038"/>
          <p14:tracePt t="28832" x="6367463" y="1074738"/>
          <p14:tracePt t="28863" x="6429375" y="1074738"/>
          <p14:tracePt t="28866" x="6483350" y="1062038"/>
          <p14:tracePt t="28876" x="6524625" y="1047750"/>
          <p14:tracePt t="28877" x="6545263" y="1033463"/>
          <p14:tracePt t="28886" x="6557963" y="1006475"/>
          <p14:tracePt t="28900" x="6557963" y="993775"/>
          <p14:tracePt t="28909" x="6557963" y="979488"/>
          <p14:tracePt t="28920" x="6545263" y="966788"/>
          <p14:tracePt t="28932" x="6524625" y="946150"/>
          <p14:tracePt t="28942" x="6497638" y="931863"/>
          <p14:tracePt t="28954" x="6470650" y="931863"/>
          <p14:tracePt t="28966" x="6429375" y="919163"/>
          <p14:tracePt t="28976" x="6396038" y="919163"/>
          <p14:tracePt t="28987" x="6367463" y="931863"/>
          <p14:tracePt t="28999" x="6340475" y="946150"/>
          <p14:tracePt t="29010" x="6327775" y="966788"/>
          <p14:tracePt t="29021" x="6327775" y="993775"/>
          <p14:tracePt t="29033" x="6327775" y="1020763"/>
          <p14:tracePt t="29043" x="6340475" y="1047750"/>
          <p14:tracePt t="29055" x="6354763" y="1074738"/>
          <p14:tracePt t="29066" x="6367463" y="1109663"/>
          <p14:tracePt t="29077" x="6381750" y="1122363"/>
          <p14:tracePt t="29090" x="6408738" y="1136650"/>
          <p14:tracePt t="29100" x="6456363" y="1136650"/>
          <p14:tracePt t="29111" x="6470650" y="1149350"/>
          <p14:tracePt t="29124" x="6510338" y="1149350"/>
          <p14:tracePt t="29134" x="6545263" y="1149350"/>
          <p14:tracePt t="29145" x="6572250" y="1149350"/>
          <p14:tracePt t="29156" x="6586538" y="1149350"/>
          <p14:tracePt t="29167" x="6599238" y="1149350"/>
          <p14:tracePt t="29178" x="6613525" y="1149350"/>
          <p14:tracePt t="29190" x="6626225" y="1149350"/>
          <p14:tracePt t="29201" x="6626225" y="1136650"/>
          <p14:tracePt t="29212" x="6626225" y="1122363"/>
          <p14:tracePt t="29224" x="6626225" y="1109663"/>
          <p14:tracePt t="29246" x="6613525" y="1095375"/>
          <p14:tracePt t="29257" x="6599238" y="1074738"/>
          <p14:tracePt t="29269" x="6572250" y="1047750"/>
          <p14:tracePt t="29281" x="6557963" y="1033463"/>
          <p14:tracePt t="29291" x="6510338" y="1020763"/>
          <p14:tracePt t="29303" x="6470650" y="993775"/>
          <p14:tracePt t="29316" x="6443663" y="993775"/>
          <p14:tracePt t="29326" x="6408738" y="979488"/>
          <p14:tracePt t="29337" x="6381750" y="979488"/>
          <p14:tracePt t="29349" x="6340475" y="979488"/>
          <p14:tracePt t="29359" x="6327775" y="993775"/>
          <p14:tracePt t="29371" x="6300788" y="1006475"/>
          <p14:tracePt t="29383" x="6280150" y="1033463"/>
          <p14:tracePt t="29394" x="6253163" y="1074738"/>
          <p14:tracePt t="29404" x="6253163" y="1109663"/>
          <p14:tracePt t="29416" x="6253163" y="1136650"/>
          <p14:tracePt t="29426" x="6253163" y="1163638"/>
          <p14:tracePt t="29437" x="6265863" y="1176338"/>
          <p14:tracePt t="29449" x="6280150" y="1190625"/>
          <p14:tracePt t="29460" x="6280150" y="1211263"/>
          <p14:tracePt t="29471" x="6300788" y="1211263"/>
          <p14:tracePt t="29483" x="6313488" y="1223963"/>
          <p14:tracePt t="29494" x="6327775" y="1223963"/>
          <p14:tracePt t="29505" x="6340475" y="1223963"/>
          <p14:tracePt t="29517" x="6354763" y="1223963"/>
          <p14:tracePt t="29538" x="6367463" y="1223963"/>
          <p14:tracePt t="29550" x="6381750" y="1223963"/>
          <p14:tracePt t="29572" x="6396038" y="1211263"/>
          <p14:tracePt t="31947" x="6408738" y="1176338"/>
          <p14:tracePt t="31957" x="6408738" y="1163638"/>
          <p14:tracePt t="31970" x="6408738" y="1149350"/>
          <p14:tracePt t="31980" x="6408738" y="1122363"/>
          <p14:tracePt t="32002" x="6396038" y="1122363"/>
          <p14:tracePt t="32005" x="6396038" y="1109663"/>
          <p14:tracePt t="32015" x="6381750" y="1095375"/>
          <p14:tracePt t="32025" x="6367463" y="1095375"/>
          <p14:tracePt t="32047" x="6354763" y="1095375"/>
          <p14:tracePt t="32059" x="6327775" y="1095375"/>
          <p14:tracePt t="32070" x="6300788" y="1095375"/>
          <p14:tracePt t="32082" x="6280150" y="1095375"/>
          <p14:tracePt t="32092" x="6265863" y="1095375"/>
          <p14:tracePt t="32104" x="6253163" y="1109663"/>
          <p14:tracePt t="32116" x="6238875" y="1109663"/>
          <p14:tracePt t="32126" x="6224588" y="1122363"/>
          <p14:tracePt t="32138" x="6211888" y="1136650"/>
          <p14:tracePt t="32150" x="6197600" y="1149350"/>
          <p14:tracePt t="32160" x="6184900" y="1163638"/>
          <p14:tracePt t="32171" x="6184900" y="1176338"/>
          <p14:tracePt t="32183" x="6170613" y="1190625"/>
          <p14:tracePt t="32204" x="6170613" y="1211263"/>
          <p14:tracePt t="32227" x="6170613" y="1223963"/>
          <p14:tracePt t="32239" x="6170613" y="1238250"/>
          <p14:tracePt t="32261" x="6184900" y="1252538"/>
          <p14:tracePt t="32272" x="6197600" y="1265238"/>
          <p14:tracePt t="32295" x="6211888" y="1265238"/>
          <p14:tracePt t="32306" x="6224588" y="1265238"/>
          <p14:tracePt t="32317" x="6238875" y="1265238"/>
          <p14:tracePt t="32328" x="6253163" y="1265238"/>
          <p14:tracePt t="32340" x="6265863" y="1265238"/>
          <p14:tracePt t="32364" x="6280150" y="1265238"/>
          <p14:tracePt t="32429" x="6280150" y="1279525"/>
          <p14:tracePt t="32474" x="6300788" y="1292225"/>
          <p14:tracePt t="32497" x="6300788" y="1306513"/>
          <p14:tracePt t="32520" x="6300788" y="1319213"/>
          <p14:tracePt t="32532" x="6280150" y="1319213"/>
          <p14:tracePt t="32543" x="6265863" y="1319213"/>
          <p14:tracePt t="33026" x="6280150" y="1319213"/>
          <p14:tracePt t="33050" x="6300788" y="1319213"/>
          <p14:tracePt t="33071" x="6313488" y="1319213"/>
          <p14:tracePt t="33521" x="6300788" y="1319213"/>
          <p14:tracePt t="33533" x="6265863" y="1339850"/>
          <p14:tracePt t="33544" x="6211888" y="1366838"/>
          <p14:tracePt t="33556" x="6122988" y="1435100"/>
          <p14:tracePt t="33566" x="6042025" y="1509713"/>
          <p14:tracePt t="33578" x="5911850" y="1652588"/>
          <p14:tracePt t="33590" x="5795963" y="1795463"/>
          <p14:tracePt t="33600" x="5735638" y="1911350"/>
          <p14:tracePt t="33612" x="5694363" y="2041525"/>
          <p14:tracePt t="33624" x="5694363" y="2157413"/>
          <p14:tracePt t="33633" x="5694363" y="2244725"/>
          <p14:tracePt t="33647" x="5694363" y="2300288"/>
          <p14:tracePt t="33659" x="5694363" y="2360613"/>
          <p14:tracePt t="33668" x="5694363" y="2428875"/>
          <p14:tracePt t="33679" x="5708650" y="2470150"/>
          <p14:tracePt t="33691" x="5735638" y="2530475"/>
          <p14:tracePt t="33702" x="5762625" y="2571750"/>
          <p14:tracePt t="33713" x="5810250" y="2619375"/>
          <p14:tracePt t="33725" x="5824538" y="2633663"/>
          <p14:tracePt t="33735" x="5864225" y="2646363"/>
          <p14:tracePt t="33746" x="5891213" y="2660650"/>
          <p14:tracePt t="33757" x="5911850" y="2660650"/>
          <p14:tracePt t="33769" x="5938838" y="2660650"/>
          <p14:tracePt t="33780" x="5953125" y="2660650"/>
          <p14:tracePt t="33791" x="5980113" y="2646363"/>
          <p14:tracePt t="33802" x="5994400" y="2646363"/>
          <p14:tracePt t="33814" x="6007100" y="2633663"/>
          <p14:tracePt t="33825" x="6021388" y="2619375"/>
          <p14:tracePt t="33836" x="6021388" y="2598738"/>
          <p14:tracePt t="33858" x="6021388" y="2586038"/>
          <p14:tracePt t="33903" x="6021388" y="2598738"/>
          <p14:tracePt t="33914" x="6021388" y="2646363"/>
          <p14:tracePt t="33926" x="6021388" y="2700338"/>
          <p14:tracePt t="33937" x="6021388" y="2789238"/>
          <p14:tracePt t="33949" x="6021388" y="2890838"/>
          <p14:tracePt t="33960" x="6042025" y="3006725"/>
          <p14:tracePt t="33971" x="6054725" y="3089275"/>
          <p14:tracePt t="33984" x="6081713" y="3232150"/>
          <p14:tracePt t="33995" x="6137275" y="3408363"/>
          <p14:tracePt t="34005" x="6184900" y="3538538"/>
          <p14:tracePt t="34017" x="6238875" y="3694113"/>
          <p14:tracePt t="34028" x="6280150" y="3824288"/>
          <p14:tracePt t="34039" x="6313488" y="3938588"/>
          <p14:tracePt t="34050" x="6327775" y="3994150"/>
          <p14:tracePt t="34061" x="6340475" y="4081463"/>
          <p14:tracePt t="34106" x="6367463" y="4170363"/>
          <p14:tracePt t="34110" x="6381750" y="4224338"/>
          <p14:tracePt t="34118" x="6396038" y="4300538"/>
          <p14:tracePt t="34120" x="6408738" y="4354513"/>
          <p14:tracePt t="34130" x="6443663" y="4402138"/>
          <p14:tracePt t="34131" x="6456363" y="4414838"/>
          <p14:tracePt t="34144" x="6470650" y="4429125"/>
          <p14:tracePt t="34153" x="6483350" y="4429125"/>
          <p14:tracePt t="34164" x="6497638" y="4429125"/>
          <p14:tracePt t="34174" x="6510338" y="4429125"/>
          <p14:tracePt t="34185" x="6545263" y="4402138"/>
          <p14:tracePt t="34196" x="6557963" y="4387850"/>
          <p14:tracePt t="34208" x="6557963" y="4354513"/>
          <p14:tracePt t="34219" x="6557963" y="4327525"/>
          <p14:tracePt t="34230" x="6557963" y="4313238"/>
          <p14:tracePt t="34241" x="6557963" y="4300538"/>
          <p14:tracePt t="34287" x="6545263" y="4300538"/>
          <p14:tracePt t="34308" x="6524625" y="4300538"/>
          <p14:tracePt t="34319" x="6510338" y="4300538"/>
          <p14:tracePt t="34331" x="6497638" y="4300538"/>
          <p14:tracePt t="34342" x="6470650" y="4300538"/>
          <p14:tracePt t="34613" x="6497638" y="4300538"/>
          <p14:tracePt t="34624" x="6572250" y="4300538"/>
          <p14:tracePt t="34635" x="6626225" y="4300538"/>
          <p14:tracePt t="34647" x="6729413" y="4300538"/>
          <p14:tracePt t="34657" x="6783388" y="4300538"/>
          <p14:tracePt t="34668" x="6831013" y="4286250"/>
          <p14:tracePt t="34682" x="6884988" y="4259263"/>
          <p14:tracePt t="34692" x="6946900" y="4224338"/>
          <p14:tracePt t="34703" x="7089775" y="4170363"/>
          <p14:tracePt t="34715" x="7272338" y="4081463"/>
          <p14:tracePt t="34725" x="7435850" y="4014788"/>
          <p14:tracePt t="34736" x="7661275" y="3863975"/>
          <p14:tracePt t="34749" x="7789863" y="3756025"/>
          <p14:tracePt t="34759" x="7967663" y="3565525"/>
          <p14:tracePt t="34770" x="8048625" y="3408363"/>
          <p14:tracePt t="34783" x="8137525" y="3149600"/>
          <p14:tracePt t="34793" x="8164513" y="2878138"/>
          <p14:tracePt t="34804" x="8164513" y="2700338"/>
          <p14:tracePt t="34816" x="8164513" y="2517775"/>
          <p14:tracePt t="34826" x="8150225" y="2414588"/>
          <p14:tracePt t="34838" x="8110538" y="2300288"/>
          <p14:tracePt t="34849" x="8048625" y="2232025"/>
          <p14:tracePt t="34860" x="7953375" y="2143125"/>
          <p14:tracePt t="34871" x="7789863" y="2054225"/>
          <p14:tracePt t="34882" x="7661275" y="2014538"/>
          <p14:tracePt t="34893" x="7415213" y="1952625"/>
          <p14:tracePt t="34905" x="7232650" y="1938338"/>
          <p14:tracePt t="34917" x="6932613" y="1911350"/>
          <p14:tracePt t="34927" x="6640513" y="1911350"/>
          <p14:tracePt t="34939" x="6443663" y="1925638"/>
          <p14:tracePt t="34950" x="6137275" y="1952625"/>
          <p14:tracePt t="34961" x="5938838" y="2000250"/>
          <p14:tracePt t="34973" x="5681663" y="2068513"/>
          <p14:tracePt t="34985" x="5518150" y="2128838"/>
          <p14:tracePt t="34995" x="5360988" y="2211388"/>
          <p14:tracePt t="35007" x="5205413" y="2339975"/>
          <p14:tracePt t="35017" x="5116513" y="2455863"/>
          <p14:tracePt t="35028" x="4973638" y="2687638"/>
          <p14:tracePt t="35040" x="4905375" y="2878138"/>
          <p14:tracePt t="35051" x="4830763" y="3217863"/>
          <p14:tracePt t="35062" x="4830763" y="3476625"/>
          <p14:tracePt t="35074" x="4872038" y="3851275"/>
          <p14:tracePt t="35085" x="4959350" y="4197350"/>
          <p14:tracePt t="35096" x="5048250" y="4402138"/>
          <p14:tracePt t="35108" x="5191125" y="4646613"/>
          <p14:tracePt t="35119" x="5307013" y="4789488"/>
          <p14:tracePt t="35152" x="5462588" y="4932363"/>
          <p14:tracePt t="35156" x="5578475" y="5000625"/>
          <p14:tracePt t="35168" x="5994400" y="5089525"/>
          <p14:tracePt t="35177" x="6184900" y="5089525"/>
          <p14:tracePt t="35187" x="6510338" y="5062538"/>
          <p14:tracePt t="35198" x="6742113" y="5000625"/>
          <p14:tracePt t="35208" x="7075488" y="4857750"/>
          <p14:tracePt t="35220" x="7361238" y="4660900"/>
          <p14:tracePt t="35232" x="7504113" y="4497388"/>
          <p14:tracePt t="35242" x="7646988" y="4238625"/>
          <p14:tracePt t="35253" x="7694613" y="4054475"/>
          <p14:tracePt t="35266" x="7694613" y="3795713"/>
          <p14:tracePt t="35276" x="7646988" y="3640138"/>
          <p14:tracePt t="35287" x="7518400" y="3408363"/>
          <p14:tracePt t="35299" x="7307263" y="3190875"/>
          <p14:tracePt t="35310" x="7143750" y="3074988"/>
          <p14:tracePt t="35321" x="6858000" y="2919413"/>
          <p14:tracePt t="35332" x="6640513" y="2863850"/>
          <p14:tracePt t="35344" x="6327775" y="2830513"/>
          <p14:tracePt t="35355" x="6122988" y="2830513"/>
          <p14:tracePt t="35367" x="5824538" y="2905125"/>
          <p14:tracePt t="35377" x="5565775" y="3048000"/>
          <p14:tracePt t="35388" x="5408613" y="3176588"/>
          <p14:tracePt t="35400" x="5218113" y="3422650"/>
          <p14:tracePt t="35411" x="5149850" y="3605213"/>
          <p14:tracePt t="35423" x="5089525" y="3898900"/>
          <p14:tracePt t="35434" x="5089525" y="4157663"/>
          <p14:tracePt t="35445" x="5129213" y="4300538"/>
          <p14:tracePt t="35456" x="5218113" y="4456113"/>
          <p14:tracePt t="35468" x="5292725" y="4518025"/>
          <p14:tracePt t="35478" x="5387975" y="4572000"/>
          <p14:tracePt t="35490" x="5462588" y="4598988"/>
          <p14:tracePt t="35502" x="5565775" y="4613275"/>
          <p14:tracePt t="35512" x="5667375" y="4613275"/>
          <p14:tracePt t="35524" x="5735638" y="4613275"/>
          <p14:tracePt t="35535" x="5783263" y="4613275"/>
          <p14:tracePt t="35547" x="5810250" y="4613275"/>
          <p14:tracePt t="35570" x="5810250" y="4598988"/>
          <p14:tracePt t="35715" x="5810250" y="4586288"/>
          <p14:tracePt t="35725" x="5824538" y="4586288"/>
          <p14:tracePt t="35737" x="5824538" y="4572000"/>
          <p14:tracePt t="35749" x="5824538" y="4557713"/>
          <p14:tracePt t="35759" x="5824538" y="4545013"/>
          <p14:tracePt t="35771" x="5810250" y="4545013"/>
          <p14:tracePt t="36164" x="5810250" y="4530725"/>
          <p14:tracePt t="36200" x="5824538" y="4530725"/>
          <p14:tracePt t="36221" x="5824538" y="4518025"/>
          <p14:tracePt t="36243" x="5824538" y="4497388"/>
          <p14:tracePt t="36254" x="5810250" y="4470400"/>
          <p14:tracePt t="36266" x="5810250" y="4456113"/>
          <p14:tracePt t="36278" x="5810250" y="4429125"/>
          <p14:tracePt t="36289" x="5810250" y="4402138"/>
          <p14:tracePt t="36300" x="5810250" y="4327525"/>
          <p14:tracePt t="36311" x="5810250" y="4271963"/>
          <p14:tracePt t="36322" x="5810250" y="4143375"/>
          <p14:tracePt t="36333" x="5810250" y="3979863"/>
          <p14:tracePt t="36345" x="5810250" y="3836988"/>
          <p14:tracePt t="36356" x="5810250" y="3640138"/>
          <p14:tracePt t="36367" x="5810250" y="3422650"/>
          <p14:tracePt t="36379" x="5810250" y="3205163"/>
          <p14:tracePt t="36390" x="5795963" y="3048000"/>
          <p14:tracePt t="36401" x="5783263" y="2843213"/>
          <p14:tracePt t="36413" x="5762625" y="2660650"/>
          <p14:tracePt t="36423" x="5748338" y="2530475"/>
          <p14:tracePt t="36436" x="5721350" y="2374900"/>
          <p14:tracePt t="36447" x="5708650" y="2244725"/>
          <p14:tracePt t="36457" x="5694363" y="2143125"/>
          <p14:tracePt t="36470" x="5694363" y="2081213"/>
          <p14:tracePt t="36480" x="5681663" y="2014538"/>
          <p14:tracePt t="36491" x="5681663" y="1938338"/>
          <p14:tracePt t="36503" x="5681663" y="1898650"/>
          <p14:tracePt t="36514" x="5681663" y="1871663"/>
          <p14:tracePt t="36525" x="5681663" y="1836738"/>
          <p14:tracePt t="36536" x="5667375" y="1809750"/>
          <p14:tracePt t="36549" x="5667375" y="1795463"/>
          <p14:tracePt t="36562" x="5667375" y="1768475"/>
          <p14:tracePt t="36571" x="5667375" y="1755775"/>
          <p14:tracePt t="36581" x="5646738" y="1741488"/>
          <p14:tracePt t="36704" x="5634038" y="1741488"/>
          <p14:tracePt t="36727" x="5605463" y="1741488"/>
          <p14:tracePt t="36738" x="5592763" y="1755775"/>
          <p14:tracePt t="36750" x="5565775" y="1768475"/>
          <p14:tracePt t="36761" x="5518150" y="1809750"/>
          <p14:tracePt t="36773" x="5462588" y="1884363"/>
          <p14:tracePt t="36784" x="5408613" y="1973263"/>
          <p14:tracePt t="36795" x="5360988" y="2054225"/>
          <p14:tracePt t="36807" x="5334000" y="2157413"/>
          <p14:tracePt t="36818" x="5319713" y="2244725"/>
          <p14:tracePt t="36829" x="5319713" y="2286000"/>
          <p14:tracePt t="36851" x="5334000" y="2327275"/>
          <p14:tracePt t="36854" x="5348288" y="2339975"/>
          <p14:tracePt t="36863" x="5360988" y="2360613"/>
          <p14:tracePt t="36876" x="5375275" y="2360613"/>
          <p14:tracePt t="36887" x="5408613" y="2374900"/>
          <p14:tracePt t="36898" x="5449888" y="2374900"/>
          <p14:tracePt t="36909" x="5476875" y="2360613"/>
          <p14:tracePt t="36919" x="5538788" y="2360613"/>
          <p14:tracePt t="36930" x="5578475" y="2327275"/>
          <p14:tracePt t="36941" x="5619750" y="2312988"/>
          <p14:tracePt t="36952" x="5646738" y="2286000"/>
          <p14:tracePt t="36964" x="5694363" y="2232025"/>
          <p14:tracePt t="36975" x="5748338" y="2128838"/>
          <p14:tracePt t="36986" x="5783263" y="2054225"/>
          <p14:tracePt t="36997" x="5795963" y="1952625"/>
          <p14:tracePt t="37009" x="5795963" y="1857375"/>
          <p14:tracePt t="37020" x="5762625" y="1741488"/>
          <p14:tracePt t="37031" x="5748338" y="1666875"/>
          <p14:tracePt t="37043" x="5721350" y="1612900"/>
          <p14:tracePt t="37053" x="5694363" y="1577975"/>
          <p14:tracePt t="37065" x="5681663" y="1565275"/>
          <p14:tracePt t="37098" x="5681663" y="1577975"/>
          <p14:tracePt t="37110" x="5667375" y="1577975"/>
          <p14:tracePt t="37121" x="5646738" y="1625600"/>
          <p14:tracePt t="37134" x="5619750" y="1666875"/>
          <p14:tracePt t="37144" x="5605463" y="1728788"/>
          <p14:tracePt t="37154" x="5605463" y="1782763"/>
          <p14:tracePt t="37166" x="5605463" y="1836738"/>
          <p14:tracePt t="37177" x="5619750" y="1884363"/>
          <p14:tracePt t="37189" x="5634038" y="1898650"/>
          <p14:tracePt t="37201" x="5634038" y="1911350"/>
          <p14:tracePt t="37211" x="5646738" y="1911350"/>
          <p14:tracePt t="37244" x="5667375" y="1911350"/>
          <p14:tracePt t="37260" x="5681663" y="1911350"/>
          <p14:tracePt t="37278" x="5694363" y="1911350"/>
          <p14:tracePt t="37291" x="5721350" y="1898650"/>
          <p14:tracePt t="37302" x="5735638" y="1898650"/>
          <p14:tracePt t="37312" x="5762625" y="1898650"/>
          <p14:tracePt t="37325" x="5810250" y="1884363"/>
          <p14:tracePt t="37335" x="5851525" y="1884363"/>
          <p14:tracePt t="37346" x="5878513" y="1884363"/>
          <p14:tracePt t="37358" x="5926138" y="1871663"/>
          <p14:tracePt t="37369" x="5967413" y="1857375"/>
          <p14:tracePt t="37380" x="5994400" y="1824038"/>
          <p14:tracePt t="37391" x="6021388" y="1795463"/>
          <p14:tracePt t="37402" x="6042025" y="1755775"/>
          <p14:tracePt t="37414" x="6054725" y="1708150"/>
          <p14:tracePt t="37425" x="6069013" y="1652588"/>
          <p14:tracePt t="37436" x="6069013" y="1625600"/>
          <p14:tracePt t="37447" x="6069013" y="1598613"/>
          <p14:tracePt t="37459" x="6069013" y="1565275"/>
          <p14:tracePt t="37470" x="6069013" y="1550988"/>
          <p14:tracePt t="37481" x="6054725" y="1538288"/>
          <p14:tracePt t="37493" x="6042025" y="1524000"/>
          <p14:tracePt t="37504" x="6021388" y="1524000"/>
          <p14:tracePt t="37515" x="6007100" y="1524000"/>
          <p14:tracePt t="37526" x="5980113" y="1524000"/>
          <p14:tracePt t="37537" x="5911850" y="1565275"/>
          <p14:tracePt t="37549" x="5837238" y="1598613"/>
          <p14:tracePt t="37560" x="5748338" y="1652588"/>
          <p14:tracePt t="37571" x="5694363" y="1681163"/>
          <p14:tracePt t="37875" x="5708650" y="1681163"/>
          <p14:tracePt t="37886" x="5721350" y="1681163"/>
          <p14:tracePt t="37908" x="5735638" y="1681163"/>
          <p14:tracePt t="37931" x="5748338" y="1681163"/>
          <p14:tracePt t="37953" x="5748338" y="1693863"/>
          <p14:tracePt t="37965" x="5748338" y="1708150"/>
          <p14:tracePt t="37976" x="5748338" y="1755775"/>
          <p14:tracePt t="37988" x="5762625" y="1857375"/>
          <p14:tracePt t="37999" x="5762625" y="2027238"/>
          <p14:tracePt t="38011" x="5795963" y="2211388"/>
          <p14:tracePt t="38021" x="5810250" y="2490788"/>
          <p14:tracePt t="38032" x="5824538" y="2714625"/>
          <p14:tracePt t="38045" x="5824538" y="2830513"/>
          <p14:tracePt t="38055" x="5824538" y="2973388"/>
          <p14:tracePt t="38066" x="5824538" y="3074988"/>
          <p14:tracePt t="38078" x="5837238" y="3163888"/>
          <p14:tracePt t="38089" x="5851525" y="3205163"/>
          <p14:tracePt t="38100" x="5878513" y="3265488"/>
          <p14:tracePt t="38112" x="5911850" y="3292475"/>
          <p14:tracePt t="38122" x="5926138" y="3292475"/>
          <p14:tracePt t="38133" x="5938838" y="3306763"/>
          <p14:tracePt t="38146" x="5953125" y="3292475"/>
          <p14:tracePt t="38156" x="5980113" y="3292475"/>
          <p14:tracePt t="38168" x="5994400" y="3279775"/>
          <p14:tracePt t="38179" x="6021388" y="3252788"/>
          <p14:tracePt t="38189" x="6054725" y="3205163"/>
          <p14:tracePt t="38201" x="6081713" y="3163888"/>
          <p14:tracePt t="38213" x="6110288" y="3122613"/>
          <p14:tracePt t="38224" x="6122988" y="3062288"/>
          <p14:tracePt t="38235" x="6122988" y="2994025"/>
          <p14:tracePt t="38246" x="6122988" y="2946400"/>
          <p14:tracePt t="38257" x="6110288" y="2919413"/>
          <p14:tracePt t="38270" x="6110288" y="2905125"/>
          <p14:tracePt t="38291" x="6096000" y="2905125"/>
          <p14:tracePt t="38295" x="6081713" y="2919413"/>
          <p14:tracePt t="38302" x="6069013" y="2932113"/>
          <p14:tracePt t="38315" x="6021388" y="2959100"/>
          <p14:tracePt t="38326" x="5967413" y="3006725"/>
          <p14:tracePt t="38338" x="5926138" y="3048000"/>
          <p14:tracePt t="38348" x="5864225" y="3122613"/>
          <p14:tracePt t="38359" x="5824538" y="3190875"/>
          <p14:tracePt t="38370" x="5810250" y="3252788"/>
          <p14:tracePt t="38381" x="5795963" y="3319463"/>
          <p14:tracePt t="38392" x="5795963" y="3381375"/>
          <p14:tracePt t="38403" x="5824538" y="3422650"/>
          <p14:tracePt t="38415" x="5851525" y="3462338"/>
          <p14:tracePt t="38427" x="5891213" y="3497263"/>
          <p14:tracePt t="38437" x="5953125" y="3524250"/>
          <p14:tracePt t="38449" x="5994400" y="3524250"/>
          <p14:tracePt t="38460" x="6081713" y="3524250"/>
          <p14:tracePt t="38471" x="6149975" y="3524250"/>
          <p14:tracePt t="38483" x="6224588" y="3497263"/>
          <p14:tracePt t="38495" x="6253163" y="3476625"/>
          <p14:tracePt t="38505" x="6300788" y="3435350"/>
          <p14:tracePt t="38516" x="6313488" y="3395663"/>
          <p14:tracePt t="38529" x="6313488" y="3360738"/>
          <p14:tracePt t="38538" x="6280150" y="3306763"/>
          <p14:tracePt t="38550" x="6224588" y="3252788"/>
          <p14:tracePt t="38562" x="6149975" y="3190875"/>
          <p14:tracePt t="38572" x="6096000" y="3176588"/>
          <p14:tracePt t="38584" x="6042025" y="3163888"/>
          <p14:tracePt t="38595" x="5980113" y="3149600"/>
          <p14:tracePt t="38606" x="5938838" y="3149600"/>
          <p14:tracePt t="38617" x="5911850" y="3163888"/>
          <p14:tracePt t="38629" x="5878513" y="3176588"/>
          <p14:tracePt t="38639" x="5864225" y="3205163"/>
          <p14:tracePt t="38651" x="5851525" y="3232150"/>
          <p14:tracePt t="38662" x="5837238" y="3279775"/>
          <p14:tracePt t="38674" x="5837238" y="3319463"/>
          <p14:tracePt t="38685" x="5851525" y="3360738"/>
          <p14:tracePt t="38696" x="5851525" y="3395663"/>
          <p14:tracePt t="38707" x="5864225" y="3422650"/>
          <p14:tracePt t="38718" x="5891213" y="3435350"/>
          <p14:tracePt t="38730" x="5911850" y="3449638"/>
          <p14:tracePt t="38741" x="5953125" y="3449638"/>
          <p14:tracePt t="38752" x="5980113" y="3462338"/>
          <p14:tracePt t="38764" x="6021388" y="3462338"/>
          <p14:tracePt t="38775" x="6069013" y="3462338"/>
          <p14:tracePt t="38786" x="6110288" y="3449638"/>
          <p14:tracePt t="38798" x="6149975" y="3435350"/>
          <p14:tracePt t="38808" x="6184900" y="3422650"/>
          <p14:tracePt t="38820" x="6197600" y="3395663"/>
          <p14:tracePt t="38831" x="6224588" y="3360738"/>
          <p14:tracePt t="38842" x="6224588" y="3333750"/>
          <p14:tracePt t="38853" x="6224588" y="3319463"/>
          <p14:tracePt t="38865" x="6224588" y="3292475"/>
          <p14:tracePt t="38877" x="6224588" y="3279775"/>
          <p14:tracePt t="38887" x="6224588" y="3265488"/>
          <p14:tracePt t="38898" x="6211888" y="3252788"/>
          <p14:tracePt t="38911" x="6197600" y="3232150"/>
          <p14:tracePt t="38921" x="6184900" y="3217863"/>
          <p14:tracePt t="38932" x="6170613" y="3217863"/>
          <p14:tracePt t="38945" x="6137275" y="3205163"/>
          <p14:tracePt t="38955" x="6122988" y="3205163"/>
          <p14:tracePt t="38966" x="6110288" y="3190875"/>
          <p14:tracePt t="38979" x="6096000" y="3190875"/>
          <p14:tracePt t="38988" x="6081713" y="3190875"/>
          <p14:tracePt t="39000" x="6069013" y="3190875"/>
          <p14:tracePt t="39012" x="6054725" y="3190875"/>
          <p14:tracePt t="39044" x="6042025" y="3190875"/>
          <p14:tracePt t="39101" x="6021388" y="3190875"/>
          <p14:tracePt t="39933" x="6007100" y="3190875"/>
          <p14:tracePt t="39979" x="5994400" y="3190875"/>
          <p14:tracePt t="39990" x="5980113" y="3190875"/>
          <p14:tracePt t="40003" x="5967413" y="3190875"/>
          <p14:tracePt t="40013" x="5926138" y="3190875"/>
          <p14:tracePt t="40024" x="5911850" y="3190875"/>
          <p14:tracePt t="40305" x="5911850" y="3205163"/>
          <p14:tracePt t="40327" x="5926138" y="3205163"/>
          <p14:tracePt t="40339" x="5938838" y="3205163"/>
          <p14:tracePt t="40351" x="5953125" y="3205163"/>
          <p14:tracePt t="40361" x="5967413" y="3205163"/>
          <p14:tracePt t="40376" x="5980113" y="3205163"/>
          <p14:tracePt t="40428" x="5994400" y="3205163"/>
          <p14:tracePt t="40496" x="6007100" y="3205163"/>
          <p14:tracePt t="40508" x="6007100" y="3217863"/>
          <p14:tracePt t="40530" x="6021388" y="3217863"/>
          <p14:tracePt t="40552" x="6042025" y="3232150"/>
          <p14:tracePt t="40564" x="6054725" y="3232150"/>
          <p14:tracePt t="40576" x="6069013" y="3232150"/>
          <p14:tracePt t="40587" x="6096000" y="3232150"/>
          <p14:tracePt t="40598" x="6110288" y="3232150"/>
          <p14:tracePt t="40610" x="6137275" y="3252788"/>
          <p14:tracePt t="40631" x="6149975" y="3252788"/>
          <p14:tracePt t="40687" x="6137275" y="3252788"/>
          <p14:tracePt t="40698" x="6122988" y="3252788"/>
          <p14:tracePt t="40710" x="6110288" y="3252788"/>
          <p14:tracePt t="40723" x="6096000" y="3252788"/>
          <p14:tracePt t="40733" x="6081713" y="3265488"/>
          <p14:tracePt t="40745" x="6069013" y="3265488"/>
          <p14:tracePt t="40757" x="6054725" y="3265488"/>
          <p14:tracePt t="40768" x="6042025" y="3279775"/>
          <p14:tracePt t="40822" x="6054725" y="3279775"/>
          <p14:tracePt t="40833" x="6096000" y="3292475"/>
          <p14:tracePt t="40845" x="6122988" y="3292475"/>
          <p14:tracePt t="40857" x="6170613" y="3306763"/>
          <p14:tracePt t="40869" x="6224588" y="3306763"/>
          <p14:tracePt t="40879" x="6253163" y="3306763"/>
          <p14:tracePt t="40891" x="6280150" y="3306763"/>
          <p14:tracePt t="40901" x="6313488" y="3306763"/>
          <p14:tracePt t="40957" x="6300788" y="3306763"/>
          <p14:tracePt t="40968" x="6280150" y="3306763"/>
          <p14:tracePt t="40980" x="6265863" y="3292475"/>
          <p14:tracePt t="40992" x="6265863" y="3279775"/>
          <p14:tracePt t="41002" x="6253163" y="3279775"/>
          <p14:tracePt t="41014" x="6238875" y="3252788"/>
          <p14:tracePt t="41025" x="6224588" y="3232150"/>
          <p14:tracePt t="41036" x="6211888" y="3205163"/>
          <p14:tracePt t="41047" x="6197600" y="3190875"/>
          <p14:tracePt t="41059" x="6184900" y="3163888"/>
          <p14:tracePt t="41069" x="6170613" y="3149600"/>
          <p14:tracePt t="41081" x="6170613" y="3136900"/>
          <p14:tracePt t="41093" x="6149975" y="3122613"/>
          <p14:tracePt t="41115" x="6149975" y="3101975"/>
          <p14:tracePt t="41126" x="6137275" y="3101975"/>
          <p14:tracePt t="41216" x="6122988" y="3089275"/>
          <p14:tracePt t="41238" x="6110288" y="3089275"/>
          <p14:tracePt t="41250" x="6096000" y="3089275"/>
          <p14:tracePt t="41261" x="6081713" y="3074988"/>
          <p14:tracePt t="41272" x="6069013" y="3074988"/>
          <p14:tracePt t="41284" x="6054725" y="3074988"/>
          <p14:tracePt t="41295" x="6021388" y="3074988"/>
          <p14:tracePt t="41306" x="6007100" y="3074988"/>
          <p14:tracePt t="41318" x="5980113" y="3074988"/>
          <p14:tracePt t="41329" x="5967413" y="3074988"/>
          <p14:tracePt t="41340" x="5938838" y="3074988"/>
          <p14:tracePt t="41351" x="5926138" y="3074988"/>
          <p14:tracePt t="41362" x="5911850" y="3089275"/>
          <p14:tracePt t="41375" x="5878513" y="3089275"/>
          <p14:tracePt t="41385" x="5864225" y="3101975"/>
          <p14:tracePt t="41408" x="5851525" y="3101975"/>
          <p14:tracePt t="41418" x="5851525" y="3122613"/>
          <p14:tracePt t="41441" x="5837238" y="3122613"/>
          <p14:tracePt t="41542" x="5837238" y="3101975"/>
          <p14:tracePt t="41553" x="5851525" y="3101975"/>
          <p14:tracePt t="41565" x="5851525" y="3089275"/>
          <p14:tracePt t="41576" x="5851525" y="3062288"/>
          <p14:tracePt t="41587" x="5851525" y="3033713"/>
          <p14:tracePt t="41598" x="5851525" y="3006725"/>
          <p14:tracePt t="41611" x="5851525" y="2994025"/>
          <p14:tracePt t="41621" x="5864225" y="2959100"/>
          <p14:tracePt t="41633" x="5864225" y="2946400"/>
          <p14:tracePt t="41645" x="5878513" y="2932113"/>
          <p14:tracePt t="41655" x="5891213" y="2932113"/>
          <p14:tracePt t="41666" x="5911850" y="2919413"/>
          <p14:tracePt t="41678" x="5938838" y="2919413"/>
          <p14:tracePt t="41688" x="5967413" y="2905125"/>
          <p14:tracePt t="41700" x="5994400" y="2905125"/>
          <p14:tracePt t="41712" x="6042025" y="2890838"/>
          <p14:tracePt t="41722" x="6069013" y="2890838"/>
          <p14:tracePt t="41734" x="6096000" y="2890838"/>
          <p14:tracePt t="41745" x="6122988" y="2878138"/>
          <p14:tracePt t="41756" x="6149975" y="2878138"/>
          <p14:tracePt t="41767" x="6170613" y="2878138"/>
          <p14:tracePt t="41780" x="6184900" y="2878138"/>
          <p14:tracePt t="41790" x="6184900" y="2863850"/>
          <p14:tracePt t="41812" x="6197600" y="2863850"/>
          <p14:tracePt t="41947" x="6211888" y="2863850"/>
          <p14:tracePt t="41970" x="6224588" y="2863850"/>
          <p14:tracePt t="41981" x="6238875" y="2863850"/>
          <p14:tracePt t="41992" x="6253163" y="2863850"/>
          <p14:tracePt t="42015" x="6265863" y="2863850"/>
          <p14:tracePt t="42026" x="6280150" y="2863850"/>
          <p14:tracePt t="42038" x="6313488" y="2863850"/>
          <p14:tracePt t="42060" x="6340475" y="2863850"/>
          <p14:tracePt t="42071" x="6354763" y="2863850"/>
          <p14:tracePt t="42083" x="6367463" y="2863850"/>
          <p14:tracePt t="42094" x="6381750" y="2863850"/>
          <p14:tracePt t="42116" x="6396038" y="2863850"/>
          <p14:tracePt t="42273" x="6396038" y="2843213"/>
          <p14:tracePt t="42296" x="6408738" y="2843213"/>
          <p14:tracePt t="42307" x="6443663" y="2843213"/>
          <p14:tracePt t="42320" x="6456363" y="2843213"/>
          <p14:tracePt t="42331" x="6483350" y="2843213"/>
          <p14:tracePt t="42343" x="6510338" y="2843213"/>
          <p14:tracePt t="42353" x="6524625" y="2843213"/>
          <p14:tracePt t="42364" x="6545263" y="2843213"/>
          <p14:tracePt t="42431" x="6524625" y="2843213"/>
          <p14:tracePt t="42443" x="6510338" y="2843213"/>
          <p14:tracePt t="42454" x="6483350" y="2843213"/>
          <p14:tracePt t="42465" x="6456363" y="2843213"/>
          <p14:tracePt t="42487" x="6429375" y="2843213"/>
          <p14:tracePt t="42490" x="6408738" y="2843213"/>
          <p14:tracePt t="42499" x="6381750" y="2843213"/>
          <p14:tracePt t="42566" x="6396038" y="2843213"/>
          <p14:tracePt t="42577" x="6429375" y="2843213"/>
          <p14:tracePt t="42588" x="6470650" y="2843213"/>
          <p14:tracePt t="42601" x="6497638" y="2843213"/>
          <p14:tracePt t="42612" x="6510338" y="2843213"/>
          <p14:tracePt t="42622" x="6557963" y="2843213"/>
          <p14:tracePt t="42635" x="6586538" y="2843213"/>
          <p14:tracePt t="42646" x="6613525" y="2843213"/>
          <p14:tracePt t="42656" x="6653213" y="2843213"/>
          <p14:tracePt t="42668" x="6688138" y="2843213"/>
          <p14:tracePt t="42679" x="6715125" y="2843213"/>
          <p14:tracePt t="42745" x="6688138" y="2843213"/>
          <p14:tracePt t="42757" x="6653213" y="2843213"/>
          <p14:tracePt t="42769" x="6640513" y="2843213"/>
          <p14:tracePt t="42781" x="6613525" y="2843213"/>
          <p14:tracePt t="42792" x="6586538" y="2843213"/>
          <p14:tracePt t="42803" x="6572250" y="2843213"/>
          <p14:tracePt t="42847" x="6586538" y="2843213"/>
          <p14:tracePt t="42860" x="6613525" y="2843213"/>
          <p14:tracePt t="42870" x="6688138" y="2863850"/>
          <p14:tracePt t="42881" x="6756400" y="2863850"/>
          <p14:tracePt t="42893" x="6831013" y="2863850"/>
          <p14:tracePt t="42903" x="6899275" y="2863850"/>
          <p14:tracePt t="42915" x="6973888" y="2863850"/>
          <p14:tracePt t="42926" x="7015163" y="2863850"/>
          <p14:tracePt t="42937" x="7042150" y="2863850"/>
          <p14:tracePt t="42982" x="7027863" y="2863850"/>
          <p14:tracePt t="42994" x="6959600" y="2863850"/>
          <p14:tracePt t="43005" x="6899275" y="2863850"/>
          <p14:tracePt t="43016" x="6783388" y="2843213"/>
          <p14:tracePt t="43027" x="6653213" y="2830513"/>
          <p14:tracePt t="43038" x="6545263" y="2816225"/>
          <p14:tracePt t="43051" x="6470650" y="2816225"/>
          <p14:tracePt t="43061" x="6396038" y="2803525"/>
          <p14:tracePt t="43072" x="6354763" y="2803525"/>
          <p14:tracePt t="43084" x="6340475" y="2803525"/>
          <p14:tracePt t="43128" x="6354763" y="2803525"/>
          <p14:tracePt t="43140" x="6381750" y="2803525"/>
          <p14:tracePt t="43151" x="6429375" y="2803525"/>
          <p14:tracePt t="43162" x="6456363" y="2803525"/>
          <p14:tracePt t="43173" x="6497638" y="2803525"/>
          <p14:tracePt t="43185" x="6524625" y="2803525"/>
          <p14:tracePt t="43196" x="6572250" y="2803525"/>
          <p14:tracePt t="43208" x="6599238" y="2803525"/>
          <p14:tracePt t="43219" x="6613525" y="2803525"/>
          <p14:tracePt t="43230" x="6626225" y="2803525"/>
          <p14:tracePt t="43297" x="6613525" y="2803525"/>
          <p14:tracePt t="43309" x="6599238" y="2803525"/>
          <p14:tracePt t="43331" x="6586538" y="2803525"/>
          <p14:tracePt t="43353" x="6572250" y="2803525"/>
          <p14:tracePt t="43579" x="6557963" y="2803525"/>
          <p14:tracePt t="43581" x="6524625" y="2803525"/>
          <p14:tracePt t="43590" x="6510338" y="2803525"/>
          <p14:tracePt t="43601" x="6483350" y="2803525"/>
          <p14:tracePt t="43614" x="6470650" y="2803525"/>
          <p14:tracePt t="43625" x="6456363" y="2803525"/>
          <p14:tracePt t="43635" x="6443663" y="2803525"/>
          <p14:tracePt t="43647" x="6429375" y="2803525"/>
          <p14:tracePt t="43680" x="6408738" y="2803525"/>
          <p14:tracePt t="43714" x="6408738" y="2789238"/>
          <p14:tracePt t="43736" x="6396038" y="2789238"/>
          <p14:tracePt t="43758" x="6381750" y="2776538"/>
          <p14:tracePt t="43792" x="6367463" y="2776538"/>
          <p14:tracePt t="43893" x="6367463" y="2789238"/>
          <p14:tracePt t="43905" x="6367463" y="2816225"/>
          <p14:tracePt t="43927" x="6367463" y="2830513"/>
          <p14:tracePt t="43950" x="6381750" y="2843213"/>
          <p14:tracePt t="43972" x="6396038" y="2843213"/>
          <p14:tracePt t="44017" x="6396038" y="2830513"/>
          <p14:tracePt t="44040" x="6381750" y="2830513"/>
          <p14:tracePt t="44062" x="6367463" y="2830513"/>
          <p14:tracePt t="44074" x="6367463" y="2816225"/>
          <p14:tracePt t="44152" x="6381750" y="2816225"/>
          <p14:tracePt t="44163" x="6396038" y="2816225"/>
          <p14:tracePt t="44176" x="6408738" y="2816225"/>
          <p14:tracePt t="44186" x="6429375" y="2816225"/>
          <p14:tracePt t="44198" x="6443663" y="2816225"/>
          <p14:tracePt t="44366" x="6456363" y="2816225"/>
          <p14:tracePt t="44388" x="6483350" y="2816225"/>
          <p14:tracePt t="44401" x="6510338" y="2816225"/>
          <p14:tracePt t="44411" x="6545263" y="2816225"/>
          <p14:tracePt t="44423" x="6586538" y="2816225"/>
          <p14:tracePt t="44435" x="6626225" y="2816225"/>
          <p14:tracePt t="44445" x="6653213" y="2816225"/>
          <p14:tracePt t="44456" x="6673850" y="2816225"/>
          <p14:tracePt t="44478" x="6688138" y="2816225"/>
          <p14:tracePt t="47643" x="6673850" y="2830513"/>
          <p14:tracePt t="47645" x="6653213" y="2843213"/>
          <p14:tracePt t="47656" x="6640513" y="2863850"/>
          <p14:tracePt t="47665" x="6613525" y="2878138"/>
          <p14:tracePt t="47675" x="6572250" y="2905125"/>
          <p14:tracePt t="47686" x="6524625" y="2932113"/>
          <p14:tracePt t="47696" x="6483350" y="2946400"/>
          <p14:tracePt t="47707" x="6456363" y="2973388"/>
          <p14:tracePt t="47730" x="6408738" y="3006725"/>
          <p14:tracePt t="47734" x="6381750" y="3033713"/>
          <p14:tracePt t="47744" x="6367463" y="3048000"/>
          <p14:tracePt t="47756" x="6340475" y="3074988"/>
          <p14:tracePt t="47765" x="6313488" y="3089275"/>
          <p14:tracePt t="47776" x="6313488" y="3101975"/>
          <p14:tracePt t="47787" x="6300788" y="3122613"/>
          <p14:tracePt t="47797" x="6280150" y="3122613"/>
          <p14:tracePt t="47808" x="6265863" y="3122613"/>
          <p14:tracePt t="47820" x="6253163" y="3136900"/>
          <p14:tracePt t="47831" x="6238875" y="3136900"/>
          <p14:tracePt t="47842" x="6224588" y="3149600"/>
          <p14:tracePt t="47854" x="6211888" y="3149600"/>
          <p14:tracePt t="47865" x="6197600" y="3163888"/>
          <p14:tracePt t="47876" x="6184900" y="3163888"/>
          <p14:tracePt t="47887" x="6170613" y="3176588"/>
          <p14:tracePt t="47899" x="6149975" y="3176588"/>
          <p14:tracePt t="47910" x="6122988" y="3190875"/>
          <p14:tracePt t="47921" x="6096000" y="3205163"/>
          <p14:tracePt t="47932" x="6069013" y="3232150"/>
          <p14:tracePt t="47943" x="6042025" y="3252788"/>
          <p14:tracePt t="47955" x="6021388" y="3265488"/>
          <p14:tracePt t="47966" x="5994400" y="3279775"/>
          <p14:tracePt t="47977" x="5967413" y="3292475"/>
          <p14:tracePt t="47989" x="5953125" y="3306763"/>
          <p14:tracePt t="48000" x="5938838" y="3319463"/>
          <p14:tracePt t="48011" x="5926138" y="3333750"/>
          <p14:tracePt t="48022" x="5926138" y="3348038"/>
          <p14:tracePt t="48034" x="5926138" y="3360738"/>
          <p14:tracePt t="48045" x="5926138" y="3381375"/>
          <p14:tracePt t="48056" x="5926138" y="3395663"/>
          <p14:tracePt t="48079" x="5938838" y="3408363"/>
          <p14:tracePt t="48090" x="5953125" y="3422650"/>
          <p14:tracePt t="48112" x="5980113" y="3435350"/>
          <p14:tracePt t="48124" x="5994400" y="3435350"/>
          <p14:tracePt t="48137" x="6042025" y="3435350"/>
          <p14:tracePt t="48146" x="6069013" y="3435350"/>
          <p14:tracePt t="48157" x="6110288" y="3435350"/>
          <p14:tracePt t="48171" x="6170613" y="3435350"/>
          <p14:tracePt t="48180" x="6238875" y="3435350"/>
          <p14:tracePt t="48191" x="6280150" y="3435350"/>
          <p14:tracePt t="48204" x="6340475" y="3435350"/>
          <p14:tracePt t="48213" x="6396038" y="3435350"/>
          <p14:tracePt t="48225" x="6443663" y="3435350"/>
          <p14:tracePt t="48237" x="6483350" y="3422650"/>
          <p14:tracePt t="48247" x="6510338" y="3422650"/>
          <p14:tracePt t="48258" x="6545263" y="3408363"/>
          <p14:tracePt t="48270" x="6557963" y="3408363"/>
          <p14:tracePt t="48281" x="6586538" y="3395663"/>
          <p14:tracePt t="48292" x="6613525" y="3381375"/>
          <p14:tracePt t="48304" x="6626225" y="3360738"/>
          <p14:tracePt t="48315" x="6640513" y="3333750"/>
          <p14:tracePt t="48326" x="6653213" y="3306763"/>
          <p14:tracePt t="48337" x="6673850" y="3279775"/>
          <p14:tracePt t="48348" x="6688138" y="3252788"/>
          <p14:tracePt t="48360" x="6688138" y="3190875"/>
          <p14:tracePt t="48371" x="6700838" y="3136900"/>
          <p14:tracePt t="48382" x="6700838" y="3074988"/>
          <p14:tracePt t="48393" x="6700838" y="3048000"/>
          <p14:tracePt t="48405" x="6700838" y="3006725"/>
          <p14:tracePt t="48416" x="6700838" y="2994025"/>
          <p14:tracePt t="48427" x="6700838" y="2973388"/>
          <p14:tracePt t="48439" x="6688138" y="2959100"/>
          <p14:tracePt t="48450" x="6688138" y="2946400"/>
          <p14:tracePt t="48461" x="6653213" y="2932113"/>
          <p14:tracePt t="48472" x="6640513" y="2919413"/>
          <p14:tracePt t="48486" x="6599238" y="2905125"/>
          <p14:tracePt t="48495" x="6557963" y="2905125"/>
          <p14:tracePt t="48506" x="6497638" y="2890838"/>
          <p14:tracePt t="48517" x="6456363" y="2878138"/>
          <p14:tracePt t="48528" x="6381750" y="2863850"/>
          <p14:tracePt t="48540" x="6313488" y="2863850"/>
          <p14:tracePt t="48552" x="6238875" y="2843213"/>
          <p14:tracePt t="48562" x="6170613" y="2843213"/>
          <p14:tracePt t="48573" x="6069013" y="2830513"/>
          <p14:tracePt t="48587" x="5980113" y="2830513"/>
          <p14:tracePt t="48596" x="5911850" y="2816225"/>
          <p14:tracePt t="48608" x="5810250" y="2816225"/>
          <p14:tracePt t="48620" x="5708650" y="2816225"/>
          <p14:tracePt t="48630" x="5646738" y="2816225"/>
          <p14:tracePt t="48641" x="5565775" y="2816225"/>
          <p14:tracePt t="48653" x="5503863" y="2816225"/>
          <p14:tracePt t="48663" x="5462588" y="2830513"/>
          <p14:tracePt t="48675" x="5435600" y="2843213"/>
          <p14:tracePt t="48687" x="5408613" y="2863850"/>
          <p14:tracePt t="48697" x="5375275" y="2878138"/>
          <p14:tracePt t="48709" x="5348288" y="2905125"/>
          <p14:tracePt t="48720" x="5334000" y="2919413"/>
          <p14:tracePt t="48731" x="5319713" y="2946400"/>
          <p14:tracePt t="48742" x="5307013" y="2973388"/>
          <p14:tracePt t="48754" x="5292725" y="3006725"/>
          <p14:tracePt t="48765" x="5292725" y="3033713"/>
          <p14:tracePt t="48787" x="5292725" y="3048000"/>
          <p14:tracePt t="48791" x="5292725" y="3062288"/>
          <p14:tracePt t="48803" x="5292725" y="3074988"/>
          <p14:tracePt t="48812" x="5307013" y="3089275"/>
          <p14:tracePt t="48823" x="5319713" y="3101975"/>
          <p14:tracePt t="48832" x="5334000" y="3122613"/>
          <p14:tracePt t="48844" x="5348288" y="3136900"/>
          <p14:tracePt t="48855" x="5360988" y="3149600"/>
          <p14:tracePt t="48866" x="5387975" y="3163888"/>
          <p14:tracePt t="48878" x="5408613" y="3176588"/>
          <p14:tracePt t="48889" x="5449888" y="3176588"/>
          <p14:tracePt t="48900" x="5462588" y="3190875"/>
          <p14:tracePt t="48911" x="5491163" y="3205163"/>
          <p14:tracePt t="48923" x="5503863" y="3205163"/>
          <p14:tracePt t="48934" x="5538788" y="3217863"/>
          <p14:tracePt t="48945" x="5565775" y="3232150"/>
          <p14:tracePt t="48956" x="5578475" y="3232150"/>
          <p14:tracePt t="48967" x="5605463" y="3252788"/>
          <p14:tracePt t="48978" x="5634038" y="3265488"/>
          <p14:tracePt t="48990" x="5681663" y="3279775"/>
          <p14:tracePt t="49002" x="5708650" y="3292475"/>
          <p14:tracePt t="49012" x="5735638" y="3306763"/>
          <p14:tracePt t="49024" x="5783263" y="3319463"/>
          <p14:tracePt t="49036" x="5810250" y="3333750"/>
          <p14:tracePt t="49046" x="5851525" y="3333750"/>
          <p14:tracePt t="49057" x="5891213" y="3348038"/>
          <p14:tracePt t="49070" x="5938838" y="3360738"/>
          <p14:tracePt t="49080" x="5967413" y="3360738"/>
          <p14:tracePt t="49091" x="6021388" y="3381375"/>
          <p14:tracePt t="49103" x="6069013" y="3381375"/>
          <p14:tracePt t="49113" x="6110288" y="3381375"/>
          <p14:tracePt t="49125" x="6149975" y="3381375"/>
          <p14:tracePt t="49137" x="6197600" y="3381375"/>
          <p14:tracePt t="49147" x="6238875" y="3381375"/>
          <p14:tracePt t="49159" x="6300788" y="3381375"/>
          <p14:tracePt t="49171" x="6354763" y="3381375"/>
          <p14:tracePt t="49181" x="6408738" y="3381375"/>
          <p14:tracePt t="49192" x="6456363" y="3360738"/>
          <p14:tracePt t="49204" x="6497638" y="3348038"/>
          <p14:tracePt t="49215" x="6545263" y="3319463"/>
          <p14:tracePt t="49226" x="6586538" y="3279775"/>
          <p14:tracePt t="49238" x="6613525" y="3252788"/>
          <p14:tracePt t="49249" x="6626225" y="3205163"/>
          <p14:tracePt t="49260" x="6653213" y="3163888"/>
          <p14:tracePt t="49271" x="6673850" y="3136900"/>
          <p14:tracePt t="49282" x="6673850" y="3101975"/>
          <p14:tracePt t="49294" x="6653213" y="3062288"/>
          <p14:tracePt t="49305" x="6640513" y="3033713"/>
          <p14:tracePt t="49316" x="6626225" y="3006725"/>
          <p14:tracePt t="49328" x="6586538" y="2959100"/>
          <p14:tracePt t="49339" x="6524625" y="2932113"/>
          <p14:tracePt t="49350" x="6470650" y="2890838"/>
          <p14:tracePt t="49361" x="6408738" y="2863850"/>
          <p14:tracePt t="49373" x="6340475" y="2830513"/>
          <p14:tracePt t="49384" x="6265863" y="2803525"/>
          <p14:tracePt t="49396" x="6211888" y="2776538"/>
          <p14:tracePt t="49406" x="6149975" y="2762250"/>
          <p14:tracePt t="49417" x="6110288" y="2747963"/>
          <p14:tracePt t="49429" x="6069013" y="2747963"/>
          <p14:tracePt t="49440" x="6042025" y="2747963"/>
          <p14:tracePt t="49452" x="5994400" y="2747963"/>
          <p14:tracePt t="49462" x="5967413" y="2747963"/>
          <p14:tracePt t="49474" x="5926138" y="2747963"/>
          <p14:tracePt t="49486" x="5911850" y="2747963"/>
          <p14:tracePt t="49496" x="5864225" y="2762250"/>
          <p14:tracePt t="49507" x="5837238" y="2776538"/>
          <p14:tracePt t="49520" x="5810250" y="2789238"/>
          <p14:tracePt t="49530" x="5762625" y="2816225"/>
          <p14:tracePt t="49541" x="5721350" y="2843213"/>
          <p14:tracePt t="49554" x="5681663" y="2890838"/>
          <p14:tracePt t="49564" x="5646738" y="2919413"/>
          <p14:tracePt t="49575" x="5605463" y="2959100"/>
          <p14:tracePt t="49587" x="5578475" y="3006725"/>
          <p14:tracePt t="49597" x="5565775" y="3033713"/>
          <p14:tracePt t="49609" x="5551488" y="3062288"/>
          <p14:tracePt t="49621" x="5551488" y="3089275"/>
          <p14:tracePt t="49631" x="5551488" y="3101975"/>
          <p14:tracePt t="49642" x="5551488" y="3136900"/>
          <p14:tracePt t="49654" x="5565775" y="3149600"/>
          <p14:tracePt t="49665" x="5578475" y="3176588"/>
          <p14:tracePt t="49676" x="5605463" y="3205163"/>
          <p14:tracePt t="49688" x="5619750" y="3217863"/>
          <p14:tracePt t="49699" x="5646738" y="3252788"/>
          <p14:tracePt t="49710" x="5694363" y="3265488"/>
          <p14:tracePt t="49721" x="5721350" y="3279775"/>
          <p14:tracePt t="49732" x="5783263" y="3306763"/>
          <p14:tracePt t="49743" x="5824538" y="3319463"/>
          <p14:tracePt t="49755" x="5878513" y="3333750"/>
          <p14:tracePt t="49766" x="5911850" y="3348038"/>
          <p14:tracePt t="49778" x="5967413" y="3348038"/>
          <p14:tracePt t="49789" x="6007100" y="3360738"/>
          <p14:tracePt t="49800" x="6054725" y="3360738"/>
          <p14:tracePt t="49834" x="6081713" y="3360738"/>
          <p14:tracePt t="49837" x="6122988" y="3360738"/>
          <p14:tracePt t="49847" x="6184900" y="3360738"/>
          <p14:tracePt t="49849" x="6211888" y="3360738"/>
          <p14:tracePt t="49857" x="6265863" y="3360738"/>
          <p14:tracePt t="49868" x="6340475" y="3360738"/>
          <p14:tracePt t="49879" x="6396038" y="3360738"/>
          <p14:tracePt t="49890" x="6443663" y="3360738"/>
          <p14:tracePt t="49901" x="6497638" y="3360738"/>
          <p14:tracePt t="49912" x="6545263" y="3360738"/>
          <p14:tracePt t="49924" x="6586538" y="3348038"/>
          <p14:tracePt t="49936" x="6613525" y="3348038"/>
          <p14:tracePt t="49946" x="6640513" y="3333750"/>
          <p14:tracePt t="49957" x="6653213" y="3333750"/>
          <p14:tracePt t="49970" x="6673850" y="3319463"/>
          <p14:tracePt t="50002" x="6688138" y="3306763"/>
          <p14:tracePt t="50025" x="6688138" y="3292475"/>
          <p14:tracePt t="50047" x="6688138" y="3279775"/>
          <p14:tracePt t="50070" x="6673850" y="3279775"/>
          <p14:tracePt t="50081" x="6673850" y="3265488"/>
          <p14:tracePt t="50092" x="6653213" y="3265488"/>
          <p14:tracePt t="50104" x="6613525" y="3252788"/>
          <p14:tracePt t="50115" x="6572250" y="3252788"/>
          <p14:tracePt t="50126" x="6524625" y="3232150"/>
          <p14:tracePt t="50138" x="6470650" y="3232150"/>
          <p14:tracePt t="50149" x="6396038" y="3217863"/>
          <p14:tracePt t="50160" x="6340475" y="3217863"/>
          <p14:tracePt t="50172" x="6300788" y="3205163"/>
          <p14:tracePt t="50182" x="6253163" y="3205163"/>
          <p14:tracePt t="50194" x="6211888" y="3205163"/>
          <p14:tracePt t="50205" x="6184900" y="3205163"/>
          <p14:tracePt t="50216" x="6170613" y="3205163"/>
          <p14:tracePt t="50228" x="6149975" y="3205163"/>
          <p14:tracePt t="50239" x="6137275" y="3205163"/>
          <p14:tracePt t="50306" x="6122988" y="3205163"/>
          <p14:tracePt t="50328" x="6110288" y="3190875"/>
          <p14:tracePt t="50340" x="6096000" y="3190875"/>
          <p14:tracePt t="50352" x="6069013" y="3176588"/>
          <p14:tracePt t="50363" x="6054725" y="3163888"/>
          <p14:tracePt t="50374" x="6021388" y="3163888"/>
          <p14:tracePt t="50386" x="6007100" y="3149600"/>
          <p14:tracePt t="50397" x="5994400" y="3149600"/>
          <p14:tracePt t="50408" x="5980113" y="3149600"/>
          <p14:tracePt t="50429" x="5967413" y="3149600"/>
          <p14:tracePt t="50497" x="5953125" y="3149600"/>
          <p14:tracePt t="50519" x="5938838" y="3163888"/>
          <p14:tracePt t="50542" x="5938838" y="3176588"/>
          <p14:tracePt t="50554" x="5926138" y="3190875"/>
          <p14:tracePt t="50699" x="5938838" y="3190875"/>
          <p14:tracePt t="50790" x="5926138" y="3190875"/>
          <p14:tracePt t="50936" x="5938838" y="3190875"/>
          <p14:tracePt t="50959" x="5953125" y="3190875"/>
          <p14:tracePt t="51026" x="5967413" y="3190875"/>
          <p14:tracePt t="51059" x="5980113" y="3176588"/>
          <p14:tracePt t="51082" x="5994400" y="3176588"/>
          <p14:tracePt t="51138" x="6007100" y="3176588"/>
          <p14:tracePt t="51183" x="6021388" y="3176588"/>
          <p14:tracePt t="51262" x="6007100" y="3176588"/>
          <p14:tracePt t="51296" x="5994400" y="3190875"/>
          <p14:tracePt t="51307" x="5980113" y="3190875"/>
          <p14:tracePt t="51319" x="5967413" y="3205163"/>
          <p14:tracePt t="51341" x="5953125" y="3205163"/>
          <p14:tracePt t="51353" x="5938838" y="3205163"/>
          <p14:tracePt t="51364" x="5938838" y="3217863"/>
          <p14:tracePt t="51375" x="5926138" y="3217863"/>
          <p14:tracePt t="51464" x="5911850" y="3205163"/>
          <p14:tracePt t="51487" x="5891213" y="3205163"/>
          <p14:tracePt t="51499" x="5891213" y="3190875"/>
          <p14:tracePt t="51510" x="5878513" y="3190875"/>
          <p14:tracePt t="51522" x="5864225" y="3176588"/>
          <p14:tracePt t="51533" x="5837238" y="3176588"/>
          <p14:tracePt t="51544" x="5824538" y="3163888"/>
          <p14:tracePt t="51555" x="5810250" y="3163888"/>
          <p14:tracePt t="51567" x="5795963" y="3163888"/>
          <p14:tracePt t="51579" x="5795963" y="3149600"/>
          <p14:tracePt t="51926" x="5795963" y="3163888"/>
          <p14:tracePt t="51938" x="5795963" y="3176588"/>
          <p14:tracePt t="51950" x="5795963" y="3190875"/>
          <p14:tracePt t="51960" x="5795963" y="3205163"/>
          <p14:tracePt t="51971" x="5795963" y="3217863"/>
          <p14:tracePt t="51984" x="5795963" y="3232150"/>
          <p14:tracePt t="51995" x="5810250" y="3232150"/>
          <p14:tracePt t="52005" x="5810250" y="3252788"/>
          <p14:tracePt t="52038" x="5824538" y="3252788"/>
          <p14:tracePt t="52072" x="5837238" y="3232150"/>
          <p14:tracePt t="52084" x="5851525" y="3232150"/>
          <p14:tracePt t="52096" x="5864225" y="3232150"/>
          <p14:tracePt t="52108" x="5878513" y="3217863"/>
          <p14:tracePt t="52119" x="5891213" y="3217863"/>
          <p14:tracePt t="52131" x="5911850" y="3217863"/>
          <p14:tracePt t="52140" x="5911850" y="3205163"/>
          <p14:tracePt t="52151" x="5926138" y="3205163"/>
          <p14:tracePt t="52263" x="5926138" y="3217863"/>
          <p14:tracePt t="53164" x="5926138" y="3205163"/>
          <p14:tracePt t="53167" x="5926138" y="3190875"/>
          <p14:tracePt t="53175" x="5911850" y="3163888"/>
          <p14:tracePt t="53187" x="5911850" y="3136900"/>
          <p14:tracePt t="53197" x="5878513" y="3074988"/>
          <p14:tracePt t="53209" x="5864225" y="3021013"/>
          <p14:tracePt t="53220" x="5824538" y="2919413"/>
          <p14:tracePt t="53232" x="5762625" y="2816225"/>
          <p14:tracePt t="53243" x="5721350" y="2735263"/>
          <p14:tracePt t="53254" x="5646738" y="2598738"/>
          <p14:tracePt t="53267" x="5578475" y="2443163"/>
          <p14:tracePt t="53276" x="5491163" y="2259013"/>
          <p14:tracePt t="53288" x="5422900" y="2101850"/>
          <p14:tracePt t="53302" x="5319713" y="1884363"/>
          <p14:tracePt t="53312" x="5205413" y="1652588"/>
          <p14:tracePt t="53322" x="5116513" y="1482725"/>
          <p14:tracePt t="53333" x="4986338" y="1292225"/>
          <p14:tracePt t="53343" x="4872038" y="1149350"/>
          <p14:tracePt t="53355" x="4789488" y="1047750"/>
          <p14:tracePt t="53369" x="4741863" y="993775"/>
          <p14:tracePt t="53379" x="4700588" y="931863"/>
          <p14:tracePt t="53390" x="4673600" y="904875"/>
          <p14:tracePt t="53401" x="4660900" y="877888"/>
          <p14:tracePt t="53412" x="4646613" y="863600"/>
          <p14:tracePt t="53423" x="4625975" y="850900"/>
          <p14:tracePt t="53434" x="4613275" y="836613"/>
          <p14:tracePt t="53445" x="4598988" y="836613"/>
          <p14:tracePt t="53456" x="4586288" y="836613"/>
          <p14:tracePt t="53468" x="4572000" y="836613"/>
          <p14:tracePt t="53479" x="4557713" y="836613"/>
          <p14:tracePt t="53490" x="4545013" y="836613"/>
          <p14:tracePt t="53501" x="4530725" y="836613"/>
          <p14:tracePt t="53512" x="4497388" y="836613"/>
          <p14:tracePt t="53524" x="4470400" y="836613"/>
          <p14:tracePt t="53535" x="4456113" y="836613"/>
          <p14:tracePt t="53546" x="4429125" y="836613"/>
          <p14:tracePt t="53558" x="4414838" y="836613"/>
          <p14:tracePt t="53569" x="4414838" y="850900"/>
          <p14:tracePt t="53580" x="4402138" y="850900"/>
          <p14:tracePt t="53591" x="4367213" y="877888"/>
          <p14:tracePt t="53603" x="4354513" y="904875"/>
          <p14:tracePt t="53613" x="4340225" y="946150"/>
          <p14:tracePt t="53626" x="4327525" y="1006475"/>
          <p14:tracePt t="53636" x="4327525" y="1062038"/>
          <p14:tracePt t="53647" x="4327525" y="1109663"/>
          <p14:tracePt t="53659" x="4340225" y="1149350"/>
          <p14:tracePt t="53670" x="4340225" y="1211263"/>
          <p14:tracePt t="53683" x="4367213" y="1252538"/>
          <p14:tracePt t="53693" x="4387850" y="1279525"/>
          <p14:tracePt t="53704" x="4414838" y="1306513"/>
          <p14:tracePt t="53716" x="4429125" y="1319213"/>
          <p14:tracePt t="53726" x="4443413" y="1339850"/>
          <p14:tracePt t="53737" x="4456113" y="1354138"/>
          <p14:tracePt t="53750" x="4470400" y="1354138"/>
          <p14:tracePt t="53760" x="4483100" y="1354138"/>
          <p14:tracePt t="53771" x="4497388" y="1354138"/>
          <p14:tracePt t="53784" x="4530725" y="1354138"/>
          <p14:tracePt t="53794" x="4557713" y="1354138"/>
          <p14:tracePt t="53805" x="4572000" y="1354138"/>
          <p14:tracePt t="53817" x="4598988" y="1339850"/>
          <p14:tracePt t="53827" x="4613275" y="1339850"/>
          <p14:tracePt t="53839" x="4613275" y="1319213"/>
          <p14:tracePt t="53996" x="4613275" y="1354138"/>
          <p14:tracePt t="53998" x="4613275" y="1366838"/>
          <p14:tracePt t="54030" x="4613275" y="1395413"/>
          <p14:tracePt t="54032" x="4625975" y="1408113"/>
          <p14:tracePt t="54041" x="4625975" y="1435100"/>
          <p14:tracePt t="54049" x="4646613" y="1449388"/>
          <p14:tracePt t="54055" x="4646613" y="1482725"/>
          <p14:tracePt t="54066" x="4660900" y="1509713"/>
          <p14:tracePt t="54075" x="4673600" y="1538288"/>
          <p14:tracePt t="54086" x="4687888" y="1550988"/>
          <p14:tracePt t="54100" x="4700588" y="1577975"/>
          <p14:tracePt t="54110" x="4714875" y="1598613"/>
          <p14:tracePt t="54120" x="4714875" y="1625600"/>
          <p14:tracePt t="54133" x="4729163" y="1639888"/>
          <p14:tracePt t="54143" x="4729163" y="1652588"/>
          <p14:tracePt t="54165" x="4729163" y="1666875"/>
          <p14:tracePt t="54220" x="4741863" y="1681163"/>
          <p14:tracePt t="54232" x="4741863" y="1693863"/>
          <p14:tracePt t="54244" x="4741863" y="1708150"/>
          <p14:tracePt t="54266" x="4741863" y="1741488"/>
          <p14:tracePt t="54277" x="4741863" y="1768475"/>
          <p14:tracePt t="54289" x="4741863" y="1795463"/>
          <p14:tracePt t="54300" x="4756150" y="1824038"/>
          <p14:tracePt t="54311" x="4776788" y="1857375"/>
          <p14:tracePt t="54322" x="4789488" y="1884363"/>
          <p14:tracePt t="54345" x="4803775" y="1898650"/>
          <p14:tracePt t="54378" x="4816475" y="1911350"/>
          <p14:tracePt t="54390" x="4830763" y="1911350"/>
          <p14:tracePt t="54423" x="4843463" y="1911350"/>
          <p14:tracePt t="54435" x="4830763" y="1911350"/>
          <p14:tracePt t="54457" x="4803775" y="1911350"/>
          <p14:tracePt t="54469" x="4789488" y="1911350"/>
          <p14:tracePt t="54862" x="4803775" y="1911350"/>
          <p14:tracePt t="54963" x="4816475" y="1911350"/>
          <p14:tracePt t="54997" x="4830763" y="1911350"/>
          <p14:tracePt t="55244" x="4830763" y="1898650"/>
          <p14:tracePt t="55380" x="4843463" y="1898650"/>
          <p14:tracePt t="55413" x="4857750" y="1898650"/>
          <p14:tracePt t="55436" x="4872038" y="1898650"/>
          <p14:tracePt t="55458" x="4884738" y="1898650"/>
          <p14:tracePt t="55470" x="4905375" y="1884363"/>
          <p14:tracePt t="55484" x="4919663" y="1884363"/>
          <p14:tracePt t="55492" x="4919663" y="1871663"/>
          <p14:tracePt t="55504" x="4932363" y="1857375"/>
          <p14:tracePt t="55516" x="4932363" y="1836738"/>
          <p14:tracePt t="55526" x="4946650" y="1824038"/>
          <p14:tracePt t="55537" x="4946650" y="1809750"/>
          <p14:tracePt t="55550" x="4946650" y="1795463"/>
          <p14:tracePt t="55560" x="4946650" y="1782763"/>
          <p14:tracePt t="55572" x="4932363" y="1768475"/>
          <p14:tracePt t="55585" x="4932363" y="1741488"/>
          <p14:tracePt t="55595" x="4932363" y="1728788"/>
          <p14:tracePt t="55606" x="4919663" y="1728788"/>
          <p14:tracePt t="55618" x="4919663" y="1708150"/>
          <p14:tracePt t="55650" x="4905375" y="1708150"/>
          <p14:tracePt t="55661" x="4872038" y="1728788"/>
          <p14:tracePt t="55673" x="4843463" y="1755775"/>
          <p14:tracePt t="55684" x="4803775" y="1824038"/>
          <p14:tracePt t="55695" x="4756150" y="1898650"/>
          <p14:tracePt t="55707" x="4700588" y="2000250"/>
          <p14:tracePt t="55718" x="4673600" y="2101850"/>
          <p14:tracePt t="55729" x="4660900" y="2184400"/>
          <p14:tracePt t="55741" x="4673600" y="2244725"/>
          <p14:tracePt t="55752" x="4687888" y="2300288"/>
          <p14:tracePt t="55762" x="4729163" y="2339975"/>
          <p14:tracePt t="55775" x="4756150" y="2374900"/>
          <p14:tracePt t="55786" x="4816475" y="2401888"/>
          <p14:tracePt t="55796" x="4884738" y="2414588"/>
          <p14:tracePt t="55808" x="4959350" y="2428875"/>
          <p14:tracePt t="55819" x="5021263" y="2428875"/>
          <p14:tracePt t="55830" x="5102225" y="2414588"/>
          <p14:tracePt t="55842" x="5164138" y="2401888"/>
          <p14:tracePt t="55853" x="5205413" y="2387600"/>
          <p14:tracePt t="55864" x="5259388" y="2360613"/>
          <p14:tracePt t="55875" x="5292725" y="2327275"/>
          <p14:tracePt t="55886" x="5307013" y="2286000"/>
          <p14:tracePt t="55897" x="5307013" y="2259013"/>
          <p14:tracePt t="55909" x="5292725" y="2232025"/>
          <p14:tracePt t="55920" x="5280025" y="2211388"/>
          <p14:tracePt t="55932" x="5245100" y="2197100"/>
          <p14:tracePt t="55942" x="5205413" y="2184400"/>
          <p14:tracePt t="55954" x="5149850" y="2170113"/>
          <p14:tracePt t="55966" x="5089525" y="2170113"/>
          <p14:tracePt t="55976" x="5033963" y="2184400"/>
          <p14:tracePt t="55988" x="4973638" y="2211388"/>
          <p14:tracePt t="56000" x="4932363" y="2259013"/>
          <p14:tracePt t="56010" x="4919663" y="2312988"/>
          <p14:tracePt t="56021" x="4919663" y="2339975"/>
          <p14:tracePt t="56033" x="4932363" y="2374900"/>
          <p14:tracePt t="56044" x="4973638" y="2414588"/>
          <p14:tracePt t="56055" x="5021263" y="2428875"/>
          <p14:tracePt t="56067" x="5089525" y="2455863"/>
          <p14:tracePt t="56077" x="5164138" y="2455863"/>
          <p14:tracePt t="56089" x="5245100" y="2455863"/>
          <p14:tracePt t="56122" x="5307013" y="2455863"/>
          <p14:tracePt t="56125" x="5360988" y="2443163"/>
          <p14:tracePt t="56134" x="5408613" y="2414588"/>
          <p14:tracePt t="56137" x="5422900" y="2401888"/>
          <p14:tracePt t="56147" x="5435600" y="2374900"/>
          <p14:tracePt t="56158" x="5435600" y="2339975"/>
          <p14:tracePt t="56168" x="5422900" y="2327275"/>
          <p14:tracePt t="56178" x="5408613" y="2327275"/>
          <p14:tracePt t="56190" x="5375275" y="2312988"/>
          <p14:tracePt t="56201" x="5348288" y="2300288"/>
          <p14:tracePt t="56212" x="5319713" y="2300288"/>
          <p14:tracePt t="56224" x="5280025" y="2300288"/>
          <p14:tracePt t="56235" x="5245100" y="2300288"/>
          <p14:tracePt t="56246" x="5205413" y="2327275"/>
          <p14:tracePt t="56257" x="5191125" y="2339975"/>
          <p14:tracePt t="56269" x="5176838" y="2374900"/>
          <p14:tracePt t="56280" x="5176838" y="2387600"/>
          <p14:tracePt t="56291" x="5176838" y="2401888"/>
          <p14:tracePt t="56302" x="5176838" y="2414588"/>
          <p14:tracePt t="56324" x="5191125" y="2428875"/>
          <p14:tracePt t="56336" x="5218113" y="2428875"/>
          <p14:tracePt t="56349" x="5245100" y="2414588"/>
          <p14:tracePt t="56359" x="5292725" y="2414588"/>
          <p14:tracePt t="56370" x="5334000" y="2401888"/>
          <p14:tracePt t="56382" x="5360988" y="2374900"/>
          <p14:tracePt t="56392" x="5387975" y="2339975"/>
          <p14:tracePt t="56404" x="5408613" y="2300288"/>
          <p14:tracePt t="56416" x="5408613" y="2286000"/>
          <p14:tracePt t="56426" x="5387975" y="2271713"/>
          <p14:tracePt t="56438" x="5387975" y="2259013"/>
          <p14:tracePt t="56450" x="5360988" y="2244725"/>
          <p14:tracePt t="56460" x="5334000" y="2244725"/>
          <p14:tracePt t="56471" x="5292725" y="2244725"/>
          <p14:tracePt t="56483" x="5218113" y="2259013"/>
          <p14:tracePt t="56494" x="5164138" y="2286000"/>
          <p14:tracePt t="56505" x="5102225" y="2327275"/>
          <p14:tracePt t="56517" x="5048250" y="2387600"/>
          <p14:tracePt t="56527" x="5021263" y="2428875"/>
          <p14:tracePt t="56538" x="5000625" y="2455863"/>
          <p14:tracePt t="56550" x="5000625" y="2490788"/>
          <p14:tracePt t="56561" x="5021263" y="2517775"/>
          <p14:tracePt t="56572" x="5062538" y="2544763"/>
          <p14:tracePt t="56584" x="5089525" y="2544763"/>
          <p14:tracePt t="56595" x="5164138" y="2544763"/>
          <p14:tracePt t="56606" x="5232400" y="2544763"/>
          <p14:tracePt t="56618" x="5292725" y="2544763"/>
          <p14:tracePt t="56629" x="5348288" y="2517775"/>
          <p14:tracePt t="56641" x="5387975" y="2490788"/>
          <p14:tracePt t="56652" x="5422900" y="2455863"/>
          <p14:tracePt t="56662" x="5422900" y="2414588"/>
          <p14:tracePt t="56674" x="5422900" y="2360613"/>
          <p14:tracePt t="56685" x="5387975" y="2300288"/>
          <p14:tracePt t="56696" x="5348288" y="2271713"/>
          <p14:tracePt t="56707" x="5292725" y="2232025"/>
          <p14:tracePt t="56719" x="5218113" y="2197100"/>
          <p14:tracePt t="56730" x="5129213" y="2197100"/>
          <p14:tracePt t="56741" x="5075238" y="2197100"/>
          <p14:tracePt t="56753" x="5000625" y="2211388"/>
          <p14:tracePt t="56763" x="4946650" y="2244725"/>
          <p14:tracePt t="56775" x="4932363" y="2271713"/>
          <p14:tracePt t="56786" x="4905375" y="2312988"/>
          <p14:tracePt t="56799" x="4905375" y="2360613"/>
          <p14:tracePt t="56809" x="4919663" y="2387600"/>
          <p14:tracePt t="56820" x="4946650" y="2401888"/>
          <p14:tracePt t="56832" x="4973638" y="2414588"/>
          <p14:tracePt t="56843" x="5033963" y="2428875"/>
          <p14:tracePt t="56854" x="5075238" y="2428875"/>
          <p14:tracePt t="56866" x="5129213" y="2428875"/>
          <p14:tracePt t="56876" x="5191125" y="2414588"/>
          <p14:tracePt t="56888" x="5218113" y="2387600"/>
          <p14:tracePt t="56900" x="5232400" y="2374900"/>
          <p14:tracePt t="56910" x="5245100" y="2327275"/>
          <p14:tracePt t="56921" x="5245100" y="2286000"/>
          <p14:tracePt t="56933" x="5232400" y="2244725"/>
          <p14:tracePt t="56943" x="5218113" y="2211388"/>
          <p14:tracePt t="56955" x="5191125" y="2184400"/>
          <p14:tracePt t="56967" x="5164138" y="2170113"/>
          <p14:tracePt t="56977" x="5129213" y="2170113"/>
          <p14:tracePt t="56988" x="5075238" y="2170113"/>
          <p14:tracePt t="57000" x="5033963" y="2184400"/>
          <p14:tracePt t="57011" x="4986338" y="2197100"/>
          <p14:tracePt t="57022" x="4959350" y="2232025"/>
          <p14:tracePt t="57034" x="4946650" y="2271713"/>
          <p14:tracePt t="57045" x="4932363" y="2312988"/>
          <p14:tracePt t="57056" x="4932363" y="2339975"/>
          <p14:tracePt t="57067" x="4932363" y="2374900"/>
          <p14:tracePt t="57079" x="4959350" y="2387600"/>
          <p14:tracePt t="57090" x="4986338" y="2401888"/>
          <p14:tracePt t="57101" x="5021263" y="2414588"/>
          <p14:tracePt t="57112" x="5048250" y="2414588"/>
          <p14:tracePt t="57124" x="5102225" y="2414588"/>
          <p14:tracePt t="57136" x="5129213" y="2414588"/>
          <p14:tracePt t="57146" x="5176838" y="2401888"/>
          <p14:tracePt t="57169" x="5218113" y="2374900"/>
          <p14:tracePt t="57173" x="5245100" y="2339975"/>
          <p14:tracePt t="57185" x="5259388" y="2300288"/>
          <p14:tracePt t="57193" x="5259388" y="2259013"/>
          <p14:tracePt t="57203" x="5259388" y="2184400"/>
          <p14:tracePt t="57214" x="5245100" y="2081213"/>
          <p14:tracePt t="57225" x="5218113" y="2014538"/>
          <p14:tracePt t="57236" x="5164138" y="1857375"/>
          <p14:tracePt t="57247" x="5062538" y="1681163"/>
          <p14:tracePt t="57259" x="4973638" y="1550988"/>
          <p14:tracePt t="57270" x="4857750" y="1408113"/>
          <p14:tracePt t="57282" x="4789488" y="1319213"/>
          <p14:tracePt t="57292" x="4729163" y="1265238"/>
          <p14:tracePt t="57304" x="4700588" y="1252538"/>
          <p14:tracePt t="57316" x="4687888" y="1238250"/>
          <p14:tracePt t="57439" x="4673600" y="1252538"/>
          <p14:tracePt t="57461" x="4673600" y="1265238"/>
          <p14:tracePt t="57472" x="4673600" y="1279525"/>
          <p14:tracePt t="57483" x="4660900" y="1319213"/>
          <p14:tracePt t="57495" x="4660900" y="1381125"/>
          <p14:tracePt t="57506" x="4660900" y="1435100"/>
          <p14:tracePt t="57517" x="4673600" y="1524000"/>
          <p14:tracePt t="57528" x="4700588" y="1598613"/>
          <p14:tracePt t="57541" x="4741863" y="1639888"/>
          <p14:tracePt t="57551" x="4776788" y="1666875"/>
          <p14:tracePt t="57563" x="4816475" y="1681163"/>
          <p14:tracePt t="57575" x="4843463" y="1681163"/>
          <p14:tracePt t="57585" x="4857750" y="1681163"/>
          <p14:tracePt t="57596" x="4884738" y="1681163"/>
          <p14:tracePt t="57609" x="4884738" y="1652588"/>
          <p14:tracePt t="57619" x="4905375" y="1639888"/>
          <p14:tracePt t="57630" x="4905375" y="1612900"/>
          <p14:tracePt t="57642" x="4905375" y="1577975"/>
          <p14:tracePt t="57652" x="4884738" y="1550988"/>
          <p14:tracePt t="57664" x="4857750" y="1524000"/>
          <p14:tracePt t="57675" x="4843463" y="1497013"/>
          <p14:tracePt t="57686" x="4816475" y="1470025"/>
          <p14:tracePt t="57698" x="4789488" y="1470025"/>
          <p14:tracePt t="57709" x="4756150" y="1470025"/>
          <p14:tracePt t="57720" x="4741863" y="1470025"/>
          <p14:tracePt t="57731" x="4714875" y="1497013"/>
          <p14:tracePt t="57742" x="4687888" y="1538288"/>
          <p14:tracePt t="57753" x="4660900" y="1598613"/>
          <p14:tracePt t="57765" x="4660900" y="1639888"/>
          <p14:tracePt t="57776" x="4660900" y="1681163"/>
          <p14:tracePt t="57787" x="4660900" y="1693863"/>
          <p14:tracePt t="57798" x="4660900" y="1708150"/>
          <p14:tracePt t="57810" x="4673600" y="1708150"/>
          <p14:tracePt t="57832" x="4700588" y="1708150"/>
          <p14:tracePt t="57854" x="4714875" y="1708150"/>
          <p14:tracePt t="57866" x="4729163" y="1693863"/>
          <p14:tracePt t="57878" x="4741863" y="1666875"/>
          <p14:tracePt t="57889" x="4756150" y="1639888"/>
          <p14:tracePt t="57901" x="4756150" y="1598613"/>
          <p14:tracePt t="57912" x="4756150" y="1550988"/>
          <p14:tracePt t="57922" x="4741863" y="1497013"/>
          <p14:tracePt t="57934" x="4729163" y="1470025"/>
          <p14:tracePt t="57946" x="4729163" y="1449388"/>
          <p14:tracePt t="57957" x="4714875" y="1449388"/>
          <p14:tracePt t="57968" x="4700588" y="1449388"/>
          <p14:tracePt t="57990" x="4687888" y="1482725"/>
          <p14:tracePt t="58001" x="4673600" y="1550988"/>
          <p14:tracePt t="58012" x="4673600" y="1652588"/>
          <p14:tracePt t="58024" x="4673600" y="1768475"/>
          <p14:tracePt t="58035" x="4729163" y="1898650"/>
          <p14:tracePt t="58046" x="4803775" y="2014538"/>
          <p14:tracePt t="58059" x="4843463" y="2068513"/>
          <p14:tracePt t="58070" x="4905375" y="2116138"/>
          <p14:tracePt t="58081" x="4973638" y="2157413"/>
          <p14:tracePt t="58092" x="5048250" y="2170113"/>
          <p14:tracePt t="58102" x="5089525" y="2170113"/>
          <p14:tracePt t="58114" x="5149850" y="2170113"/>
          <p14:tracePt t="58125" x="5191125" y="2157413"/>
          <p14:tracePt t="58136" x="5218113" y="2128838"/>
          <p14:tracePt t="58148" x="5232400" y="2116138"/>
          <p14:tracePt t="58159" x="5232400" y="2068513"/>
          <p14:tracePt t="58170" x="5218113" y="2041525"/>
          <p14:tracePt t="58181" x="5205413" y="2027238"/>
          <p14:tracePt t="58193" x="5176838" y="2014538"/>
          <p14:tracePt t="58215" x="5164138" y="2014538"/>
          <p14:tracePt t="58218" x="5116513" y="2027238"/>
          <p14:tracePt t="58227" x="5089525" y="2054225"/>
          <p14:tracePt t="58239" x="5048250" y="2101850"/>
          <p14:tracePt t="58251" x="5021263" y="2157413"/>
          <p14:tracePt t="58261" x="4986338" y="2197100"/>
          <p14:tracePt t="58271" x="4986338" y="2232025"/>
          <p14:tracePt t="58283" x="4986338" y="2259013"/>
          <p14:tracePt t="58294" x="5000625" y="2271713"/>
          <p14:tracePt t="58305" x="5021263" y="2271713"/>
          <p14:tracePt t="58316" x="5033963" y="2286000"/>
          <p14:tracePt t="58328" x="5062538" y="2286000"/>
          <p14:tracePt t="58338" x="5075238" y="2286000"/>
          <p14:tracePt t="58350" x="5102225" y="2271713"/>
          <p14:tracePt t="58362" x="5129213" y="2259013"/>
          <p14:tracePt t="58372" x="5149850" y="2244725"/>
          <p14:tracePt t="58384" x="5149850" y="2232025"/>
          <p14:tracePt t="58395" x="5149850" y="2211388"/>
          <p14:tracePt t="58406" x="5149850" y="2184400"/>
          <p14:tracePt t="58418" x="5149850" y="2157413"/>
          <p14:tracePt t="58429" x="5149850" y="2143125"/>
          <p14:tracePt t="58441" x="5129213" y="2116138"/>
          <p14:tracePt t="58452" x="5116513" y="2081213"/>
          <p14:tracePt t="58463" x="5102225" y="2054225"/>
          <p14:tracePt t="58475" x="5075238" y="2014538"/>
          <p14:tracePt t="58485" x="5048250" y="1952625"/>
          <p14:tracePt t="58496" x="4986338" y="1898650"/>
          <p14:tracePt t="58509" x="4946650" y="1836738"/>
          <p14:tracePt t="58519" x="4872038" y="1782763"/>
          <p14:tracePt t="58530" x="4816475" y="1755775"/>
          <p14:tracePt t="58542" x="4789488" y="1741488"/>
          <p14:tracePt t="58553" x="4756150" y="1741488"/>
          <p14:tracePt t="58563" x="4741863" y="1755775"/>
          <p14:tracePt t="58575" x="4714875" y="1782763"/>
          <p14:tracePt t="58586" x="4700588" y="1809750"/>
          <p14:tracePt t="58597" x="4687888" y="1884363"/>
          <p14:tracePt t="58609" x="4673600" y="1938338"/>
          <p14:tracePt t="58620" x="4687888" y="1985963"/>
          <p14:tracePt t="58631" x="4687888" y="2027238"/>
          <p14:tracePt t="58643" x="4700588" y="2041525"/>
          <p14:tracePt t="58654" x="4714875" y="2054225"/>
          <p14:tracePt t="58665" x="4741863" y="2068513"/>
          <p14:tracePt t="58676" x="4756150" y="2068513"/>
          <p14:tracePt t="58687" x="4789488" y="2068513"/>
          <p14:tracePt t="58699" x="4816475" y="2068513"/>
          <p14:tracePt t="58710" x="4830763" y="2054225"/>
          <p14:tracePt t="58732" x="4843463" y="2041525"/>
          <p14:tracePt t="58766" x="4830763" y="2041525"/>
          <p14:tracePt t="58777" x="4830763" y="2054225"/>
          <p14:tracePt t="58789" x="4816475" y="2081213"/>
          <p14:tracePt t="58800" x="4816475" y="2128838"/>
          <p14:tracePt t="58812" x="4816475" y="2170113"/>
          <p14:tracePt t="58822" x="4830763" y="2197100"/>
          <p14:tracePt t="58835" x="4857750" y="2244725"/>
          <p14:tracePt t="58845" x="4884738" y="2271713"/>
          <p14:tracePt t="58857" x="4932363" y="2286000"/>
          <p14:tracePt t="58868" x="4959350" y="2300288"/>
          <p14:tracePt t="58879" x="5000625" y="2300288"/>
          <p14:tracePt t="58891" x="5048250" y="2300288"/>
          <p14:tracePt t="58901" x="5075238" y="2300288"/>
          <p14:tracePt t="58912" x="5102225" y="2300288"/>
          <p14:tracePt t="58925" x="5129213" y="2286000"/>
          <p14:tracePt t="58935" x="5149850" y="2286000"/>
          <p14:tracePt t="58947" x="5149850" y="2271713"/>
          <p14:tracePt t="58959" x="5149850" y="2259013"/>
          <p14:tracePt t="58980" x="5149850" y="2244725"/>
          <p14:tracePt t="58992" x="5129213" y="2232025"/>
          <p14:tracePt t="59013" x="5116513" y="2232025"/>
          <p14:tracePt t="59069" x="5102225" y="2232025"/>
          <p14:tracePt t="59307" x="5116513" y="2232025"/>
          <p14:tracePt t="59340" x="5129213" y="2232025"/>
          <p14:tracePt t="59576" x="5116513" y="2232025"/>
          <p14:tracePt t="59891" x="5116513" y="2211388"/>
          <p14:tracePt t="59903" x="5129213" y="2197100"/>
          <p14:tracePt t="59915" x="5129213" y="2184400"/>
          <p14:tracePt t="59925" x="5149850" y="2143125"/>
          <p14:tracePt t="59936" x="5149850" y="2081213"/>
          <p14:tracePt t="59948" x="5149850" y="2014538"/>
          <p14:tracePt t="59959" x="5129213" y="1911350"/>
          <p14:tracePt t="59970" x="5102225" y="1782763"/>
          <p14:tracePt t="59983" x="5048250" y="1639888"/>
          <p14:tracePt t="59992" x="4986338" y="1550988"/>
          <p14:tracePt t="60004" x="4905375" y="1449388"/>
          <p14:tracePt t="60018" x="4857750" y="1408113"/>
          <p14:tracePt t="60028" x="4830763" y="1381125"/>
          <p14:tracePt t="60038" x="4803775" y="1381125"/>
          <p14:tracePt t="60051" x="4776788" y="1366838"/>
          <p14:tracePt t="60061" x="4741863" y="1366838"/>
          <p14:tracePt t="60072" x="4729163" y="1381125"/>
          <p14:tracePt t="60084" x="4700588" y="1395413"/>
          <p14:tracePt t="60094" x="4673600" y="1449388"/>
          <p14:tracePt t="60105" x="4660900" y="1509713"/>
          <p14:tracePt t="60117" x="4646613" y="1598613"/>
          <p14:tracePt t="60128" x="4660900" y="1681163"/>
          <p14:tracePt t="60139" x="4673600" y="1755775"/>
          <p14:tracePt t="60151" x="4700588" y="1809750"/>
          <p14:tracePt t="60161" x="4741863" y="1871663"/>
          <p14:tracePt t="60172" x="4789488" y="1898650"/>
          <p14:tracePt t="60184" x="4843463" y="1925638"/>
          <p14:tracePt t="60195" x="4872038" y="1925638"/>
          <p14:tracePt t="60206" x="4905375" y="1925638"/>
          <p14:tracePt t="60218" x="4932363" y="1925638"/>
          <p14:tracePt t="60228" x="4946650" y="1925638"/>
          <p14:tracePt t="60240" x="4959350" y="1911350"/>
          <p14:tracePt t="60262" x="4959350" y="1898650"/>
          <p14:tracePt t="60284" x="4959350" y="1884363"/>
          <p14:tracePt t="60318" x="4946650" y="1884363"/>
          <p14:tracePt t="60329" x="4946650" y="1898650"/>
          <p14:tracePt t="60363" x="4946650" y="1911350"/>
          <p14:tracePt t="60375" x="4932363" y="1938338"/>
          <p14:tracePt t="60386" x="4919663" y="1952625"/>
          <p14:tracePt t="60397" x="4919663" y="2000250"/>
          <p14:tracePt t="60409" x="4919663" y="2041525"/>
          <p14:tracePt t="60420" x="4919663" y="2068513"/>
          <p14:tracePt t="60433" x="4919663" y="2101850"/>
          <p14:tracePt t="60443" x="4946650" y="2128838"/>
          <p14:tracePt t="60455" x="4973638" y="2157413"/>
          <p14:tracePt t="60468" x="5000625" y="2184400"/>
          <p14:tracePt t="60478" x="5033963" y="2211388"/>
          <p14:tracePt t="60488" x="5075238" y="2232025"/>
          <p14:tracePt t="60502" x="5116513" y="2244725"/>
          <p14:tracePt t="60512" x="5129213" y="2244725"/>
          <p14:tracePt t="60524" x="5164138" y="2244725"/>
          <p14:tracePt t="60536" x="5191125" y="2244725"/>
          <p14:tracePt t="60546" x="5205413" y="2244725"/>
          <p14:tracePt t="60557" x="5218113" y="2244725"/>
          <p14:tracePt t="60568" x="5232400" y="2232025"/>
          <p14:tracePt t="60588" x="5232400" y="2197100"/>
          <p14:tracePt t="60600" x="5232400" y="2184400"/>
          <p14:tracePt t="60611" x="5232400" y="2157413"/>
          <p14:tracePt t="60625" x="5232400" y="2143125"/>
          <p14:tracePt t="60645" x="5218113" y="2128838"/>
          <p14:tracePt t="60668" x="5205413" y="2128838"/>
          <p14:tracePt t="60678" x="5191125" y="2128838"/>
          <p14:tracePt t="60701" x="5176838" y="2128838"/>
          <p14:tracePt t="60712" x="5164138" y="2143125"/>
          <p14:tracePt t="60725" x="5149850" y="2157413"/>
          <p14:tracePt t="60736" x="5116513" y="2184400"/>
          <p14:tracePt t="60747" x="5089525" y="2232025"/>
          <p14:tracePt t="60757" x="5075238" y="2259013"/>
          <p14:tracePt t="60769" x="5062538" y="2286000"/>
          <p14:tracePt t="60781" x="5062538" y="2300288"/>
          <p14:tracePt t="60792" x="5062538" y="2312988"/>
          <p14:tracePt t="60803" x="5062538" y="2327275"/>
          <p14:tracePt t="60814" x="5062538" y="2339975"/>
          <p14:tracePt t="60826" x="5075238" y="2339975"/>
          <p14:tracePt t="60836" x="5089525" y="2339975"/>
          <p14:tracePt t="60847" x="5102225" y="2339975"/>
          <p14:tracePt t="60860" x="5116513" y="2339975"/>
          <p14:tracePt t="60870" x="5129213" y="2339975"/>
          <p14:tracePt t="60882" x="5149850" y="2339975"/>
          <p14:tracePt t="60893" x="5164138" y="2339975"/>
          <p14:tracePt t="60904" x="5176838" y="2339975"/>
          <p14:tracePt t="60916" x="5191125" y="2327275"/>
          <p14:tracePt t="60937" x="5205413" y="2327275"/>
          <p14:tracePt t="60949" x="5205413" y="2312988"/>
          <p14:tracePt t="60971" x="5218113" y="2300288"/>
          <p14:tracePt t="60984" x="5218113" y="2286000"/>
          <p14:tracePt t="60994" x="5218113" y="2271713"/>
          <p14:tracePt t="61005" x="5218113" y="2259013"/>
          <p14:tracePt t="61017" x="5218113" y="2244725"/>
          <p14:tracePt t="61027" x="5218113" y="2232025"/>
          <p14:tracePt t="61050" x="5218113" y="2211388"/>
          <p14:tracePt t="61061" x="5205413" y="2211388"/>
          <p14:tracePt t="61105" x="5191125" y="2211388"/>
          <p14:tracePt t="61128" x="5176838" y="2211388"/>
          <p14:tracePt t="61140" x="5149850" y="2232025"/>
          <p14:tracePt t="61152" x="5116513" y="2259013"/>
          <p14:tracePt t="61163" x="5089525" y="2286000"/>
          <p14:tracePt t="61175" x="5062538" y="2327275"/>
          <p14:tracePt t="61186" x="5033963" y="2360613"/>
          <p14:tracePt t="61197" x="5021263" y="2374900"/>
          <p14:tracePt t="61207" x="5021263" y="2387600"/>
          <p14:tracePt t="61219" x="5021263" y="2401888"/>
          <p14:tracePt t="61241" x="5033963" y="2414588"/>
          <p14:tracePt t="61252" x="5048250" y="2428875"/>
          <p14:tracePt t="61263" x="5062538" y="2443163"/>
          <p14:tracePt t="61276" x="5075238" y="2443163"/>
          <p14:tracePt t="61286" x="5102225" y="2455863"/>
          <p14:tracePt t="61297" x="5116513" y="2455863"/>
          <p14:tracePt t="61309" x="5149850" y="2455863"/>
          <p14:tracePt t="61320" x="5176838" y="2455863"/>
          <p14:tracePt t="61332" x="5205413" y="2443163"/>
          <p14:tracePt t="61343" x="5245100" y="2443163"/>
          <p14:tracePt t="61365" x="5280025" y="2428875"/>
          <p14:tracePt t="61366" x="5307013" y="2414588"/>
          <p14:tracePt t="61376" x="5334000" y="2414588"/>
          <p14:tracePt t="61388" x="5348288" y="2387600"/>
          <p14:tracePt t="61400" x="5360988" y="2387600"/>
          <p14:tracePt t="61410" x="5360988" y="2360613"/>
          <p14:tracePt t="61421" x="5360988" y="2339975"/>
          <p14:tracePt t="61434" x="5360988" y="2312988"/>
          <p14:tracePt t="61444" x="5348288" y="2286000"/>
          <p14:tracePt t="61455" x="5334000" y="2259013"/>
          <p14:tracePt t="61467" x="5319713" y="2232025"/>
          <p14:tracePt t="61478" x="5307013" y="2211388"/>
          <p14:tracePt t="61489" x="5292725" y="2197100"/>
          <p14:tracePt t="61500" x="5280025" y="2197100"/>
          <p14:tracePt t="61511" x="5259388" y="2197100"/>
          <p14:tracePt t="61522" x="5245100" y="2197100"/>
          <p14:tracePt t="61534" x="5232400" y="2197100"/>
          <p14:tracePt t="61545" x="5218113" y="2211388"/>
          <p14:tracePt t="61567" x="5191125" y="2232025"/>
          <p14:tracePt t="61579" x="5176838" y="2259013"/>
          <p14:tracePt t="61591" x="5164138" y="2286000"/>
          <p14:tracePt t="61602" x="5129213" y="2312988"/>
          <p14:tracePt t="61613" x="5129213" y="2327275"/>
          <p14:tracePt t="61625" x="5116513" y="2360613"/>
          <p14:tracePt t="61646" x="5116513" y="2374900"/>
          <p14:tracePt t="61657" x="5129213" y="2374900"/>
          <p14:tracePt t="61680" x="5149850" y="2374900"/>
          <p14:tracePt t="61691" x="5164138" y="2374900"/>
          <p14:tracePt t="61702" x="5176838" y="2374900"/>
          <p14:tracePt t="61714" x="5191125" y="2387600"/>
          <p14:tracePt t="61726" x="5205413" y="2387600"/>
          <p14:tracePt t="61737" x="5218113" y="2387600"/>
          <p14:tracePt t="61747" x="5232400" y="2387600"/>
          <p14:tracePt t="61759" x="5245100" y="2387600"/>
          <p14:tracePt t="61771" x="5259388" y="2387600"/>
          <p14:tracePt t="61784" x="5280025" y="2401888"/>
          <p14:tracePt t="61804" x="5292725" y="2414588"/>
          <p14:tracePt t="61816" x="5280025" y="2414588"/>
          <p14:tracePt t="61826" x="5245100" y="2414588"/>
          <p14:tracePt t="62107" x="5259388" y="2414588"/>
          <p14:tracePt t="62197" x="5280025" y="2414588"/>
          <p14:tracePt t="62209" x="5280025" y="2428875"/>
          <p14:tracePt t="62221" x="5292725" y="2428875"/>
          <p14:tracePt t="62232" x="5307013" y="2428875"/>
          <p14:tracePt t="62433" x="5307013" y="2414588"/>
          <p14:tracePt t="63142" x="5319713" y="2428875"/>
          <p14:tracePt t="63154" x="5334000" y="2455863"/>
          <p14:tracePt t="63165" x="5348288" y="2503488"/>
          <p14:tracePt t="63176" x="5375275" y="2530475"/>
          <p14:tracePt t="63187" x="5408613" y="2557463"/>
          <p14:tracePt t="63199" x="5422900" y="2571750"/>
          <p14:tracePt t="63211" x="5449888" y="2586038"/>
          <p14:tracePt t="63222" x="5462588" y="2598738"/>
          <p14:tracePt t="63233" x="5462588" y="2619375"/>
          <p14:tracePt t="63245" x="5476875" y="2619375"/>
          <p14:tracePt t="63468" x="5476875" y="2598738"/>
          <p14:tracePt t="63480" x="5491163" y="2598738"/>
          <p14:tracePt t="63491" x="5491163" y="2586038"/>
          <p14:tracePt t="63513" x="5491163" y="2571750"/>
          <p14:tracePt t="63526" x="5503863" y="2544763"/>
          <p14:tracePt t="63538" x="5503863" y="2530475"/>
          <p14:tracePt t="63548" x="5503863" y="2490788"/>
          <p14:tracePt t="63561" x="5503863" y="2443163"/>
          <p14:tracePt t="63571" x="5503863" y="2387600"/>
          <p14:tracePt t="63582" x="5491163" y="2339975"/>
          <p14:tracePt t="63595" x="5476875" y="2286000"/>
          <p14:tracePt t="63605" x="5462588" y="2232025"/>
          <p14:tracePt t="63616" x="5435600" y="2184400"/>
          <p14:tracePt t="63627" x="5422900" y="2170113"/>
          <p14:tracePt t="63638" x="5408613" y="2143125"/>
          <p14:tracePt t="63649" x="5408613" y="2128838"/>
          <p14:tracePt t="63661" x="5387975" y="2128838"/>
          <p14:tracePt t="63671" x="5375275" y="2116138"/>
          <p14:tracePt t="63683" x="5360988" y="2116138"/>
          <p14:tracePt t="63694" x="5348288" y="2116138"/>
          <p14:tracePt t="63705" x="5334000" y="2116138"/>
          <p14:tracePt t="63716" x="5307013" y="2128838"/>
          <p14:tracePt t="63728" x="5280025" y="2143125"/>
          <p14:tracePt t="63739" x="5259388" y="2143125"/>
          <p14:tracePt t="63750" x="5245100" y="2157413"/>
          <p14:tracePt t="63762" x="5232400" y="2184400"/>
          <p14:tracePt t="63772" x="5205413" y="2211388"/>
          <p14:tracePt t="63784" x="5205413" y="2244725"/>
          <p14:tracePt t="63795" x="5191125" y="2286000"/>
          <p14:tracePt t="63806" x="5191125" y="2312988"/>
          <p14:tracePt t="63817" x="5205413" y="2360613"/>
          <p14:tracePt t="63829" x="5205413" y="2387600"/>
          <p14:tracePt t="63840" x="5218113" y="2414588"/>
          <p14:tracePt t="63852" x="5232400" y="2443163"/>
          <p14:tracePt t="63863" x="5245100" y="2455863"/>
          <p14:tracePt t="63874" x="5259388" y="2455863"/>
          <p14:tracePt t="63885" x="5280025" y="2470150"/>
          <p14:tracePt t="63896" x="5292725" y="2470150"/>
          <p14:tracePt t="63907" x="5307013" y="2470150"/>
          <p14:tracePt t="63930" x="5319713" y="2470150"/>
          <p14:tracePt t="63963" x="5334000" y="2455863"/>
          <p14:tracePt t="63976" x="5348288" y="2455863"/>
          <p14:tracePt t="63997" x="5360988" y="2455863"/>
          <p14:tracePt t="64010" x="5360988" y="2443163"/>
          <p14:tracePt t="64053" x="5360988" y="2428875"/>
          <p14:tracePt t="64098" x="5360988" y="2414588"/>
          <p14:tracePt t="64121" x="5360988" y="2401888"/>
          <p14:tracePt t="64132" x="5360988" y="2387600"/>
          <p14:tracePt t="64144" x="5360988" y="2374900"/>
          <p14:tracePt t="64155" x="5360988" y="2360613"/>
          <p14:tracePt t="64166" x="5348288" y="2339975"/>
          <p14:tracePt t="64178" x="5348288" y="2327275"/>
          <p14:tracePt t="64188" x="5334000" y="2327275"/>
          <p14:tracePt t="64200" x="5319713" y="2312988"/>
          <p14:tracePt t="64211" x="5307013" y="2312988"/>
          <p14:tracePt t="64222" x="5292725" y="2312988"/>
          <p14:tracePt t="64245" x="5280025" y="2312988"/>
          <p14:tracePt t="64256" x="5259388" y="2327275"/>
          <p14:tracePt t="64268" x="5232400" y="2339975"/>
          <p14:tracePt t="64279" x="5191125" y="2387600"/>
          <p14:tracePt t="64290" x="5149850" y="2428875"/>
          <p14:tracePt t="64302" x="5129213" y="2443163"/>
          <p14:tracePt t="64313" x="5116513" y="2470150"/>
          <p14:tracePt t="64324" x="5102225" y="2490788"/>
          <p14:tracePt t="64335" x="5102225" y="2517775"/>
          <p14:tracePt t="64346" x="5102225" y="2530475"/>
          <p14:tracePt t="64357" x="5116513" y="2544763"/>
          <p14:tracePt t="64370" x="5129213" y="2571750"/>
          <p14:tracePt t="64381" x="5164138" y="2586038"/>
          <p14:tracePt t="64391" x="5191125" y="2598738"/>
          <p14:tracePt t="64402" x="5232400" y="2633663"/>
          <p14:tracePt t="64414" x="5292725" y="2646363"/>
          <p14:tracePt t="64426" x="5334000" y="2646363"/>
          <p14:tracePt t="64436" x="5375275" y="2646363"/>
          <p14:tracePt t="64448" x="5435600" y="2646363"/>
          <p14:tracePt t="64460" x="5462588" y="2633663"/>
          <p14:tracePt t="64470" x="5491163" y="2619375"/>
          <p14:tracePt t="64481" x="5503863" y="2586038"/>
          <p14:tracePt t="64514" x="5518150" y="2557463"/>
          <p14:tracePt t="64519" x="5518150" y="2530475"/>
          <p14:tracePt t="64530" x="5518150" y="2428875"/>
          <p14:tracePt t="64539" x="5503863" y="2387600"/>
          <p14:tracePt t="64550" x="5476875" y="2339975"/>
          <p14:tracePt t="64562" x="5435600" y="2300288"/>
          <p14:tracePt t="64572" x="5408613" y="2271713"/>
          <p14:tracePt t="64583" x="5375275" y="2271713"/>
          <p14:tracePt t="64594" x="5348288" y="2259013"/>
          <p14:tracePt t="64605" x="5319713" y="2244725"/>
          <p14:tracePt t="64616" x="5292725" y="2244725"/>
          <p14:tracePt t="64638" x="5259388" y="2259013"/>
          <p14:tracePt t="64650" x="5245100" y="2271713"/>
          <p14:tracePt t="64662" x="5232400" y="2286000"/>
          <p14:tracePt t="64673" x="5218113" y="2312988"/>
          <p14:tracePt t="64684" x="5205413" y="2339975"/>
          <p14:tracePt t="64695" x="5191125" y="2387600"/>
          <p14:tracePt t="64706" x="5176838" y="2414588"/>
          <p14:tracePt t="64718" x="5176838" y="2455863"/>
          <p14:tracePt t="64729" x="5191125" y="2490788"/>
          <p14:tracePt t="64740" x="5191125" y="2503488"/>
          <p14:tracePt t="64751" x="5205413" y="2517775"/>
          <p14:tracePt t="64762" x="5232400" y="2530475"/>
          <p14:tracePt t="64774" x="5259388" y="2544763"/>
          <p14:tracePt t="64785" x="5280025" y="2544763"/>
          <p14:tracePt t="64798" x="5319713" y="2557463"/>
          <p14:tracePt t="64811" x="5348288" y="2557463"/>
          <p14:tracePt t="64820" x="5375275" y="2544763"/>
          <p14:tracePt t="64831" x="5408613" y="2544763"/>
          <p14:tracePt t="64841" x="5435600" y="2530475"/>
          <p14:tracePt t="64853" x="5462588" y="2517775"/>
          <p14:tracePt t="64864" x="5476875" y="2517775"/>
          <p14:tracePt t="64876" x="5476875" y="2503488"/>
          <p14:tracePt t="64887" x="5491163" y="2470150"/>
          <p14:tracePt t="64898" x="5491163" y="2455863"/>
          <p14:tracePt t="64910" x="5491163" y="2428875"/>
          <p14:tracePt t="64920" x="5476875" y="2414588"/>
          <p14:tracePt t="64931" x="5476875" y="2401888"/>
          <p14:tracePt t="64944" x="5462588" y="2387600"/>
          <p14:tracePt t="64954" x="5449888" y="2374900"/>
          <p14:tracePt t="64965" x="5435600" y="2374900"/>
          <p14:tracePt t="64977" x="5422900" y="2360613"/>
          <p14:tracePt t="64988" x="5408613" y="2339975"/>
          <p14:tracePt t="64999" x="5387975" y="2339975"/>
          <p14:tracePt t="65011" x="5375275" y="2339975"/>
          <p14:tracePt t="65032" x="5360988" y="2339975"/>
          <p14:tracePt t="65044" x="5348288" y="2339975"/>
          <p14:tracePt t="65055" x="5334000" y="2360613"/>
          <p14:tracePt t="65066" x="5319713" y="2360613"/>
          <p14:tracePt t="65078" x="5307013" y="2374900"/>
          <p14:tracePt t="65089" x="5292725" y="2387600"/>
          <p14:tracePt t="65100" x="5280025" y="2387600"/>
          <p14:tracePt t="65111" x="5259388" y="2401888"/>
          <p14:tracePt t="65123" x="5259388" y="2414588"/>
          <p14:tracePt t="65134" x="5259388" y="2428875"/>
          <p14:tracePt t="65145" x="5259388" y="2443163"/>
          <p14:tracePt t="65156" x="5259388" y="2455863"/>
          <p14:tracePt t="65168" x="5259388" y="2470150"/>
          <p14:tracePt t="65179" x="5280025" y="2470150"/>
          <p14:tracePt t="65190" x="5307013" y="2490788"/>
          <p14:tracePt t="65202" x="5334000" y="2503488"/>
          <p14:tracePt t="65213" x="5375275" y="2503488"/>
          <p14:tracePt t="65224" x="5408613" y="2503488"/>
          <p14:tracePt t="65235" x="5449888" y="2503488"/>
          <p14:tracePt t="65247" x="5491163" y="2503488"/>
          <p14:tracePt t="65260" x="5518150" y="2503488"/>
          <p14:tracePt t="65270" x="5551488" y="2490788"/>
          <p14:tracePt t="65282" x="5565775" y="2470150"/>
          <p14:tracePt t="65293" x="5565775" y="2443163"/>
          <p14:tracePt t="65303" x="5565775" y="2428875"/>
          <p14:tracePt t="65314" x="5565775" y="2387600"/>
          <p14:tracePt t="65326" x="5551488" y="2339975"/>
          <p14:tracePt t="65337" x="5518150" y="2300288"/>
          <p14:tracePt t="65348" x="5503863" y="2271713"/>
          <p14:tracePt t="65360" x="5462588" y="2244725"/>
          <p14:tracePt t="65370" x="5435600" y="2232025"/>
          <p14:tracePt t="65381" x="5408613" y="2232025"/>
          <p14:tracePt t="65394" x="5360988" y="2211388"/>
          <p14:tracePt t="65404" x="5334000" y="2211388"/>
          <p14:tracePt t="65415" x="5307013" y="2211388"/>
          <p14:tracePt t="65427" x="5292725" y="2232025"/>
          <p14:tracePt t="65437" x="5280025" y="2244725"/>
          <p14:tracePt t="65449" x="5245100" y="2271713"/>
          <p14:tracePt t="65461" x="5218113" y="2300288"/>
          <p14:tracePt t="65471" x="5218113" y="2312988"/>
          <p14:tracePt t="65483" x="5205413" y="2339975"/>
          <p14:tracePt t="65494" x="5191125" y="2360613"/>
          <p14:tracePt t="65505" x="5191125" y="2374900"/>
          <p14:tracePt t="65516" x="5191125" y="2401888"/>
          <p14:tracePt t="65528" x="5205413" y="2401888"/>
          <p14:tracePt t="65538" x="5205413" y="2414588"/>
          <p14:tracePt t="65561" x="5218113" y="2414588"/>
          <p14:tracePt t="65564" x="5232400" y="2428875"/>
          <p14:tracePt t="65573" x="5259388" y="2428875"/>
          <p14:tracePt t="65585" x="5280025" y="2428875"/>
          <p14:tracePt t="65596" x="5307013" y="2428875"/>
          <p14:tracePt t="65606" x="5334000" y="2428875"/>
          <p14:tracePt t="65617" x="5360988" y="2414588"/>
          <p14:tracePt t="65629" x="5375275" y="2414588"/>
          <p14:tracePt t="65640" x="5408613" y="2401888"/>
          <p14:tracePt t="65652" x="5422900" y="2387600"/>
          <p14:tracePt t="65663" x="5422900" y="2374900"/>
          <p14:tracePt t="65674" x="5422900" y="2360613"/>
          <p14:tracePt t="65685" x="5422900" y="2339975"/>
          <p14:tracePt t="65696" x="5408613" y="2327275"/>
          <p14:tracePt t="65718" x="5408613" y="2312988"/>
          <p14:tracePt t="65731" x="5387975" y="2300288"/>
          <p14:tracePt t="65744" x="5387975" y="2286000"/>
          <p14:tracePt t="65753" x="5375275" y="2286000"/>
          <p14:tracePt t="65764" x="5375275" y="2271713"/>
          <p14:tracePt t="65776" x="5360988" y="2259013"/>
          <p14:tracePt t="65786" x="5348288" y="2259013"/>
          <p14:tracePt t="65797" x="5334000" y="2244725"/>
          <p14:tracePt t="65810" x="5319713" y="2244725"/>
          <p14:tracePt t="65820" x="5307013" y="2244725"/>
          <p14:tracePt t="65831" x="5292725" y="2244725"/>
          <p14:tracePt t="65854" x="5280025" y="2244725"/>
          <p14:tracePt t="65877" x="5259388" y="2244725"/>
          <p14:tracePt t="65888" x="5245100" y="2271713"/>
          <p14:tracePt t="65899" x="5232400" y="2300288"/>
          <p14:tracePt t="65911" x="5232400" y="2327275"/>
          <p14:tracePt t="65921" x="5232400" y="2360613"/>
          <p14:tracePt t="65933" x="5232400" y="2374900"/>
          <p14:tracePt t="65944" x="5232400" y="2387600"/>
          <p14:tracePt t="65966" x="5245100" y="2401888"/>
          <p14:tracePt t="65977" x="5259388" y="2401888"/>
          <p14:tracePt t="65989" x="5280025" y="2401888"/>
          <p14:tracePt t="66000" x="5292725" y="2414588"/>
          <p14:tracePt t="66011" x="5319713" y="2414588"/>
          <p14:tracePt t="66033" x="5334000" y="2401888"/>
          <p14:tracePt t="66056" x="5348288" y="2401888"/>
          <p14:tracePt t="67001" x="5375275" y="2428875"/>
          <p14:tracePt t="67015" x="5408613" y="2443163"/>
          <p14:tracePt t="67025" x="5449888" y="2455863"/>
          <p14:tracePt t="67035" x="5503863" y="2470150"/>
          <p14:tracePt t="67049" x="5551488" y="2490788"/>
          <p14:tracePt t="67059" x="5592763" y="2503488"/>
          <p14:tracePt t="67071" x="5634038" y="2517775"/>
          <p14:tracePt t="67083" x="5667375" y="2530475"/>
          <p14:tracePt t="67093" x="5694363" y="2544763"/>
          <p14:tracePt t="67104" x="5708650" y="2557463"/>
          <p14:tracePt t="67116" x="5721350" y="2571750"/>
          <p14:tracePt t="67126" x="5735638" y="2586038"/>
          <p14:tracePt t="67137" x="5721350" y="2598738"/>
          <p14:tracePt t="67149" x="5667375" y="2598738"/>
          <p14:tracePt t="67159" x="5646738" y="2598738"/>
          <p14:tracePt t="67530" x="5667375" y="2598738"/>
          <p14:tracePt t="67541" x="5667375" y="2619375"/>
          <p14:tracePt t="67552" x="5681663" y="2619375"/>
          <p14:tracePt t="67565" x="5694363" y="2619375"/>
          <p14:tracePt t="67575" x="5721350" y="2633663"/>
          <p14:tracePt t="67587" x="5783263" y="2660650"/>
          <p14:tracePt t="67599" x="5810250" y="2673350"/>
          <p14:tracePt t="67609" x="5851525" y="2687638"/>
          <p14:tracePt t="67620" x="5878513" y="2714625"/>
          <p14:tracePt t="67632" x="5953125" y="2776538"/>
          <p14:tracePt t="67653" x="6054725" y="2843213"/>
          <p14:tracePt t="67657" x="6122988" y="2890838"/>
          <p14:tracePt t="67667" x="6197600" y="2932113"/>
          <p14:tracePt t="67676" x="6253163" y="2959100"/>
          <p14:tracePt t="67689" x="6313488" y="2973388"/>
          <p14:tracePt t="67701" x="6340475" y="2994025"/>
          <p14:tracePt t="67710" x="6381750" y="3006725"/>
          <p14:tracePt t="67721" x="6408738" y="3006725"/>
          <p14:tracePt t="67733" x="6443663" y="3006725"/>
          <p14:tracePt t="67744" x="6470650" y="3006725"/>
          <p14:tracePt t="67755" x="6483350" y="3006725"/>
          <p14:tracePt t="67766" x="6497638" y="3006725"/>
          <p14:tracePt t="67788" x="6483350" y="3006725"/>
          <p14:tracePt t="67800" x="6456363" y="3006725"/>
          <p14:tracePt t="68002" x="6470650" y="3006725"/>
          <p14:tracePt t="68013" x="6483350" y="3006725"/>
          <p14:tracePt t="68026" x="6497638" y="3021013"/>
          <p14:tracePt t="68037" x="6524625" y="3021013"/>
          <p14:tracePt t="68048" x="6586538" y="3048000"/>
          <p14:tracePt t="68060" x="6626225" y="3062288"/>
          <p14:tracePt t="68070" x="6673850" y="3089275"/>
          <p14:tracePt t="68081" x="6715125" y="3101975"/>
          <p14:tracePt t="68093" x="6756400" y="3149600"/>
          <p14:tracePt t="68104" x="6816725" y="3176588"/>
          <p14:tracePt t="68115" x="6843713" y="3190875"/>
          <p14:tracePt t="68128" x="6899275" y="3217863"/>
          <p14:tracePt t="68138" x="6959600" y="3232150"/>
          <p14:tracePt t="68149" x="7000875" y="3252788"/>
          <p14:tracePt t="68161" x="7027863" y="3265488"/>
          <p14:tracePt t="68171" x="7075488" y="3265488"/>
          <p14:tracePt t="68182" x="7116763" y="3265488"/>
          <p14:tracePt t="68194" x="7143750" y="3265488"/>
          <p14:tracePt t="68205" x="7170738" y="3265488"/>
          <p14:tracePt t="68216" x="7205663" y="3265488"/>
          <p14:tracePt t="68228" x="7232650" y="3265488"/>
          <p14:tracePt t="68250" x="7245350" y="3252788"/>
          <p14:tracePt t="68272" x="7245350" y="3232150"/>
          <p14:tracePt t="68295" x="7245350" y="3217863"/>
          <p14:tracePt t="68306" x="7232650" y="3205163"/>
          <p14:tracePt t="68317" x="7218363" y="3205163"/>
          <p14:tracePt t="68329" x="7218363" y="3190875"/>
          <p14:tracePt t="68340" x="7205663" y="3190875"/>
          <p14:tracePt t="68351" x="7205663" y="3176588"/>
          <p14:tracePt t="68362" x="7191375" y="3176588"/>
          <p14:tracePt t="68374" x="7170738" y="3176588"/>
          <p14:tracePt t="68385" x="7158038" y="3176588"/>
          <p14:tracePt t="68396" x="7143750" y="3176588"/>
          <p14:tracePt t="68407" x="7129463" y="3176588"/>
          <p14:tracePt t="68419" x="7116763" y="3190875"/>
          <p14:tracePt t="68430" x="7102475" y="3190875"/>
          <p14:tracePt t="68441" x="7089775" y="3205163"/>
          <p14:tracePt t="68453" x="7075488" y="3232150"/>
          <p14:tracePt t="68464" x="7062788" y="3252788"/>
          <p14:tracePt t="68475" x="7062788" y="3265488"/>
          <p14:tracePt t="68487" x="7062788" y="3292475"/>
          <p14:tracePt t="68497" x="7062788" y="3319463"/>
          <p14:tracePt t="68510" x="7075488" y="3333750"/>
          <p14:tracePt t="68520" x="7089775" y="3360738"/>
          <p14:tracePt t="68531" x="7116763" y="3381375"/>
          <p14:tracePt t="68544" x="7143750" y="3408363"/>
          <p14:tracePt t="68554" x="7170738" y="3422650"/>
          <p14:tracePt t="68565" x="7191375" y="3435350"/>
          <p14:tracePt t="68578" x="7218363" y="3435350"/>
          <p14:tracePt t="68588" x="7232650" y="3435350"/>
          <p14:tracePt t="68599" x="7259638" y="3435350"/>
          <p14:tracePt t="68611" x="7272338" y="3435350"/>
          <p14:tracePt t="68621" x="7286625" y="3435350"/>
          <p14:tracePt t="68644" x="7307263" y="3435350"/>
          <p14:tracePt t="68655" x="7334250" y="3422650"/>
          <p14:tracePt t="68666" x="7348538" y="3408363"/>
          <p14:tracePt t="68678" x="7361238" y="3395663"/>
          <p14:tracePt t="68700" x="7375525" y="3381375"/>
          <p14:tracePt t="68703" x="7375525" y="3360738"/>
          <p14:tracePt t="68712" x="7375525" y="3348038"/>
          <p14:tracePt t="68723" x="7375525" y="3319463"/>
          <p14:tracePt t="68736" x="7375525" y="3306763"/>
          <p14:tracePt t="68746" x="7348538" y="3292475"/>
          <p14:tracePt t="68756" x="7334250" y="3279775"/>
          <p14:tracePt t="68768" x="7307263" y="3265488"/>
          <p14:tracePt t="68781" x="7259638" y="3265488"/>
          <p14:tracePt t="68790" x="7232650" y="3252788"/>
          <p14:tracePt t="68802" x="7205663" y="3265488"/>
          <p14:tracePt t="68813" x="7158038" y="3265488"/>
          <p14:tracePt t="68824" x="7116763" y="3279775"/>
          <p14:tracePt t="68836" x="7089775" y="3292475"/>
          <p14:tracePt t="68847" x="7062788" y="3319463"/>
          <p14:tracePt t="68857" x="7027863" y="3348038"/>
          <p14:tracePt t="68869" x="7015163" y="3381375"/>
          <p14:tracePt t="68880" x="7000875" y="3408363"/>
          <p14:tracePt t="68891" x="7000875" y="3435350"/>
          <p14:tracePt t="68902" x="6986588" y="3449638"/>
          <p14:tracePt t="68914" x="6986588" y="3462338"/>
          <p14:tracePt t="68925" x="7000875" y="3476625"/>
          <p14:tracePt t="68937" x="7015163" y="3497263"/>
          <p14:tracePt t="68948" x="7027863" y="3497263"/>
          <p14:tracePt t="68960" x="7062788" y="3497263"/>
          <p14:tracePt t="68970" x="7089775" y="3509963"/>
          <p14:tracePt t="68981" x="7116763" y="3509963"/>
          <p14:tracePt t="68993" x="7143750" y="3509963"/>
          <p14:tracePt t="69003" x="7170738" y="3497263"/>
          <p14:tracePt t="69015" x="7205663" y="3497263"/>
          <p14:tracePt t="69027" x="7232650" y="3476625"/>
          <p14:tracePt t="69037" x="7245350" y="3462338"/>
          <p14:tracePt t="69049" x="7272338" y="3435350"/>
          <p14:tracePt t="69061" x="7272338" y="3408363"/>
          <p14:tracePt t="69071" x="7272338" y="3395663"/>
          <p14:tracePt t="69082" x="7272338" y="3348038"/>
          <p14:tracePt t="69095" x="7272338" y="3319463"/>
          <p14:tracePt t="69105" x="7259638" y="3292475"/>
          <p14:tracePt t="69116" x="7245350" y="3279775"/>
          <p14:tracePt t="69128" x="7218363" y="3265488"/>
          <p14:tracePt t="69139" x="7191375" y="3252788"/>
          <p14:tracePt t="69150" x="7170738" y="3232150"/>
          <p14:tracePt t="69162" x="7158038" y="3232150"/>
          <p14:tracePt t="69172" x="7129463" y="3232150"/>
          <p14:tracePt t="69184" x="7116763" y="3232150"/>
          <p14:tracePt t="69196" x="7102475" y="3232150"/>
          <p14:tracePt t="69206" x="7089775" y="3252788"/>
          <p14:tracePt t="69217" x="7062788" y="3279775"/>
          <p14:tracePt t="69229" x="7042150" y="3319463"/>
          <p14:tracePt t="69240" x="7042150" y="3348038"/>
          <p14:tracePt t="69251" x="7042150" y="3381375"/>
          <p14:tracePt t="69262" x="7042150" y="3408363"/>
          <p14:tracePt t="69273" x="7042150" y="3422650"/>
          <p14:tracePt t="69285" x="7062788" y="3435350"/>
          <p14:tracePt t="69296" x="7089775" y="3435350"/>
          <p14:tracePt t="69307" x="7129463" y="3449638"/>
          <p14:tracePt t="69319" x="7158038" y="3462338"/>
          <p14:tracePt t="69330" x="7191375" y="3462338"/>
          <p14:tracePt t="69341" x="7232650" y="3462338"/>
          <p14:tracePt t="69353" x="7259638" y="3449638"/>
          <p14:tracePt t="69364" x="7286625" y="3449638"/>
          <p14:tracePt t="69375" x="7319963" y="3435350"/>
          <p14:tracePt t="69387" x="7334250" y="3408363"/>
          <p14:tracePt t="69397" x="7348538" y="3395663"/>
          <p14:tracePt t="69410" x="7348538" y="3360738"/>
          <p14:tracePt t="69420" x="7348538" y="3319463"/>
          <p14:tracePt t="69431" x="7334250" y="3292475"/>
          <p14:tracePt t="69443" x="7319963" y="3252788"/>
          <p14:tracePt t="69453" x="7286625" y="3232150"/>
          <p14:tracePt t="69465" x="7259638" y="3205163"/>
          <p14:tracePt t="69478" x="7232650" y="3205163"/>
          <p14:tracePt t="69488" x="7205663" y="3190875"/>
          <p14:tracePt t="69499" x="7170738" y="3190875"/>
          <p14:tracePt t="69511" x="7143750" y="3190875"/>
          <p14:tracePt t="69521" x="7116763" y="3190875"/>
          <p14:tracePt t="69533" x="7089775" y="3205163"/>
          <p14:tracePt t="69545" x="7062788" y="3232150"/>
          <p14:tracePt t="69555" x="7027863" y="3252788"/>
          <p14:tracePt t="69566" x="6986588" y="3279775"/>
          <p14:tracePt t="69578" x="6959600" y="3319463"/>
          <p14:tracePt t="69588" x="6932613" y="3348038"/>
          <p14:tracePt t="69600" x="6932613" y="3360738"/>
          <p14:tracePt t="69611" x="6932613" y="3381375"/>
          <p14:tracePt t="69622" x="6932613" y="3395663"/>
          <p14:tracePt t="69634" x="6932613" y="3408363"/>
          <p14:tracePt t="69646" x="6932613" y="3422650"/>
          <p14:tracePt t="69656" x="6946900" y="3422650"/>
          <p14:tracePt t="69668" x="6959600" y="3435350"/>
          <p14:tracePt t="69679" x="6973888" y="3449638"/>
          <p14:tracePt t="69690" x="7000875" y="3462338"/>
          <p14:tracePt t="69702" x="7027863" y="3462338"/>
          <p14:tracePt t="69713" x="7042150" y="3462338"/>
          <p14:tracePt t="69724" x="7089775" y="3476625"/>
          <p14:tracePt t="69735" x="7116763" y="3476625"/>
          <p14:tracePt t="69757" x="7158038" y="3476625"/>
          <p14:tracePt t="69758" x="7191375" y="3476625"/>
          <p14:tracePt t="69769" x="7218363" y="3462338"/>
          <p14:tracePt t="69781" x="7245350" y="3449638"/>
          <p14:tracePt t="69791" x="7259638" y="3449638"/>
          <p14:tracePt t="69803" x="7272338" y="3422650"/>
          <p14:tracePt t="69814" x="7286625" y="3408363"/>
          <p14:tracePt t="69825" x="7286625" y="3360738"/>
          <p14:tracePt t="69836" x="7286625" y="3333750"/>
          <p14:tracePt t="69848" x="7286625" y="3306763"/>
          <p14:tracePt t="69860" x="7272338" y="3279775"/>
          <p14:tracePt t="69870" x="7259638" y="3252788"/>
          <p14:tracePt t="69881" x="7259638" y="3232150"/>
          <p14:tracePt t="69893" x="7232650" y="3205163"/>
          <p14:tracePt t="69903" x="7218363" y="3190875"/>
          <p14:tracePt t="69915" x="7205663" y="3176588"/>
          <p14:tracePt t="69927" x="7191375" y="3176588"/>
          <p14:tracePt t="69937" x="7170738" y="3163888"/>
          <p14:tracePt t="69949" x="7158038" y="3163888"/>
          <p14:tracePt t="69971" x="7143750" y="3163888"/>
          <p14:tracePt t="69993" x="7129463" y="3163888"/>
          <p14:tracePt t="70016" x="7116763" y="3176588"/>
          <p14:tracePt t="70038" x="7102475" y="3176588"/>
          <p14:tracePt t="70050" x="7089775" y="3176588"/>
          <p14:tracePt t="70083" x="7075488" y="3190875"/>
          <p14:tracePt t="70095" x="7062788" y="3190875"/>
          <p14:tracePt t="70106" x="7062788" y="3205163"/>
          <p14:tracePt t="70118" x="7042150" y="3217863"/>
          <p14:tracePt t="70129" x="7027863" y="3232150"/>
          <p14:tracePt t="70140" x="7015163" y="3265488"/>
          <p14:tracePt t="70152" x="7015163" y="3292475"/>
          <p14:tracePt t="70163" x="7015163" y="3333750"/>
          <p14:tracePt t="70173" x="7015163" y="3381375"/>
          <p14:tracePt t="70185" x="7027863" y="3408363"/>
          <p14:tracePt t="70196" x="7027863" y="3435350"/>
          <p14:tracePt t="70208" x="7062788" y="3462338"/>
          <p14:tracePt t="70219" x="7089775" y="3476625"/>
          <p14:tracePt t="70230" x="7116763" y="3497263"/>
          <p14:tracePt t="70241" x="7129463" y="3509963"/>
          <p14:tracePt t="70254" x="7158038" y="3509963"/>
          <p14:tracePt t="70264" x="7191375" y="3509963"/>
          <p14:tracePt t="70275" x="7218363" y="3509963"/>
          <p14:tracePt t="70287" x="7245350" y="3509963"/>
          <p14:tracePt t="70298" x="7272338" y="3509963"/>
          <p14:tracePt t="70310" x="7307263" y="3497263"/>
          <p14:tracePt t="70321" x="7334250" y="3476625"/>
          <p14:tracePt t="70332" x="7375525" y="3462338"/>
          <p14:tracePt t="70344" x="7402513" y="3435350"/>
          <p14:tracePt t="70365" x="7435850" y="3408363"/>
          <p14:tracePt t="70368" x="7462838" y="3381375"/>
          <p14:tracePt t="70380" x="7477125" y="3360738"/>
          <p14:tracePt t="70390" x="7477125" y="3333750"/>
          <p14:tracePt t="70400" x="7477125" y="3306763"/>
          <p14:tracePt t="70411" x="7462838" y="3292475"/>
          <p14:tracePt t="70422" x="7450138" y="3265488"/>
          <p14:tracePt t="70433" x="7435850" y="3232150"/>
          <p14:tracePt t="70455" x="7388225" y="3176588"/>
          <p14:tracePt t="70466" x="7361238" y="3163888"/>
          <p14:tracePt t="70469" x="7334250" y="3136900"/>
          <p14:tracePt t="70479" x="7319963" y="3136900"/>
          <p14:tracePt t="70491" x="7307263" y="3136900"/>
          <p14:tracePt t="70502" x="7286625" y="3136900"/>
          <p14:tracePt t="70512" x="7272338" y="3136900"/>
          <p14:tracePt t="70522" x="7259638" y="3136900"/>
          <p14:tracePt t="70533" x="7232650" y="3136900"/>
          <p14:tracePt t="70545" x="7218363" y="3149600"/>
          <p14:tracePt t="70556" x="7205663" y="3176588"/>
          <p14:tracePt t="70568" x="7170738" y="3232150"/>
          <p14:tracePt t="70579" x="7129463" y="3306763"/>
          <p14:tracePt t="70590" x="7116763" y="3381375"/>
          <p14:tracePt t="70601" x="7102475" y="3422650"/>
          <p14:tracePt t="70613" x="7102475" y="3462338"/>
          <p14:tracePt t="70623" x="7102475" y="3497263"/>
          <p14:tracePt t="70635" x="7116763" y="3509963"/>
          <p14:tracePt t="70646" x="7129463" y="3538538"/>
          <p14:tracePt t="70658" x="7158038" y="3538538"/>
          <p14:tracePt t="70670" x="7191375" y="3551238"/>
          <p14:tracePt t="70681" x="7218363" y="3551238"/>
          <p14:tracePt t="70691" x="7259638" y="3551238"/>
          <p14:tracePt t="70703" x="7307263" y="3551238"/>
          <p14:tracePt t="70713" x="7334250" y="3538538"/>
          <p14:tracePt t="70725" x="7375525" y="3524250"/>
          <p14:tracePt t="70736" x="7402513" y="3509963"/>
          <p14:tracePt t="70748" x="7415213" y="3476625"/>
          <p14:tracePt t="70760" x="7435850" y="3449638"/>
          <p14:tracePt t="70770" x="7450138" y="3408363"/>
          <p14:tracePt t="70782" x="7462838" y="3360738"/>
          <p14:tracePt t="70804" x="7462838" y="3348038"/>
          <p14:tracePt t="70805" x="7462838" y="3333750"/>
          <p14:tracePt t="70815" x="7450138" y="3319463"/>
          <p14:tracePt t="70848" x="7450138" y="3306763"/>
          <p14:tracePt t="70861" x="7435850" y="3306763"/>
          <p14:tracePt t="70882" x="7435850" y="3292475"/>
          <p14:tracePt t="70894" x="7415213" y="3292475"/>
          <p14:tracePt t="71029" x="7415213" y="3279775"/>
          <p14:tracePt t="71118" x="7402513" y="3265488"/>
          <p14:tracePt t="71152" x="7388225" y="3265488"/>
          <p14:tracePt t="71175" x="7375525" y="3265488"/>
          <p14:tracePt t="71186" x="7375525" y="3252788"/>
          <p14:tracePt t="71219" x="7361238" y="3252788"/>
          <p14:tracePt t="71242" x="7348538" y="3252788"/>
          <p14:tracePt t="71265" x="7334250" y="3252788"/>
          <p14:tracePt t="71298" x="7319963" y="3252788"/>
          <p14:tracePt t="71332" x="7307263" y="3252788"/>
          <p14:tracePt t="71379" x="7286625" y="3252788"/>
          <p14:tracePt t="71444" x="7272338" y="3252788"/>
          <p14:tracePt t="71602" x="7259638" y="3252788"/>
          <p14:tracePt t="71737" x="7245350" y="3252788"/>
          <p14:tracePt t="71750" x="7232650" y="3252788"/>
          <p14:tracePt t="71771" x="7218363" y="3252788"/>
          <p14:tracePt t="71783" x="7218363" y="3265488"/>
          <p14:tracePt t="71796" x="7205663" y="3265488"/>
          <p14:tracePt t="71806" x="7191375" y="3279775"/>
          <p14:tracePt t="71817" x="7158038" y="3306763"/>
          <p14:tracePt t="71830" x="7143750" y="3333750"/>
          <p14:tracePt t="71850" x="7129463" y="3360738"/>
          <p14:tracePt t="71853" x="7129463" y="3408363"/>
          <p14:tracePt t="71862" x="7129463" y="3422650"/>
          <p14:tracePt t="71873" x="7143750" y="3449638"/>
          <p14:tracePt t="71884" x="7158038" y="3462338"/>
          <p14:tracePt t="71897" x="7191375" y="3476625"/>
          <p14:tracePt t="71908" x="7218363" y="3476625"/>
          <p14:tracePt t="71918" x="7232650" y="3497263"/>
          <p14:tracePt t="71930" x="7259638" y="3497263"/>
          <p14:tracePt t="71940" x="7286625" y="3497263"/>
          <p14:tracePt t="71951" x="7307263" y="3497263"/>
          <p14:tracePt t="71963" x="7319963" y="3476625"/>
          <p14:tracePt t="71974" x="7348538" y="3462338"/>
          <p14:tracePt t="71985" x="7361238" y="3435350"/>
          <p14:tracePt t="71997" x="7375525" y="3422650"/>
          <p14:tracePt t="72007" x="7402513" y="3381375"/>
          <p14:tracePt t="72019" x="7415213" y="3333750"/>
          <p14:tracePt t="72031" x="7415213" y="3292475"/>
          <p14:tracePt t="72041" x="7415213" y="3265488"/>
          <p14:tracePt t="72052" x="7415213" y="3232150"/>
          <p14:tracePt t="72064" x="7402513" y="3217863"/>
          <p14:tracePt t="72075" x="7402513" y="3205163"/>
          <p14:tracePt t="72086" x="7388225" y="3205163"/>
          <p14:tracePt t="72098" x="7361238" y="3190875"/>
          <p14:tracePt t="72108" x="7348538" y="3190875"/>
          <p14:tracePt t="72120" x="7319963" y="3190875"/>
          <p14:tracePt t="72131" x="7286625" y="3190875"/>
          <p14:tracePt t="72142" x="7272338" y="3190875"/>
          <p14:tracePt t="72154" x="7259638" y="3190875"/>
          <p14:tracePt t="72165" x="7245350" y="3190875"/>
          <p14:tracePt t="72176" x="7232650" y="3205163"/>
          <p14:tracePt t="72199" x="7218363" y="3217863"/>
          <p14:tracePt t="72211" x="7218363" y="3232150"/>
          <p14:tracePt t="72232" x="7218363" y="3252788"/>
          <p14:tracePt t="72254" x="7218363" y="3265488"/>
          <p14:tracePt t="72288" x="7232650" y="3265488"/>
          <p14:tracePt t="72344" x="7245350" y="3252788"/>
          <p14:tracePt t="72457" x="7245350" y="3232150"/>
          <p14:tracePt t="72592" x="7259638" y="3232150"/>
          <p14:tracePt t="72603" x="7272338" y="3232150"/>
          <p14:tracePt t="72615" x="7286625" y="3217863"/>
          <p14:tracePt t="72639" x="7272338" y="3205163"/>
          <p14:tracePt t="72919" x="7286625" y="3217863"/>
          <p14:tracePt t="72986" x="7307263" y="3217863"/>
          <p14:tracePt t="73008" x="7319963" y="3217863"/>
          <p14:tracePt t="73031" x="7334250" y="3217863"/>
          <p14:tracePt t="73043" x="7348538" y="3217863"/>
          <p14:tracePt t="73065" x="7361238" y="3217863"/>
          <p14:tracePt t="73098" x="7361238" y="3232150"/>
          <p14:tracePt t="73121" x="7375525" y="3232150"/>
          <p14:tracePt t="73132" x="7375525" y="3252788"/>
          <p14:tracePt t="73154" x="7388225" y="3252788"/>
          <p14:tracePt t="73188" x="7402513" y="3265488"/>
          <p14:tracePt t="73200" x="7415213" y="3279775"/>
          <p14:tracePt t="73212" x="7435850" y="3279775"/>
          <p14:tracePt t="73223" x="7450138" y="3306763"/>
          <p14:tracePt t="73233" x="7477125" y="3319463"/>
          <p14:tracePt t="73245" x="7518400" y="3333750"/>
          <p14:tracePt t="73256" x="7545388" y="3348038"/>
          <p14:tracePt t="73267" x="7593013" y="3381375"/>
          <p14:tracePt t="73279" x="7634288" y="3395663"/>
          <p14:tracePt t="73290" x="7661275" y="3408363"/>
          <p14:tracePt t="73301" x="7708900" y="3422650"/>
          <p14:tracePt t="73313" x="7735888" y="3435350"/>
          <p14:tracePt t="73324" x="7748588" y="3449638"/>
          <p14:tracePt t="73336" x="7777163" y="3449638"/>
          <p14:tracePt t="73347" x="7804150" y="3462338"/>
          <p14:tracePt t="73359" x="7824788" y="3462338"/>
          <p14:tracePt t="73369" x="7837488" y="3476625"/>
          <p14:tracePt t="73381" x="7851775" y="3476625"/>
          <p14:tracePt t="73392" x="7864475" y="3476625"/>
          <p14:tracePt t="73402" x="7878763" y="3497263"/>
          <p14:tracePt t="73425" x="7891463" y="3497263"/>
          <p14:tracePt t="73447" x="7905750" y="3497263"/>
          <p14:tracePt t="74122" x="7905750" y="3476625"/>
          <p14:tracePt t="74223" x="7891463" y="3476625"/>
          <p14:tracePt t="74246" x="7878763" y="3462338"/>
          <p14:tracePt t="74268" x="7851775" y="3449638"/>
          <p14:tracePt t="74280" x="7824788" y="3422650"/>
          <p14:tracePt t="74293" x="7789863" y="3408363"/>
          <p14:tracePt t="74304" x="7748588" y="3381375"/>
          <p14:tracePt t="74314" x="7694613" y="3360738"/>
          <p14:tracePt t="74327" x="7646988" y="3333750"/>
          <p14:tracePt t="74337" x="7566025" y="3306763"/>
          <p14:tracePt t="74348" x="7477125" y="3292475"/>
          <p14:tracePt t="74361" x="7375525" y="3252788"/>
          <p14:tracePt t="74371" x="7286625" y="3232150"/>
          <p14:tracePt t="74383" x="7191375" y="3190875"/>
          <p14:tracePt t="74394" x="7102475" y="3163888"/>
          <p14:tracePt t="74404" x="7027863" y="3149600"/>
          <p14:tracePt t="74416" x="6973888" y="3122613"/>
          <p14:tracePt t="74427" x="6911975" y="3101975"/>
          <p14:tracePt t="74437" x="6872288" y="3074988"/>
          <p14:tracePt t="74449" x="6858000" y="3074988"/>
          <p14:tracePt t="74460" x="6831013" y="3062288"/>
          <p14:tracePt t="74471" x="6816725" y="3048000"/>
          <p14:tracePt t="74494" x="6804025" y="3033713"/>
          <p14:tracePt t="74516" x="6783388" y="3021013"/>
          <p14:tracePt t="74527" x="6783388" y="3006725"/>
          <p14:tracePt t="74538" x="6769100" y="3006725"/>
          <p14:tracePt t="74550" x="6756400" y="2994025"/>
          <p14:tracePt t="74562" x="6756400" y="2973388"/>
          <p14:tracePt t="74572" x="6729413" y="2973388"/>
          <p14:tracePt t="74584" x="6700838" y="2959100"/>
          <p14:tracePt t="74596" x="6673850" y="2946400"/>
          <p14:tracePt t="74606" x="6640513" y="2932113"/>
          <p14:tracePt t="74618" x="6586538" y="2919413"/>
          <p14:tracePt t="74629" x="6524625" y="2890838"/>
          <p14:tracePt t="74641" x="6483350" y="2878138"/>
          <p14:tracePt t="74651" x="6429375" y="2843213"/>
          <p14:tracePt t="74663" x="6367463" y="2830513"/>
          <p14:tracePt t="74675" x="6313488" y="2816225"/>
          <p14:tracePt t="74685" x="6280150" y="2803525"/>
          <p14:tracePt t="74696" x="6253163" y="2789238"/>
          <p14:tracePt t="74709" x="6224588" y="2789238"/>
          <p14:tracePt t="74719" x="6211888" y="2789238"/>
          <p14:tracePt t="74730" x="6197600" y="2789238"/>
          <p14:tracePt t="74743" x="6184900" y="2789238"/>
          <p14:tracePt t="74753" x="6170613" y="2803525"/>
          <p14:tracePt t="74764" x="6149975" y="2803525"/>
          <p14:tracePt t="74776" x="6137275" y="2803525"/>
          <p14:tracePt t="74786" x="6122988" y="2816225"/>
          <p14:tracePt t="74797" x="6110288" y="2830513"/>
          <p14:tracePt t="74820" x="6096000" y="2843213"/>
          <p14:tracePt t="74842" x="6096000" y="2863850"/>
          <p14:tracePt t="74854" x="6096000" y="2878138"/>
          <p14:tracePt t="74865" x="6096000" y="2890838"/>
          <p14:tracePt t="74876" x="6096000" y="2919413"/>
          <p14:tracePt t="74887" x="6096000" y="2932113"/>
          <p14:tracePt t="74899" x="6110288" y="2946400"/>
          <p14:tracePt t="74911" x="6110288" y="2959100"/>
          <p14:tracePt t="74932" x="6096000" y="2959100"/>
          <p14:tracePt t="75033" x="6110288" y="2959100"/>
          <p14:tracePt t="75045" x="6137275" y="2959100"/>
          <p14:tracePt t="75067" x="6137275" y="2973388"/>
          <p14:tracePt t="75079" x="6137275" y="2994025"/>
          <p14:tracePt t="75090" x="6137275" y="3021013"/>
          <p14:tracePt t="75102" x="6137275" y="3101975"/>
          <p14:tracePt t="75113" x="6149975" y="3252788"/>
          <p14:tracePt t="75124" x="6149975" y="3395663"/>
          <p14:tracePt t="75136" x="6137275" y="3551238"/>
          <p14:tracePt t="75147" x="6122988" y="3667125"/>
          <p14:tracePt t="75158" x="6096000" y="3735388"/>
          <p14:tracePt t="75170" x="6069013" y="3783013"/>
          <p14:tracePt t="75181" x="6042025" y="3836988"/>
          <p14:tracePt t="75191" x="6021388" y="3863975"/>
          <p14:tracePt t="75204" x="6007100" y="3898900"/>
          <p14:tracePt t="75214" x="6007100" y="3925888"/>
          <p14:tracePt t="75226" x="6007100" y="3938588"/>
          <p14:tracePt t="75237" x="6007100" y="3952875"/>
          <p14:tracePt t="75259" x="6021388" y="3952875"/>
          <p14:tracePt t="75281" x="6042025" y="3952875"/>
          <p14:tracePt t="75294" x="6069013" y="3967163"/>
          <p14:tracePt t="75304" x="6096000" y="3967163"/>
          <p14:tracePt t="75315" x="6122988" y="3967163"/>
          <p14:tracePt t="75327" x="6149975" y="3967163"/>
          <p14:tracePt t="75337" x="6184900" y="3952875"/>
          <p14:tracePt t="75349" x="6211888" y="3952875"/>
          <p14:tracePt t="75361" x="6238875" y="3952875"/>
          <p14:tracePt t="75371" x="6265863" y="3938588"/>
          <p14:tracePt t="75383" x="6280150" y="3925888"/>
          <p14:tracePt t="75394" x="6300788" y="3911600"/>
          <p14:tracePt t="75405" x="6313488" y="3898900"/>
          <p14:tracePt t="75416" x="6313488" y="3863975"/>
          <p14:tracePt t="75427" x="6313488" y="3836988"/>
          <p14:tracePt t="75439" x="6313488" y="3824288"/>
          <p14:tracePt t="75450" x="6313488" y="3795713"/>
          <p14:tracePt t="75461" x="6300788" y="3768725"/>
          <p14:tracePt t="75472" x="6253163" y="3735388"/>
          <p14:tracePt t="75485" x="6238875" y="3721100"/>
          <p14:tracePt t="75495" x="6184900" y="3708400"/>
          <p14:tracePt t="75506" x="6137275" y="3694113"/>
          <p14:tracePt t="75519" x="6110288" y="3694113"/>
          <p14:tracePt t="75529" x="6081713" y="3694113"/>
          <p14:tracePt t="75540" x="6054725" y="3694113"/>
          <p14:tracePt t="75551" x="6021388" y="3694113"/>
          <p14:tracePt t="75563" x="6007100" y="3708400"/>
          <p14:tracePt t="75574" x="5994400" y="3735388"/>
          <p14:tracePt t="75585" x="5980113" y="3756025"/>
          <p14:tracePt t="75596" x="5967413" y="3783013"/>
          <p14:tracePt t="75607" x="5953125" y="3810000"/>
          <p14:tracePt t="75619" x="5953125" y="3824288"/>
          <p14:tracePt t="75630" x="5953125" y="3851275"/>
          <p14:tracePt t="75642" x="5953125" y="3863975"/>
          <p14:tracePt t="75653" x="5953125" y="3884613"/>
          <p14:tracePt t="75675" x="5967413" y="3898900"/>
          <p14:tracePt t="75697" x="5994400" y="3911600"/>
          <p14:tracePt t="75710" x="6007100" y="3911600"/>
          <p14:tracePt t="75720" x="6042025" y="3911600"/>
          <p14:tracePt t="75743" x="6069013" y="3911600"/>
          <p14:tracePt t="75744" x="6110288" y="3911600"/>
          <p14:tracePt t="75754" x="6170613" y="3911600"/>
          <p14:tracePt t="75765" x="6211888" y="3911600"/>
          <p14:tracePt t="75777" x="6265863" y="3911600"/>
          <p14:tracePt t="75787" x="6327775" y="3911600"/>
          <p14:tracePt t="75799" x="6367463" y="3911600"/>
          <p14:tracePt t="75811" x="6396038" y="3898900"/>
          <p14:tracePt t="75821" x="6429375" y="3884613"/>
          <p14:tracePt t="75832" x="6456363" y="3851275"/>
          <p14:tracePt t="75844" x="6456363" y="3836988"/>
          <p14:tracePt t="75855" x="6456363" y="3795713"/>
          <p14:tracePt t="75866" x="6456363" y="3768725"/>
          <p14:tracePt t="75878" x="6456363" y="3735388"/>
          <p14:tracePt t="75889" x="6443663" y="3708400"/>
          <p14:tracePt t="75900" x="6408738" y="3694113"/>
          <p14:tracePt t="75911" x="6381750" y="3681413"/>
          <p14:tracePt t="75923" x="6354763" y="3667125"/>
          <p14:tracePt t="75934" x="6300788" y="3652838"/>
          <p14:tracePt t="75945" x="6238875" y="3652838"/>
          <p14:tracePt t="75956" x="6184900" y="3640138"/>
          <p14:tracePt t="75968" x="6137275" y="3640138"/>
          <p14:tracePt t="75979" x="6069013" y="3652838"/>
          <p14:tracePt t="75990" x="6007100" y="3667125"/>
          <p14:tracePt t="76002" x="5967413" y="3694113"/>
          <p14:tracePt t="76013" x="5911850" y="3735388"/>
          <p14:tracePt t="76046" x="5851525" y="3783013"/>
          <p14:tracePt t="76047" x="5810250" y="3810000"/>
          <p14:tracePt t="76059" x="5795963" y="3836988"/>
          <p14:tracePt t="76060" x="5783263" y="3863975"/>
          <p14:tracePt t="76071" x="5762625" y="3911600"/>
          <p14:tracePt t="76081" x="5762625" y="3925888"/>
          <p14:tracePt t="76091" x="5762625" y="3967163"/>
          <p14:tracePt t="76103" x="5783263" y="3994150"/>
          <p14:tracePt t="76114" x="5795963" y="4014788"/>
          <p14:tracePt t="76126" x="5810250" y="4041775"/>
          <p14:tracePt t="76136" x="5837238" y="4054475"/>
          <p14:tracePt t="76148" x="5878513" y="4068763"/>
          <p14:tracePt t="76160" x="5911850" y="4081463"/>
          <p14:tracePt t="76170" x="5953125" y="4095750"/>
          <p14:tracePt t="76182" x="6007100" y="4095750"/>
          <p14:tracePt t="76194" x="6054725" y="4110038"/>
          <p14:tracePt t="76204" x="6096000" y="4110038"/>
          <p14:tracePt t="76215" x="6149975" y="4110038"/>
          <p14:tracePt t="76227" x="6211888" y="4095750"/>
          <p14:tracePt t="76238" x="6238875" y="4095750"/>
          <p14:tracePt t="76249" x="6300788" y="4081463"/>
          <p14:tracePt t="76260" x="6327775" y="4068763"/>
          <p14:tracePt t="76271" x="6354763" y="4054475"/>
          <p14:tracePt t="76283" x="6381750" y="4041775"/>
          <p14:tracePt t="76294" x="6396038" y="4014788"/>
          <p14:tracePt t="76305" x="6408738" y="3979863"/>
          <p14:tracePt t="76316" x="6408738" y="3952875"/>
          <p14:tracePt t="76328" x="6408738" y="3925888"/>
          <p14:tracePt t="76339" x="6408738" y="3898900"/>
          <p14:tracePt t="76350" x="6396038" y="3863975"/>
          <p14:tracePt t="76362" x="6381750" y="3851275"/>
          <p14:tracePt t="76373" x="6354763" y="3836988"/>
          <p14:tracePt t="76385" x="6340475" y="3810000"/>
          <p14:tracePt t="76395" x="6300788" y="3795713"/>
          <p14:tracePt t="76406" x="6280150" y="3795713"/>
          <p14:tracePt t="76420" x="6238875" y="3783013"/>
          <p14:tracePt t="76430" x="6211888" y="3783013"/>
          <p14:tracePt t="76440" x="6184900" y="3783013"/>
          <p14:tracePt t="76451" x="6137275" y="3768725"/>
          <p14:tracePt t="76463" x="6110288" y="3768725"/>
          <p14:tracePt t="76474" x="6081713" y="3783013"/>
          <p14:tracePt t="76486" x="6054725" y="3783013"/>
          <p14:tracePt t="76497" x="6007100" y="3810000"/>
          <p14:tracePt t="76507" x="5967413" y="3836988"/>
          <p14:tracePt t="76519" x="5938838" y="3863975"/>
          <p14:tracePt t="76530" x="5911850" y="3898900"/>
          <p14:tracePt t="76541" x="5891213" y="3925888"/>
          <p14:tracePt t="76553" x="5878513" y="3952875"/>
          <p14:tracePt t="76564" x="5878513" y="3967163"/>
          <p14:tracePt t="76576" x="5878513" y="3979863"/>
          <p14:tracePt t="76586" x="5878513" y="3994150"/>
          <p14:tracePt t="76598" x="5878513" y="4014788"/>
          <p14:tracePt t="76610" x="5891213" y="4027488"/>
          <p14:tracePt t="76620" x="5911850" y="4041775"/>
          <p14:tracePt t="76631" x="5938838" y="4054475"/>
          <p14:tracePt t="76644" x="5967413" y="4054475"/>
          <p14:tracePt t="76654" x="5994400" y="4068763"/>
          <p14:tracePt t="76665" x="6021388" y="4068763"/>
          <p14:tracePt t="76677" x="6069013" y="4068763"/>
          <p14:tracePt t="76687" x="6110288" y="4068763"/>
          <p14:tracePt t="76699" x="6170613" y="4068763"/>
          <p14:tracePt t="76711" x="6224588" y="4068763"/>
          <p14:tracePt t="76721" x="6253163" y="4068763"/>
          <p14:tracePt t="76732" x="6300788" y="4068763"/>
          <p14:tracePt t="76744" x="6327775" y="4054475"/>
          <p14:tracePt t="76755" x="6354763" y="4041775"/>
          <p14:tracePt t="76766" x="6367463" y="4027488"/>
          <p14:tracePt t="76778" x="6381750" y="3994150"/>
          <p14:tracePt t="76789" x="6381750" y="3967163"/>
          <p14:tracePt t="76800" x="6396038" y="3952875"/>
          <p14:tracePt t="76812" x="6396038" y="3925888"/>
          <p14:tracePt t="76822" x="6396038" y="3898900"/>
          <p14:tracePt t="76834" x="6381750" y="3851275"/>
          <p14:tracePt t="76845" x="6381750" y="3824288"/>
          <p14:tracePt t="76856" x="6354763" y="3795713"/>
          <p14:tracePt t="76868" x="6340475" y="3768725"/>
          <p14:tracePt t="76879" x="6313488" y="3756025"/>
          <p14:tracePt t="76890" x="6300788" y="3735388"/>
          <p14:tracePt t="76902" x="6265863" y="3735388"/>
          <p14:tracePt t="76912" x="6253163" y="3721100"/>
          <p14:tracePt t="76923" x="6224588" y="3721100"/>
          <p14:tracePt t="76935" x="6211888" y="3721100"/>
          <p14:tracePt t="76946" x="6184900" y="3721100"/>
          <p14:tracePt t="76957" x="6149975" y="3721100"/>
          <p14:tracePt t="76969" x="6110288" y="3721100"/>
          <p14:tracePt t="76980" x="6054725" y="3708400"/>
          <p14:tracePt t="76991" x="6007100" y="3721100"/>
          <p14:tracePt t="77003" x="5967413" y="3721100"/>
          <p14:tracePt t="77014" x="5926138" y="3721100"/>
          <p14:tracePt t="77026" x="5864225" y="3735388"/>
          <p14:tracePt t="77036" x="5824538" y="3756025"/>
          <p14:tracePt t="77047" x="5783263" y="3783013"/>
          <p14:tracePt t="77060" x="5735638" y="3824288"/>
          <p14:tracePt t="77070" x="5708650" y="3851275"/>
          <p14:tracePt t="77092" x="5708650" y="3884613"/>
          <p14:tracePt t="77096" x="5694363" y="3911600"/>
          <p14:tracePt t="77104" x="5694363" y="3925888"/>
          <p14:tracePt t="77117" x="5694363" y="3952875"/>
          <p14:tracePt t="77128" x="5708650" y="3967163"/>
          <p14:tracePt t="77138" x="5708650" y="3994150"/>
          <p14:tracePt t="77152" x="5721350" y="4014788"/>
          <p14:tracePt t="77162" x="5735638" y="4027488"/>
          <p14:tracePt t="77172" x="5762625" y="4054475"/>
          <p14:tracePt t="77183" x="5783263" y="4068763"/>
          <p14:tracePt t="77194" x="5810250" y="4081463"/>
          <p14:tracePt t="77205" x="5837238" y="4081463"/>
          <p14:tracePt t="77216" x="5864225" y="4095750"/>
          <p14:tracePt t="77228" x="5911850" y="4095750"/>
          <p14:tracePt t="77238" x="5938838" y="4095750"/>
          <p14:tracePt t="77250" x="5980113" y="4110038"/>
          <p14:tracePt t="77262" x="6021388" y="4110038"/>
          <p14:tracePt t="77272" x="6081713" y="4110038"/>
          <p14:tracePt t="77284" x="6110288" y="4110038"/>
          <p14:tracePt t="77295" x="6149975" y="4110038"/>
          <p14:tracePt t="77306" x="6197600" y="4095750"/>
          <p14:tracePt t="77318" x="6211888" y="4095750"/>
          <p14:tracePt t="77329" x="6238875" y="4081463"/>
          <p14:tracePt t="77340" x="6253163" y="4068763"/>
          <p14:tracePt t="77352" x="6265863" y="4041775"/>
          <p14:tracePt t="77363" x="6280150" y="4027488"/>
          <p14:tracePt t="77373" x="6280150" y="3994150"/>
          <p14:tracePt t="77385" x="6280150" y="3952875"/>
          <p14:tracePt t="77396" x="6280150" y="3925888"/>
          <p14:tracePt t="77407" x="6280150" y="3898900"/>
          <p14:tracePt t="77419" x="6265863" y="3863975"/>
          <p14:tracePt t="77430" x="6253163" y="3851275"/>
          <p14:tracePt t="77441" x="6238875" y="3836988"/>
          <p14:tracePt t="77453" x="6211888" y="3824288"/>
          <p14:tracePt t="77464" x="6184900" y="3810000"/>
          <p14:tracePt t="77476" x="6149975" y="3810000"/>
          <p14:tracePt t="77486" x="6110288" y="3795713"/>
          <p14:tracePt t="77498" x="6081713" y="3795713"/>
          <p14:tracePt t="77510" x="6054725" y="3795713"/>
          <p14:tracePt t="77520" x="6021388" y="3795713"/>
          <p14:tracePt t="77531" x="5994400" y="3810000"/>
          <p14:tracePt t="77544" x="5953125" y="3824288"/>
          <p14:tracePt t="77554" x="5911850" y="3851275"/>
          <p14:tracePt t="77565" x="5878513" y="3863975"/>
          <p14:tracePt t="77577" x="5851525" y="3898900"/>
          <p14:tracePt t="77588" x="5837238" y="3925888"/>
          <p14:tracePt t="77599" x="5824538" y="3938588"/>
          <p14:tracePt t="77611" x="5824538" y="3952875"/>
          <p14:tracePt t="77621" x="5824538" y="3967163"/>
          <p14:tracePt t="77632" x="5824538" y="3979863"/>
          <p14:tracePt t="77644" x="5824538" y="3994150"/>
          <p14:tracePt t="77655" x="5824538" y="4014788"/>
          <p14:tracePt t="77667" x="5824538" y="4027488"/>
          <p14:tracePt t="77678" x="5837238" y="4027488"/>
          <p14:tracePt t="77688" x="5851525" y="4041775"/>
          <p14:tracePt t="77700" x="5864225" y="4054475"/>
          <p14:tracePt t="77711" x="5878513" y="4054475"/>
          <p14:tracePt t="77722" x="5891213" y="4068763"/>
          <p14:tracePt t="77734" x="5926138" y="4068763"/>
          <p14:tracePt t="77746" x="5953125" y="4068763"/>
          <p14:tracePt t="77756" x="5967413" y="4081463"/>
          <p14:tracePt t="77768" x="5994400" y="4081463"/>
          <p14:tracePt t="77780" x="6042025" y="4081463"/>
          <p14:tracePt t="77790" x="6069013" y="4081463"/>
          <p14:tracePt t="77801" x="6096000" y="4081463"/>
          <p14:tracePt t="77813" x="6137275" y="4081463"/>
          <p14:tracePt t="77824" x="6170613" y="4081463"/>
          <p14:tracePt t="77835" x="6197600" y="4068763"/>
          <p14:tracePt t="77846" x="6211888" y="4054475"/>
          <p14:tracePt t="77857" x="6238875" y="4041775"/>
          <p14:tracePt t="77870" x="6253163" y="4027488"/>
          <p14:tracePt t="77880" x="6265863" y="3994150"/>
          <p14:tracePt t="77891" x="6265863" y="3967163"/>
          <p14:tracePt t="77902" x="6265863" y="3925888"/>
          <p14:tracePt t="77914" x="6265863" y="3911600"/>
          <p14:tracePt t="77925" x="6265863" y="3884613"/>
          <p14:tracePt t="77936" x="6253163" y="3863975"/>
          <p14:tracePt t="77948" x="6224588" y="3836988"/>
          <p14:tracePt t="77960" x="6211888" y="3836988"/>
          <p14:tracePt t="77970" x="6184900" y="3824288"/>
          <p14:tracePt t="77981" x="6170613" y="3810000"/>
          <p14:tracePt t="77994" x="6122988" y="3810000"/>
          <p14:tracePt t="78004" x="6110288" y="3810000"/>
          <p14:tracePt t="78015" x="6069013" y="3810000"/>
          <p14:tracePt t="78027" x="6042025" y="3810000"/>
          <p14:tracePt t="78037" x="6007100" y="3824288"/>
          <p14:tracePt t="78049" x="5980113" y="3836988"/>
          <p14:tracePt t="78060" x="5953125" y="3851275"/>
          <p14:tracePt t="78071" x="5926138" y="3884613"/>
          <p14:tracePt t="78083" x="5911850" y="3898900"/>
          <p14:tracePt t="78094" x="5891213" y="3911600"/>
          <p14:tracePt t="78105" x="5878513" y="3925888"/>
          <p14:tracePt t="78116" x="5878513" y="3938588"/>
          <p14:tracePt t="78138" x="5864225" y="3952875"/>
          <p14:tracePt t="78144" x="5864225" y="3967163"/>
          <p14:tracePt t="78150" x="5864225" y="3979863"/>
          <p14:tracePt t="78163" x="5864225" y="3994150"/>
          <p14:tracePt t="78172" x="5878513" y="4014788"/>
          <p14:tracePt t="78195" x="5891213" y="4027488"/>
          <p14:tracePt t="78206" x="5911850" y="4041775"/>
          <p14:tracePt t="78217" x="5926138" y="4041775"/>
          <p14:tracePt t="78229" x="5938838" y="4041775"/>
          <p14:tracePt t="78240" x="5953125" y="4041775"/>
          <p14:tracePt t="78251" x="5980113" y="4041775"/>
          <p14:tracePt t="78263" x="6007100" y="4041775"/>
          <p14:tracePt t="78274" x="6042025" y="4041775"/>
          <p14:tracePt t="78285" x="6081713" y="4041775"/>
          <p14:tracePt t="78296" x="6122988" y="4041775"/>
          <p14:tracePt t="78307" x="6184900" y="4027488"/>
          <p14:tracePt t="78319" x="6211888" y="4014788"/>
          <p14:tracePt t="78330" x="6238875" y="3979863"/>
          <p14:tracePt t="78341" x="6280150" y="3952875"/>
          <p14:tracePt t="78353" x="6300788" y="3925888"/>
          <p14:tracePt t="78364" x="6300788" y="3911600"/>
          <p14:tracePt t="78376" x="6313488" y="3884613"/>
          <p14:tracePt t="78386" x="6300788" y="3863975"/>
          <p14:tracePt t="78397" x="6300788" y="3836988"/>
          <p14:tracePt t="78410" x="6280150" y="3810000"/>
          <p14:tracePt t="78420" x="6253163" y="3783013"/>
          <p14:tracePt t="78431" x="6211888" y="3768725"/>
          <p14:tracePt t="78444" x="6184900" y="3756025"/>
          <p14:tracePt t="78454" x="6122988" y="3735388"/>
          <p14:tracePt t="78465" x="6069013" y="3721100"/>
          <p14:tracePt t="78477" x="6021388" y="3721100"/>
          <p14:tracePt t="78487" x="5994400" y="3721100"/>
          <p14:tracePt t="78499" x="5953125" y="3735388"/>
          <p14:tracePt t="78510" x="5926138" y="3768725"/>
          <p14:tracePt t="78521" x="5891213" y="3795713"/>
          <p14:tracePt t="78533" x="5864225" y="3851275"/>
          <p14:tracePt t="78544" x="5851525" y="3911600"/>
          <p14:tracePt t="78555" x="5851525" y="3938588"/>
          <p14:tracePt t="78566" x="5851525" y="3979863"/>
          <p14:tracePt t="78578" x="5864225" y="3994150"/>
          <p14:tracePt t="78589" x="5878513" y="4027488"/>
          <p14:tracePt t="78600" x="5891213" y="4027488"/>
          <p14:tracePt t="78612" x="5938838" y="4041775"/>
          <p14:tracePt t="78623" x="5967413" y="4054475"/>
          <p14:tracePt t="78634" x="6021388" y="4054475"/>
          <p14:tracePt t="78646" x="6069013" y="4054475"/>
          <p14:tracePt t="78656" x="6122988" y="4054475"/>
          <p14:tracePt t="78667" x="6197600" y="4041775"/>
          <p14:tracePt t="78679" x="6253163" y="4027488"/>
          <p14:tracePt t="78690" x="6327775" y="3994150"/>
          <p14:tracePt t="78702" x="6381750" y="3967163"/>
          <p14:tracePt t="78713" x="6408738" y="3925888"/>
          <p14:tracePt t="78724" x="6429375" y="3898900"/>
          <p14:tracePt t="78736" x="6429375" y="3836988"/>
          <p14:tracePt t="78747" x="6429375" y="3810000"/>
          <p14:tracePt t="78758" x="6408738" y="3783013"/>
          <p14:tracePt t="78769" x="6381750" y="3756025"/>
          <p14:tracePt t="78781" x="6354763" y="3735388"/>
          <p14:tracePt t="78791" x="6313488" y="3721100"/>
          <p14:tracePt t="78802" x="6280150" y="3708400"/>
          <p14:tracePt t="78814" x="6224588" y="3694113"/>
          <p14:tracePt t="78826" x="6149975" y="3681413"/>
          <p14:tracePt t="78836" x="6110288" y="3681413"/>
          <p14:tracePt t="78847" x="6054725" y="3681413"/>
          <p14:tracePt t="78860" x="5994400" y="3708400"/>
          <p14:tracePt t="78870" x="5938838" y="3756025"/>
          <p14:tracePt t="78881" x="5891213" y="3795713"/>
          <p14:tracePt t="78894" x="5851525" y="3851275"/>
          <p14:tracePt t="78904" x="5837238" y="3911600"/>
          <p14:tracePt t="78915" x="5824538" y="3938588"/>
          <p14:tracePt t="78927" x="5824538" y="3967163"/>
          <p14:tracePt t="78937" x="5837238" y="3979863"/>
          <p14:tracePt t="78949" x="5851525" y="4014788"/>
          <p14:tracePt t="78960" x="5864225" y="4027488"/>
          <p14:tracePt t="78971" x="5911850" y="4041775"/>
          <p14:tracePt t="78983" x="5938838" y="4054475"/>
          <p14:tracePt t="78995" x="5980113" y="4054475"/>
          <p14:tracePt t="79005" x="6007100" y="4054475"/>
          <p14:tracePt t="79016" x="6054725" y="4054475"/>
          <p14:tracePt t="79028" x="6081713" y="4054475"/>
          <p14:tracePt t="79039" x="6110288" y="4054475"/>
          <p14:tracePt t="79050" x="6122988" y="4041775"/>
          <p14:tracePt t="79061" x="6137275" y="4041775"/>
          <p14:tracePt t="79151" x="6149975" y="4041775"/>
          <p14:tracePt t="79196" x="6149975" y="4054475"/>
          <p14:tracePt t="79199" x="6170613" y="4054475"/>
          <p14:tracePt t="79213" x="6184900" y="4054475"/>
          <p14:tracePt t="79221" x="6184900" y="4068763"/>
          <p14:tracePt t="79241" x="6197600" y="4068763"/>
          <p14:tracePt t="79443" x="6184900" y="4068763"/>
          <p14:tracePt t="79466" x="6170613" y="4068763"/>
          <p14:tracePt t="79478" x="6137275" y="4068763"/>
          <p14:tracePt t="79490" x="6122988" y="4068763"/>
          <p14:tracePt t="79500" x="6110288" y="4068763"/>
          <p14:tracePt t="79635" x="6110288" y="4054475"/>
          <p14:tracePt t="79691" x="6122988" y="4054475"/>
          <p14:tracePt t="79736" x="6137275" y="4054475"/>
          <p14:tracePt t="79770" x="6149975" y="4054475"/>
          <p14:tracePt t="80208" x="6149975" y="4041775"/>
          <p14:tracePt t="80243" x="6137275" y="4027488"/>
          <p14:tracePt t="80255" x="6137275" y="4014788"/>
          <p14:tracePt t="80256" x="6122988" y="3979863"/>
          <p14:tracePt t="80267" x="6110288" y="3967163"/>
          <p14:tracePt t="80276" x="6081713" y="3925888"/>
          <p14:tracePt t="80288" x="6054725" y="3863975"/>
          <p14:tracePt t="80300" x="6021388" y="3836988"/>
          <p14:tracePt t="80310" x="5980113" y="3783013"/>
          <p14:tracePt t="80322" x="5938838" y="3721100"/>
          <p14:tracePt t="80334" x="5891213" y="3667125"/>
          <p14:tracePt t="80344" x="5864225" y="3625850"/>
          <p14:tracePt t="80356" x="5810250" y="3551238"/>
          <p14:tracePt t="80367" x="5783263" y="3509963"/>
          <p14:tracePt t="80377" x="5748338" y="3497263"/>
          <p14:tracePt t="80389" x="5735638" y="3462338"/>
          <p14:tracePt t="80401" x="5721350" y="3462338"/>
          <p14:tracePt t="80412" x="5708650" y="3462338"/>
          <p14:tracePt t="80424" x="5708650" y="3449638"/>
          <p14:tracePt t="80873" x="5708650" y="3435350"/>
          <p14:tracePt t="80906" x="5694363" y="3435350"/>
          <p14:tracePt t="80917" x="5694363" y="3422650"/>
          <p14:tracePt t="80929" x="5694363" y="3408363"/>
          <p14:tracePt t="80951" x="5694363" y="3395663"/>
          <p14:tracePt t="80974" x="5694363" y="3381375"/>
          <p14:tracePt t="80985" x="5681663" y="3381375"/>
          <p14:tracePt t="80996" x="5681663" y="3360738"/>
          <p14:tracePt t="81008" x="5681663" y="3348038"/>
          <p14:tracePt t="81108" x="5681663" y="3360738"/>
          <p14:tracePt t="81120" x="5667375" y="3360738"/>
          <p14:tracePt t="81142" x="5681663" y="3381375"/>
          <p14:tracePt t="81165" x="5694363" y="3381375"/>
          <p14:tracePt t="81177" x="5694363" y="3395663"/>
          <p14:tracePt t="81189" x="5708650" y="3395663"/>
          <p14:tracePt t="81200" x="5721350" y="3395663"/>
          <p14:tracePt t="81212" x="5735638" y="3408363"/>
          <p14:tracePt t="81222" x="5748338" y="3408363"/>
          <p14:tracePt t="81233" x="5762625" y="3408363"/>
          <p14:tracePt t="81245" x="5783263" y="3408363"/>
          <p14:tracePt t="81256" x="5795963" y="3408363"/>
          <p14:tracePt t="81290" x="5810250" y="3408363"/>
          <p14:tracePt t="81301" x="5824538" y="3408363"/>
          <p14:tracePt t="81322" x="5837238" y="3408363"/>
          <p14:tracePt t="81390" x="5851525" y="3395663"/>
          <p14:tracePt t="81412" x="5851525" y="3381375"/>
          <p14:tracePt t="81435" x="5851525" y="3360738"/>
          <p14:tracePt t="81447" x="5851525" y="3333750"/>
          <p14:tracePt t="81461" x="5864225" y="3319463"/>
          <p14:tracePt t="81469" x="5864225" y="3306763"/>
          <p14:tracePt t="81481" x="5878513" y="3292475"/>
          <p14:tracePt t="81493" x="5878513" y="3265488"/>
          <p14:tracePt t="81503" x="5891213" y="3252788"/>
          <p14:tracePt t="81514" x="5891213" y="3217863"/>
          <p14:tracePt t="81528" x="5911850" y="3190875"/>
          <p14:tracePt t="81536" x="5911850" y="3163888"/>
          <p14:tracePt t="81549" x="5911850" y="3149600"/>
          <p14:tracePt t="81561" x="5911850" y="3136900"/>
          <p14:tracePt t="81572" x="5911850" y="3122613"/>
          <p14:tracePt t="81660" x="5911850" y="3136900"/>
          <p14:tracePt t="81682" x="5891213" y="3136900"/>
          <p14:tracePt t="81727" x="5911850" y="3136900"/>
          <p14:tracePt t="81761" x="5926138" y="3136900"/>
          <p14:tracePt t="81772" x="5938838" y="3136900"/>
          <p14:tracePt t="81784" x="5953125" y="3136900"/>
          <p14:tracePt t="81796" x="5967413" y="3136900"/>
          <p14:tracePt t="81808" x="5980113" y="3136900"/>
          <p14:tracePt t="81819" x="6007100" y="3136900"/>
          <p14:tracePt t="81830" x="6021388" y="3149600"/>
          <p14:tracePt t="81842" x="6042025" y="3149600"/>
          <p14:tracePt t="81852" x="6054725" y="3149600"/>
          <p14:tracePt t="81873" x="6069013" y="3163888"/>
          <p14:tracePt t="81896" x="6069013" y="3176588"/>
          <p14:tracePt t="81907" x="6069013" y="3190875"/>
          <p14:tracePt t="81920" x="6069013" y="3232150"/>
          <p14:tracePt t="81931" x="6069013" y="3279775"/>
          <p14:tracePt t="81944" x="6069013" y="3306763"/>
          <p14:tracePt t="81954" x="6081713" y="3319463"/>
          <p14:tracePt t="81965" x="6081713" y="3333750"/>
          <p14:tracePt t="82031" x="6096000" y="3333750"/>
          <p14:tracePt t="82043" x="6096000" y="3319463"/>
          <p14:tracePt t="82054" x="6110288" y="3319463"/>
          <p14:tracePt t="82065" x="6122988" y="3319463"/>
          <p14:tracePt t="82076" x="6122988" y="3306763"/>
          <p14:tracePt t="82089" x="6122988" y="3292475"/>
          <p14:tracePt t="82099" x="6122988" y="3279775"/>
          <p14:tracePt t="82111" x="6122988" y="3265488"/>
          <p14:tracePt t="82132" x="6110288" y="3265488"/>
          <p14:tracePt t="82144" x="6096000" y="3265488"/>
          <p14:tracePt t="82155" x="6081713" y="3265488"/>
          <p14:tracePt t="82167" x="6069013" y="3279775"/>
          <p14:tracePt t="82179" x="6042025" y="3292475"/>
          <p14:tracePt t="82200" x="6021388" y="3306763"/>
          <p14:tracePt t="82213" x="6042025" y="3306763"/>
          <p14:tracePt t="82222" x="6042025" y="3319463"/>
          <p14:tracePt t="82234" x="6069013" y="3319463"/>
          <p14:tracePt t="82246" x="6096000" y="3319463"/>
          <p14:tracePt t="82256" x="6122988" y="3319463"/>
          <p14:tracePt t="82268" x="6137275" y="3319463"/>
          <p14:tracePt t="82279" x="6170613" y="3319463"/>
          <p14:tracePt t="82290" x="6184900" y="3319463"/>
          <p14:tracePt t="82358" x="6170613" y="3333750"/>
          <p14:tracePt t="82369" x="6149975" y="3348038"/>
          <p14:tracePt t="82381" x="6137275" y="3395663"/>
          <p14:tracePt t="82391" x="6110288" y="3497263"/>
          <p14:tracePt t="82404" x="6081713" y="3605213"/>
          <p14:tracePt t="82414" x="6069013" y="3708400"/>
          <p14:tracePt t="82425" x="6069013" y="3768725"/>
          <p14:tracePt t="82436" x="6069013" y="3824288"/>
          <p14:tracePt t="82448" x="6069013" y="3863975"/>
          <p14:tracePt t="82459" x="6081713" y="3898900"/>
          <p14:tracePt t="82472" x="6081713" y="3911600"/>
          <p14:tracePt t="82482" x="6096000" y="3911600"/>
          <p14:tracePt t="82560" x="6081713" y="3911600"/>
          <p14:tracePt t="82582" x="6069013" y="3911600"/>
          <p14:tracePt t="82595" x="6069013" y="3925888"/>
          <p14:tracePt t="82606" x="6054725" y="3938588"/>
          <p14:tracePt t="82617" x="6042025" y="3967163"/>
          <p14:tracePt t="82629" x="6042025" y="3994150"/>
          <p14:tracePt t="82639" x="6042025" y="4027488"/>
          <p14:tracePt t="82650" x="6042025" y="4041775"/>
          <p14:tracePt t="82663" x="6042025" y="4054475"/>
          <p14:tracePt t="82684" x="6042025" y="4068763"/>
          <p14:tracePt t="82717" x="6054725" y="4068763"/>
          <p14:tracePt t="82729" x="6054725" y="4054475"/>
          <p14:tracePt t="82740" x="6069013" y="4054475"/>
          <p14:tracePt t="82762" x="6081713" y="4041775"/>
          <p14:tracePt t="82774" x="6081713" y="4027488"/>
          <p14:tracePt t="82786" x="6081713" y="4014788"/>
          <p14:tracePt t="82797" x="6096000" y="4014788"/>
          <p14:tracePt t="82808" x="6096000" y="3994150"/>
          <p14:tracePt t="82819" x="6096000" y="3979863"/>
          <p14:tracePt t="82830" x="6096000" y="3952875"/>
          <p14:tracePt t="82841" x="6096000" y="3938588"/>
          <p14:tracePt t="82853" x="6081713" y="3925888"/>
          <p14:tracePt t="82864" x="6081713" y="3911600"/>
          <p14:tracePt t="82875" x="6069013" y="3911600"/>
          <p14:tracePt t="82887" x="6042025" y="3911600"/>
          <p14:tracePt t="82898" x="5994400" y="3911600"/>
          <p14:tracePt t="82909" x="5967413" y="3925888"/>
          <p14:tracePt t="82922" x="5926138" y="3938588"/>
          <p14:tracePt t="82932" x="5864225" y="3967163"/>
          <p14:tracePt t="82943" x="5837238" y="3994150"/>
          <p14:tracePt t="82955" x="5795963" y="4027488"/>
          <p14:tracePt t="82966" x="5762625" y="4041775"/>
          <p14:tracePt t="83009" x="5762625" y="4054475"/>
          <p14:tracePt t="83032" x="5795963" y="4054475"/>
          <p14:tracePt t="83045" x="5810250" y="4054475"/>
          <p14:tracePt t="83055" x="5837238" y="4054475"/>
          <p14:tracePt t="83067" x="5851525" y="4054475"/>
          <p14:tracePt t="83079" x="5864225" y="4054475"/>
          <p14:tracePt t="83089" x="5878513" y="4041775"/>
          <p14:tracePt t="83100" x="5891213" y="4041775"/>
          <p14:tracePt t="83113" x="5911850" y="4041775"/>
          <p14:tracePt t="83123" x="5926138" y="4027488"/>
          <p14:tracePt t="83134" x="5926138" y="4014788"/>
          <p14:tracePt t="83146" x="5926138" y="3994150"/>
          <p14:tracePt t="83156" x="5926138" y="3979863"/>
          <p14:tracePt t="83167" x="5926138" y="3952875"/>
          <p14:tracePt t="83179" x="5926138" y="3938588"/>
          <p14:tracePt t="83190" x="5926138" y="3911600"/>
          <p14:tracePt t="83201" x="5911850" y="3898900"/>
          <p14:tracePt t="83213" x="5891213" y="3884613"/>
          <p14:tracePt t="83224" x="5878513" y="3884613"/>
          <p14:tracePt t="83235" x="5864225" y="3884613"/>
          <p14:tracePt t="83247" x="5837238" y="3884613"/>
          <p14:tracePt t="83258" x="5824538" y="3884613"/>
          <p14:tracePt t="83269" x="5795963" y="3884613"/>
          <p14:tracePt t="83281" x="5762625" y="3898900"/>
          <p14:tracePt t="83292" x="5735638" y="3911600"/>
          <p14:tracePt t="83304" x="5721350" y="3938588"/>
          <p14:tracePt t="83315" x="5708650" y="3952875"/>
          <p14:tracePt t="83325" x="5708650" y="3967163"/>
          <p14:tracePt t="83347" x="5721350" y="3979863"/>
          <p14:tracePt t="83359" x="5735638" y="3979863"/>
          <p14:tracePt t="83381" x="5748338" y="3979863"/>
          <p14:tracePt t="83384" x="5783263" y="3979863"/>
          <p14:tracePt t="83396" x="5810250" y="3979863"/>
          <p14:tracePt t="83406" x="5837238" y="3979863"/>
          <p14:tracePt t="83416" x="5851525" y="3979863"/>
          <p14:tracePt t="83426" x="5864225" y="3967163"/>
          <p14:tracePt t="83449" x="5864225" y="3952875"/>
          <p14:tracePt t="83460" x="5864225" y="3938588"/>
          <p14:tracePt t="83471" x="5864225" y="3925888"/>
          <p14:tracePt t="83483" x="5864225" y="3898900"/>
          <p14:tracePt t="83495" x="5851525" y="3898900"/>
          <p14:tracePt t="83505" x="5837238" y="3884613"/>
          <p14:tracePt t="83517" x="5824538" y="3884613"/>
          <p14:tracePt t="83529" x="5795963" y="3884613"/>
          <p14:tracePt t="83539" x="5762625" y="3884613"/>
          <p14:tracePt t="83550" x="5748338" y="3884613"/>
          <p14:tracePt t="83563" x="5735638" y="3911600"/>
          <p14:tracePt t="83573" x="5721350" y="3938588"/>
          <p14:tracePt t="83584" x="5708650" y="3952875"/>
          <p14:tracePt t="83596" x="5708650" y="3979863"/>
          <p14:tracePt t="83607" x="5721350" y="3994150"/>
          <p14:tracePt t="83619" x="5721350" y="4014788"/>
          <p14:tracePt t="83630" x="5735638" y="4027488"/>
          <p14:tracePt t="83640" x="5748338" y="4027488"/>
          <p14:tracePt t="83651" x="5762625" y="4027488"/>
          <p14:tracePt t="83663" x="5783263" y="4027488"/>
          <p14:tracePt t="83674" x="5810250" y="4027488"/>
          <p14:tracePt t="83685" x="5824538" y="4014788"/>
          <p14:tracePt t="83697" x="5851525" y="4014788"/>
          <p14:tracePt t="83718" x="5864225" y="3979863"/>
          <p14:tracePt t="83730" x="5878513" y="3967163"/>
          <p14:tracePt t="83741" x="5878513" y="3952875"/>
          <p14:tracePt t="83753" x="5878513" y="3925888"/>
          <p14:tracePt t="83764" x="5864225" y="3898900"/>
          <p14:tracePt t="83775" x="5851525" y="3863975"/>
          <p14:tracePt t="83787" x="5824538" y="3851275"/>
          <p14:tracePt t="83798" x="5783263" y="3851275"/>
          <p14:tracePt t="83809" x="5735638" y="3851275"/>
          <p14:tracePt t="83821" x="5694363" y="3863975"/>
          <p14:tracePt t="83832" x="5634038" y="3898900"/>
          <p14:tracePt t="83842" x="5605463" y="3938588"/>
          <p14:tracePt t="83855" x="5592763" y="3979863"/>
          <p14:tracePt t="83866" x="5592763" y="4014788"/>
          <p14:tracePt t="83876" x="5605463" y="4041775"/>
          <p14:tracePt t="83888" x="5619750" y="4054475"/>
          <p14:tracePt t="83899" x="5646738" y="4068763"/>
          <p14:tracePt t="83911" x="5681663" y="4068763"/>
          <p14:tracePt t="83921" x="5721350" y="4081463"/>
          <p14:tracePt t="83933" x="5762625" y="4081463"/>
          <p14:tracePt t="83945" x="5810250" y="4081463"/>
          <p14:tracePt t="83955" x="5851525" y="4068763"/>
          <p14:tracePt t="83966" x="5878513" y="4068763"/>
          <p14:tracePt t="83979" x="5911850" y="4054475"/>
          <p14:tracePt t="83989" x="5911850" y="4041775"/>
          <p14:tracePt t="84000" x="5926138" y="4014788"/>
          <p14:tracePt t="84013" x="5926138" y="3979863"/>
          <p14:tracePt t="84022" x="5911850" y="3952875"/>
          <p14:tracePt t="84034" x="5891213" y="3925888"/>
          <p14:tracePt t="84046" x="5878513" y="3911600"/>
          <p14:tracePt t="84056" x="5851525" y="3898900"/>
          <p14:tracePt t="84068" x="5824538" y="3898900"/>
          <p14:tracePt t="84079" x="5783263" y="3911600"/>
          <p14:tracePt t="84090" x="5735638" y="3925888"/>
          <p14:tracePt t="84102" x="5708650" y="3952875"/>
          <p14:tracePt t="84113" x="5694363" y="3994150"/>
          <p14:tracePt t="84124" x="5681663" y="4027488"/>
          <p14:tracePt t="84136" x="5681663" y="4054475"/>
          <p14:tracePt t="84147" x="5694363" y="4068763"/>
          <p14:tracePt t="84157" x="5708650" y="4068763"/>
          <p14:tracePt t="84169" x="5721350" y="4081463"/>
          <p14:tracePt t="84181" x="5748338" y="4081463"/>
          <p14:tracePt t="84191" x="5795963" y="4081463"/>
          <p14:tracePt t="84203" x="5837238" y="4081463"/>
          <p14:tracePt t="84214" x="5878513" y="4081463"/>
          <p14:tracePt t="84225" x="5891213" y="4081463"/>
          <p14:tracePt t="84236" x="5926138" y="4068763"/>
          <p14:tracePt t="84248" x="5938838" y="4054475"/>
          <p14:tracePt t="84259" x="5938838" y="4041775"/>
          <p14:tracePt t="84270" x="5938838" y="4014788"/>
          <p14:tracePt t="84282" x="5938838" y="3994150"/>
          <p14:tracePt t="84293" x="5926138" y="3979863"/>
          <p14:tracePt t="84304" x="5911850" y="3967163"/>
          <p14:tracePt t="84315" x="5891213" y="3967163"/>
          <p14:tracePt t="84326" x="5878513" y="3967163"/>
          <p14:tracePt t="84338" x="5864225" y="3967163"/>
          <p14:tracePt t="84349" x="5851525" y="3967163"/>
          <p14:tracePt t="84371" x="5837238" y="3967163"/>
          <p14:tracePt t="84405" x="5837238" y="3979863"/>
          <p14:tracePt t="84438" x="5824538" y="3979863"/>
          <p14:tracePt t="84453" x="5824538" y="3994150"/>
          <p14:tracePt t="84465" x="5837238" y="3994150"/>
          <p14:tracePt t="84573" x="5851525" y="3994150"/>
          <p14:tracePt t="84585" x="5864225" y="3994150"/>
          <p14:tracePt t="84597" x="5878513" y="3994150"/>
          <p14:tracePt t="84609" x="5891213" y="3994150"/>
          <p14:tracePt t="84631" x="5911850" y="3994150"/>
          <p14:tracePt t="84675" x="5911850" y="4014788"/>
          <p14:tracePt t="84688" x="5926138" y="4014788"/>
          <p14:tracePt t="84699" x="5938838" y="4014788"/>
          <p14:tracePt t="84712" x="5953125" y="4014788"/>
          <p14:tracePt t="84724" x="5967413" y="4014788"/>
          <p14:tracePt t="84737" x="5994400" y="4014788"/>
          <p14:tracePt t="84748" x="6021388" y="4014788"/>
          <p14:tracePt t="84759" x="6081713" y="4014788"/>
          <p14:tracePt t="84770" x="6122988" y="4014788"/>
          <p14:tracePt t="84778" x="6184900" y="4014788"/>
          <p14:tracePt t="84791" x="6224588" y="4014788"/>
          <p14:tracePt t="84801" x="6280150" y="4014788"/>
          <p14:tracePt t="84813" x="6340475" y="3994150"/>
          <p14:tracePt t="84824" x="6381750" y="3979863"/>
          <p14:tracePt t="84834" x="6429375" y="3967163"/>
          <p14:tracePt t="84846" x="6443663" y="3952875"/>
          <p14:tracePt t="84857" x="6456363" y="3938588"/>
          <p14:tracePt t="84868" x="6456363" y="3925888"/>
          <p14:tracePt t="84881" x="6456363" y="3911600"/>
          <p14:tracePt t="84891" x="6443663" y="3911600"/>
          <p14:tracePt t="84901" x="6429375" y="3898900"/>
          <p14:tracePt t="84913" x="6408738" y="3898900"/>
          <p14:tracePt t="84923" x="6381750" y="3898900"/>
          <p14:tracePt t="84934" x="6354763" y="3898900"/>
          <p14:tracePt t="84946" x="6340475" y="3898900"/>
          <p14:tracePt t="84957" x="6313488" y="3911600"/>
          <p14:tracePt t="84967" x="6280150" y="3911600"/>
          <p14:tracePt t="84979" x="6265863" y="3925888"/>
          <p14:tracePt t="84990" x="6265863" y="3938588"/>
          <p14:tracePt t="85001" x="6253163" y="3952875"/>
          <p14:tracePt t="85014" x="6253163" y="3967163"/>
          <p14:tracePt t="85025" x="6265863" y="3979863"/>
          <p14:tracePt t="85046" x="6280150" y="3979863"/>
          <p14:tracePt t="85058" x="6300788" y="3979863"/>
          <p14:tracePt t="85080" x="6313488" y="3979863"/>
          <p14:tracePt t="85091" x="6327775" y="3979863"/>
          <p14:tracePt t="85114" x="6340475" y="3979863"/>
          <p14:tracePt t="85147" x="6340475" y="3967163"/>
          <p14:tracePt t="85417" x="6327775" y="3967163"/>
          <p14:tracePt t="85429" x="6313488" y="3967163"/>
          <p14:tracePt t="85451" x="6300788" y="3967163"/>
          <p14:tracePt t="85484" x="6280150" y="3979863"/>
          <p14:tracePt t="85496" x="6265863" y="3979863"/>
          <p14:tracePt t="85500" x="6253163" y="3979863"/>
          <p14:tracePt t="85508" x="6238875" y="3979863"/>
          <p14:tracePt t="85519" x="6224588" y="3979863"/>
          <p14:tracePt t="85552" x="6211888" y="3979863"/>
          <p14:tracePt t="85575" x="6197600" y="3979863"/>
          <p14:tracePt t="85597" x="6184900" y="3979863"/>
          <p14:tracePt t="85642" x="6170613" y="3994150"/>
          <p14:tracePt t="85665" x="6149975" y="3994150"/>
          <p14:tracePt t="85687" x="6137275" y="4014788"/>
          <p14:tracePt t="85721" x="6122988" y="4014788"/>
          <p14:tracePt t="85733" x="6122988" y="4027488"/>
          <p14:tracePt t="85946" x="6122988" y="4014788"/>
          <p14:tracePt t="85968" x="6110288" y="4014788"/>
          <p14:tracePt t="85980" x="6110288" y="3994150"/>
          <p14:tracePt t="86003" x="6110288" y="3979863"/>
          <p14:tracePt t="86014" x="6110288" y="3967163"/>
          <p14:tracePt t="86026" x="6110288" y="3952875"/>
          <p14:tracePt t="86038" x="6096000" y="3938588"/>
          <p14:tracePt t="86048" x="6096000" y="3911600"/>
          <p14:tracePt t="86059" x="6081713" y="3884613"/>
          <p14:tracePt t="86072" x="6081713" y="3863975"/>
          <p14:tracePt t="86081" x="6069013" y="3851275"/>
          <p14:tracePt t="86093" x="6054725" y="3851275"/>
          <p14:tracePt t="86105" x="6042025" y="3836988"/>
          <p14:tracePt t="86115" x="6007100" y="3824288"/>
          <p14:tracePt t="86127" x="5980113" y="3824288"/>
          <p14:tracePt t="86138" x="5938838" y="3810000"/>
          <p14:tracePt t="86149" x="5878513" y="3795713"/>
          <p14:tracePt t="86162" x="5810250" y="3795713"/>
          <p14:tracePt t="86174" x="5735638" y="3783013"/>
          <p14:tracePt t="86184" x="5681663" y="3783013"/>
          <p14:tracePt t="86196" x="5605463" y="3783013"/>
          <p14:tracePt t="86207" x="5538788" y="3768725"/>
          <p14:tracePt t="86217" x="5476875" y="3768725"/>
          <p14:tracePt t="86228" x="5435600" y="3783013"/>
          <p14:tracePt t="86239" x="5408613" y="3783013"/>
          <p14:tracePt t="86250" x="5387975" y="3783013"/>
          <p14:tracePt t="86261" x="5375275" y="3783013"/>
          <p14:tracePt t="86273" x="5360988" y="3783013"/>
          <p14:tracePt t="86295" x="5348288" y="3783013"/>
          <p14:tracePt t="86317" x="5334000" y="3783013"/>
          <p14:tracePt t="86328" x="5307013" y="3783013"/>
          <p14:tracePt t="86340" x="5280025" y="3783013"/>
          <p14:tracePt t="86351" x="5245100" y="3783013"/>
          <p14:tracePt t="86363" x="5232400" y="3768725"/>
          <p14:tracePt t="86531" x="5259388" y="3768725"/>
          <p14:tracePt t="86533" x="5292725" y="3768725"/>
          <p14:tracePt t="86543" x="5307013" y="3768725"/>
          <p14:tracePt t="86621" x="5319713" y="3768725"/>
          <p14:tracePt t="86643" x="5334000" y="3768725"/>
          <p14:tracePt t="86656" x="5334000" y="3756025"/>
          <p14:tracePt t="86667" x="5348288" y="3756025"/>
          <p14:tracePt t="86678" x="5360988" y="3735388"/>
          <p14:tracePt t="86690" x="5375275" y="3721100"/>
          <p14:tracePt t="86700" x="5387975" y="3708400"/>
          <p14:tracePt t="86712" x="5387975" y="3681413"/>
          <p14:tracePt t="86724" x="5408613" y="3652838"/>
          <p14:tracePt t="86734" x="5408613" y="3625850"/>
          <p14:tracePt t="86745" x="5408613" y="3578225"/>
          <p14:tracePt t="86758" x="5408613" y="3524250"/>
          <p14:tracePt t="86768" x="5387975" y="3462338"/>
          <p14:tracePt t="86780" x="5387975" y="3422650"/>
          <p14:tracePt t="86791" x="5375275" y="3381375"/>
          <p14:tracePt t="86802" x="5375275" y="3348038"/>
          <p14:tracePt t="86812" x="5360988" y="3333750"/>
          <p14:tracePt t="86824" x="5348288" y="3319463"/>
          <p14:tracePt t="86835" x="5319713" y="3306763"/>
          <p14:tracePt t="86846" x="5292725" y="3292475"/>
          <p14:tracePt t="86858" x="5259388" y="3292475"/>
          <p14:tracePt t="86869" x="5232400" y="3292475"/>
          <p14:tracePt t="86880" x="5218113" y="3292475"/>
          <p14:tracePt t="86892" x="5191125" y="3292475"/>
          <p14:tracePt t="86902" x="5176838" y="3306763"/>
          <p14:tracePt t="86914" x="5149850" y="3319463"/>
          <p14:tracePt t="86925" x="5116513" y="3348038"/>
          <p14:tracePt t="86936" x="5102225" y="3381375"/>
          <p14:tracePt t="86948" x="5102225" y="3408363"/>
          <p14:tracePt t="86959" x="5102225" y="3435350"/>
          <p14:tracePt t="86970" x="5102225" y="3449638"/>
          <p14:tracePt t="86981" x="5102225" y="3462338"/>
          <p14:tracePt t="86993" x="5116513" y="3476625"/>
          <p14:tracePt t="87004" x="5129213" y="3497263"/>
          <p14:tracePt t="87016" x="5164138" y="3497263"/>
          <p14:tracePt t="87027" x="5191125" y="3497263"/>
          <p14:tracePt t="87038" x="5218113" y="3497263"/>
          <p14:tracePt t="87049" x="5232400" y="3497263"/>
          <p14:tracePt t="87060" x="5259388" y="3497263"/>
          <p14:tracePt t="87071" x="5280025" y="3497263"/>
          <p14:tracePt t="87082" x="5292725" y="3497263"/>
          <p14:tracePt t="87094" x="5307013" y="3497263"/>
          <p14:tracePt t="87106" x="5307013" y="3476625"/>
          <p14:tracePt t="87116" x="5319713" y="3462338"/>
          <p14:tracePt t="87128" x="5319713" y="3449638"/>
          <p14:tracePt t="87140" x="5319713" y="3435350"/>
          <p14:tracePt t="87150" x="5319713" y="3422650"/>
          <p14:tracePt t="87161" x="5319713" y="3408363"/>
          <p14:tracePt t="87174" x="5319713" y="3395663"/>
          <p14:tracePt t="87184" x="5307013" y="3360738"/>
          <p14:tracePt t="87195" x="5292725" y="3348038"/>
          <p14:tracePt t="87207" x="5280025" y="3319463"/>
          <p14:tracePt t="87217" x="5259388" y="3306763"/>
          <p14:tracePt t="87229" x="5232400" y="3292475"/>
          <p14:tracePt t="87241" x="5205413" y="3279775"/>
          <p14:tracePt t="87251" x="5191125" y="3279775"/>
          <p14:tracePt t="87263" x="5164138" y="3279775"/>
          <p14:tracePt t="87274" x="5149850" y="3279775"/>
          <p14:tracePt t="87285" x="5129213" y="3292475"/>
          <p14:tracePt t="87296" x="5102225" y="3306763"/>
          <p14:tracePt t="87308" x="5075238" y="3348038"/>
          <p14:tracePt t="87319" x="5048250" y="3395663"/>
          <p14:tracePt t="87330" x="5033963" y="3422650"/>
          <p14:tracePt t="87342" x="5021263" y="3449638"/>
          <p14:tracePt t="87353" x="5021263" y="3497263"/>
          <p14:tracePt t="87364" x="5033963" y="3509963"/>
          <p14:tracePt t="87375" x="5048250" y="3538538"/>
          <p14:tracePt t="87386" x="5089525" y="3551238"/>
          <p14:tracePt t="87398" x="5129213" y="3565525"/>
          <p14:tracePt t="87409" x="5176838" y="3578225"/>
          <p14:tracePt t="87420" x="5218113" y="3578225"/>
          <p14:tracePt t="87432" x="5259388" y="3578225"/>
          <p14:tracePt t="87443" x="5307013" y="3578225"/>
          <p14:tracePt t="87454" x="5334000" y="3578225"/>
          <p14:tracePt t="87465" x="5375275" y="3578225"/>
          <p14:tracePt t="87476" x="5387975" y="3578225"/>
          <p14:tracePt t="87488" x="5408613" y="3565525"/>
          <p14:tracePt t="87499" x="5408613" y="3551238"/>
          <p14:tracePt t="87510" x="5408613" y="3538538"/>
          <p14:tracePt t="87521" x="5387975" y="3509963"/>
          <p14:tracePt t="87533" x="5375275" y="3497263"/>
          <p14:tracePt t="87544" x="5348288" y="3449638"/>
          <p14:tracePt t="87556" x="5307013" y="3422650"/>
          <p14:tracePt t="87577" x="5259388" y="3395663"/>
          <p14:tracePt t="87581" x="5218113" y="3381375"/>
          <p14:tracePt t="87593" x="5176838" y="3381375"/>
          <p14:tracePt t="87602" x="5149850" y="3381375"/>
          <p14:tracePt t="87613" x="5129213" y="3381375"/>
          <p14:tracePt t="87624" x="5102225" y="3395663"/>
          <p14:tracePt t="87634" x="5089525" y="3408363"/>
          <p14:tracePt t="87645" x="5075238" y="3435350"/>
          <p14:tracePt t="87657" x="5075238" y="3462338"/>
          <p14:tracePt t="87668" x="5089525" y="3497263"/>
          <p14:tracePt t="87679" x="5102225" y="3509963"/>
          <p14:tracePt t="87691" x="5129213" y="3524250"/>
          <p14:tracePt t="87701" x="5164138" y="3524250"/>
          <p14:tracePt t="87712" x="5205413" y="3538538"/>
          <p14:tracePt t="87724" x="5245100" y="3538538"/>
          <p14:tracePt t="87735" x="5292725" y="3538538"/>
          <p14:tracePt t="87746" x="5319713" y="3538538"/>
          <p14:tracePt t="87758" x="5348288" y="3538538"/>
          <p14:tracePt t="87769" x="5375275" y="3538538"/>
          <p14:tracePt t="87781" x="5375275" y="3524250"/>
          <p14:tracePt t="87792" x="5387975" y="3524250"/>
          <p14:tracePt t="87802" x="5387975" y="3509963"/>
          <p14:tracePt t="87813" x="5387975" y="3497263"/>
          <p14:tracePt t="87825" x="5387975" y="3462338"/>
          <p14:tracePt t="87836" x="5375275" y="3435350"/>
          <p14:tracePt t="87848" x="5375275" y="3422650"/>
          <p14:tracePt t="87859" x="5360988" y="3408363"/>
          <p14:tracePt t="87870" x="5348288" y="3395663"/>
          <p14:tracePt t="87882" x="5334000" y="3395663"/>
          <p14:tracePt t="87893" x="5319713" y="3395663"/>
          <p14:tracePt t="87904" x="5307013" y="3395663"/>
          <p14:tracePt t="87915" x="5292725" y="3395663"/>
          <p14:tracePt t="87926" x="5280025" y="3408363"/>
          <p14:tracePt t="87938" x="5259388" y="3435350"/>
          <p14:tracePt t="87949" x="5245100" y="3462338"/>
          <p14:tracePt t="87960" x="5232400" y="3497263"/>
          <p14:tracePt t="87971" x="5232400" y="3509963"/>
          <p14:tracePt t="87983" x="5232400" y="3524250"/>
          <p14:tracePt t="87994" x="5245100" y="3538538"/>
          <p14:tracePt t="88006" x="5280025" y="3538538"/>
          <p14:tracePt t="88016" x="5292725" y="3551238"/>
          <p14:tracePt t="88029" x="5334000" y="3551238"/>
          <p14:tracePt t="88040" x="5375275" y="3551238"/>
          <p14:tracePt t="88050" x="5422900" y="3551238"/>
          <p14:tracePt t="88061" x="5462588" y="3551238"/>
          <p14:tracePt t="88074" x="5503863" y="3551238"/>
          <p14:tracePt t="88084" x="5538788" y="3538538"/>
          <p14:tracePt t="88095" x="5551488" y="3524250"/>
          <p14:tracePt t="88107" x="5551488" y="3497263"/>
          <p14:tracePt t="88118" x="5551488" y="3449638"/>
          <p14:tracePt t="88129" x="5538788" y="3408363"/>
          <p14:tracePt t="88141" x="5503863" y="3333750"/>
          <p14:tracePt t="88151" x="5462588" y="3279775"/>
          <p14:tracePt t="88163" x="5422900" y="3217863"/>
          <p14:tracePt t="88174" x="5375275" y="3190875"/>
          <p14:tracePt t="88185" x="5334000" y="3163888"/>
          <p14:tracePt t="88196" x="5292725" y="3149600"/>
          <p14:tracePt t="88208" x="5259388" y="3149600"/>
          <p14:tracePt t="88219" x="5218113" y="3149600"/>
          <p14:tracePt t="88230" x="5205413" y="3163888"/>
          <p14:tracePt t="88241" x="5176838" y="3190875"/>
          <p14:tracePt t="88253" x="5164138" y="3205163"/>
          <p14:tracePt t="88264" x="5129213" y="3252788"/>
          <p14:tracePt t="88276" x="5129213" y="3292475"/>
          <p14:tracePt t="88286" x="5129213" y="3319463"/>
          <p14:tracePt t="88297" x="5149850" y="3333750"/>
          <p14:tracePt t="88309" x="5164138" y="3360738"/>
          <p14:tracePt t="88320" x="5191125" y="3381375"/>
          <p14:tracePt t="88332" x="5205413" y="3395663"/>
          <p14:tracePt t="88343" x="5245100" y="3395663"/>
          <p14:tracePt t="88354" x="5280025" y="3395663"/>
          <p14:tracePt t="88365" x="5319713" y="3408363"/>
          <p14:tracePt t="88377" x="5348288" y="3408363"/>
          <p14:tracePt t="88387" x="5375275" y="3395663"/>
          <p14:tracePt t="88399" x="5387975" y="3395663"/>
          <p14:tracePt t="88410" x="5408613" y="3381375"/>
          <p14:tracePt t="88421" x="5422900" y="3381375"/>
          <p14:tracePt t="88433" x="5422900" y="3348038"/>
          <p14:tracePt t="88444" x="5422900" y="3333750"/>
          <p14:tracePt t="88456" x="5422900" y="3319463"/>
          <p14:tracePt t="88466" x="5422900" y="3306763"/>
          <p14:tracePt t="88477" x="5422900" y="3292475"/>
          <p14:tracePt t="88490" x="5408613" y="3292475"/>
          <p14:tracePt t="88523" x="5387975" y="3292475"/>
          <p14:tracePt t="88556" x="5375275" y="3306763"/>
          <p14:tracePt t="88567" x="5375275" y="3319463"/>
          <p14:tracePt t="88579" x="5360988" y="3348038"/>
          <p14:tracePt t="88591" x="5360988" y="3360738"/>
          <p14:tracePt t="88601" x="5360988" y="3381375"/>
          <p14:tracePt t="88636" x="5360988" y="3395663"/>
          <p14:tracePt t="88691" x="5348288" y="3395663"/>
          <p14:tracePt t="88702" x="5334000" y="3395663"/>
          <p14:tracePt t="88713" x="5319713" y="3408363"/>
          <p14:tracePt t="88725" x="5292725" y="3408363"/>
          <p14:tracePt t="88736" x="5280025" y="3408363"/>
          <p14:tracePt t="88747" x="5232400" y="3408363"/>
          <p14:tracePt t="88759" x="5191125" y="3422650"/>
          <p14:tracePt t="88770" x="5149850" y="3435350"/>
          <p14:tracePt t="88783" x="5089525" y="3449638"/>
          <p14:tracePt t="88793" x="5033963" y="3476625"/>
          <p14:tracePt t="88804" x="4973638" y="3509963"/>
          <p14:tracePt t="88816" x="4946650" y="3524250"/>
          <p14:tracePt t="88827" x="4905375" y="3551238"/>
          <p14:tracePt t="88838" x="4872038" y="3565525"/>
          <p14:tracePt t="88850" x="4857750" y="3578225"/>
          <p14:tracePt t="88860" x="4843463" y="3592513"/>
          <p14:tracePt t="88873" x="4830763" y="3605213"/>
          <p14:tracePt t="88883" x="4816475" y="3625850"/>
          <p14:tracePt t="88949" x="4803775" y="3625850"/>
          <p14:tracePt t="88961" x="4803775" y="3640138"/>
          <p14:tracePt t="88974" x="4789488" y="3640138"/>
          <p14:tracePt t="88984" x="4776788" y="3640138"/>
          <p14:tracePt t="88995" x="4756150" y="3640138"/>
          <p14:tracePt t="89007" x="4741863" y="3640138"/>
          <p14:tracePt t="89017" x="4714875" y="3640138"/>
          <p14:tracePt t="89029" x="4687888" y="3640138"/>
          <p14:tracePt t="89041" x="4673600" y="3640138"/>
          <p14:tracePt t="89051" x="4646613" y="3640138"/>
          <p14:tracePt t="89063" x="4613275" y="3640138"/>
          <p14:tracePt t="89074" x="4586288" y="3640138"/>
          <p14:tracePt t="89085" x="4557713" y="3640138"/>
          <p14:tracePt t="89096" x="4530725" y="3640138"/>
          <p14:tracePt t="89108" x="4483100" y="3625850"/>
          <p14:tracePt t="89119" x="4456113" y="3605213"/>
          <p14:tracePt t="89130" x="4414838" y="3605213"/>
          <p14:tracePt t="89142" x="4367213" y="3592513"/>
          <p14:tracePt t="89152" x="4327525" y="3592513"/>
          <p14:tracePt t="89164" x="4271963" y="3578225"/>
          <p14:tracePt t="89175" x="4224338" y="3578225"/>
          <p14:tracePt t="89186" x="4170363" y="3565525"/>
          <p14:tracePt t="89198" x="4122738" y="3551238"/>
          <p14:tracePt t="89209" x="4095750" y="3551238"/>
          <p14:tracePt t="89220" x="4068763" y="3551238"/>
          <p14:tracePt t="89232" x="4041775" y="3551238"/>
          <p14:tracePt t="89243" x="4027488" y="3551238"/>
          <p14:tracePt t="89254" x="4027488" y="3565525"/>
          <p14:tracePt t="89265" x="4014788" y="3565525"/>
          <p14:tracePt t="89276" x="3994150" y="3578225"/>
          <p14:tracePt t="89288" x="3979863" y="3578225"/>
          <p14:tracePt t="89300" x="3967163" y="3605213"/>
          <p14:tracePt t="89312" x="3952875" y="3640138"/>
          <p14:tracePt t="89324" x="3952875" y="3681413"/>
          <p14:tracePt t="89334" x="3952875" y="3708400"/>
          <p14:tracePt t="89345" x="3952875" y="3756025"/>
          <p14:tracePt t="89356" x="3967163" y="3783013"/>
          <p14:tracePt t="89367" x="3979863" y="3810000"/>
          <p14:tracePt t="89378" x="4027488" y="3824288"/>
          <p14:tracePt t="89390" x="4054475" y="3851275"/>
          <p14:tracePt t="89400" x="4095750" y="3863975"/>
          <p14:tracePt t="89412" x="4143375" y="3863975"/>
          <p14:tracePt t="89424" x="4184650" y="3863975"/>
          <p14:tracePt t="89434" x="4259263" y="3863975"/>
          <p14:tracePt t="89445" x="4340225" y="3851275"/>
          <p14:tracePt t="89458" x="4414838" y="3851275"/>
          <p14:tracePt t="89467" x="4483100" y="3836988"/>
          <p14:tracePt t="89479" x="4557713" y="3810000"/>
          <p14:tracePt t="89491" x="4598988" y="3795713"/>
          <p14:tracePt t="89501" x="4646613" y="3768725"/>
          <p14:tracePt t="89513" x="4660900" y="3756025"/>
          <p14:tracePt t="89524" x="4673600" y="3735388"/>
          <p14:tracePt t="89535" x="4673600" y="3721100"/>
          <p14:tracePt t="89547" x="4673600" y="3708400"/>
          <p14:tracePt t="89558" x="4673600" y="3694113"/>
          <p14:tracePt t="89625" x="4660900" y="3708400"/>
          <p14:tracePt t="89636" x="4646613" y="3721100"/>
          <p14:tracePt t="89648" x="4646613" y="3735388"/>
          <p14:tracePt t="89681" x="4613275" y="3756025"/>
          <p14:tracePt t="89685" x="4598988" y="3768725"/>
          <p14:tracePt t="89895" x="4598988" y="3756025"/>
          <p14:tracePt t="89974" x="4613275" y="3756025"/>
          <p14:tracePt t="89986" x="4613275" y="3768725"/>
          <p14:tracePt t="89997" x="4625975" y="3768725"/>
          <p14:tracePt t="90008" x="4646613" y="3768725"/>
          <p14:tracePt t="90020" x="4660900" y="3768725"/>
          <p14:tracePt t="90074" x="4673600" y="3768725"/>
          <p14:tracePt t="90930" x="4687888" y="3768725"/>
          <p14:tracePt t="91030" x="4700588" y="3768725"/>
          <p14:tracePt t="92550" x="4729163" y="3768725"/>
          <p14:tracePt t="92562" x="4843463" y="3783013"/>
          <p14:tracePt t="92574" x="5089525" y="3783013"/>
          <p14:tracePt t="92584" x="5387975" y="3783013"/>
          <p14:tracePt t="92595" x="5619750" y="3783013"/>
          <p14:tracePt t="92607" x="5926138" y="3768725"/>
          <p14:tracePt t="92617" x="6184900" y="3756025"/>
          <p14:tracePt t="92629" x="6354763" y="3735388"/>
          <p14:tracePt t="92641" x="6524625" y="3735388"/>
          <p14:tracePt t="92651" x="6626225" y="3735388"/>
          <p14:tracePt t="92663" x="6640513" y="3721100"/>
          <p14:tracePt t="92674" x="6640513" y="3735388"/>
          <p14:tracePt t="92888" x="6673850" y="3735388"/>
          <p14:tracePt t="92890" x="6729413" y="3735388"/>
          <p14:tracePt t="92899" x="6816725" y="3735388"/>
          <p14:tracePt t="92910" x="6884988" y="3735388"/>
          <p14:tracePt t="92922" x="7015163" y="3735388"/>
          <p14:tracePt t="92933" x="7170738" y="3735388"/>
          <p14:tracePt t="92944" x="7348538" y="3735388"/>
          <p14:tracePt t="92956" x="7477125" y="3721100"/>
          <p14:tracePt t="92967" x="7620000" y="3681413"/>
          <p14:tracePt t="92978" x="7789863" y="3640138"/>
          <p14:tracePt t="92992" x="7891463" y="3605213"/>
          <p14:tracePt t="93002" x="8021638" y="3538538"/>
          <p14:tracePt t="93013" x="8164513" y="3462338"/>
          <p14:tracePt t="93025" x="8266113" y="3360738"/>
          <p14:tracePt t="93035" x="8307388" y="3306763"/>
          <p14:tracePt t="93046" x="8355013" y="3205163"/>
          <p14:tracePt t="93057" x="8367713" y="3101975"/>
          <p14:tracePt t="93068" x="8367713" y="3006725"/>
          <p14:tracePt t="93079" x="8355013" y="2932113"/>
          <p14:tracePt t="93091" x="8328025" y="2843213"/>
          <p14:tracePt t="93101" x="8266113" y="2762250"/>
          <p14:tracePt t="93113" x="8239125" y="2700338"/>
          <p14:tracePt t="93124" x="8177213" y="2660650"/>
          <p14:tracePt t="93135" x="8137525" y="2633663"/>
          <p14:tracePt t="93147" x="8096250" y="2619375"/>
          <p14:tracePt t="93158" x="8069263" y="2619375"/>
          <p14:tracePt t="93169" x="8034338" y="2619375"/>
          <p14:tracePt t="93180" x="7994650" y="2633663"/>
          <p14:tracePt t="93191" x="7967663" y="2660650"/>
          <p14:tracePt t="93202" x="7920038" y="2700338"/>
          <p14:tracePt t="93214" x="7878763" y="2762250"/>
          <p14:tracePt t="93226" x="7851775" y="2830513"/>
          <p14:tracePt t="93236" x="7837488" y="2890838"/>
          <p14:tracePt t="93249" x="7837488" y="2959100"/>
          <p14:tracePt t="93259" x="7851775" y="3021013"/>
          <p14:tracePt t="93270" x="7864475" y="3062288"/>
          <p14:tracePt t="93283" x="7891463" y="3089275"/>
          <p14:tracePt t="93293" x="7932738" y="3122613"/>
          <p14:tracePt t="93304" x="8007350" y="3149600"/>
          <p14:tracePt t="93316" x="8081963" y="3149600"/>
          <p14:tracePt t="93327" x="8164513" y="3149600"/>
          <p14:tracePt t="93337" x="8239125" y="3149600"/>
          <p14:tracePt t="93349" x="8293100" y="3136900"/>
          <p14:tracePt t="93360" x="8340725" y="3122613"/>
          <p14:tracePt t="93371" x="8355013" y="3089275"/>
          <p14:tracePt t="93383" x="8367713" y="3062288"/>
          <p14:tracePt t="93394" x="8367713" y="3048000"/>
          <p14:tracePt t="93406" x="8355013" y="3021013"/>
          <p14:tracePt t="93417" x="8340725" y="2973388"/>
          <p14:tracePt t="93428" x="8293100" y="2946400"/>
          <p14:tracePt t="93440" x="8266113" y="2919413"/>
          <p14:tracePt t="93450" x="8212138" y="2890838"/>
          <p14:tracePt t="93462" x="8137525" y="2878138"/>
          <p14:tracePt t="93474" x="8081963" y="2878138"/>
          <p14:tracePt t="93484" x="7994650" y="2878138"/>
          <p14:tracePt t="93495" x="7920038" y="2890838"/>
          <p14:tracePt t="93507" x="7851775" y="2919413"/>
          <p14:tracePt t="93517" x="7804150" y="2946400"/>
          <p14:tracePt t="93529" x="7762875" y="2994025"/>
          <p14:tracePt t="93541" x="7735888" y="3062288"/>
          <p14:tracePt t="93551" x="7721600" y="3101975"/>
          <p14:tracePt t="93563" x="7721600" y="3163888"/>
          <p14:tracePt t="93574" x="7735888" y="3217863"/>
          <p14:tracePt t="93585" x="7762875" y="3265488"/>
          <p14:tracePt t="93597" x="7789863" y="3279775"/>
          <p14:tracePt t="93608" x="7824788" y="3306763"/>
          <p14:tracePt t="93619" x="7864475" y="3306763"/>
          <p14:tracePt t="93630" x="7920038" y="3306763"/>
          <p14:tracePt t="93642" x="7953375" y="3306763"/>
          <p14:tracePt t="93652" x="8007350" y="3306763"/>
          <p14:tracePt t="93664" x="8034338" y="3306763"/>
          <p14:tracePt t="93675" x="8034338" y="3292475"/>
          <p14:tracePt t="93686" x="8048625" y="3292475"/>
          <p14:tracePt t="93698" x="8034338" y="3292475"/>
          <p14:tracePt t="93709" x="8034338" y="3279775"/>
          <p14:tracePt t="93720" x="8021638" y="3279775"/>
          <p14:tracePt t="93731" x="7980363" y="3279775"/>
          <p14:tracePt t="93743" x="7932738" y="3265488"/>
          <p14:tracePt t="93900" x="7953375" y="3265488"/>
          <p14:tracePt t="93911" x="7967663" y="3265488"/>
          <p14:tracePt t="93923" x="7953375" y="3265488"/>
          <p14:tracePt t="93945" x="7920038" y="3252788"/>
          <p14:tracePt t="93957" x="7878763" y="3252788"/>
          <p14:tracePt t="93968" x="7851775" y="3232150"/>
          <p14:tracePt t="93979" x="7789863" y="3217863"/>
          <p14:tracePt t="93991" x="7721600" y="3205163"/>
          <p14:tracePt t="94001" x="7646988" y="3190875"/>
          <p14:tracePt t="94013" x="7566025" y="3176588"/>
          <p14:tracePt t="94025" x="7477125" y="3149600"/>
          <p14:tracePt t="94035" x="7415213" y="3149600"/>
          <p14:tracePt t="94046" x="7375525" y="3136900"/>
          <p14:tracePt t="94059" x="7319963" y="3136900"/>
          <p14:tracePt t="94069" x="7286625" y="3136900"/>
          <p14:tracePt t="94080" x="7272338" y="3149600"/>
          <p14:tracePt t="94092" x="7259638" y="3149600"/>
          <p14:tracePt t="94103" x="7245350" y="3163888"/>
          <p14:tracePt t="94125" x="7245350" y="3176588"/>
          <p14:tracePt t="94136" x="7245350" y="3190875"/>
          <p14:tracePt t="94147" x="7245350" y="3205163"/>
          <p14:tracePt t="94159" x="7245350" y="3217863"/>
          <p14:tracePt t="94181" x="7259638" y="3232150"/>
          <p14:tracePt t="94204" x="7272338" y="3252788"/>
          <p14:tracePt t="94237" x="7286625" y="3252788"/>
          <p14:tracePt t="94248" x="7286625" y="3232150"/>
          <p14:tracePt t="94271" x="7286625" y="3217863"/>
          <p14:tracePt t="94282" x="7286625" y="3205163"/>
          <p14:tracePt t="94294" x="7272338" y="3176588"/>
          <p14:tracePt t="94305" x="7259638" y="3163888"/>
          <p14:tracePt t="94318" x="7259638" y="3136900"/>
          <p14:tracePt t="94328" x="7245350" y="3122613"/>
          <p14:tracePt t="94339" x="7232650" y="3101975"/>
          <p14:tracePt t="94352" x="7218363" y="3101975"/>
          <p14:tracePt t="94428" x="7205663" y="3122613"/>
          <p14:tracePt t="94440" x="7205663" y="3136900"/>
          <p14:tracePt t="94452" x="7205663" y="3149600"/>
          <p14:tracePt t="94463" x="7205663" y="3163888"/>
          <p14:tracePt t="94475" x="7205663" y="3176588"/>
          <p14:tracePt t="94485" x="7205663" y="3190875"/>
          <p14:tracePt t="94496" x="7218363" y="3205163"/>
          <p14:tracePt t="94508" x="7232650" y="3217863"/>
          <p14:tracePt t="94519" x="7245350" y="3217863"/>
          <p14:tracePt t="94530" x="7272338" y="3232150"/>
          <p14:tracePt t="94542" x="7307263" y="3232150"/>
          <p14:tracePt t="94553" x="7334250" y="3232150"/>
          <p14:tracePt t="94564" x="7361238" y="3232150"/>
          <p14:tracePt t="94576" x="7402513" y="3217863"/>
          <p14:tracePt t="94586" x="7435850" y="3205163"/>
          <p14:tracePt t="94598" x="7450138" y="3205163"/>
          <p14:tracePt t="94609" x="7462838" y="3190875"/>
          <p14:tracePt t="94631" x="7462838" y="3176588"/>
          <p14:tracePt t="94687" x="7462838" y="3190875"/>
          <p14:tracePt t="94698" x="7450138" y="3205163"/>
          <p14:tracePt t="94710" x="7450138" y="3217863"/>
          <p14:tracePt t="94721" x="7450138" y="3232150"/>
          <p14:tracePt t="94734" x="7450138" y="3265488"/>
          <p14:tracePt t="94744" x="7462838" y="3279775"/>
          <p14:tracePt t="94755" x="7491413" y="3306763"/>
          <p14:tracePt t="94767" x="7504113" y="3319463"/>
          <p14:tracePt t="94778" x="7545388" y="3348038"/>
          <p14:tracePt t="94789" x="7593013" y="3360738"/>
          <p14:tracePt t="94801" x="7620000" y="3381375"/>
          <p14:tracePt t="94812" x="7661275" y="3381375"/>
          <p14:tracePt t="94823" x="7694613" y="3381375"/>
          <p14:tracePt t="94834" x="7721600" y="3381375"/>
          <p14:tracePt t="94845" x="7735888" y="3381375"/>
          <p14:tracePt t="94924" x="7721600" y="3395663"/>
          <p14:tracePt t="94935" x="7708900" y="3408363"/>
          <p14:tracePt t="94937" x="7694613" y="3422650"/>
          <p14:tracePt t="94947" x="7673975" y="3449638"/>
          <p14:tracePt t="94961" x="7646988" y="3476625"/>
          <p14:tracePt t="94971" x="7634288" y="3509963"/>
          <p14:tracePt t="94981" x="7634288" y="3551238"/>
          <p14:tracePt t="94992" x="7620000" y="3578225"/>
          <p14:tracePt t="95003" x="7620000" y="3592513"/>
          <p14:tracePt t="95014" x="7634288" y="3605213"/>
          <p14:tracePt t="95026" x="7646988" y="3625850"/>
          <p14:tracePt t="95036" x="7673975" y="3625850"/>
          <p14:tracePt t="95048" x="7694613" y="3625850"/>
          <p14:tracePt t="95060" x="7735888" y="3625850"/>
          <p14:tracePt t="95070" x="7777163" y="3625850"/>
          <p14:tracePt t="95081" x="7789863" y="3625850"/>
          <p14:tracePt t="95094" x="7824788" y="3625850"/>
          <p14:tracePt t="95104" x="7851775" y="3625850"/>
          <p14:tracePt t="95115" x="7864475" y="3625850"/>
          <p14:tracePt t="95137" x="7851775" y="3625850"/>
          <p14:tracePt t="95149" x="7851775" y="3605213"/>
          <p14:tracePt t="95419" x="7864475" y="3605213"/>
          <p14:tracePt t="95452" x="7864475" y="3592513"/>
          <p14:tracePt t="95497" x="7864475" y="3578225"/>
          <p14:tracePt t="95542" x="7878763" y="3578225"/>
          <p14:tracePt t="95565" x="7891463" y="3578225"/>
          <p14:tracePt t="95588" x="7905750" y="3578225"/>
          <p14:tracePt t="95621" x="7920038" y="3578225"/>
          <p14:tracePt t="95655" x="7932738" y="3578225"/>
          <p14:tracePt t="95677" x="7953375" y="3565525"/>
          <p14:tracePt t="95689" x="7953375" y="3551238"/>
          <p14:tracePt t="95701" x="7967663" y="3551238"/>
          <p14:tracePt t="95713" x="7967663" y="3538538"/>
          <p14:tracePt t="95725" x="7967663" y="3524250"/>
          <p14:tracePt t="95734" x="7967663" y="3509963"/>
          <p14:tracePt t="95790" x="7953375" y="3509963"/>
          <p14:tracePt t="95802" x="7932738" y="3509963"/>
          <p14:tracePt t="95813" x="7920038" y="3509963"/>
          <p14:tracePt t="95971" x="7920038" y="3497263"/>
          <p14:tracePt t="95982" x="7920038" y="3476625"/>
          <p14:tracePt t="96015" x="7920038" y="3462338"/>
          <p14:tracePt t="96082" x="7920038" y="3476625"/>
          <p14:tracePt t="96095" x="7905750" y="3476625"/>
          <p14:tracePt t="96106" x="7891463" y="3476625"/>
          <p14:tracePt t="96117" x="7891463" y="3497263"/>
          <p14:tracePt t="96130" x="7864475" y="3509963"/>
          <p14:tracePt t="96139" x="7864475" y="3524250"/>
          <p14:tracePt t="96150" x="7851775" y="3524250"/>
          <p14:tracePt t="96163" x="7837488" y="3538538"/>
          <p14:tracePt t="96173" x="7824788" y="3565525"/>
          <p14:tracePt t="96185" x="7804150" y="3592513"/>
          <p14:tracePt t="96198" x="7804150" y="3605213"/>
          <p14:tracePt t="96208" x="7777163" y="3652838"/>
          <p14:tracePt t="96218" x="7762875" y="3708400"/>
          <p14:tracePt t="96230" x="7735888" y="3735388"/>
          <p14:tracePt t="96241" x="7721600" y="3783013"/>
          <p14:tracePt t="96252" x="7708900" y="3824288"/>
          <p14:tracePt t="96264" x="7694613" y="3851275"/>
          <p14:tracePt t="96274" x="7694613" y="3863975"/>
          <p14:tracePt t="96285" x="7694613" y="3884613"/>
          <p14:tracePt t="96297" x="7694613" y="3898900"/>
          <p14:tracePt t="96308" x="7708900" y="3911600"/>
          <p14:tracePt t="96319" x="7735888" y="3911600"/>
          <p14:tracePt t="96330" x="7762875" y="3925888"/>
          <p14:tracePt t="96341" x="7804150" y="3925888"/>
          <p14:tracePt t="96352" x="7851775" y="3925888"/>
          <p14:tracePt t="96364" x="7891463" y="3925888"/>
          <p14:tracePt t="96375" x="7920038" y="3925888"/>
          <p14:tracePt t="96387" x="7967663" y="3911600"/>
          <p14:tracePt t="96398" x="7994650" y="3911600"/>
          <p14:tracePt t="96409" x="8007350" y="3884613"/>
          <p14:tracePt t="96421" x="8021638" y="3863975"/>
          <p14:tracePt t="96432" x="8021638" y="3836988"/>
          <p14:tracePt t="96443" x="8021638" y="3810000"/>
          <p14:tracePt t="96454" x="8007350" y="3783013"/>
          <p14:tracePt t="96465" x="7980363" y="3756025"/>
          <p14:tracePt t="96476" x="7953375" y="3756025"/>
          <p14:tracePt t="96489" x="7905750" y="3735388"/>
          <p14:tracePt t="96500" x="7864475" y="3735388"/>
          <p14:tracePt t="96510" x="7837488" y="3756025"/>
          <p14:tracePt t="96522" x="7789863" y="3768725"/>
          <p14:tracePt t="96533" x="7748588" y="3795713"/>
          <p14:tracePt t="96545" x="7708900" y="3836988"/>
          <p14:tracePt t="96556" x="7694613" y="3863975"/>
          <p14:tracePt t="96567" x="7673975" y="3898900"/>
          <p14:tracePt t="96579" x="7673975" y="3938588"/>
          <p14:tracePt t="96589" x="7694613" y="3967163"/>
          <p14:tracePt t="96600" x="7735888" y="4014788"/>
          <p14:tracePt t="96613" x="7777163" y="4041775"/>
          <p14:tracePt t="96623" x="7851775" y="4068763"/>
          <p14:tracePt t="96634" x="7891463" y="4081463"/>
          <p14:tracePt t="96646" x="7953375" y="4081463"/>
          <p14:tracePt t="96656" x="8007350" y="4081463"/>
          <p14:tracePt t="96667" x="8069263" y="4068763"/>
          <p14:tracePt t="96680" x="8096250" y="4068763"/>
          <p14:tracePt t="96690" x="8123238" y="4054475"/>
          <p14:tracePt t="96702" x="8137525" y="4027488"/>
          <p14:tracePt t="96713" x="8137525" y="4014788"/>
          <p14:tracePt t="96724" x="8137525" y="3979863"/>
          <p14:tracePt t="96735" x="8137525" y="3952875"/>
          <p14:tracePt t="96746" x="8123238" y="3925888"/>
          <p14:tracePt t="96758" x="8110538" y="3925888"/>
          <p14:tracePt t="96769" x="8081963" y="3925888"/>
          <p14:tracePt t="96782" x="8048625" y="3925888"/>
          <p14:tracePt t="96791" x="8021638" y="3925888"/>
          <p14:tracePt t="96803" x="7980363" y="3938588"/>
          <p14:tracePt t="96815" x="7953375" y="3967163"/>
          <p14:tracePt t="96825" x="7920038" y="3994150"/>
          <p14:tracePt t="96837" x="7905750" y="4027488"/>
          <p14:tracePt t="96848" x="7905750" y="4054475"/>
          <p14:tracePt t="96859" x="7920038" y="4068763"/>
          <p14:tracePt t="96870" x="7920038" y="4081463"/>
          <p14:tracePt t="96882" x="7953375" y="4081463"/>
          <p14:tracePt t="96892" x="7994650" y="4095750"/>
          <p14:tracePt t="96905" x="8021638" y="4110038"/>
          <p14:tracePt t="96915" x="8034338" y="4110038"/>
          <p14:tracePt t="96926" x="8048625" y="4110038"/>
          <p14:tracePt t="96938" x="8034338" y="4095750"/>
          <p14:tracePt t="97072" x="8048625" y="4095750"/>
          <p14:tracePt t="97095" x="8069263" y="4095750"/>
          <p14:tracePt t="97106" x="8096250" y="4095750"/>
          <p14:tracePt t="97129" x="8110538" y="4095750"/>
          <p14:tracePt t="97131" x="8150225" y="4095750"/>
          <p14:tracePt t="97141" x="8177213" y="4081463"/>
          <p14:tracePt t="97152" x="8197850" y="4068763"/>
          <p14:tracePt t="97165" x="8224838" y="4054475"/>
          <p14:tracePt t="97175" x="8253413" y="4041775"/>
          <p14:tracePt t="97186" x="8266113" y="4014788"/>
          <p14:tracePt t="97198" x="8266113" y="3979863"/>
          <p14:tracePt t="97207" x="8266113" y="3952875"/>
          <p14:tracePt t="97219" x="8253413" y="3911600"/>
          <p14:tracePt t="97231" x="8239125" y="3863975"/>
          <p14:tracePt t="97241" x="8212138" y="3824288"/>
          <p14:tracePt t="97253" x="8164513" y="3795713"/>
          <p14:tracePt t="97265" x="8137525" y="3768725"/>
          <p14:tracePt t="97275" x="8096250" y="3756025"/>
          <p14:tracePt t="97286" x="8048625" y="3756025"/>
          <p14:tracePt t="97298" x="7994650" y="3768725"/>
          <p14:tracePt t="97309" x="7953375" y="3768725"/>
          <p14:tracePt t="97320" x="7891463" y="3795713"/>
          <p14:tracePt t="97332" x="7851775" y="3836988"/>
          <p14:tracePt t="97343" x="7804150" y="3898900"/>
          <p14:tracePt t="97354" x="7777163" y="3938588"/>
          <p14:tracePt t="97366" x="7748588" y="4014788"/>
          <p14:tracePt t="97376" x="7748588" y="4068763"/>
          <p14:tracePt t="97388" x="7762875" y="4110038"/>
          <p14:tracePt t="97399" x="7777163" y="4143375"/>
          <p14:tracePt t="97410" x="7804150" y="4170363"/>
          <p14:tracePt t="97422" x="7851775" y="4184650"/>
          <p14:tracePt t="97433" x="7891463" y="4197350"/>
          <p14:tracePt t="97444" x="7953375" y="4197350"/>
          <p14:tracePt t="97466" x="7994650" y="4197350"/>
          <p14:tracePt t="97469" x="8069263" y="4197350"/>
          <p14:tracePt t="97478" x="8110538" y="4184650"/>
          <p14:tracePt t="97491" x="8150225" y="4170363"/>
          <p14:tracePt t="97502" x="8197850" y="4143375"/>
          <p14:tracePt t="97511" x="8224838" y="4122738"/>
          <p14:tracePt t="97523" x="8239125" y="4081463"/>
          <p14:tracePt t="97534" x="8239125" y="4041775"/>
          <p14:tracePt t="97545" x="8224838" y="3994150"/>
          <p14:tracePt t="97557" x="8212138" y="3952875"/>
          <p14:tracePt t="97568" x="8150225" y="3898900"/>
          <p14:tracePt t="97580" x="8096250" y="3836988"/>
          <p14:tracePt t="97590" x="8048625" y="3795713"/>
          <p14:tracePt t="97601" x="7994650" y="3768725"/>
          <p14:tracePt t="97614" x="7920038" y="3756025"/>
          <p14:tracePt t="97624" x="7878763" y="3756025"/>
          <p14:tracePt t="97636" x="7851775" y="3756025"/>
          <p14:tracePt t="97647" x="7804150" y="3768725"/>
          <p14:tracePt t="97658" x="7762875" y="3795713"/>
          <p14:tracePt t="97669" x="7735888" y="3824288"/>
          <p14:tracePt t="97681" x="7708900" y="3851275"/>
          <p14:tracePt t="97691" x="7694613" y="3884613"/>
          <p14:tracePt t="97703" x="7673975" y="3911600"/>
          <p14:tracePt t="97714" x="7673975" y="3925888"/>
          <p14:tracePt t="97725" x="7673975" y="3967163"/>
          <p14:tracePt t="97736" x="7673975" y="3994150"/>
          <p14:tracePt t="97748" x="7694613" y="4014788"/>
          <p14:tracePt t="97759" x="7721600" y="4041775"/>
          <p14:tracePt t="97771" x="7762875" y="4054475"/>
          <p14:tracePt t="97782" x="7804150" y="4068763"/>
          <p14:tracePt t="97792" x="7851775" y="4081463"/>
          <p14:tracePt t="97804" x="7891463" y="4081463"/>
          <p14:tracePt t="97815" x="7932738" y="4081463"/>
          <p14:tracePt t="97826" x="7994650" y="4081463"/>
          <p14:tracePt t="97838" x="8021638" y="4081463"/>
          <p14:tracePt t="97849" x="8069263" y="4081463"/>
          <p14:tracePt t="97860" x="8096250" y="4068763"/>
          <p14:tracePt t="97871" x="8110538" y="4068763"/>
          <p14:tracePt t="97883" x="8123238" y="4054475"/>
          <p14:tracePt t="97894" x="8137525" y="4041775"/>
          <p14:tracePt t="97906" x="8137525" y="4027488"/>
          <p14:tracePt t="97916" x="8137525" y="4014788"/>
          <p14:tracePt t="97928" x="8137525" y="3979863"/>
          <p14:tracePt t="97939" x="8123238" y="3952875"/>
          <p14:tracePt t="97950" x="8123238" y="3938588"/>
          <p14:tracePt t="97961" x="8110538" y="3925888"/>
          <p14:tracePt t="97974" x="8081963" y="3898900"/>
          <p14:tracePt t="97985" x="8069263" y="3898900"/>
          <p14:tracePt t="97995" x="8034338" y="3884613"/>
          <p14:tracePt t="98007" x="8007350" y="3884613"/>
          <p14:tracePt t="98018" x="7980363" y="3863975"/>
          <p14:tracePt t="98030" x="7932738" y="3884613"/>
          <p14:tracePt t="98040" x="7905750" y="3884613"/>
          <p14:tracePt t="98063" x="7851775" y="3911600"/>
          <p14:tracePt t="98066" x="7789863" y="3952875"/>
          <p14:tracePt t="98075" x="7762875" y="3979863"/>
          <p14:tracePt t="98087" x="7735888" y="4027488"/>
          <p14:tracePt t="98099" x="7708900" y="4068763"/>
          <p14:tracePt t="98109" x="7694613" y="4095750"/>
          <p14:tracePt t="98119" x="7694613" y="4110038"/>
          <p14:tracePt t="98131" x="7694613" y="4122738"/>
          <p14:tracePt t="98141" x="7708900" y="4143375"/>
          <p14:tracePt t="98152" x="7721600" y="4143375"/>
          <p14:tracePt t="98165" x="7748588" y="4157663"/>
          <p14:tracePt t="98175" x="7789863" y="4170363"/>
          <p14:tracePt t="98186" x="7824788" y="4170363"/>
          <p14:tracePt t="98198" x="7864475" y="4170363"/>
          <p14:tracePt t="98209" x="7905750" y="4184650"/>
          <p14:tracePt t="98220" x="7980363" y="4184650"/>
          <p14:tracePt t="98232" x="8021638" y="4184650"/>
          <p14:tracePt t="98243" x="8081963" y="4170363"/>
          <p14:tracePt t="98254" x="8137525" y="4170363"/>
          <p14:tracePt t="98265" x="8177213" y="4157663"/>
          <p14:tracePt t="98276" x="8212138" y="4143375"/>
          <p14:tracePt t="98287" x="8239125" y="4122738"/>
          <p14:tracePt t="98299" x="8253413" y="4095750"/>
          <p14:tracePt t="98310" x="8266113" y="4081463"/>
          <p14:tracePt t="98321" x="8266113" y="4054475"/>
          <p14:tracePt t="98333" x="8266113" y="4041775"/>
          <p14:tracePt t="98344" x="8253413" y="4014788"/>
          <p14:tracePt t="98356" x="8253413" y="3979863"/>
          <p14:tracePt t="98367" x="8239125" y="3952875"/>
          <p14:tracePt t="98378" x="8224838" y="3938588"/>
          <p14:tracePt t="98389" x="8197850" y="3925888"/>
          <p14:tracePt t="98411" x="8177213" y="3911600"/>
          <p14:tracePt t="98415" x="8164513" y="3898900"/>
          <p14:tracePt t="98424" x="8137525" y="3898900"/>
          <p14:tracePt t="98436" x="8110538" y="3898900"/>
          <p14:tracePt t="98447" x="8069263" y="3898900"/>
          <p14:tracePt t="98456" x="8034338" y="3898900"/>
          <p14:tracePt t="98467" x="7994650" y="3898900"/>
          <p14:tracePt t="98479" x="7967663" y="3898900"/>
          <p14:tracePt t="98490" x="7932738" y="3911600"/>
          <p14:tracePt t="98501" x="7891463" y="3938588"/>
          <p14:tracePt t="98514" x="7864475" y="3952875"/>
          <p14:tracePt t="98524" x="7851775" y="3979863"/>
          <p14:tracePt t="98535" x="7837488" y="4014788"/>
          <p14:tracePt t="98548" x="7837488" y="4054475"/>
          <p14:tracePt t="98558" x="7837488" y="4068763"/>
          <p14:tracePt t="98569" x="7837488" y="4081463"/>
          <p14:tracePt t="98581" x="7837488" y="4095750"/>
          <p14:tracePt t="98603" x="7851775" y="4110038"/>
          <p14:tracePt t="98614" x="7864475" y="4110038"/>
          <p14:tracePt t="98625" x="7891463" y="4110038"/>
          <p14:tracePt t="98636" x="7905750" y="4122738"/>
          <p14:tracePt t="98648" x="7932738" y="4122738"/>
          <p14:tracePt t="98659" x="7967663" y="4122738"/>
          <p14:tracePt t="98670" x="7980363" y="4122738"/>
          <p14:tracePt t="98682" x="8007350" y="4110038"/>
          <p14:tracePt t="98692" x="8021638" y="4110038"/>
          <p14:tracePt t="98704" x="8034338" y="4095750"/>
          <p14:tracePt t="98716" x="8048625" y="4095750"/>
          <p14:tracePt t="98726" x="8048625" y="4081463"/>
          <p14:tracePt t="98738" x="8069263" y="4081463"/>
          <p14:tracePt t="98749" x="8069263" y="4068763"/>
          <p14:tracePt t="98907" x="8081963" y="4068763"/>
          <p14:tracePt t="98918" x="8081963" y="4054475"/>
          <p14:tracePt t="98930" x="8096250" y="4041775"/>
          <p14:tracePt t="98942" x="8096250" y="4027488"/>
          <p14:tracePt t="98951" x="8110538" y="3994150"/>
          <p14:tracePt t="98963" x="8110538" y="3967163"/>
          <p14:tracePt t="98975" x="8110538" y="3938588"/>
          <p14:tracePt t="98985" x="8096250" y="3911600"/>
          <p14:tracePt t="98997" x="8096250" y="3884613"/>
          <p14:tracePt t="99009" x="8081963" y="3851275"/>
          <p14:tracePt t="99019" x="8081963" y="3836988"/>
          <p14:tracePt t="99030" x="8069263" y="3824288"/>
          <p14:tracePt t="99043" x="8034338" y="3810000"/>
          <p14:tracePt t="99053" x="8007350" y="3810000"/>
          <p14:tracePt t="99064" x="7980363" y="3795713"/>
          <p14:tracePt t="99076" x="7953375" y="3795713"/>
          <p14:tracePt t="99086" x="7905750" y="3795713"/>
          <p14:tracePt t="99109" x="7864475" y="3810000"/>
          <p14:tracePt t="99112" x="7837488" y="3824288"/>
          <p14:tracePt t="99121" x="7804150" y="3851275"/>
          <p14:tracePt t="99132" x="7777163" y="3863975"/>
          <p14:tracePt t="99145" x="7762875" y="3898900"/>
          <p14:tracePt t="99155" x="7762875" y="3911600"/>
          <p14:tracePt t="99166" x="7748588" y="3938588"/>
          <p14:tracePt t="99177" x="7748588" y="3952875"/>
          <p14:tracePt t="99188" x="7762875" y="3967163"/>
          <p14:tracePt t="99199" x="7762875" y="3979863"/>
          <p14:tracePt t="99210" x="7789863" y="3994150"/>
          <p14:tracePt t="99221" x="7824788" y="4014788"/>
          <p14:tracePt t="99233" x="7851775" y="4027488"/>
          <p14:tracePt t="99244" x="7905750" y="4027488"/>
          <p14:tracePt t="99255" x="7967663" y="4041775"/>
          <p14:tracePt t="99267" x="8021638" y="4041775"/>
          <p14:tracePt t="99278" x="8081963" y="4041775"/>
          <p14:tracePt t="99289" x="8150225" y="4027488"/>
          <p14:tracePt t="99301" x="8212138" y="4014788"/>
          <p14:tracePt t="99312" x="8239125" y="3994150"/>
          <p14:tracePt t="99323" x="8266113" y="3952875"/>
          <p14:tracePt t="99334" x="8280400" y="3911600"/>
          <p14:tracePt t="99345" x="8280400" y="3863975"/>
          <p14:tracePt t="99356" x="8280400" y="3824288"/>
          <p14:tracePt t="99368" x="8253413" y="3768725"/>
          <p14:tracePt t="99379" x="8224838" y="3721100"/>
          <p14:tracePt t="99390" x="8197850" y="3708400"/>
          <p14:tracePt t="99402" x="8164513" y="3694113"/>
          <p14:tracePt t="99413" x="8123238" y="3694113"/>
          <p14:tracePt t="99425" x="8069263" y="3694113"/>
          <p14:tracePt t="99435" x="8034338" y="3694113"/>
          <p14:tracePt t="99446" x="7980363" y="3708400"/>
          <p14:tracePt t="99459" x="7920038" y="3735388"/>
          <p14:tracePt t="99469" x="7864475" y="3768725"/>
          <p14:tracePt t="99480" x="7837488" y="3795713"/>
          <p14:tracePt t="99493" x="7804150" y="3824288"/>
          <p14:tracePt t="99503" x="7789863" y="3851275"/>
          <p14:tracePt t="99514" x="7777163" y="3863975"/>
          <p14:tracePt t="99526" x="7777163" y="3898900"/>
          <p14:tracePt t="99536" x="7777163" y="3911600"/>
          <p14:tracePt t="99547" x="7777163" y="3925888"/>
          <p14:tracePt t="99559" x="7789863" y="3938588"/>
          <p14:tracePt t="99570" x="7804150" y="3952875"/>
          <p14:tracePt t="99582" x="7824788" y="3967163"/>
          <p14:tracePt t="99593" x="7851775" y="3979863"/>
          <p14:tracePt t="99604" x="7878763" y="3979863"/>
          <p14:tracePt t="99615" x="7920038" y="3979863"/>
          <p14:tracePt t="99627" x="7967663" y="3979863"/>
          <p14:tracePt t="99638" x="7994650" y="3979863"/>
          <p14:tracePt t="99649" x="8069263" y="3979863"/>
          <p14:tracePt t="99661" x="8123238" y="3979863"/>
          <p14:tracePt t="99671" x="8177213" y="3967163"/>
          <p14:tracePt t="99694" x="8239125" y="3938588"/>
          <p14:tracePt t="99697" x="8266113" y="3911600"/>
          <p14:tracePt t="99706" x="8293100" y="3884613"/>
          <p14:tracePt t="99718" x="8307388" y="3851275"/>
          <p14:tracePt t="99729" x="8307388" y="3810000"/>
          <p14:tracePt t="99739" x="8307388" y="3795713"/>
          <p14:tracePt t="99750" x="8307388" y="3768725"/>
          <p14:tracePt t="99761" x="8307388" y="3756025"/>
          <p14:tracePt t="99772" x="8293100" y="3721100"/>
          <p14:tracePt t="99785" x="8266113" y="3708400"/>
          <p14:tracePt t="99796" x="8239125" y="3694113"/>
          <p14:tracePt t="99806" x="8177213" y="3694113"/>
          <p14:tracePt t="99818" x="8123238" y="3694113"/>
          <p14:tracePt t="99829" x="8069263" y="3694113"/>
          <p14:tracePt t="99840" x="7994650" y="3694113"/>
          <p14:tracePt t="99852" x="7920038" y="3708400"/>
          <p14:tracePt t="99863" x="7851775" y="3721100"/>
          <p14:tracePt t="99875" x="7804150" y="3756025"/>
          <p14:tracePt t="99885" x="7748588" y="3783013"/>
          <p14:tracePt t="99897" x="7708900" y="3824288"/>
          <p14:tracePt t="99909" x="7673975" y="3863975"/>
          <p14:tracePt t="99919" x="7673975" y="3898900"/>
          <p14:tracePt t="99930" x="7673975" y="3911600"/>
          <p14:tracePt t="99943" x="7673975" y="3938588"/>
          <p14:tracePt t="99953" x="7694613" y="3952875"/>
          <p14:tracePt t="99964" x="7721600" y="3952875"/>
          <p14:tracePt t="99976" x="7748588" y="3967163"/>
          <p14:tracePt t="99986" x="7804150" y="3979863"/>
          <p14:tracePt t="99997" x="7851775" y="3979863"/>
          <p14:tracePt t="100009" x="7932738" y="3979863"/>
          <p14:tracePt t="100020" x="7994650" y="3967163"/>
          <p14:tracePt t="100031" x="8034338" y="3952875"/>
          <p14:tracePt t="100043" x="8081963" y="3925888"/>
          <p14:tracePt t="100054" x="8110538" y="3898900"/>
          <p14:tracePt t="100065" x="8123238" y="3863975"/>
          <p14:tracePt t="100077" x="8123238" y="3836988"/>
          <p14:tracePt t="100088" x="8123238" y="3810000"/>
          <p14:tracePt t="100099" x="8110538" y="3795713"/>
          <p14:tracePt t="100111" x="8096250" y="3783013"/>
          <p14:tracePt t="100121" x="8081963" y="3768725"/>
          <p14:tracePt t="100133" x="8048625" y="3768725"/>
          <p14:tracePt t="100166" x="8021638" y="3756025"/>
          <p14:tracePt t="100170" x="8007350" y="3756025"/>
          <p14:tracePt t="100179" x="7994650" y="3756025"/>
          <p14:tracePt t="100182" x="7980363" y="3756025"/>
          <p14:tracePt t="100193" x="7967663" y="3756025"/>
          <p14:tracePt t="100202" x="7953375" y="3768725"/>
          <p14:tracePt t="100212" x="7932738" y="3768725"/>
          <p14:tracePt t="100223" x="7920038" y="3768725"/>
          <p14:tracePt t="100234" x="7905750" y="3768725"/>
          <p14:tracePt t="100245" x="7878763" y="3783013"/>
          <p14:tracePt t="100267" x="7864475" y="3783013"/>
          <p14:tracePt t="100279" x="7864475" y="3795713"/>
          <p14:tracePt t="100301" x="7878763" y="3795713"/>
          <p14:tracePt t="100313" x="7891463" y="3810000"/>
          <p14:tracePt t="100325" x="7920038" y="3810000"/>
          <p14:tracePt t="100335" x="7953375" y="3810000"/>
          <p14:tracePt t="100346" x="8007350" y="3810000"/>
          <p14:tracePt t="100359" x="8048625" y="3810000"/>
          <p14:tracePt t="100369" x="8110538" y="3810000"/>
          <p14:tracePt t="100380" x="8164513" y="3810000"/>
          <p14:tracePt t="100393" x="8212138" y="3810000"/>
          <p14:tracePt t="100402" x="8253413" y="3810000"/>
          <p14:tracePt t="100414" x="8266113" y="3810000"/>
          <p14:tracePt t="100426" x="8280400" y="3810000"/>
          <p14:tracePt t="100481" x="8266113" y="3810000"/>
          <p14:tracePt t="100493" x="8253413" y="3810000"/>
          <p14:tracePt t="100504" x="8239125" y="3810000"/>
          <p14:tracePt t="100515" x="8224838" y="3810000"/>
          <p14:tracePt t="100527" x="8212138" y="3810000"/>
          <p14:tracePt t="100537" x="8177213" y="3810000"/>
          <p14:tracePt t="100560" x="8164513" y="3810000"/>
          <p14:tracePt t="100672" x="8177213" y="3810000"/>
          <p14:tracePt t="100683" x="8212138" y="3810000"/>
          <p14:tracePt t="100695" x="8239125" y="3810000"/>
          <p14:tracePt t="100706" x="8266113" y="3810000"/>
          <p14:tracePt t="100720" x="8293100" y="3810000"/>
          <p14:tracePt t="100730" x="8307388" y="3810000"/>
          <p14:tracePt t="100740" x="8328025" y="3810000"/>
          <p14:tracePt t="100753" x="8340725" y="3824288"/>
          <p14:tracePt t="100796" x="8328025" y="3824288"/>
          <p14:tracePt t="100819" x="8307388" y="3824288"/>
          <p14:tracePt t="100830" x="8293100" y="3824288"/>
          <p14:tracePt t="100842" x="8266113" y="3824288"/>
          <p14:tracePt t="100853" x="8239125" y="3824288"/>
          <p14:tracePt t="100864" x="8212138" y="3824288"/>
          <p14:tracePt t="100876" x="8177213" y="3824288"/>
          <p14:tracePt t="100887" x="8164513" y="3824288"/>
          <p14:tracePt t="100898" x="8164513" y="3836988"/>
          <p14:tracePt t="100953" x="8177213" y="3836988"/>
          <p14:tracePt t="100965" x="8197850" y="3836988"/>
          <p14:tracePt t="100976" x="8224838" y="3836988"/>
          <p14:tracePt t="100988" x="8253413" y="3836988"/>
          <p14:tracePt t="100999" x="8280400" y="3836988"/>
          <p14:tracePt t="101011" x="8307388" y="3851275"/>
          <p14:tracePt t="101022" x="8340725" y="3851275"/>
          <p14:tracePt t="101033" x="8355013" y="3851275"/>
          <p14:tracePt t="101044" x="8367713" y="3851275"/>
          <p14:tracePt t="101077" x="8367713" y="3836988"/>
          <p14:tracePt t="101089" x="8355013" y="3836988"/>
          <p14:tracePt t="101100" x="8340725" y="3836988"/>
          <p14:tracePt t="101112" x="8328025" y="3836988"/>
          <p14:tracePt t="101123" x="8307388" y="3836988"/>
          <p14:tracePt t="101134" x="8293100" y="3836988"/>
          <p14:tracePt t="101214" x="8307388" y="3836988"/>
          <p14:tracePt t="101224" x="8328025" y="3851275"/>
          <p14:tracePt t="101236" x="8340725" y="3851275"/>
          <p14:tracePt t="101258" x="8355013" y="3851275"/>
          <p14:tracePt t="101336" x="8340725" y="3851275"/>
          <p14:tracePt t="101347" x="8328025" y="3851275"/>
          <p14:tracePt t="101359" x="8307388" y="3851275"/>
          <p14:tracePt t="101371" x="8293100" y="3851275"/>
          <p14:tracePt t="101381" x="8280400" y="3851275"/>
          <p14:tracePt t="101392" x="8266113" y="3851275"/>
          <p14:tracePt t="101405" x="8253413" y="3863975"/>
          <p14:tracePt t="101416" x="8239125" y="3863975"/>
          <p14:tracePt t="101427" x="8224838" y="3863975"/>
          <p14:tracePt t="101439" x="8212138" y="3863975"/>
          <p14:tracePt t="101449" x="8197850" y="3863975"/>
          <p14:tracePt t="101460" x="8164513" y="3884613"/>
          <p14:tracePt t="101472" x="8150225" y="3884613"/>
          <p14:tracePt t="101482" x="8123238" y="3884613"/>
          <p14:tracePt t="101494" x="8096250" y="3898900"/>
          <p14:tracePt t="101506" x="8069263" y="3898900"/>
          <p14:tracePt t="101516" x="8034338" y="3911600"/>
          <p14:tracePt t="101528" x="8021638" y="3911600"/>
          <p14:tracePt t="101539" x="8007350" y="3925888"/>
          <p14:tracePt t="101572" x="8007350" y="3938588"/>
          <p14:tracePt t="101651" x="8007350" y="3952875"/>
          <p14:tracePt t="101673" x="8021638" y="3967163"/>
          <p14:tracePt t="101685" x="8034338" y="3979863"/>
          <p14:tracePt t="101697" x="8069263" y="3979863"/>
          <p14:tracePt t="101708" x="8081963" y="3994150"/>
          <p14:tracePt t="101719" x="8110538" y="3994150"/>
          <p14:tracePt t="101731" x="8137525" y="4014788"/>
          <p14:tracePt t="101742" x="8164513" y="4014788"/>
          <p14:tracePt t="101753" x="8177213" y="4014788"/>
          <p14:tracePt t="101786" x="8177213" y="3994150"/>
          <p14:tracePt t="101808" x="8177213" y="3979863"/>
          <p14:tracePt t="101820" x="8164513" y="3967163"/>
          <p14:tracePt t="101833" x="8150225" y="3952875"/>
          <p14:tracePt t="101843" x="8123238" y="3938588"/>
          <p14:tracePt t="101855" x="8081963" y="3925888"/>
          <p14:tracePt t="101866" x="8034338" y="3911600"/>
          <p14:tracePt t="101877" x="8007350" y="3911600"/>
          <p14:tracePt t="101887" x="7967663" y="3911600"/>
          <p14:tracePt t="101900" x="7920038" y="3911600"/>
          <p14:tracePt t="101910" x="7905750" y="3925888"/>
          <p14:tracePt t="101923" x="7878763" y="3938588"/>
          <p14:tracePt t="101933" x="7851775" y="3967163"/>
          <p14:tracePt t="101945" x="7824788" y="3994150"/>
          <p14:tracePt t="101956" x="7804150" y="4014788"/>
          <p14:tracePt t="101967" x="7789863" y="4041775"/>
          <p14:tracePt t="101978" x="7777163" y="4068763"/>
          <p14:tracePt t="101990" x="7777163" y="4081463"/>
          <p14:tracePt t="102000" x="7777163" y="4110038"/>
          <p14:tracePt t="102011" x="7789863" y="4122738"/>
          <p14:tracePt t="102023" x="7789863" y="4143375"/>
          <p14:tracePt t="102034" x="7824788" y="4157663"/>
          <p14:tracePt t="102045" x="7851775" y="4184650"/>
          <p14:tracePt t="102057" x="7891463" y="4197350"/>
          <p14:tracePt t="102068" x="7932738" y="4211638"/>
          <p14:tracePt t="102079" x="8007350" y="4211638"/>
          <p14:tracePt t="102090" x="8081963" y="4224338"/>
          <p14:tracePt t="102101" x="8150225" y="4224338"/>
          <p14:tracePt t="102113" x="8177213" y="4224338"/>
          <p14:tracePt t="102124" x="8224838" y="4211638"/>
          <p14:tracePt t="102136" x="8253413" y="4197350"/>
          <p14:tracePt t="102147" x="8266113" y="4197350"/>
          <p14:tracePt t="102158" x="8266113" y="4184650"/>
          <p14:tracePt t="102169" x="8253413" y="4170363"/>
          <p14:tracePt t="102181" x="8239125" y="4157663"/>
          <p14:tracePt t="102192" x="8212138" y="4143375"/>
          <p14:tracePt t="102202" x="8164513" y="4095750"/>
          <p14:tracePt t="102214" x="8096250" y="4068763"/>
          <p14:tracePt t="102225" x="8021638" y="4041775"/>
          <p14:tracePt t="102237" x="7932738" y="4027488"/>
          <p14:tracePt t="102259" x="7851775" y="4014788"/>
          <p14:tracePt t="102260" x="7777163" y="4014788"/>
          <p14:tracePt t="102270" x="7735888" y="4014788"/>
          <p14:tracePt t="102282" x="7694613" y="4027488"/>
          <p14:tracePt t="102293" x="7661275" y="4041775"/>
          <p14:tracePt t="102304" x="7646988" y="4054475"/>
          <p14:tracePt t="102326" x="7646988" y="4068763"/>
          <p14:tracePt t="102337" x="7673975" y="4081463"/>
          <p14:tracePt t="102349" x="7694613" y="4095750"/>
          <p14:tracePt t="102360" x="7735888" y="4110038"/>
          <p14:tracePt t="102372" x="7789863" y="4122738"/>
          <p14:tracePt t="102383" x="7851775" y="4143375"/>
          <p14:tracePt t="102394" x="7905750" y="4157663"/>
          <p14:tracePt t="102406" x="7980363" y="4157663"/>
          <p14:tracePt t="102416" x="8069263" y="4157663"/>
          <p14:tracePt t="102427" x="8110538" y="4157663"/>
          <p14:tracePt t="102440" x="8150225" y="4143375"/>
          <p14:tracePt t="102450" x="8177213" y="4122738"/>
          <p14:tracePt t="102462" x="8177213" y="4110038"/>
          <p14:tracePt t="102484" x="8177213" y="4095750"/>
          <p14:tracePt t="102495" x="8164513" y="4068763"/>
          <p14:tracePt t="102507" x="8150225" y="4054475"/>
          <p14:tracePt t="102518" x="8110538" y="4027488"/>
          <p14:tracePt t="102529" x="8034338" y="3994150"/>
          <p14:tracePt t="102541" x="7967663" y="3967163"/>
          <p14:tracePt t="102551" x="7905750" y="3967163"/>
          <p14:tracePt t="102562" x="7837488" y="3952875"/>
          <p14:tracePt t="102574" x="7748588" y="3967163"/>
          <p14:tracePt t="102585" x="7694613" y="3979863"/>
          <p14:tracePt t="102597" x="7646988" y="4014788"/>
          <p14:tracePt t="102608" x="7620000" y="4027488"/>
          <p14:tracePt t="102619" x="7605713" y="4054475"/>
          <p14:tracePt t="102631" x="7605713" y="4068763"/>
          <p14:tracePt t="102642" x="7605713" y="4095750"/>
          <p14:tracePt t="102653" x="7620000" y="4110038"/>
          <p14:tracePt t="102664" x="7646988" y="4143375"/>
          <p14:tracePt t="102676" x="7673975" y="4143375"/>
          <p14:tracePt t="102686" x="7735888" y="4157663"/>
          <p14:tracePt t="102698" x="7789863" y="4170363"/>
          <p14:tracePt t="102709" x="7864475" y="4170363"/>
          <p14:tracePt t="102720" x="7920038" y="4170363"/>
          <p14:tracePt t="102731" x="8007350" y="4170363"/>
          <p14:tracePt t="102743" x="8069263" y="4170363"/>
          <p14:tracePt t="102754" x="8096250" y="4157663"/>
          <p14:tracePt t="102766" x="8123238" y="4157663"/>
          <p14:tracePt t="102777" x="8123238" y="4143375"/>
          <p14:tracePt t="102789" x="8123238" y="4122738"/>
          <p14:tracePt t="102799" x="8123238" y="4095750"/>
          <p14:tracePt t="102810" x="8096250" y="4068763"/>
          <p14:tracePt t="102822" x="8069263" y="4041775"/>
          <p14:tracePt t="102833" x="8034338" y="4027488"/>
          <p14:tracePt t="102844" x="7994650" y="4014788"/>
          <p14:tracePt t="102857" x="7932738" y="3994150"/>
          <p14:tracePt t="102866" x="7905750" y="3994150"/>
          <p14:tracePt t="102877" x="7851775" y="4014788"/>
          <p14:tracePt t="102890" x="7804150" y="4027488"/>
          <p14:tracePt t="102900" x="7777163" y="4054475"/>
          <p14:tracePt t="102911" x="7762875" y="4068763"/>
          <p14:tracePt t="102923" x="7762875" y="4081463"/>
          <p14:tracePt t="102934" x="7762875" y="4095750"/>
          <p14:tracePt t="102945" x="7762875" y="4110038"/>
          <p14:tracePt t="102957" x="7777163" y="4110038"/>
          <p14:tracePt t="102968" x="7804150" y="4122738"/>
          <p14:tracePt t="102979" x="7837488" y="4122738"/>
          <p14:tracePt t="102990" x="7864475" y="4122738"/>
          <p14:tracePt t="103001" x="7891463" y="4122738"/>
          <p14:tracePt t="103013" x="7932738" y="4122738"/>
          <p14:tracePt t="103024" x="7967663" y="4110038"/>
          <p14:tracePt t="103035" x="7994650" y="4110038"/>
          <p14:tracePt t="103046" x="8007350" y="4095750"/>
          <p14:tracePt t="103069" x="8007350" y="4081463"/>
          <p14:tracePt t="103102" x="7994650" y="4068763"/>
          <p14:tracePt t="103125" x="7980363" y="4054475"/>
          <p14:tracePt t="103474" x="7980363" y="4068763"/>
          <p14:tracePt t="103529" x="7967663" y="4068763"/>
          <p14:tracePt t="103991" x="7980363" y="4068763"/>
          <p14:tracePt t="104036" x="7994650" y="4068763"/>
          <p14:tracePt t="104049" x="8007350" y="4054475"/>
          <p14:tracePt t="104070" x="8007350" y="4041775"/>
          <p14:tracePt t="104083" x="8007350" y="4027488"/>
          <p14:tracePt t="104094" x="7994650" y="3994150"/>
          <p14:tracePt t="104105" x="7967663" y="3979863"/>
          <p14:tracePt t="104118" x="7932738" y="3938588"/>
          <p14:tracePt t="104128" x="7920038" y="3898900"/>
          <p14:tracePt t="104139" x="7878763" y="3851275"/>
          <p14:tracePt t="104152" x="7851775" y="3810000"/>
          <p14:tracePt t="104161" x="7824788" y="3756025"/>
          <p14:tracePt t="104173" x="7789863" y="3694113"/>
          <p14:tracePt t="104186" x="7748588" y="3605213"/>
          <p14:tracePt t="104196" x="7694613" y="3524250"/>
          <p14:tracePt t="104207" x="7661275" y="3435350"/>
          <p14:tracePt t="104219" x="7605713" y="3333750"/>
          <p14:tracePt t="104229" x="7531100" y="3252788"/>
          <p14:tracePt t="104240" x="7504113" y="3190875"/>
          <p14:tracePt t="104251" x="7462838" y="3149600"/>
          <p14:tracePt t="104262" x="7435850" y="3136900"/>
          <p14:tracePt t="104273" x="7415213" y="3122613"/>
          <p14:tracePt t="104295" x="7402513" y="3122613"/>
          <p14:tracePt t="104306" x="7388225" y="3122613"/>
          <p14:tracePt t="104329" x="7361238" y="3122613"/>
          <p14:tracePt t="104362" x="7348538" y="3136900"/>
          <p14:tracePt t="104366" x="7319963" y="3136900"/>
          <p14:tracePt t="104376" x="7307263" y="3149600"/>
          <p14:tracePt t="104378" x="7286625" y="3163888"/>
          <p14:tracePt t="104385" x="7272338" y="3163888"/>
          <p14:tracePt t="104408" x="7259638" y="3163888"/>
          <p14:tracePt t="104419" x="7259638" y="3176588"/>
          <p14:tracePt t="104430" x="7245350" y="3176588"/>
          <p14:tracePt t="104464" x="7245350" y="3190875"/>
          <p14:tracePt t="104475" x="7232650" y="3190875"/>
          <p14:tracePt t="104486" x="7218363" y="3190875"/>
          <p14:tracePt t="104499" x="7218363" y="3205163"/>
          <p14:tracePt t="104520" x="7205663" y="3205163"/>
          <p14:tracePt t="104533" x="7191375" y="3217863"/>
          <p14:tracePt t="104543" x="7170738" y="3232150"/>
          <p14:tracePt t="104554" x="7170738" y="3252788"/>
          <p14:tracePt t="104567" x="7170738" y="3265488"/>
          <p14:tracePt t="104577" x="7158038" y="3279775"/>
          <p14:tracePt t="104588" x="7158038" y="3292475"/>
          <p14:tracePt t="104600" x="7158038" y="3306763"/>
          <p14:tracePt t="104610" x="7170738" y="3319463"/>
          <p14:tracePt t="104622" x="7170738" y="3333750"/>
          <p14:tracePt t="104633" x="7191375" y="3348038"/>
          <p14:tracePt t="104644" x="7205663" y="3360738"/>
          <p14:tracePt t="104656" x="7232650" y="3381375"/>
          <p14:tracePt t="104667" x="7259638" y="3381375"/>
          <p14:tracePt t="104678" x="7286625" y="3381375"/>
          <p14:tracePt t="104689" x="7319963" y="3381375"/>
          <p14:tracePt t="104700" x="7361238" y="3381375"/>
          <p14:tracePt t="104711" x="7402513" y="3381375"/>
          <p14:tracePt t="104723" x="7435850" y="3381375"/>
          <p14:tracePt t="104734" x="7477125" y="3381375"/>
          <p14:tracePt t="104745" x="7504113" y="3381375"/>
          <p14:tracePt t="104756" x="7518400" y="3360738"/>
          <p14:tracePt t="104768" x="7531100" y="3360738"/>
          <p14:tracePt t="104780" x="7545388" y="3333750"/>
          <p14:tracePt t="104792" x="7566025" y="3319463"/>
          <p14:tracePt t="104803" x="7566025" y="3292475"/>
          <p14:tracePt t="104813" x="7566025" y="3265488"/>
          <p14:tracePt t="104825" x="7566025" y="3232150"/>
          <p14:tracePt t="104836" x="7545388" y="3205163"/>
          <p14:tracePt t="104846" x="7531100" y="3176588"/>
          <p14:tracePt t="104858" x="7531100" y="3163888"/>
          <p14:tracePt t="104869" x="7518400" y="3163888"/>
          <p14:tracePt t="104880" x="7504113" y="3149600"/>
          <p14:tracePt t="104892" x="7491413" y="3149600"/>
          <p14:tracePt t="104903" x="7491413" y="3136900"/>
          <p14:tracePt t="104914" x="7477125" y="3136900"/>
          <p14:tracePt t="104926" x="7462838" y="3136900"/>
          <p14:tracePt t="104936" x="7450138" y="3136900"/>
          <p14:tracePt t="104949" x="7435850" y="3136900"/>
          <p14:tracePt t="104959" x="7415213" y="3136900"/>
          <p14:tracePt t="104970" x="7402513" y="3136900"/>
          <p14:tracePt t="104982" x="7375525" y="3136900"/>
          <p14:tracePt t="104993" x="7361238" y="3136900"/>
          <p14:tracePt t="105004" x="7334250" y="3136900"/>
          <p14:tracePt t="105016" x="7307263" y="3149600"/>
          <p14:tracePt t="105026" x="7286625" y="3163888"/>
          <p14:tracePt t="105038" x="7272338" y="3163888"/>
          <p14:tracePt t="105050" x="7259638" y="3176588"/>
          <p14:tracePt t="105060" x="7245350" y="3190875"/>
          <p14:tracePt t="105071" x="7232650" y="3205163"/>
          <p14:tracePt t="105084" x="7218363" y="3217863"/>
          <p14:tracePt t="105094" x="7218363" y="3232150"/>
          <p14:tracePt t="105105" x="7205663" y="3265488"/>
          <p14:tracePt t="105117" x="7205663" y="3279775"/>
          <p14:tracePt t="105127" x="7205663" y="3292475"/>
          <p14:tracePt t="105139" x="7205663" y="3319463"/>
          <p14:tracePt t="105150" x="7205663" y="3348038"/>
          <p14:tracePt t="105161" x="7205663" y="3381375"/>
          <p14:tracePt t="105173" x="7205663" y="3395663"/>
          <p14:tracePt t="105184" x="7218363" y="3408363"/>
          <p14:tracePt t="105195" x="7218363" y="3435350"/>
          <p14:tracePt t="105207" x="7232650" y="3435350"/>
          <p14:tracePt t="105218" x="7245350" y="3449638"/>
          <p14:tracePt t="105229" x="7259638" y="3449638"/>
          <p14:tracePt t="105240" x="7272338" y="3449638"/>
          <p14:tracePt t="105252" x="7307263" y="3449638"/>
          <p14:tracePt t="105262" x="7319963" y="3449638"/>
          <p14:tracePt t="105274" x="7348538" y="3449638"/>
          <p14:tracePt t="105286" x="7375525" y="3449638"/>
          <p14:tracePt t="105296" x="7402513" y="3449638"/>
          <p14:tracePt t="105308" x="7415213" y="3435350"/>
          <p14:tracePt t="105319" x="7435850" y="3422650"/>
          <p14:tracePt t="105330" x="7450138" y="3395663"/>
          <p14:tracePt t="105342" x="7462838" y="3348038"/>
          <p14:tracePt t="105353" x="7462838" y="3306763"/>
          <p14:tracePt t="105364" x="7450138" y="3279775"/>
          <p14:tracePt t="105376" x="7435850" y="3232150"/>
          <p14:tracePt t="105387" x="7402513" y="3205163"/>
          <p14:tracePt t="105409" x="7388225" y="3190875"/>
          <p14:tracePt t="105412" x="7348538" y="3176588"/>
          <p14:tracePt t="105420" x="7319963" y="3163888"/>
          <p14:tracePt t="105436" x="7272338" y="3163888"/>
          <p14:tracePt t="105445" x="7245350" y="3163888"/>
          <p14:tracePt t="105455" x="7218363" y="3176588"/>
          <p14:tracePt t="105467" x="7170738" y="3190875"/>
          <p14:tracePt t="105477" x="7143750" y="3205163"/>
          <p14:tracePt t="105488" x="7129463" y="3232150"/>
          <p14:tracePt t="105500" x="7116763" y="3265488"/>
          <p14:tracePt t="105510" x="7102475" y="3292475"/>
          <p14:tracePt t="105521" x="7102475" y="3319463"/>
          <p14:tracePt t="105533" x="7102475" y="3348038"/>
          <p14:tracePt t="105544" x="7102475" y="3381375"/>
          <p14:tracePt t="105555" x="7129463" y="3408363"/>
          <p14:tracePt t="105567" x="7158038" y="3435350"/>
          <p14:tracePt t="105578" x="7205663" y="3462338"/>
          <p14:tracePt t="105589" x="7245350" y="3476625"/>
          <p14:tracePt t="105600" x="7272338" y="3497263"/>
          <p14:tracePt t="105611" x="7334250" y="3509963"/>
          <p14:tracePt t="105623" x="7375525" y="3509963"/>
          <p14:tracePt t="105634" x="7435850" y="3524250"/>
          <p14:tracePt t="105645" x="7477125" y="3524250"/>
          <p14:tracePt t="105656" x="7518400" y="3509963"/>
          <p14:tracePt t="105668" x="7566025" y="3509963"/>
          <p14:tracePt t="105679" x="7578725" y="3497263"/>
          <p14:tracePt t="105691" x="7593013" y="3462338"/>
          <p14:tracePt t="105702" x="7605713" y="3435350"/>
          <p14:tracePt t="105712" x="7620000" y="3408363"/>
          <p14:tracePt t="105724" x="7620000" y="3381375"/>
          <p14:tracePt t="105736" x="7620000" y="3333750"/>
          <p14:tracePt t="105746" x="7605713" y="3279775"/>
          <p14:tracePt t="105758" x="7593013" y="3232150"/>
          <p14:tracePt t="105769" x="7545388" y="3190875"/>
          <p14:tracePt t="105783" x="7518400" y="3149600"/>
          <p14:tracePt t="105793" x="7477125" y="3136900"/>
          <p14:tracePt t="105804" x="7450138" y="3122613"/>
          <p14:tracePt t="105814" x="7388225" y="3122613"/>
          <p14:tracePt t="105825" x="7334250" y="3122613"/>
          <p14:tracePt t="105837" x="7286625" y="3136900"/>
          <p14:tracePt t="105859" x="7245350" y="3136900"/>
          <p14:tracePt t="105862" x="7205663" y="3163888"/>
          <p14:tracePt t="105870" x="7143750" y="3190875"/>
          <p14:tracePt t="105885" x="7116763" y="3217863"/>
          <p14:tracePt t="105894" x="7089775" y="3232150"/>
          <p14:tracePt t="105904" x="7062788" y="3265488"/>
          <p14:tracePt t="105916" x="7042150" y="3279775"/>
          <p14:tracePt t="105926" x="7042150" y="3292475"/>
          <p14:tracePt t="105938" x="7042150" y="3306763"/>
          <p14:tracePt t="105950" x="7042150" y="3333750"/>
          <p14:tracePt t="105971" x="7075488" y="3360738"/>
          <p14:tracePt t="105984" x="7102475" y="3381375"/>
          <p14:tracePt t="105994" x="7129463" y="3395663"/>
          <p14:tracePt t="106006" x="7158038" y="3408363"/>
          <p14:tracePt t="106017" x="7205663" y="3408363"/>
          <p14:tracePt t="106027" x="7245350" y="3422650"/>
          <p14:tracePt t="106039" x="7272338" y="3422650"/>
          <p14:tracePt t="106051" x="7307263" y="3422650"/>
          <p14:tracePt t="106061" x="7348538" y="3422650"/>
          <p14:tracePt t="106073" x="7375525" y="3422650"/>
          <p14:tracePt t="106084" x="7402513" y="3422650"/>
          <p14:tracePt t="106095" x="7435850" y="3408363"/>
          <p14:tracePt t="106107" x="7462838" y="3408363"/>
          <p14:tracePt t="106118" x="7477125" y="3395663"/>
          <p14:tracePt t="106129" x="7491413" y="3360738"/>
          <p14:tracePt t="106141" x="7491413" y="3333750"/>
          <p14:tracePt t="106152" x="7491413" y="3306763"/>
          <p14:tracePt t="106163" x="7477125" y="3279775"/>
          <p14:tracePt t="106174" x="7462838" y="3252788"/>
          <p14:tracePt t="106185" x="7435850" y="3217863"/>
          <p14:tracePt t="106196" x="7402513" y="3205163"/>
          <p14:tracePt t="106207" x="7375525" y="3190875"/>
          <p14:tracePt t="106219" x="7334250" y="3176588"/>
          <p14:tracePt t="106230" x="7307263" y="3176588"/>
          <p14:tracePt t="106242" x="7272338" y="3176588"/>
          <p14:tracePt t="106253" x="7232650" y="3190875"/>
          <p14:tracePt t="106264" x="7191375" y="3217863"/>
          <p14:tracePt t="106276" x="7143750" y="3265488"/>
          <p14:tracePt t="106287" x="7116763" y="3292475"/>
          <p14:tracePt t="106299" x="7089775" y="3333750"/>
          <p14:tracePt t="106309" x="7075488" y="3381375"/>
          <p14:tracePt t="106320" x="7075488" y="3408363"/>
          <p14:tracePt t="106332" x="7075488" y="3435350"/>
          <p14:tracePt t="106342" x="7089775" y="3476625"/>
          <p14:tracePt t="106354" x="7129463" y="3509963"/>
          <p14:tracePt t="106366" x="7158038" y="3524250"/>
          <p14:tracePt t="106377" x="7218363" y="3538538"/>
          <p14:tracePt t="106388" x="7286625" y="3551238"/>
          <p14:tracePt t="106400" x="7334250" y="3551238"/>
          <p14:tracePt t="106410" x="7388225" y="3551238"/>
          <p14:tracePt t="106421" x="7435850" y="3551238"/>
          <p14:tracePt t="106455" x="7477125" y="3538538"/>
          <p14:tracePt t="106458" x="7491413" y="3524250"/>
          <p14:tracePt t="106468" x="7504113" y="3497263"/>
          <p14:tracePt t="106471" x="7518400" y="3449638"/>
          <p14:tracePt t="106480" x="7518400" y="3422650"/>
          <p14:tracePt t="106490" x="7504113" y="3381375"/>
          <p14:tracePt t="106502" x="7477125" y="3319463"/>
          <p14:tracePt t="106511" x="7435850" y="3265488"/>
          <p14:tracePt t="106523" x="7388225" y="3217863"/>
          <p14:tracePt t="106534" x="7334250" y="3190875"/>
          <p14:tracePt t="106545" x="7259638" y="3190875"/>
          <p14:tracePt t="106557" x="7218363" y="3190875"/>
          <p14:tracePt t="106568" x="7170738" y="3190875"/>
          <p14:tracePt t="106579" x="7129463" y="3205163"/>
          <p14:tracePt t="106590" x="7102475" y="3232150"/>
          <p14:tracePt t="106602" x="7075488" y="3265488"/>
          <p14:tracePt t="106612" x="7062788" y="3306763"/>
          <p14:tracePt t="106624" x="7042150" y="3333750"/>
          <p14:tracePt t="106635" x="7062788" y="3381375"/>
          <p14:tracePt t="106646" x="7062788" y="3395663"/>
          <p14:tracePt t="106658" x="7102475" y="3435350"/>
          <p14:tracePt t="106673" x="7143750" y="3449638"/>
          <p14:tracePt t="106684" x="7191375" y="3476625"/>
          <p14:tracePt t="106693" x="7259638" y="3497263"/>
          <p14:tracePt t="106704" x="7319963" y="3509963"/>
          <p14:tracePt t="106714" x="7388225" y="3509963"/>
          <p14:tracePt t="106725" x="7415213" y="3509963"/>
          <p14:tracePt t="106736" x="7477125" y="3509963"/>
          <p14:tracePt t="106749" x="7518400" y="3497263"/>
          <p14:tracePt t="106759" x="7545388" y="3476625"/>
          <p14:tracePt t="106770" x="7566025" y="3449638"/>
          <p14:tracePt t="106783" x="7566025" y="3422650"/>
          <p14:tracePt t="106793" x="7566025" y="3395663"/>
          <p14:tracePt t="106804" x="7545388" y="3348038"/>
          <p14:tracePt t="106817" x="7531100" y="3306763"/>
          <p14:tracePt t="106826" x="7491413" y="3265488"/>
          <p14:tracePt t="106838" x="7435850" y="3232150"/>
          <p14:tracePt t="106850" x="7375525" y="3205163"/>
          <p14:tracePt t="106860" x="7286625" y="3190875"/>
          <p14:tracePt t="106872" x="7218363" y="3190875"/>
          <p14:tracePt t="106883" x="7170738" y="3190875"/>
          <p14:tracePt t="106894" x="7116763" y="3217863"/>
          <p14:tracePt t="106905" x="7075488" y="3265488"/>
          <p14:tracePt t="106917" x="7075488" y="3306763"/>
          <p14:tracePt t="106928" x="7075488" y="3333750"/>
          <p14:tracePt t="106939" x="7089775" y="3381375"/>
          <p14:tracePt t="106950" x="7129463" y="3422650"/>
          <p14:tracePt t="106961" x="7191375" y="3449638"/>
          <p14:tracePt t="106973" x="7259638" y="3462338"/>
          <p14:tracePt t="106985" x="7348538" y="3476625"/>
          <p14:tracePt t="106995" x="7415213" y="3497263"/>
          <p14:tracePt t="107007" x="7462838" y="3497263"/>
          <p14:tracePt t="107018" x="7504113" y="3476625"/>
          <p14:tracePt t="107029" x="7531100" y="3462338"/>
          <p14:tracePt t="107041" x="7545388" y="3462338"/>
          <p14:tracePt t="107052" x="7545388" y="3435350"/>
          <p14:tracePt t="107063" x="7545388" y="3408363"/>
          <p14:tracePt t="107074" x="7531100" y="3381375"/>
          <p14:tracePt t="107085" x="7518400" y="3348038"/>
          <p14:tracePt t="107097" x="7504113" y="3333750"/>
          <p14:tracePt t="107108" x="7477125" y="3319463"/>
          <p14:tracePt t="107119" x="7450138" y="3319463"/>
          <p14:tracePt t="107130" x="7435850" y="3319463"/>
          <p14:tracePt t="107141" x="7415213" y="3319463"/>
          <p14:tracePt t="107164" x="7402513" y="3319463"/>
          <p14:tracePt t="107175" x="7402513" y="3333750"/>
          <p14:tracePt t="107187" x="7402513" y="3348038"/>
          <p14:tracePt t="107199" x="7415213" y="3348038"/>
          <p14:tracePt t="107220" x="7415213" y="3360738"/>
          <p14:tracePt t="107265" x="7435850" y="3360738"/>
          <p14:tracePt t="107332" x="7450138" y="3360738"/>
          <p14:tracePt t="107512" x="7462838" y="3360738"/>
          <p14:tracePt t="107524" x="7462838" y="3381375"/>
          <p14:tracePt t="107546" x="7477125" y="3381375"/>
          <p14:tracePt t="107568" x="7462838" y="3360738"/>
          <p14:tracePt t="107580" x="7450138" y="3360738"/>
          <p14:tracePt t="107592" x="7435850" y="3348038"/>
          <p14:tracePt t="107703" x="7450138" y="3348038"/>
          <p14:tracePt t="107715" x="7477125" y="3360738"/>
          <p14:tracePt t="107727" x="7518400" y="3381375"/>
          <p14:tracePt t="107739" x="7566025" y="3395663"/>
          <p14:tracePt t="107750" x="7634288" y="3449638"/>
          <p14:tracePt t="107763" x="7721600" y="3538538"/>
          <p14:tracePt t="107773" x="7804150" y="3625850"/>
          <p14:tracePt t="107784" x="7932738" y="3783013"/>
          <p14:tracePt t="107797" x="8081963" y="3967163"/>
          <p14:tracePt t="107806" x="8224838" y="4197350"/>
          <p14:tracePt t="107817" x="8328025" y="4367213"/>
          <p14:tracePt t="107830" x="8423275" y="4557713"/>
          <p14:tracePt t="107840" x="8497888" y="4700588"/>
          <p14:tracePt t="107851" x="8524875" y="4776788"/>
          <p14:tracePt t="107863" x="8524875" y="4857750"/>
          <p14:tracePt t="107873" x="8524875" y="4919663"/>
          <p14:tracePt t="107884" x="8497888" y="4959350"/>
          <p14:tracePt t="107896" x="8456613" y="4986338"/>
          <p14:tracePt t="107906" x="8396288" y="5021263"/>
          <p14:tracePt t="107918" x="8328025" y="5048250"/>
          <p14:tracePt t="107929" x="8266113" y="5048250"/>
          <p14:tracePt t="107940" x="8177213" y="5048250"/>
          <p14:tracePt t="107962" x="8096250" y="5048250"/>
          <p14:tracePt t="107965" x="8021638" y="5048250"/>
          <p14:tracePt t="107985" x="7994650" y="5048250"/>
          <p14:tracePt t="107986" x="7932738" y="5048250"/>
          <p14:tracePt t="107997" x="7905750" y="5048250"/>
          <p14:tracePt t="108007" x="7878763" y="5048250"/>
          <p14:tracePt t="108019" x="7851775" y="5048250"/>
          <p14:tracePt t="108030" x="7804150" y="5048250"/>
          <p14:tracePt t="108042" x="7762875" y="5033963"/>
          <p14:tracePt t="108054" x="7735888" y="5033963"/>
          <p14:tracePt t="108065" x="7708900" y="5048250"/>
          <p14:tracePt t="108075" x="7661275" y="5048250"/>
          <p14:tracePt t="108087" x="7646988" y="5062538"/>
          <p14:tracePt t="108098" x="7634288" y="5075238"/>
          <p14:tracePt t="108109" x="7620000" y="5075238"/>
          <p14:tracePt t="108121" x="7593013" y="5089525"/>
          <p14:tracePt t="108142" x="7578725" y="5102225"/>
          <p14:tracePt t="108165" x="7578725" y="5116513"/>
          <p14:tracePt t="108221" x="7593013" y="5116513"/>
          <p14:tracePt t="108232" x="7620000" y="5116513"/>
          <p14:tracePt t="108245" x="7661275" y="5116513"/>
          <p14:tracePt t="108255" x="7708900" y="5116513"/>
          <p14:tracePt t="108267" x="7789863" y="5116513"/>
          <p14:tracePt t="108279" x="7864475" y="5102225"/>
          <p14:tracePt t="108289" x="7905750" y="5102225"/>
          <p14:tracePt t="108300" x="7932738" y="5102225"/>
          <p14:tracePt t="108313" x="7953375" y="5102225"/>
          <p14:tracePt t="108323" x="7953375" y="5116513"/>
          <p14:tracePt t="108334" x="7932738" y="5116513"/>
          <p14:tracePt t="108346" x="7891463" y="5116513"/>
          <p14:tracePt t="108356" x="7837488" y="5116513"/>
          <p14:tracePt t="108368" x="7762875" y="5129213"/>
          <p14:tracePt t="108379" x="7661275" y="5129213"/>
          <p14:tracePt t="108390" x="7566025" y="5129213"/>
          <p14:tracePt t="108402" x="7477125" y="5129213"/>
          <p14:tracePt t="108413" x="7415213" y="5129213"/>
          <p14:tracePt t="108424" x="7375525" y="5129213"/>
          <p14:tracePt t="108435" x="7361238" y="5129213"/>
          <p14:tracePt t="108469" x="7388225" y="5129213"/>
          <p14:tracePt t="108480" x="7450138" y="5129213"/>
          <p14:tracePt t="108491" x="7504113" y="5129213"/>
          <p14:tracePt t="108503" x="7605713" y="5129213"/>
          <p14:tracePt t="108515" x="7735888" y="5129213"/>
          <p14:tracePt t="108525" x="7878763" y="5129213"/>
          <p14:tracePt t="108547" x="7967663" y="5129213"/>
          <p14:tracePt t="108550" x="8069263" y="5129213"/>
          <p14:tracePt t="108560" x="8123238" y="5129213"/>
          <p14:tracePt t="108571" x="8137525" y="5129213"/>
          <p14:tracePt t="108583" x="8150225" y="5129213"/>
          <p14:tracePt t="108604" x="8137525" y="5129213"/>
          <p14:tracePt t="108615" x="8110538" y="5129213"/>
          <p14:tracePt t="108626" x="8048625" y="5129213"/>
          <p14:tracePt t="108638" x="7980363" y="5129213"/>
          <p14:tracePt t="108649" x="7920038" y="5129213"/>
          <p14:tracePt t="108661" x="7837488" y="5129213"/>
          <p14:tracePt t="108672" x="7762875" y="5129213"/>
          <p14:tracePt t="108683" x="7721600" y="5129213"/>
          <p14:tracePt t="108695" x="7694613" y="5129213"/>
          <p14:tracePt t="108705" x="7673975" y="5129213"/>
          <p14:tracePt t="108739" x="7694613" y="5129213"/>
          <p14:tracePt t="108750" x="7721600" y="5129213"/>
          <p14:tracePt t="108762" x="7777163" y="5129213"/>
          <p14:tracePt t="108773" x="7837488" y="5129213"/>
          <p14:tracePt t="108784" x="7967663" y="5129213"/>
          <p14:tracePt t="108796" x="8110538" y="5129213"/>
          <p14:tracePt t="108806" x="8224838" y="5129213"/>
          <p14:tracePt t="108818" x="8328025" y="5149850"/>
          <p14:tracePt t="108830" x="8382000" y="5149850"/>
          <p14:tracePt t="108840" x="8408988" y="5149850"/>
          <p14:tracePt t="108896" x="8382000" y="5149850"/>
          <p14:tracePt t="108907" x="8367713" y="5149850"/>
          <p14:tracePt t="108919" x="8340725" y="5149850"/>
          <p14:tracePt t="108930" x="8307388" y="5149850"/>
          <p14:tracePt t="108941" x="8253413" y="5149850"/>
          <p14:tracePt t="108953" x="8177213" y="5129213"/>
          <p14:tracePt t="108964" x="8081963" y="5129213"/>
          <p14:tracePt t="108975" x="8007350" y="5129213"/>
          <p14:tracePt t="108987" x="7920038" y="5129213"/>
          <p14:tracePt t="108998" x="7837488" y="5129213"/>
          <p14:tracePt t="109009" x="7789863" y="5129213"/>
          <p14:tracePt t="109021" x="7735888" y="5129213"/>
          <p14:tracePt t="109032" x="7721600" y="5129213"/>
          <p14:tracePt t="109042" x="7708900" y="5129213"/>
          <p14:tracePt t="109121" x="7721600" y="5129213"/>
          <p14:tracePt t="109132" x="7748588" y="5129213"/>
          <p14:tracePt t="109145" x="7777163" y="5129213"/>
          <p14:tracePt t="109156" x="7824788" y="5129213"/>
          <p14:tracePt t="109167" x="7864475" y="5129213"/>
          <p14:tracePt t="109178" x="7932738" y="5129213"/>
          <p14:tracePt t="109189" x="8021638" y="5149850"/>
          <p14:tracePt t="109200" x="8096250" y="5149850"/>
          <p14:tracePt t="109212" x="8123238" y="5149850"/>
          <p14:tracePt t="109222" x="8150225" y="5149850"/>
          <p14:tracePt t="109256" x="8123238" y="5149850"/>
          <p14:tracePt t="109268" x="8069263" y="5149850"/>
          <p14:tracePt t="109279" x="7980363" y="5149850"/>
          <p14:tracePt t="109290" x="7891463" y="5149850"/>
          <p14:tracePt t="109301" x="7762875" y="5129213"/>
          <p14:tracePt t="109313" x="7620000" y="5129213"/>
          <p14:tracePt t="109324" x="7531100" y="5129213"/>
          <p14:tracePt t="109335" x="7435850" y="5116513"/>
          <p14:tracePt t="109347" x="7361238" y="5116513"/>
          <p14:tracePt t="109358" x="7319963" y="5116513"/>
          <p14:tracePt t="109370" x="7307263" y="5116513"/>
          <p14:tracePt t="109380" x="7286625" y="5116513"/>
          <p14:tracePt t="109425" x="7307263" y="5116513"/>
          <p14:tracePt t="109436" x="7319963" y="5116513"/>
          <p14:tracePt t="109447" x="7334250" y="5116513"/>
          <p14:tracePt t="109459" x="7348538" y="5116513"/>
          <p14:tracePt t="109471" x="7375525" y="5116513"/>
          <p14:tracePt t="109481" x="7388225" y="5116513"/>
          <p14:tracePt t="109492" x="7402513" y="5116513"/>
          <p14:tracePt t="109505" x="7435850" y="5116513"/>
          <p14:tracePt t="109515" x="7462838" y="5116513"/>
          <p14:tracePt t="109526" x="7491413" y="5116513"/>
          <p14:tracePt t="109539" x="7531100" y="5116513"/>
          <p14:tracePt t="109549" x="7605713" y="5129213"/>
          <p14:tracePt t="109561" x="7694613" y="5129213"/>
          <p14:tracePt t="109572" x="7789863" y="5129213"/>
          <p14:tracePt t="109605" x="7980363" y="5129213"/>
          <p14:tracePt t="109608" x="8197850" y="5129213"/>
          <p14:tracePt t="109617" x="8328025" y="5149850"/>
          <p14:tracePt t="109624" x="8456613" y="5149850"/>
          <p14:tracePt t="109632" x="8539163" y="5149850"/>
          <p14:tracePt t="109641" x="8586788" y="5149850"/>
          <p14:tracePt t="109650" x="8599488" y="5149850"/>
          <p14:tracePt t="109762" x="8586788" y="5149850"/>
          <p14:tracePt t="109774" x="8566150" y="5149850"/>
          <p14:tracePt t="109785" x="8539163" y="5149850"/>
          <p14:tracePt t="109797" x="8510588" y="5149850"/>
          <p14:tracePt t="109808" x="8456613" y="5149850"/>
          <p14:tracePt t="109820" x="8355013" y="5149850"/>
          <p14:tracePt t="109830" x="8224838" y="5149850"/>
          <p14:tracePt t="109842" x="8081963" y="5149850"/>
          <p14:tracePt t="109854" x="7980363" y="5149850"/>
          <p14:tracePt t="109864" x="7864475" y="5149850"/>
          <p14:tracePt t="109875" x="7762875" y="5149850"/>
          <p14:tracePt t="109888" x="7708900" y="5149850"/>
          <p14:tracePt t="109898" x="7661275" y="5149850"/>
          <p14:tracePt t="109909" x="7646988" y="5149850"/>
          <p14:tracePt t="109921" x="7634288" y="5149850"/>
          <p14:tracePt t="109965" x="7646988" y="5149850"/>
          <p14:tracePt t="110010" x="7661275" y="5149850"/>
          <p14:tracePt t="110044" x="7673975" y="5149850"/>
          <p14:tracePt t="110145" x="7694613" y="5149850"/>
          <p14:tracePt t="110190" x="7708900" y="5149850"/>
          <p14:tracePt t="110212" x="7721600" y="5149850"/>
          <p14:tracePt t="110224" x="7735888" y="5149850"/>
          <p14:tracePt t="110237" x="7762875" y="5149850"/>
          <p14:tracePt t="110246" x="7789863" y="5164138"/>
          <p14:tracePt t="110258" x="7824788" y="5164138"/>
          <p14:tracePt t="110271" x="7851775" y="5164138"/>
          <p14:tracePt t="110280" x="7878763" y="5164138"/>
          <p14:tracePt t="110292" x="7891463" y="5164138"/>
          <p14:tracePt t="110304" x="7905750" y="5164138"/>
          <p14:tracePt t="110403" x="7891463" y="5164138"/>
          <p14:tracePt t="110415" x="7864475" y="5164138"/>
          <p14:tracePt t="110427" x="7851775" y="5164138"/>
          <p14:tracePt t="110439" x="7804150" y="5149850"/>
          <p14:tracePt t="110450" x="7789863" y="5149850"/>
          <p14:tracePt t="110461" x="7762875" y="5149850"/>
          <p14:tracePt t="110472" x="7735888" y="5129213"/>
          <p14:tracePt t="110494" x="7721600" y="5129213"/>
          <p14:tracePt t="110505" x="7721600" y="5116513"/>
          <p14:tracePt t="110538" x="7721600" y="5102225"/>
          <p14:tracePt t="110561" x="7721600" y="5089525"/>
          <p14:tracePt t="110573" x="7721600" y="5075238"/>
          <p14:tracePt t="110584" x="7721600" y="5048250"/>
          <p14:tracePt t="110595" x="7721600" y="5033963"/>
          <p14:tracePt t="110607" x="7721600" y="5000625"/>
          <p14:tracePt t="110618" x="7735888" y="4973638"/>
          <p14:tracePt t="110651" x="7735888" y="4946650"/>
          <p14:tracePt t="110654" x="7735888" y="4932363"/>
          <p14:tracePt t="110663" x="7735888" y="4919663"/>
          <p14:tracePt t="110752" x="7735888" y="4932363"/>
          <p14:tracePt t="110763" x="7721600" y="4946650"/>
          <p14:tracePt t="110775" x="7721600" y="4973638"/>
          <p14:tracePt t="110786" x="7721600" y="5000625"/>
          <p14:tracePt t="110799" x="7721600" y="5033963"/>
          <p14:tracePt t="110809" x="7721600" y="5062538"/>
          <p14:tracePt t="110822" x="7735888" y="5089525"/>
          <p14:tracePt t="110833" x="7735888" y="5102225"/>
          <p14:tracePt t="110843" x="7748588" y="5102225"/>
          <p14:tracePt t="110855" x="7762875" y="5116513"/>
          <p14:tracePt t="110876" x="7777163" y="5116513"/>
          <p14:tracePt t="110889" x="7789863" y="5116513"/>
          <p14:tracePt t="110899" x="7804150" y="5116513"/>
          <p14:tracePt t="110911" x="7824788" y="5116513"/>
          <p14:tracePt t="110922" x="7837488" y="5102225"/>
          <p14:tracePt t="110933" x="7851775" y="5102225"/>
          <p14:tracePt t="110944" x="7864475" y="5102225"/>
          <p14:tracePt t="110956" x="7878763" y="5089525"/>
          <p14:tracePt t="110967" x="7891463" y="5075238"/>
          <p14:tracePt t="110978" x="7891463" y="5062538"/>
          <p14:tracePt t="110989" x="7905750" y="5048250"/>
          <p14:tracePt t="111000" x="7905750" y="5033963"/>
          <p14:tracePt t="111011" x="7905750" y="5000625"/>
          <p14:tracePt t="111023" x="7905750" y="4973638"/>
          <p14:tracePt t="111034" x="7891463" y="4932363"/>
          <p14:tracePt t="111045" x="7891463" y="4905375"/>
          <p14:tracePt t="111057" x="7878763" y="4872038"/>
          <p14:tracePt t="111068" x="7864475" y="4843463"/>
          <p14:tracePt t="111080" x="7851775" y="4830763"/>
          <p14:tracePt t="111101" x="7824788" y="4816475"/>
          <p14:tracePt t="111113" x="7804150" y="4816475"/>
          <p14:tracePt t="111135" x="7789863" y="4816475"/>
          <p14:tracePt t="111146" x="7762875" y="4830763"/>
          <p14:tracePt t="111158" x="7735888" y="4843463"/>
          <p14:tracePt t="111169" x="7708900" y="4857750"/>
          <p14:tracePt t="111181" x="7673975" y="4905375"/>
          <p14:tracePt t="111192" x="7646988" y="4946650"/>
          <p14:tracePt t="111203" x="7646988" y="4973638"/>
          <p14:tracePt t="111215" x="7646988" y="5021263"/>
          <p14:tracePt t="111226" x="7646988" y="5048250"/>
          <p14:tracePt t="111237" x="7661275" y="5089525"/>
          <p14:tracePt t="111248" x="7673975" y="5102225"/>
          <p14:tracePt t="111260" x="7694613" y="5116513"/>
          <p14:tracePt t="111271" x="7721600" y="5129213"/>
          <p14:tracePt t="111282" x="7735888" y="5129213"/>
          <p14:tracePt t="111293" x="7762875" y="5129213"/>
          <p14:tracePt t="111306" x="7804150" y="5129213"/>
          <p14:tracePt t="111315" x="7837488" y="5129213"/>
          <p14:tracePt t="111326" x="7864475" y="5116513"/>
          <p14:tracePt t="111339" x="7891463" y="5102225"/>
          <p14:tracePt t="111349" x="7905750" y="5089525"/>
          <p14:tracePt t="111360" x="7920038" y="5062538"/>
          <p14:tracePt t="111372" x="7932738" y="5048250"/>
          <p14:tracePt t="111383" x="7932738" y="5000625"/>
          <p14:tracePt t="111394" x="7932738" y="4973638"/>
          <p14:tracePt t="111405" x="7920038" y="4946650"/>
          <p14:tracePt t="111416" x="7920038" y="4932363"/>
          <p14:tracePt t="111428" x="7905750" y="4919663"/>
          <p14:tracePt t="111450" x="7891463" y="4905375"/>
          <p14:tracePt t="111461" x="7864475" y="4905375"/>
          <p14:tracePt t="111473" x="7851775" y="4905375"/>
          <p14:tracePt t="111484" x="7837488" y="4919663"/>
          <p14:tracePt t="111497" x="7789863" y="4919663"/>
          <p14:tracePt t="111507" x="7762875" y="4946650"/>
          <p14:tracePt t="111519" x="7735888" y="4959350"/>
          <p14:tracePt t="111531" x="7721600" y="4986338"/>
          <p14:tracePt t="111541" x="7708900" y="5021263"/>
          <p14:tracePt t="111552" x="7694613" y="5048250"/>
          <p14:tracePt t="111564" x="7673975" y="5075238"/>
          <p14:tracePt t="111574" x="7673975" y="5089525"/>
          <p14:tracePt t="111585" x="7673975" y="5102225"/>
          <p14:tracePt t="111597" x="7694613" y="5102225"/>
          <p14:tracePt t="111608" x="7694613" y="5116513"/>
          <p14:tracePt t="111619" x="7708900" y="5129213"/>
          <p14:tracePt t="111630" x="7735888" y="5129213"/>
          <p14:tracePt t="111642" x="7762875" y="5149850"/>
          <p14:tracePt t="111653" x="7789863" y="5149850"/>
          <p14:tracePt t="111664" x="7837488" y="5149850"/>
          <p14:tracePt t="111697" x="7864475" y="5129213"/>
          <p14:tracePt t="111710" x="7878763" y="5116513"/>
          <p14:tracePt t="111712" x="7891463" y="5102225"/>
          <p14:tracePt t="111731" x="7878763" y="5089525"/>
          <p14:tracePt t="111743" x="7878763" y="5075238"/>
          <p14:tracePt t="112069" x="7891463" y="5089525"/>
          <p14:tracePt t="112091" x="7891463" y="5102225"/>
          <p14:tracePt t="112103" x="7905750" y="5102225"/>
          <p14:tracePt t="112114" x="7920038" y="5102225"/>
          <p14:tracePt t="112125" x="7932738" y="5116513"/>
          <p14:tracePt t="112138" x="7953375" y="5116513"/>
          <p14:tracePt t="112148" x="7967663" y="5116513"/>
          <p14:tracePt t="112160" x="7994650" y="5116513"/>
          <p14:tracePt t="112171" x="8007350" y="5116513"/>
          <p14:tracePt t="112182" x="8021638" y="5116513"/>
          <p14:tracePt t="112194" x="8048625" y="5102225"/>
          <p14:tracePt t="112215" x="8069263" y="5089525"/>
          <p14:tracePt t="112238" x="8069263" y="5075238"/>
          <p14:tracePt t="112249" x="8069263" y="5062538"/>
          <p14:tracePt t="112261" x="8069263" y="5033963"/>
          <p14:tracePt t="112272" x="8069263" y="4986338"/>
          <p14:tracePt t="112283" x="8069263" y="4959350"/>
          <p14:tracePt t="112294" x="8069263" y="4919663"/>
          <p14:tracePt t="112305" x="8069263" y="4857750"/>
          <p14:tracePt t="112316" x="8069263" y="4803775"/>
          <p14:tracePt t="112328" x="8069263" y="4756150"/>
          <p14:tracePt t="112339" x="8069263" y="4714875"/>
          <p14:tracePt t="112350" x="8069263" y="4700588"/>
          <p14:tracePt t="112362" x="8048625" y="4700588"/>
          <p14:tracePt t="112417" x="8021638" y="4700588"/>
          <p14:tracePt t="112429" x="8007350" y="4714875"/>
          <p14:tracePt t="112440" x="7994650" y="4741863"/>
          <p14:tracePt t="112453" x="7967663" y="4776788"/>
          <p14:tracePt t="112464" x="7953375" y="4816475"/>
          <p14:tracePt t="112474" x="7953375" y="4857750"/>
          <p14:tracePt t="112485" x="7953375" y="4872038"/>
          <p14:tracePt t="112496" x="7953375" y="4905375"/>
          <p14:tracePt t="112508" x="7967663" y="4919663"/>
          <p14:tracePt t="112520" x="7967663" y="4932363"/>
          <p14:tracePt t="112531" x="7980363" y="4946650"/>
          <p14:tracePt t="112544" x="7994650" y="4946650"/>
          <p14:tracePt t="112554" x="8021638" y="4946650"/>
          <p14:tracePt t="112565" x="8034338" y="4946650"/>
          <p14:tracePt t="112586" x="8048625" y="4946650"/>
          <p14:tracePt t="112598" x="8048625" y="4932363"/>
          <p14:tracePt t="112610" x="8069263" y="4919663"/>
          <p14:tracePt t="112620" x="8069263" y="4905375"/>
          <p14:tracePt t="112632" x="8069263" y="4872038"/>
          <p14:tracePt t="112644" x="8048625" y="4843463"/>
          <p14:tracePt t="112654" x="8048625" y="4816475"/>
          <p14:tracePt t="112665" x="8034338" y="4803775"/>
          <p14:tracePt t="112678" x="8021638" y="4789488"/>
          <p14:tracePt t="112699" x="8007350" y="4789488"/>
          <p14:tracePt t="112721" x="7994650" y="4803775"/>
          <p14:tracePt t="112744" x="7994650" y="4816475"/>
          <p14:tracePt t="112747" x="7980363" y="4830763"/>
          <p14:tracePt t="112757" x="7980363" y="4857750"/>
          <p14:tracePt t="112768" x="7980363" y="4872038"/>
          <p14:tracePt t="112781" x="7994650" y="4905375"/>
          <p14:tracePt t="112790" x="8007350" y="4919663"/>
          <p14:tracePt t="112802" x="8021638" y="4932363"/>
          <p14:tracePt t="112813" x="8034338" y="4932363"/>
          <p14:tracePt t="112823" x="8069263" y="4946650"/>
          <p14:tracePt t="112835" x="8096250" y="4946650"/>
          <p14:tracePt t="112846" x="8110538" y="4946650"/>
          <p14:tracePt t="112867" x="8123238" y="4932363"/>
          <p14:tracePt t="112890" x="8123238" y="4919663"/>
          <p14:tracePt t="112913" x="8123238" y="4905375"/>
          <p14:tracePt t="112935" x="8110538" y="4884738"/>
          <p14:tracePt t="112980" x="8096250" y="4905375"/>
          <p14:tracePt t="112991" x="8096250" y="4919663"/>
          <p14:tracePt t="113003" x="8096250" y="4932363"/>
          <p14:tracePt t="113014" x="8096250" y="4959350"/>
          <p14:tracePt t="113025" x="8096250" y="4986338"/>
          <p14:tracePt t="113037" x="8110538" y="5021263"/>
          <p14:tracePt t="113048" x="8123238" y="5033963"/>
          <p14:tracePt t="113060" x="8137525" y="5062538"/>
          <p14:tracePt t="113070" x="8177213" y="5089525"/>
          <p14:tracePt t="113082" x="8197850" y="5102225"/>
          <p14:tracePt t="113094" x="8239125" y="5116513"/>
          <p14:tracePt t="113104" x="8266113" y="5116513"/>
          <p14:tracePt t="113115" x="8293100" y="5116513"/>
          <p14:tracePt t="113128" x="8307388" y="5116513"/>
          <p14:tracePt t="113149" x="8328025" y="5116513"/>
          <p14:tracePt t="113193" x="8307388" y="5116513"/>
          <p14:tracePt t="113227" x="8293100" y="5116513"/>
          <p14:tracePt t="113239" x="8280400" y="5116513"/>
          <p14:tracePt t="113250" x="8266113" y="5116513"/>
          <p14:tracePt t="113262" x="8253413" y="5116513"/>
          <p14:tracePt t="113273" x="8239125" y="5116513"/>
          <p14:tracePt t="113284" x="8224838" y="5129213"/>
          <p14:tracePt t="113384" x="8239125" y="5129213"/>
          <p14:tracePt t="113407" x="8253413" y="5129213"/>
          <p14:tracePt t="113419" x="8266113" y="5129213"/>
          <p14:tracePt t="113431" x="8280400" y="5129213"/>
          <p14:tracePt t="113442" x="8307388" y="5129213"/>
          <p14:tracePt t="113453" x="8340725" y="5129213"/>
          <p14:tracePt t="113466" x="8367713" y="5129213"/>
          <p14:tracePt t="113476" x="8396288" y="5129213"/>
          <p14:tracePt t="113487" x="8408988" y="5129213"/>
          <p14:tracePt t="113498" x="8423275" y="5129213"/>
          <p14:tracePt t="113520" x="8435975" y="5129213"/>
          <p14:tracePt t="114870" x="8423275" y="5116513"/>
          <p14:tracePt t="114882" x="8396288" y="5089525"/>
          <p14:tracePt t="114893" x="8367713" y="5048250"/>
          <p14:tracePt t="114904" x="8328025" y="4986338"/>
          <p14:tracePt t="114916" x="8280400" y="4946650"/>
          <p14:tracePt t="114927" x="8224838" y="4872038"/>
          <p14:tracePt t="114940" x="8164513" y="4776788"/>
          <p14:tracePt t="114950" x="8110538" y="4687888"/>
          <p14:tracePt t="114961" x="8021638" y="4557713"/>
          <p14:tracePt t="114974" x="7953375" y="4443413"/>
          <p14:tracePt t="114984" x="7851775" y="4286250"/>
          <p14:tracePt t="114996" x="7762875" y="4157663"/>
          <p14:tracePt t="115007" x="7708900" y="4081463"/>
          <p14:tracePt t="115017" x="7661275" y="3994150"/>
          <p14:tracePt t="115028" x="7620000" y="3938588"/>
          <p14:tracePt t="115041" x="7593013" y="3863975"/>
          <p14:tracePt t="115051" x="7578725" y="3824288"/>
          <p14:tracePt t="115062" x="7545388" y="3756025"/>
          <p14:tracePt t="115075" x="7531100" y="3694113"/>
          <p14:tracePt t="115085" x="7518400" y="3640138"/>
          <p14:tracePt t="115096" x="7504113" y="3565525"/>
          <p14:tracePt t="115107" x="7491413" y="3509963"/>
          <p14:tracePt t="115118" x="7477125" y="3422650"/>
          <p14:tracePt t="115129" x="7462838" y="3381375"/>
          <p14:tracePt t="115141" x="7435850" y="3319463"/>
          <p14:tracePt t="115151" x="7402513" y="3265488"/>
          <p14:tracePt t="115163" x="7388225" y="3217863"/>
          <p14:tracePt t="115174" x="7348538" y="3149600"/>
          <p14:tracePt t="115185" x="7307263" y="3089275"/>
          <p14:tracePt t="115197" x="7245350" y="3006725"/>
          <p14:tracePt t="115208" x="7205663" y="2946400"/>
          <p14:tracePt t="115219" x="7143750" y="2878138"/>
          <p14:tracePt t="115231" x="7089775" y="2816225"/>
          <p14:tracePt t="115242" x="7062788" y="2776538"/>
          <p14:tracePt t="115252" x="7027863" y="2735263"/>
          <p14:tracePt t="115265" x="7015163" y="2714625"/>
          <p14:tracePt t="115275" x="6986588" y="2687638"/>
          <p14:tracePt t="115286" x="6973888" y="2673350"/>
          <p14:tracePt t="115299" x="6959600" y="2673350"/>
          <p14:tracePt t="115310" x="6946900" y="2673350"/>
          <p14:tracePt t="115320" x="6932613" y="2673350"/>
          <p14:tracePt t="115332" x="6899275" y="2687638"/>
          <p14:tracePt t="115343" x="6843713" y="2735263"/>
          <p14:tracePt t="115355" x="6769100" y="2803525"/>
          <p14:tracePt t="115366" x="6715125" y="2878138"/>
          <p14:tracePt t="115377" x="6626225" y="3006725"/>
          <p14:tracePt t="115389" x="6557963" y="3163888"/>
          <p14:tracePt t="115399" x="6497638" y="3360738"/>
          <p14:tracePt t="115410" x="6483350" y="3497263"/>
          <p14:tracePt t="115423" x="6483350" y="3681413"/>
          <p14:tracePt t="115433" x="6497638" y="3824288"/>
          <p14:tracePt t="115444" x="6510338" y="3925888"/>
          <p14:tracePt t="115456" x="6545263" y="4014788"/>
          <p14:tracePt t="115467" x="6599238" y="4095750"/>
          <p14:tracePt t="115489" x="6640513" y="4157663"/>
          <p14:tracePt t="115490" x="6673850" y="4184650"/>
          <p14:tracePt t="115500" x="6715125" y="4211638"/>
          <p14:tracePt t="115511" x="6742113" y="4224338"/>
          <p14:tracePt t="115523" x="6769100" y="4224338"/>
          <p14:tracePt t="115534" x="6783388" y="4224338"/>
          <p14:tracePt t="115545" x="6804025" y="4224338"/>
          <p14:tracePt t="115635" x="6816725" y="4224338"/>
          <p14:tracePt t="115668" x="6831013" y="4224338"/>
          <p14:tracePt t="115702" x="6831013" y="4238625"/>
          <p14:tracePt t="115714" x="6831013" y="4286250"/>
          <p14:tracePt t="115725" x="6843713" y="4327525"/>
          <p14:tracePt t="115736" x="6872288" y="4414838"/>
          <p14:tracePt t="115748" x="6932613" y="4470400"/>
          <p14:tracePt t="115759" x="6973888" y="4530725"/>
          <p14:tracePt t="115770" x="7015163" y="4545013"/>
          <p14:tracePt t="115782" x="7062788" y="4572000"/>
          <p14:tracePt t="115793" x="7089775" y="4572000"/>
          <p14:tracePt t="115804" x="7116763" y="4572000"/>
          <p14:tracePt t="115816" x="7143750" y="4572000"/>
          <p14:tracePt t="115827" x="7170738" y="4572000"/>
          <p14:tracePt t="115837" x="7191375" y="4557713"/>
          <p14:tracePt t="115850" x="7205663" y="4557713"/>
          <p14:tracePt t="115861" x="7218363" y="4530725"/>
          <p14:tracePt t="115871" x="7232650" y="4497388"/>
          <p14:tracePt t="115894" x="7232650" y="4470400"/>
          <p14:tracePt t="115897" x="7245350" y="4443413"/>
          <p14:tracePt t="115909" x="7245350" y="4402138"/>
          <p14:tracePt t="115918" x="7232650" y="4387850"/>
          <p14:tracePt t="115929" x="7232650" y="4367213"/>
          <p14:tracePt t="115950" x="7218363" y="4367213"/>
          <p14:tracePt t="115973" x="7205663" y="4387850"/>
          <p14:tracePt t="115985" x="7170738" y="4402138"/>
          <p14:tracePt t="115995" x="7143750" y="4443413"/>
          <p14:tracePt t="116008" x="7129463" y="4483100"/>
          <p14:tracePt t="116018" x="7116763" y="4530725"/>
          <p14:tracePt t="116030" x="7102475" y="4572000"/>
          <p14:tracePt t="116041" x="7102475" y="4586288"/>
          <p14:tracePt t="116051" x="7116763" y="4613275"/>
          <p14:tracePt t="116063" x="7129463" y="4625975"/>
          <p14:tracePt t="116075" x="7158038" y="4625975"/>
          <p14:tracePt t="116085" x="7205663" y="4646613"/>
          <p14:tracePt t="116107" x="7245350" y="4646613"/>
          <p14:tracePt t="116110" x="7307263" y="4646613"/>
          <p14:tracePt t="116119" x="7348538" y="4646613"/>
          <p14:tracePt t="116132" x="7388225" y="4613275"/>
          <p14:tracePt t="116143" x="7415213" y="4598988"/>
          <p14:tracePt t="116153" x="7435850" y="4557713"/>
          <p14:tracePt t="116165" x="7450138" y="4530725"/>
          <p14:tracePt t="116176" x="7450138" y="4470400"/>
          <p14:tracePt t="116186" x="7435850" y="4429125"/>
          <p14:tracePt t="116198" x="7415213" y="4414838"/>
          <p14:tracePt t="116210" x="7402513" y="4402138"/>
          <p14:tracePt t="116220" x="7375525" y="4387850"/>
          <p14:tracePt t="116232" x="7334250" y="4387850"/>
          <p14:tracePt t="116243" x="7307263" y="4387850"/>
          <p14:tracePt t="116254" x="7232650" y="4402138"/>
          <p14:tracePt t="116266" x="7158038" y="4414838"/>
          <p14:tracePt t="116277" x="7089775" y="4443413"/>
          <p14:tracePt t="116288" x="7075488" y="4470400"/>
          <p14:tracePt t="116299" x="7062788" y="4518025"/>
          <p14:tracePt t="116311" x="7062788" y="4557713"/>
          <p14:tracePt t="116321" x="7062788" y="4572000"/>
          <p14:tracePt t="116332" x="7089775" y="4598988"/>
          <p14:tracePt t="116344" x="7102475" y="4613275"/>
          <p14:tracePt t="116355" x="7129463" y="4625975"/>
          <p14:tracePt t="116367" x="7158038" y="4625975"/>
          <p14:tracePt t="116378" x="7191375" y="4625975"/>
          <p14:tracePt t="116390" x="7218363" y="4625975"/>
          <p14:tracePt t="116400" x="7259638" y="4613275"/>
          <p14:tracePt t="116412" x="7286625" y="4613275"/>
          <p14:tracePt t="116424" x="7319963" y="4598988"/>
          <p14:tracePt t="116434" x="7348538" y="4572000"/>
          <p14:tracePt t="116445" x="7348538" y="4545013"/>
          <p14:tracePt t="116458" x="7361238" y="4483100"/>
          <p14:tracePt t="116468" x="7361238" y="4443413"/>
          <p14:tracePt t="116479" x="7334250" y="4402138"/>
          <p14:tracePt t="116491" x="7307263" y="4367213"/>
          <p14:tracePt t="116501" x="7259638" y="4340225"/>
          <p14:tracePt t="116513" x="7205663" y="4327525"/>
          <p14:tracePt t="116525" x="7158038" y="4327525"/>
          <p14:tracePt t="116535" x="7089775" y="4327525"/>
          <p14:tracePt t="116546" x="7027863" y="4354513"/>
          <p14:tracePt t="116558" x="6973888" y="4387850"/>
          <p14:tracePt t="116569" x="6946900" y="4414838"/>
          <p14:tracePt t="116580" x="6932613" y="4456113"/>
          <p14:tracePt t="116592" x="6932613" y="4483100"/>
          <p14:tracePt t="116602" x="6946900" y="4497388"/>
          <p14:tracePt t="116614" x="6959600" y="4530725"/>
          <p14:tracePt t="116626" x="6986588" y="4545013"/>
          <p14:tracePt t="116637" x="7027863" y="4557713"/>
          <p14:tracePt t="116649" x="7062788" y="4572000"/>
          <p14:tracePt t="116660" x="7116763" y="4572000"/>
          <p14:tracePt t="116670" x="7170738" y="4572000"/>
          <p14:tracePt t="116682" x="7205663" y="4557713"/>
          <p14:tracePt t="116693" x="7245350" y="4557713"/>
          <p14:tracePt t="116704" x="7259638" y="4530725"/>
          <p14:tracePt t="116716" x="7272338" y="4518025"/>
          <p14:tracePt t="116727" x="7272338" y="4483100"/>
          <p14:tracePt t="116737" x="7259638" y="4443413"/>
          <p14:tracePt t="116750" x="7245350" y="4387850"/>
          <p14:tracePt t="116761" x="7205663" y="4340225"/>
          <p14:tracePt t="116771" x="7170738" y="4327525"/>
          <p14:tracePt t="116784" x="7116763" y="4313238"/>
          <p14:tracePt t="116794" x="7062788" y="4313238"/>
          <p14:tracePt t="116805" x="7027863" y="4313238"/>
          <p14:tracePt t="116817" x="6973888" y="4340225"/>
          <p14:tracePt t="116828" x="6946900" y="4367213"/>
          <p14:tracePt t="116840" x="6911975" y="4429125"/>
          <p14:tracePt t="116850" x="6899275" y="4456113"/>
          <p14:tracePt t="116862" x="6899275" y="4497388"/>
          <p14:tracePt t="116874" x="6911975" y="4530725"/>
          <p14:tracePt t="116884" x="6946900" y="4545013"/>
          <p14:tracePt t="116895" x="6973888" y="4557713"/>
          <p14:tracePt t="116908" x="7000875" y="4572000"/>
          <p14:tracePt t="116918" x="7042150" y="4572000"/>
          <p14:tracePt t="116940" x="7075488" y="4572000"/>
          <p14:tracePt t="116941" x="7102475" y="4572000"/>
          <p14:tracePt t="116951" x="7129463" y="4572000"/>
          <p14:tracePt t="116963" x="7158038" y="4557713"/>
          <p14:tracePt t="116974" x="7170738" y="4530725"/>
          <p14:tracePt t="116986" x="7170738" y="4518025"/>
          <p14:tracePt t="116997" x="7170738" y="4470400"/>
          <p14:tracePt t="117008" x="7158038" y="4443413"/>
          <p14:tracePt t="117019" x="7143750" y="4402138"/>
          <p14:tracePt t="117030" x="7129463" y="4367213"/>
          <p14:tracePt t="117042" x="7116763" y="4354513"/>
          <p14:tracePt t="117053" x="7102475" y="4340225"/>
          <p14:tracePt t="117065" x="7075488" y="4340225"/>
          <p14:tracePt t="117076" x="7027863" y="4340225"/>
          <p14:tracePt t="117086" x="7000875" y="4354513"/>
          <p14:tracePt t="117098" x="6959600" y="4367213"/>
          <p14:tracePt t="117110" x="6911975" y="4402138"/>
          <p14:tracePt t="117120" x="6872288" y="4429125"/>
          <p14:tracePt t="117132" x="6843713" y="4470400"/>
          <p14:tracePt t="117143" x="6816725" y="4518025"/>
          <p14:tracePt t="117154" x="6783388" y="4557713"/>
          <p14:tracePt t="117166" x="6769100" y="4586288"/>
          <p14:tracePt t="117177" x="6742113" y="4625975"/>
          <p14:tracePt t="117187" x="6742113" y="4660900"/>
          <p14:tracePt t="117199" x="6729413" y="4687888"/>
          <p14:tracePt t="117211" x="6715125" y="4700588"/>
          <p14:tracePt t="117221" x="6700838" y="4714875"/>
          <p14:tracePt t="117255" x="6688138" y="4714875"/>
          <p14:tracePt t="117266" x="6673850" y="4714875"/>
          <p14:tracePt t="117278" x="6653213" y="4714875"/>
          <p14:tracePt t="117290" x="6640513" y="4714875"/>
          <p14:tracePt t="117300" x="6613525" y="4700588"/>
          <p14:tracePt t="117312" x="6572250" y="4687888"/>
          <p14:tracePt t="117324" x="6524625" y="4687888"/>
          <p14:tracePt t="117334" x="6470650" y="4673600"/>
          <p14:tracePt t="117345" x="6408738" y="4673600"/>
          <p14:tracePt t="117358" x="6381750" y="4673600"/>
          <p14:tracePt t="117367" x="6340475" y="4673600"/>
          <p14:tracePt t="117379" x="6300788" y="4687888"/>
          <p14:tracePt t="117391" x="6253163" y="4700588"/>
          <p14:tracePt t="117401" x="6224588" y="4714875"/>
          <p14:tracePt t="117413" x="6197600" y="4756150"/>
          <p14:tracePt t="117425" x="6170613" y="4789488"/>
          <p14:tracePt t="117435" x="6149975" y="4830763"/>
          <p14:tracePt t="117446" x="6122988" y="4857750"/>
          <p14:tracePt t="117458" x="6096000" y="4884738"/>
          <p14:tracePt t="117469" x="6081713" y="4919663"/>
          <p14:tracePt t="117480" x="6054725" y="4932363"/>
          <p14:tracePt t="117492" x="6054725" y="4946650"/>
          <p14:tracePt t="117503" x="6042025" y="4959350"/>
          <p14:tracePt t="117514" x="6042025" y="4986338"/>
          <p14:tracePt t="117526" x="6054725" y="5000625"/>
          <p14:tracePt t="117536" x="6069013" y="5048250"/>
          <p14:tracePt t="117548" x="6110288" y="5089525"/>
          <p14:tracePt t="117559" x="6149975" y="5116513"/>
          <p14:tracePt t="117570" x="6197600" y="5149850"/>
          <p14:tracePt t="117582" x="6253163" y="5164138"/>
          <p14:tracePt t="117593" x="6327775" y="5176838"/>
          <p14:tracePt t="117604" x="6367463" y="5176838"/>
          <p14:tracePt t="117615" x="6429375" y="5176838"/>
          <p14:tracePt t="117626" x="6470650" y="5164138"/>
          <p14:tracePt t="117638" x="6497638" y="5149850"/>
          <p14:tracePt t="117649" x="6510338" y="5129213"/>
          <p14:tracePt t="117661" x="6510338" y="5116513"/>
          <p14:tracePt t="117671" x="6510338" y="5102225"/>
          <p14:tracePt t="117683" x="6497638" y="5089525"/>
          <p14:tracePt t="117694" x="6483350" y="5075238"/>
          <p14:tracePt t="117705" x="6443663" y="5062538"/>
          <p14:tracePt t="117717" x="6396038" y="5062538"/>
          <p14:tracePt t="117727" x="6367463" y="5062538"/>
          <p14:tracePt t="117740" x="6313488" y="5062538"/>
          <p14:tracePt t="117750" x="6265863" y="5075238"/>
          <p14:tracePt t="117762" x="6253163" y="5075238"/>
          <p14:tracePt t="117774" x="6224588" y="5089525"/>
          <p14:tracePt t="117784" x="6224588" y="5116513"/>
          <p14:tracePt t="117795" x="6211888" y="5116513"/>
          <p14:tracePt t="117808" x="6211888" y="5129213"/>
          <p14:tracePt t="117818" x="6224588" y="5149850"/>
          <p14:tracePt t="117840" x="6238875" y="5149850"/>
          <p14:tracePt t="118043" x="6253163" y="5149850"/>
          <p14:tracePt t="118054" x="6280150" y="5129213"/>
          <p14:tracePt t="118065" x="6300788" y="5116513"/>
          <p14:tracePt t="118077" x="6313488" y="5102225"/>
          <p14:tracePt t="118088" x="6327775" y="5089525"/>
          <p14:tracePt t="118099" x="6340475" y="5062538"/>
          <p14:tracePt t="118110" x="6340475" y="5033963"/>
          <p14:tracePt t="118121" x="6340475" y="5000625"/>
          <p14:tracePt t="118134" x="6327775" y="4959350"/>
          <p14:tracePt t="118144" x="6300788" y="4932363"/>
          <p14:tracePt t="118156" x="6280150" y="4905375"/>
          <p14:tracePt t="118168" x="6253163" y="4872038"/>
          <p14:tracePt t="118178" x="6224588" y="4857750"/>
          <p14:tracePt t="118189" x="6211888" y="4857750"/>
          <p14:tracePt t="118202" x="6184900" y="4857750"/>
          <p14:tracePt t="118211" x="6170613" y="4857750"/>
          <p14:tracePt t="118223" x="6149975" y="4857750"/>
          <p14:tracePt t="118235" x="6149975" y="4872038"/>
          <p14:tracePt t="118245" x="6149975" y="4905375"/>
          <p14:tracePt t="118257" x="6149975" y="4932363"/>
          <p14:tracePt t="118268" x="6149975" y="4959350"/>
          <p14:tracePt t="118279" x="6149975" y="4973638"/>
          <p14:tracePt t="118290" x="6149975" y="5000625"/>
          <p14:tracePt t="118302" x="6149975" y="5033963"/>
          <p14:tracePt t="118313" x="6149975" y="5048250"/>
          <p14:tracePt t="118324" x="6149975" y="5062538"/>
          <p14:tracePt t="118336" x="6170613" y="5089525"/>
          <p14:tracePt t="118346" x="6197600" y="5102225"/>
          <p14:tracePt t="118358" x="6211888" y="5102225"/>
          <p14:tracePt t="118369" x="6253163" y="5116513"/>
          <p14:tracePt t="118380" x="6313488" y="5129213"/>
          <p14:tracePt t="118392" x="6354763" y="5129213"/>
          <p14:tracePt t="118403" x="6408738" y="5129213"/>
          <p14:tracePt t="118414" x="6456363" y="5116513"/>
          <p14:tracePt t="118426" x="6497638" y="5116513"/>
          <p14:tracePt t="118437" x="6510338" y="5102225"/>
          <p14:tracePt t="118447" x="6524625" y="5089525"/>
          <p14:tracePt t="118459" x="6524625" y="5075238"/>
          <p14:tracePt t="118471" x="6524625" y="5048250"/>
          <p14:tracePt t="118481" x="6510338" y="5021263"/>
          <p14:tracePt t="118493" x="6497638" y="4986338"/>
          <p14:tracePt t="118504" x="6483350" y="4959350"/>
          <p14:tracePt t="118515" x="6470650" y="4946650"/>
          <p14:tracePt t="118527" x="6456363" y="4919663"/>
          <p14:tracePt t="118538" x="6429375" y="4905375"/>
          <p14:tracePt t="118550" x="6408738" y="4905375"/>
          <p14:tracePt t="118560" x="6354763" y="4905375"/>
          <p14:tracePt t="118571" x="6300788" y="4905375"/>
          <p14:tracePt t="118584" x="6238875" y="4905375"/>
          <p14:tracePt t="118594" x="6184900" y="4905375"/>
          <p14:tracePt t="118605" x="6137275" y="4905375"/>
          <p14:tracePt t="118617" x="6096000" y="4932363"/>
          <p14:tracePt t="118628" x="6069013" y="4946650"/>
          <p14:tracePt t="118639" x="6054725" y="4973638"/>
          <p14:tracePt t="118651" x="6042025" y="5021263"/>
          <p14:tracePt t="118661" x="6042025" y="5062538"/>
          <p14:tracePt t="118673" x="6054725" y="5089525"/>
          <p14:tracePt t="118685" x="6069013" y="5116513"/>
          <p14:tracePt t="118695" x="6110288" y="5164138"/>
          <p14:tracePt t="118707" x="6149975" y="5191125"/>
          <p14:tracePt t="118718" x="6184900" y="5205413"/>
          <p14:tracePt t="118729" x="6238875" y="5218113"/>
          <p14:tracePt t="118741" x="6300788" y="5232400"/>
          <p14:tracePt t="118752" x="6340475" y="5232400"/>
          <p14:tracePt t="118763" x="6396038" y="5232400"/>
          <p14:tracePt t="118774" x="6456363" y="5218113"/>
          <p14:tracePt t="118786" x="6497638" y="5205413"/>
          <p14:tracePt t="118797" x="6510338" y="5191125"/>
          <p14:tracePt t="118808" x="6545263" y="5149850"/>
          <p14:tracePt t="118819" x="6557963" y="5102225"/>
          <p14:tracePt t="118830" x="6557963" y="5075238"/>
          <p14:tracePt t="118842" x="6545263" y="5021263"/>
          <p14:tracePt t="118853" x="6524625" y="4959350"/>
          <p14:tracePt t="118864" x="6483350" y="4905375"/>
          <p14:tracePt t="118876" x="6456363" y="4872038"/>
          <p14:tracePt t="118887" x="6396038" y="4843463"/>
          <p14:tracePt t="118898" x="6340475" y="4830763"/>
          <p14:tracePt t="118909" x="6280150" y="4830763"/>
          <p14:tracePt t="118920" x="6224588" y="4843463"/>
          <p14:tracePt t="118932" x="6170613" y="4857750"/>
          <p14:tracePt t="118944" x="6122988" y="4884738"/>
          <p14:tracePt t="118955" x="6081713" y="4919663"/>
          <p14:tracePt t="118965" x="6042025" y="4959350"/>
          <p14:tracePt t="118977" x="6021388" y="5000625"/>
          <p14:tracePt t="118988" x="6007100" y="5033963"/>
          <p14:tracePt t="119000" x="5994400" y="5075238"/>
          <p14:tracePt t="119011" x="6007100" y="5102225"/>
          <p14:tracePt t="119033" x="6021388" y="5116513"/>
          <p14:tracePt t="119036" x="6042025" y="5129213"/>
          <p14:tracePt t="119045" x="6081713" y="5149850"/>
          <p14:tracePt t="119056" x="6122988" y="5164138"/>
          <p14:tracePt t="119069" x="6170613" y="5176838"/>
          <p14:tracePt t="119079" x="6211888" y="5176838"/>
          <p14:tracePt t="119089" x="6253163" y="5164138"/>
          <p14:tracePt t="119101" x="6300788" y="5164138"/>
          <p14:tracePt t="119111" x="6327775" y="5149850"/>
          <p14:tracePt t="119123" x="6354763" y="5129213"/>
          <p14:tracePt t="119136" x="6367463" y="5102225"/>
          <p14:tracePt t="119145" x="6367463" y="5075238"/>
          <p14:tracePt t="119156" x="6367463" y="5048250"/>
          <p14:tracePt t="119168" x="6354763" y="4986338"/>
          <p14:tracePt t="119179" x="6327775" y="4946650"/>
          <p14:tracePt t="119190" x="6300788" y="4919663"/>
          <p14:tracePt t="119202" x="6253163" y="4884738"/>
          <p14:tracePt t="119213" x="6211888" y="4857750"/>
          <p14:tracePt t="119224" x="6170613" y="4830763"/>
          <p14:tracePt t="119236" x="6122988" y="4816475"/>
          <p14:tracePt t="119246" x="6081713" y="4816475"/>
          <p14:tracePt t="119258" x="6054725" y="4816475"/>
          <p14:tracePt t="119270" x="6021388" y="4816475"/>
          <p14:tracePt t="119280" x="5980113" y="4843463"/>
          <p14:tracePt t="119291" x="5938838" y="4872038"/>
          <p14:tracePt t="119303" x="5891213" y="4932363"/>
          <p14:tracePt t="119314" x="5864225" y="4973638"/>
          <p14:tracePt t="119325" x="5837238" y="5021263"/>
          <p14:tracePt t="119337" x="5837238" y="5062538"/>
          <p14:tracePt t="119348" x="5837238" y="5089525"/>
          <p14:tracePt t="119359" x="5851525" y="5116513"/>
          <p14:tracePt t="119370" x="5864225" y="5149850"/>
          <p14:tracePt t="119381" x="5891213" y="5176838"/>
          <p14:tracePt t="119393" x="5926138" y="5191125"/>
          <p14:tracePt t="119404" x="5980113" y="5205413"/>
          <p14:tracePt t="119415" x="6042025" y="5205413"/>
          <p14:tracePt t="119428" x="6096000" y="5205413"/>
          <p14:tracePt t="119438" x="6149975" y="5205413"/>
          <p14:tracePt t="119449" x="6211888" y="5205413"/>
          <p14:tracePt t="119460" x="6265863" y="5205413"/>
          <p14:tracePt t="119471" x="6313488" y="5191125"/>
          <p14:tracePt t="119484" x="6340475" y="5176838"/>
          <p14:tracePt t="119494" x="6367463" y="5164138"/>
          <p14:tracePt t="119505" x="6381750" y="5129213"/>
          <p14:tracePt t="119517" x="6396038" y="5102225"/>
          <p14:tracePt t="119528" x="6396038" y="5075238"/>
          <p14:tracePt t="119539" x="6396038" y="5033963"/>
          <p14:tracePt t="119551" x="6381750" y="4986338"/>
          <p14:tracePt t="119562" x="6367463" y="4946650"/>
          <p14:tracePt t="119573" x="6354763" y="4905375"/>
          <p14:tracePt t="119585" x="6327775" y="4872038"/>
          <p14:tracePt t="119595" x="6300788" y="4872038"/>
          <p14:tracePt t="119607" x="6265863" y="4857750"/>
          <p14:tracePt t="119618" x="6253163" y="4857750"/>
          <p14:tracePt t="119629" x="6224588" y="4857750"/>
          <p14:tracePt t="119641" x="6211888" y="4872038"/>
          <p14:tracePt t="119652" x="6197600" y="4905375"/>
          <p14:tracePt t="119663" x="6149975" y="4946650"/>
          <p14:tracePt t="119674" x="6137275" y="4986338"/>
          <p14:tracePt t="119685" x="6110288" y="5048250"/>
          <p14:tracePt t="119696" x="6096000" y="5102225"/>
          <p14:tracePt t="119708" x="6096000" y="5149850"/>
          <p14:tracePt t="119719" x="6110288" y="5176838"/>
          <p14:tracePt t="119730" x="6137275" y="5218113"/>
          <p14:tracePt t="119742" x="6184900" y="5245100"/>
          <p14:tracePt t="119753" x="6224588" y="5259388"/>
          <p14:tracePt t="119764" x="6300788" y="5280025"/>
          <p14:tracePt t="119775" x="6354763" y="5280025"/>
          <p14:tracePt t="119787" x="6408738" y="5280025"/>
          <p14:tracePt t="119798" x="6470650" y="5280025"/>
          <p14:tracePt t="119809" x="6510338" y="5280025"/>
          <p14:tracePt t="119820" x="6545263" y="5259388"/>
          <p14:tracePt t="119831" x="6557963" y="5245100"/>
          <p14:tracePt t="119843" x="6557963" y="5232400"/>
          <p14:tracePt t="119854" x="6557963" y="5205413"/>
          <p14:tracePt t="119865" x="6557963" y="5164138"/>
          <p14:tracePt t="119877" x="6545263" y="5116513"/>
          <p14:tracePt t="119888" x="6524625" y="5075238"/>
          <p14:tracePt t="119900" x="6497638" y="5062538"/>
          <p14:tracePt t="119910" x="6483350" y="5033963"/>
          <p14:tracePt t="119922" x="6470650" y="5033963"/>
          <p14:tracePt t="119934" x="6443663" y="5021263"/>
          <p14:tracePt t="119944" x="6429375" y="5021263"/>
          <p14:tracePt t="119967" x="6408738" y="5021263"/>
          <p14:tracePt t="119977" x="6396038" y="5021263"/>
          <p14:tracePt t="119989" x="6381750" y="5021263"/>
          <p14:tracePt t="120011" x="6367463" y="5021263"/>
          <p14:tracePt t="120023" x="6354763" y="5033963"/>
          <p14:tracePt t="120045" x="6340475" y="5033963"/>
          <p14:tracePt t="120057" x="6327775" y="5033963"/>
          <p14:tracePt t="120090" x="6327775" y="5048250"/>
          <p14:tracePt t="120094" x="6313488" y="5048250"/>
          <p14:tracePt t="120105" x="6265863" y="5048250"/>
          <p14:tracePt t="120115" x="6253163" y="5062538"/>
          <p14:tracePt t="120125" x="6238875" y="5062538"/>
          <p14:tracePt t="120138" x="6211888" y="5062538"/>
          <p14:tracePt t="120147" x="6197600" y="5062538"/>
          <p14:tracePt t="120159" x="6184900" y="5062538"/>
          <p14:tracePt t="120170" x="6137275" y="5048250"/>
          <p14:tracePt t="120180" x="6110288" y="5048250"/>
          <p14:tracePt t="120192" x="6081713" y="5048250"/>
          <p14:tracePt t="120203" x="6054725" y="5048250"/>
          <p14:tracePt t="120214" x="6007100" y="5048250"/>
          <p14:tracePt t="120226" x="5994400" y="5048250"/>
          <p14:tracePt t="120237" x="5967413" y="5048250"/>
          <p14:tracePt t="120248" x="5953125" y="5048250"/>
          <p14:tracePt t="120259" x="5926138" y="5048250"/>
          <p14:tracePt t="120271" x="5911850" y="5062538"/>
          <p14:tracePt t="120281" x="5891213" y="5062538"/>
          <p14:tracePt t="120293" x="5878513" y="5075238"/>
          <p14:tracePt t="120304" x="5864225" y="5075238"/>
          <p14:tracePt t="120315" x="5851525" y="5075238"/>
          <p14:tracePt t="120428" x="5837238" y="5075238"/>
          <p14:tracePt t="120439" x="5824538" y="5075238"/>
          <p14:tracePt t="120461" x="5810250" y="5075238"/>
          <p14:tracePt t="120473" x="5795963" y="5075238"/>
          <p14:tracePt t="120540" x="5810250" y="5075238"/>
          <p14:tracePt t="120552" x="5824538" y="5075238"/>
          <p14:tracePt t="120563" x="5851525" y="5089525"/>
          <p14:tracePt t="120574" x="5864225" y="5089525"/>
          <p14:tracePt t="120586" x="5878513" y="5089525"/>
          <p14:tracePt t="120596" x="5891213" y="5089525"/>
          <p14:tracePt t="120652" x="5878513" y="5089525"/>
          <p14:tracePt t="120675" x="5864225" y="5089525"/>
          <p14:tracePt t="120753" x="5878513" y="5089525"/>
          <p14:tracePt t="120776" x="5891213" y="5102225"/>
          <p14:tracePt t="120788" x="5911850" y="5102225"/>
          <p14:tracePt t="120799" x="5926138" y="5102225"/>
          <p14:tracePt t="120810" x="5938838" y="5116513"/>
          <p14:tracePt t="120822" x="5953125" y="5116513"/>
          <p14:tracePt t="120844" x="5938838" y="5116513"/>
          <p14:tracePt t="121138" x="5953125" y="5116513"/>
          <p14:tracePt t="121148" x="5967413" y="5116513"/>
          <p14:tracePt t="121160" x="5980113" y="5116513"/>
          <p14:tracePt t="121171" x="5994400" y="5116513"/>
          <p14:tracePt t="121248" x="6007100" y="5116513"/>
          <p14:tracePt t="121293" x="6007100" y="5129213"/>
          <p14:tracePt t="121339" x="6021388" y="5129213"/>
          <p14:tracePt t="121361" x="6042025" y="5129213"/>
          <p14:tracePt t="121374" x="6069013" y="5129213"/>
          <p14:tracePt t="121385" x="6096000" y="5129213"/>
          <p14:tracePt t="121396" x="6122988" y="5129213"/>
          <p14:tracePt t="121418" x="6137275" y="5149850"/>
          <p14:tracePt t="121421" x="6170613" y="5149850"/>
          <p14:tracePt t="121430" x="6184900" y="5149850"/>
          <p14:tracePt t="121451" x="6184900" y="5129213"/>
          <p14:tracePt t="121485" x="6184900" y="5116513"/>
          <p14:tracePt t="121497" x="6184900" y="5102225"/>
          <p14:tracePt t="121508" x="6170613" y="5089525"/>
          <p14:tracePt t="121520" x="6149975" y="5075238"/>
          <p14:tracePt t="121542" x="6137275" y="5075238"/>
          <p14:tracePt t="121564" x="6122988" y="5075238"/>
          <p14:tracePt t="121586" x="6110288" y="5075238"/>
          <p14:tracePt t="121598" x="6096000" y="5089525"/>
          <p14:tracePt t="121610" x="6096000" y="5102225"/>
          <p14:tracePt t="121623" x="6081713" y="5116513"/>
          <p14:tracePt t="121643" x="6069013" y="5129213"/>
          <p14:tracePt t="121687" x="6081713" y="5129213"/>
          <p14:tracePt t="121710" x="6096000" y="5129213"/>
          <p14:tracePt t="121722" x="6110288" y="5129213"/>
          <p14:tracePt t="121744" x="6122988" y="5116513"/>
          <p14:tracePt t="121766" x="6122988" y="5102225"/>
          <p14:tracePt t="121790" x="6122988" y="5089525"/>
          <p14:tracePt t="121811" x="6122988" y="5075238"/>
          <p14:tracePt t="121824" x="6122988" y="5062538"/>
          <p14:tracePt t="121834" x="6122988" y="5048250"/>
          <p14:tracePt t="121846" x="6110288" y="5033963"/>
          <p14:tracePt t="121858" x="6110288" y="5021263"/>
          <p14:tracePt t="121868" x="6096000" y="5000625"/>
          <p14:tracePt t="121891" x="6096000" y="4986338"/>
          <p14:tracePt t="121901" x="6081713" y="4986338"/>
          <p14:tracePt t="121935" x="6069013" y="4986338"/>
          <p14:tracePt t="121947" x="6069013" y="5000625"/>
          <p14:tracePt t="121958" x="6069013" y="5021263"/>
          <p14:tracePt t="121971" x="6054725" y="5033963"/>
          <p14:tracePt t="121981" x="6054725" y="5048250"/>
          <p14:tracePt t="121993" x="6054725" y="5062538"/>
          <p14:tracePt t="122004" x="6069013" y="5075238"/>
          <p14:tracePt t="122025" x="6081713" y="5089525"/>
          <p14:tracePt t="122036" x="6096000" y="5089525"/>
          <p14:tracePt t="122049" x="6122988" y="5089525"/>
          <p14:tracePt t="122059" x="6137275" y="5075238"/>
          <p14:tracePt t="122081" x="6149975" y="5075238"/>
          <p14:tracePt t="122093" x="6149975" y="5062538"/>
          <p14:tracePt t="122104" x="6149975" y="5048250"/>
          <p14:tracePt t="122117" x="6149975" y="5033963"/>
          <p14:tracePt t="122127" x="6149975" y="5021263"/>
          <p14:tracePt t="122139" x="6137275" y="5000625"/>
          <p14:tracePt t="122184" x="6122988" y="5000625"/>
          <p14:tracePt t="122205" x="6110288" y="5021263"/>
          <p14:tracePt t="122217" x="6110288" y="5033963"/>
          <p14:tracePt t="122228" x="6096000" y="5048250"/>
          <p14:tracePt t="122240" x="6096000" y="5062538"/>
          <p14:tracePt t="122250" x="6096000" y="5089525"/>
          <p14:tracePt t="122272" x="6096000" y="5102225"/>
          <p14:tracePt t="122284" x="6110288" y="5102225"/>
          <p14:tracePt t="122295" x="6122988" y="5116513"/>
          <p14:tracePt t="122307" x="6137275" y="5116513"/>
          <p14:tracePt t="122318" x="6170613" y="5116513"/>
          <p14:tracePt t="122340" x="6184900" y="5116513"/>
          <p14:tracePt t="122352" x="6184900" y="5102225"/>
          <p14:tracePt t="122374" x="6184900" y="5089525"/>
          <p14:tracePt t="122396" x="6184900" y="5075238"/>
          <p14:tracePt t="122408" x="6184900" y="5062538"/>
          <p14:tracePt t="122419" x="6184900" y="5048250"/>
          <p14:tracePt t="122430" x="6170613" y="5048250"/>
          <p14:tracePt t="122442" x="6170613" y="5033963"/>
          <p14:tracePt t="122464" x="6149975" y="5033963"/>
          <p14:tracePt t="122499" x="6137275" y="5048250"/>
          <p14:tracePt t="122510" x="6137275" y="5062538"/>
          <p14:tracePt t="122520" x="6137275" y="5075238"/>
          <p14:tracePt t="122543" x="6137275" y="5089525"/>
          <p14:tracePt t="122554" x="6149975" y="5089525"/>
          <p14:tracePt t="122655" x="6149975" y="5075238"/>
          <p14:tracePt t="122666" x="6170613" y="5075238"/>
          <p14:tracePt t="122700" x="6170613" y="5062538"/>
          <p14:tracePt t="122722" x="6149975" y="5048250"/>
          <p14:tracePt t="122858" x="6149975" y="5062538"/>
          <p14:tracePt t="122880" x="6149975" y="5075238"/>
          <p14:tracePt t="122892" x="6137275" y="5075238"/>
          <p14:tracePt t="122959" x="6137275" y="5089525"/>
          <p14:tracePt t="123026" x="6149975" y="5089525"/>
          <p14:tracePt t="123049" x="6170613" y="5089525"/>
          <p14:tracePt t="123061" x="6184900" y="5089525"/>
          <p14:tracePt t="123083" x="6197600" y="5089525"/>
          <p14:tracePt t="123150" x="6211888" y="5089525"/>
          <p14:tracePt t="123172" x="6224588" y="5089525"/>
          <p14:tracePt t="123184" x="6238875" y="5089525"/>
          <p14:tracePt t="123196" x="6265863" y="5089525"/>
          <p14:tracePt t="123206" x="6300788" y="5075238"/>
          <p14:tracePt t="123229" x="6313488" y="5075238"/>
          <p14:tracePt t="123230" x="6327775" y="5075238"/>
          <p14:tracePt t="123241" x="6340475" y="5075238"/>
          <p14:tracePt t="123252" x="6354763" y="5062538"/>
          <p14:tracePt t="123352" x="6340475" y="5062538"/>
          <p14:tracePt t="123386" x="6327775" y="5062538"/>
          <p14:tracePt t="123409" x="6313488" y="5062538"/>
          <p14:tracePt t="123701" x="6327775" y="5062538"/>
          <p14:tracePt t="123724" x="6340475" y="5062538"/>
          <p14:tracePt t="123791" x="6327775" y="5062538"/>
          <p14:tracePt t="123803" x="6313488" y="5062538"/>
          <p14:tracePt t="123825" x="6300788" y="5062538"/>
          <p14:tracePt t="123837" x="6280150" y="5062538"/>
          <p14:tracePt t="123859" x="6265863" y="5062538"/>
          <p14:tracePt t="123915" x="6280150" y="5062538"/>
          <p14:tracePt t="123937" x="6300788" y="5062538"/>
          <p14:tracePt t="123949" x="6313488" y="5062538"/>
          <p14:tracePt t="124050" x="6300788" y="5062538"/>
          <p14:tracePt t="124061" x="6280150" y="5062538"/>
          <p14:tracePt t="124074" x="6265863" y="5062538"/>
          <p14:tracePt t="124140" x="6280150" y="5062538"/>
          <p14:tracePt t="124151" x="6300788" y="5062538"/>
          <p14:tracePt t="124163" x="6313488" y="5075238"/>
          <p14:tracePt t="124174" x="6327775" y="5075238"/>
          <p14:tracePt t="124185" x="6340475" y="5075238"/>
          <p14:tracePt t="124197" x="6354763" y="5075238"/>
          <p14:tracePt t="124275" x="6340475" y="5075238"/>
          <p14:tracePt t="124278" x="6327775" y="5075238"/>
          <p14:tracePt t="124286" x="6313488" y="5075238"/>
          <p14:tracePt t="124309" x="6300788" y="5075238"/>
          <p14:tracePt t="124387" x="6313488" y="5075238"/>
          <p14:tracePt t="124410" x="6327775" y="5075238"/>
          <p14:tracePt t="124658" x="6340475" y="5075238"/>
          <p14:tracePt t="125558" x="6354763" y="5075238"/>
          <p14:tracePt t="125580" x="6367463" y="5075238"/>
          <p14:tracePt t="125614" x="6381750" y="5075238"/>
          <p14:tracePt t="125793" x="6396038" y="5075238"/>
          <p14:tracePt t="125861" x="6408738" y="5075238"/>
          <p14:tracePt t="125884" x="6429375" y="5075238"/>
          <p14:tracePt t="125906" x="6443663" y="5075238"/>
          <p14:tracePt t="125918" x="6456363" y="5075238"/>
          <p14:tracePt t="125940" x="6470650" y="5075238"/>
          <p14:tracePt t="125963" x="6483350" y="5075238"/>
          <p14:tracePt t="125985" x="6497638" y="5075238"/>
          <p14:tracePt t="126165" x="6510338" y="5089525"/>
          <p14:tracePt t="126177" x="6524625" y="5089525"/>
          <p14:tracePt t="126188" x="6545263" y="5089525"/>
          <p14:tracePt t="126199" x="6586538" y="5089525"/>
          <p14:tracePt t="126211" x="6613525" y="5089525"/>
          <p14:tracePt t="126223" x="6640513" y="5102225"/>
          <p14:tracePt t="126235" x="6688138" y="5102225"/>
          <p14:tracePt t="126244" x="6715125" y="5102225"/>
          <p14:tracePt t="126256" x="6729413" y="5102225"/>
          <p14:tracePt t="126268" x="6742113" y="5102225"/>
          <p14:tracePt t="126278" x="6742113" y="5089525"/>
          <p14:tracePt t="126311" x="6742113" y="5075238"/>
          <p14:tracePt t="126323" x="6742113" y="5062538"/>
          <p14:tracePt t="126335" x="6742113" y="5048250"/>
          <p14:tracePt t="126346" x="6729413" y="5033963"/>
          <p14:tracePt t="126379" x="6729413" y="5000625"/>
          <p14:tracePt t="126381" x="6715125" y="4986338"/>
          <p14:tracePt t="126390" x="6700838" y="4973638"/>
          <p14:tracePt t="126394" x="6688138" y="4973638"/>
          <p14:tracePt t="126402" x="6653213" y="4959350"/>
          <p14:tracePt t="126424" x="6640513" y="4959350"/>
          <p14:tracePt t="126435" x="6626225" y="4973638"/>
          <p14:tracePt t="126447" x="6613525" y="4973638"/>
          <p14:tracePt t="126470" x="6613525" y="4986338"/>
          <p14:tracePt t="126480" x="6599238" y="5000625"/>
          <p14:tracePt t="126493" x="6599238" y="5021263"/>
          <p14:tracePt t="126503" x="6599238" y="5033963"/>
          <p14:tracePt t="126514" x="6586538" y="5048250"/>
          <p14:tracePt t="126527" x="6586538" y="5062538"/>
          <p14:tracePt t="126570" x="6599238" y="5062538"/>
          <p14:tracePt t="126615" x="6613525" y="5062538"/>
          <p14:tracePt t="126750" x="6626225" y="5062538"/>
          <p14:tracePt t="126785" x="6640513" y="5062538"/>
          <p14:tracePt t="126806" x="6653213" y="5062538"/>
          <p14:tracePt t="126829" x="6673850" y="5075238"/>
          <p14:tracePt t="126841" x="6688138" y="5075238"/>
          <p14:tracePt t="126907" x="6688138" y="5062538"/>
          <p14:tracePt t="126930" x="6700838" y="5062538"/>
          <p14:tracePt t="126964" x="6700838" y="5048250"/>
          <p14:tracePt t="127008" x="6715125" y="5048250"/>
          <p14:tracePt t="127031" x="6715125" y="5033963"/>
          <p14:tracePt t="127054" x="6729413" y="5033963"/>
          <p14:tracePt t="129203" x="6783388" y="5033963"/>
          <p14:tracePt t="129206" x="6831013" y="5048250"/>
          <p14:tracePt t="129215" x="6872288" y="5062538"/>
          <p14:tracePt t="129226" x="6932613" y="5062538"/>
          <p14:tracePt t="129236" x="6986588" y="5075238"/>
          <p14:tracePt t="129248" x="7015163" y="5075238"/>
          <p14:tracePt t="129259" x="7042150" y="5089525"/>
          <p14:tracePt t="129271" x="7062788" y="5089525"/>
          <p14:tracePt t="129293" x="7075488" y="5089525"/>
          <p14:tracePt t="129306" x="7089775" y="5089525"/>
          <p14:tracePt t="129316" x="7102475" y="5089525"/>
          <p14:tracePt t="129327" x="7116763" y="5089525"/>
          <p14:tracePt t="129340" x="7143750" y="5075238"/>
          <p14:tracePt t="129349" x="7170738" y="5075238"/>
          <p14:tracePt t="129361" x="7218363" y="5075238"/>
          <p14:tracePt t="129375" x="7259638" y="5062538"/>
          <p14:tracePt t="129384" x="7286625" y="5062538"/>
          <p14:tracePt t="129395" x="7307263" y="5062538"/>
          <p14:tracePt t="129406" x="7319963" y="5062538"/>
          <p14:tracePt t="129417" x="7334250" y="5062538"/>
          <p14:tracePt t="129428" x="7334250" y="5048250"/>
          <p14:tracePt t="129439" x="7348538" y="5048250"/>
          <p14:tracePt t="130103" x="7319963" y="5048250"/>
          <p14:tracePt t="130114" x="7286625" y="5048250"/>
          <p14:tracePt t="130126" x="7259638" y="5033963"/>
          <p14:tracePt t="130138" x="7232650" y="5033963"/>
          <p14:tracePt t="130149" x="7205663" y="5033963"/>
          <p14:tracePt t="130160" x="7170738" y="5021263"/>
          <p14:tracePt t="130171" x="7143750" y="5021263"/>
          <p14:tracePt t="130182" x="7116763" y="5033963"/>
          <p14:tracePt t="130193" x="7089775" y="5033963"/>
          <p14:tracePt t="130205" x="7062788" y="5048250"/>
          <p14:tracePt t="130215" x="7015163" y="5062538"/>
          <p14:tracePt t="130227" x="7000875" y="5075238"/>
          <p14:tracePt t="130239" x="6959600" y="5089525"/>
          <p14:tracePt t="130249" x="6911975" y="5116513"/>
          <p14:tracePt t="130261" x="6884988" y="5149850"/>
          <p14:tracePt t="130273" x="6858000" y="5164138"/>
          <p14:tracePt t="130283" x="6831013" y="5191125"/>
          <p14:tracePt t="130294" x="6804025" y="5218113"/>
          <p14:tracePt t="130306" x="6769100" y="5245100"/>
          <p14:tracePt t="130317" x="6729413" y="5307013"/>
          <p14:tracePt t="130328" x="6700838" y="5360988"/>
          <p14:tracePt t="130340" x="6673850" y="5422900"/>
          <p14:tracePt t="130350" x="6653213" y="5462588"/>
          <p14:tracePt t="130362" x="6653213" y="5518150"/>
          <p14:tracePt t="130373" x="6640513" y="5565775"/>
          <p14:tracePt t="130384" x="6640513" y="5619750"/>
          <p14:tracePt t="130395" x="6640513" y="5646738"/>
          <p14:tracePt t="130407" x="6653213" y="5694363"/>
          <p14:tracePt t="130418" x="6673850" y="5735638"/>
          <p14:tracePt t="130429" x="6715125" y="5762625"/>
          <p14:tracePt t="130441" x="6769100" y="5810250"/>
          <p14:tracePt t="130452" x="6843713" y="5864225"/>
          <p14:tracePt t="130464" x="6911975" y="5911850"/>
          <p14:tracePt t="130475" x="6973888" y="5938838"/>
          <p14:tracePt t="130485" x="7042150" y="5953125"/>
          <p14:tracePt t="130497" x="7129463" y="5967413"/>
          <p14:tracePt t="130508" x="7191375" y="5980113"/>
          <p14:tracePt t="130519" x="7286625" y="5980113"/>
          <p14:tracePt t="130531" x="7388225" y="5980113"/>
          <p14:tracePt t="130542" x="7504113" y="5980113"/>
          <p14:tracePt t="130575" x="7578725" y="5980113"/>
          <p14:tracePt t="130578" x="7673975" y="5953125"/>
          <p14:tracePt t="130590" x="7777163" y="5926138"/>
          <p14:tracePt t="130592" x="7851775" y="5891213"/>
          <p14:tracePt t="130599" x="7932738" y="5837238"/>
          <p14:tracePt t="130611" x="8007350" y="5762625"/>
          <p14:tracePt t="130623" x="8069263" y="5694363"/>
          <p14:tracePt t="130633" x="8081963" y="5619750"/>
          <p14:tracePt t="130644" x="8081963" y="5503863"/>
          <p14:tracePt t="130655" x="8048625" y="5387975"/>
          <p14:tracePt t="130665" x="7994650" y="5292725"/>
          <p14:tracePt t="130677" x="7953375" y="5232400"/>
          <p14:tracePt t="130689" x="7878763" y="5191125"/>
          <p14:tracePt t="130699" x="7804150" y="5164138"/>
          <p14:tracePt t="130710" x="7748588" y="5164138"/>
          <p14:tracePt t="130723" x="7673975" y="5149850"/>
          <p14:tracePt t="130733" x="7593013" y="5149850"/>
          <p14:tracePt t="130744" x="7504113" y="5164138"/>
          <p14:tracePt t="130756" x="7450138" y="5191125"/>
          <p14:tracePt t="130766" x="7361238" y="5232400"/>
          <p14:tracePt t="130778" x="7272338" y="5280025"/>
          <p14:tracePt t="130790" x="7205663" y="5319713"/>
          <p14:tracePt t="130800" x="7102475" y="5360988"/>
          <p14:tracePt t="130811" x="7000875" y="5422900"/>
          <p14:tracePt t="130823" x="6932613" y="5476875"/>
          <p14:tracePt t="130834" x="6884988" y="5518150"/>
          <p14:tracePt t="130845" x="6843713" y="5578475"/>
          <p14:tracePt t="130857" x="6831013" y="5619750"/>
          <p14:tracePt t="130868" x="6831013" y="5667375"/>
          <p14:tracePt t="130879" x="6831013" y="5708650"/>
          <p14:tracePt t="130891" x="6872288" y="5748338"/>
          <p14:tracePt t="130901" x="6932613" y="5795963"/>
          <p14:tracePt t="130913" x="6973888" y="5824538"/>
          <p14:tracePt t="130925" x="7062788" y="5851525"/>
          <p14:tracePt t="130935" x="7143750" y="5878513"/>
          <p14:tracePt t="130947" x="7218363" y="5878513"/>
          <p14:tracePt t="130958" x="7334250" y="5891213"/>
          <p14:tracePt t="130969" x="7462838" y="5911850"/>
          <p14:tracePt t="130981" x="7578725" y="5911850"/>
          <p14:tracePt t="130992" x="7646988" y="5891213"/>
          <p14:tracePt t="131003" x="7735888" y="5864225"/>
          <p14:tracePt t="131015" x="7789863" y="5824538"/>
          <p14:tracePt t="131026" x="7837488" y="5762625"/>
          <p14:tracePt t="131037" x="7851775" y="5708650"/>
          <p14:tracePt t="131048" x="7851775" y="5605463"/>
          <p14:tracePt t="131059" x="7824788" y="5476875"/>
          <p14:tracePt t="131070" x="7762875" y="5360988"/>
          <p14:tracePt t="131081" x="7646988" y="5218113"/>
          <p14:tracePt t="131093" x="7518400" y="5102225"/>
          <p14:tracePt t="131105" x="7402513" y="5021263"/>
          <p14:tracePt t="131115" x="7307263" y="4986338"/>
          <p14:tracePt t="131126" x="7170738" y="4959350"/>
          <p14:tracePt t="131139" x="7062788" y="4973638"/>
          <p14:tracePt t="131149" x="6973888" y="4986338"/>
          <p14:tracePt t="131160" x="6884988" y="5048250"/>
          <p14:tracePt t="131173" x="6804025" y="5129213"/>
          <p14:tracePt t="131183" x="6729413" y="5218113"/>
          <p14:tracePt t="131194" x="6688138" y="5307013"/>
          <p14:tracePt t="131206" x="6640513" y="5387975"/>
          <p14:tracePt t="131217" x="6613525" y="5476875"/>
          <p14:tracePt t="131228" x="6613525" y="5551488"/>
          <p14:tracePt t="131239" x="6626225" y="5605463"/>
          <p14:tracePt t="131250" x="6653213" y="5681663"/>
          <p14:tracePt t="131262" x="6715125" y="5748338"/>
          <p14:tracePt t="131273" x="6783388" y="5795963"/>
          <p14:tracePt t="131284" x="6872288" y="5851525"/>
          <p14:tracePt t="131295" x="6973888" y="5878513"/>
          <p14:tracePt t="131307" x="7075488" y="5891213"/>
          <p14:tracePt t="131318" x="7158038" y="5891213"/>
          <p14:tracePt t="131329" x="7286625" y="5891213"/>
          <p14:tracePt t="131341" x="7435850" y="5878513"/>
          <p14:tracePt t="131351" x="7518400" y="5851525"/>
          <p14:tracePt t="131364" x="7634288" y="5810250"/>
          <p14:tracePt t="131375" x="7721600" y="5748338"/>
          <p14:tracePt t="131396" x="7777163" y="5681663"/>
          <p14:tracePt t="131400" x="7804150" y="5605463"/>
          <p14:tracePt t="131408" x="7804150" y="5518150"/>
          <p14:tracePt t="131423" x="7762875" y="5387975"/>
          <p14:tracePt t="131432" x="7721600" y="5307013"/>
          <p14:tracePt t="131443" x="7605713" y="5205413"/>
          <p14:tracePt t="131453" x="7462838" y="5116513"/>
          <p14:tracePt t="131464" x="7334250" y="5075238"/>
          <p14:tracePt t="131475" x="7218363" y="5062538"/>
          <p14:tracePt t="131487" x="7075488" y="5062538"/>
          <p14:tracePt t="131498" x="6932613" y="5075238"/>
          <p14:tracePt t="131509" x="6831013" y="5102225"/>
          <p14:tracePt t="131522" x="6715125" y="5176838"/>
          <p14:tracePt t="131532" x="6626225" y="5259388"/>
          <p14:tracePt t="131543" x="6572250" y="5360988"/>
          <p14:tracePt t="131555" x="6545263" y="5422900"/>
          <p14:tracePt t="131565" x="6545263" y="5462588"/>
          <p14:tracePt t="131576" x="6557963" y="5518150"/>
          <p14:tracePt t="131589" x="6599238" y="5565775"/>
          <p14:tracePt t="131621" x="6715125" y="5619750"/>
          <p14:tracePt t="131625" x="6899275" y="5694363"/>
          <p14:tracePt t="131636" x="7116763" y="5748338"/>
          <p14:tracePt t="131640" x="7307263" y="5783263"/>
          <p14:tracePt t="131645" x="7593013" y="5795963"/>
          <p14:tracePt t="131658" x="7878763" y="5810250"/>
          <p14:tracePt t="131667" x="8048625" y="5810250"/>
          <p14:tracePt t="131678" x="8212138" y="5783263"/>
          <p14:tracePt t="131689" x="8293100" y="5735638"/>
          <p14:tracePt t="131700" x="8328025" y="5694363"/>
          <p14:tracePt t="131712" x="8340725" y="5646738"/>
          <p14:tracePt t="131723" x="8328025" y="5565775"/>
          <p14:tracePt t="131734" x="8239125" y="5462588"/>
          <p14:tracePt t="131745" x="8096250" y="5334000"/>
          <p14:tracePt t="131757" x="7953375" y="5218113"/>
          <p14:tracePt t="131768" x="7708900" y="5089525"/>
          <p14:tracePt t="131781" x="7477125" y="4986338"/>
          <p14:tracePt t="131792" x="7319963" y="4932363"/>
          <p14:tracePt t="131801" x="7102475" y="4905375"/>
          <p14:tracePt t="131813" x="6899275" y="4905375"/>
          <p14:tracePt t="131824" x="6729413" y="4919663"/>
          <p14:tracePt t="131835" x="6626225" y="4959350"/>
          <p14:tracePt t="131847" x="6524625" y="5021263"/>
          <p14:tracePt t="131858" x="6470650" y="5102225"/>
          <p14:tracePt t="131869" x="6443663" y="5164138"/>
          <p14:tracePt t="131882" x="6443663" y="5232400"/>
          <p14:tracePt t="131892" x="6443663" y="5319713"/>
          <p14:tracePt t="131903" x="6470650" y="5375275"/>
          <p14:tracePt t="131914" x="6510338" y="5435600"/>
          <p14:tracePt t="131926" x="6586538" y="5491163"/>
          <p14:tracePt t="131937" x="6673850" y="5551488"/>
          <p14:tracePt t="131948" x="6729413" y="5578475"/>
          <p14:tracePt t="131959" x="6804025" y="5592763"/>
          <p14:tracePt t="131971" x="6858000" y="5605463"/>
          <p14:tracePt t="131982" x="6911975" y="5605463"/>
          <p14:tracePt t="131993" x="6973888" y="5619750"/>
          <p14:tracePt t="132005" x="7042150" y="5619750"/>
          <p14:tracePt t="132015" x="7129463" y="5605463"/>
          <p14:tracePt t="132026" x="7191375" y="5605463"/>
          <p14:tracePt t="132039" x="7218363" y="5592763"/>
          <p14:tracePt t="132049" x="7218363" y="5578475"/>
          <p14:tracePt t="132296" x="7232650" y="5578475"/>
          <p14:tracePt t="132307" x="7245350" y="5578475"/>
          <p14:tracePt t="132319" x="7286625" y="5578475"/>
          <p14:tracePt t="132331" x="7348538" y="5578475"/>
          <p14:tracePt t="132342" x="7450138" y="5578475"/>
          <p14:tracePt t="132352" x="7504113" y="5578475"/>
          <p14:tracePt t="132365" x="7578725" y="5578475"/>
          <p14:tracePt t="132375" x="7620000" y="5565775"/>
          <p14:tracePt t="132386" x="7646988" y="5551488"/>
          <p14:tracePt t="132398" x="7694613" y="5538788"/>
          <p14:tracePt t="132409" x="7708900" y="5503863"/>
          <p14:tracePt t="132421" x="7735888" y="5462588"/>
          <p14:tracePt t="132432" x="7735888" y="5435600"/>
          <p14:tracePt t="132443" x="7735888" y="5375275"/>
          <p14:tracePt t="132454" x="7721600" y="5334000"/>
          <p14:tracePt t="132465" x="7708900" y="5307013"/>
          <p14:tracePt t="132478" x="7673975" y="5280025"/>
          <p14:tracePt t="132488" x="7634288" y="5259388"/>
          <p14:tracePt t="132499" x="7578725" y="5245100"/>
          <p14:tracePt t="132511" x="7518400" y="5232400"/>
          <p14:tracePt t="132522" x="7415213" y="5232400"/>
          <p14:tracePt t="132533" x="7348538" y="5232400"/>
          <p14:tracePt t="132546" x="7286625" y="5232400"/>
          <p14:tracePt t="132555" x="7218363" y="5232400"/>
          <p14:tracePt t="132567" x="7170738" y="5245100"/>
          <p14:tracePt t="132579" x="7102475" y="5259388"/>
          <p14:tracePt t="132589" x="7062788" y="5280025"/>
          <p14:tracePt t="132600" x="7000875" y="5292725"/>
          <p14:tracePt t="132612" x="6959600" y="5334000"/>
          <p14:tracePt t="132623" x="6932613" y="5360988"/>
          <p14:tracePt t="132634" x="6899275" y="5422900"/>
          <p14:tracePt t="132646" x="6884988" y="5462588"/>
          <p14:tracePt t="132668" x="6884988" y="5538788"/>
          <p14:tracePt t="132672" x="6899275" y="5578475"/>
          <p14:tracePt t="132680" x="6911975" y="5619750"/>
          <p14:tracePt t="132692" x="6946900" y="5667375"/>
          <p14:tracePt t="132703" x="6986588" y="5708650"/>
          <p14:tracePt t="132714" x="7062788" y="5762625"/>
          <p14:tracePt t="132725" x="7116763" y="5795963"/>
          <p14:tracePt t="132737" x="7205663" y="5824538"/>
          <p14:tracePt t="132747" x="7286625" y="5837238"/>
          <p14:tracePt t="132758" x="7361238" y="5837238"/>
          <p14:tracePt t="132770" x="7462838" y="5837238"/>
          <p14:tracePt t="132782" x="7531100" y="5837238"/>
          <p14:tracePt t="132792" x="7634288" y="5837238"/>
          <p14:tracePt t="132803" x="7694613" y="5824538"/>
          <p14:tracePt t="132815" x="7748588" y="5795963"/>
          <p14:tracePt t="132825" x="7789863" y="5762625"/>
          <p14:tracePt t="132837" x="7804150" y="5735638"/>
          <p14:tracePt t="132848" x="7824788" y="5681663"/>
          <p14:tracePt t="132859" x="7824788" y="5634038"/>
          <p14:tracePt t="132871" x="7789863" y="5578475"/>
          <p14:tracePt t="132882" x="7762875" y="5518150"/>
          <p14:tracePt t="132893" x="7694613" y="5435600"/>
          <p14:tracePt t="132904" x="7605713" y="5360988"/>
          <p14:tracePt t="132915" x="7531100" y="5319713"/>
          <p14:tracePt t="132928" x="7435850" y="5280025"/>
          <p14:tracePt t="132938" x="7375525" y="5259388"/>
          <p14:tracePt t="132949" x="7307263" y="5245100"/>
          <p14:tracePt t="132961" x="7259638" y="5245100"/>
          <p14:tracePt t="132971" x="7218363" y="5259388"/>
          <p14:tracePt t="132983" x="7191375" y="5259388"/>
          <p14:tracePt t="132995" x="7158038" y="5280025"/>
          <p14:tracePt t="133006" x="7116763" y="5319713"/>
          <p14:tracePt t="133017" x="7089775" y="5360988"/>
          <p14:tracePt t="133029" x="7062788" y="5422900"/>
          <p14:tracePt t="133039" x="7042150" y="5449888"/>
          <p14:tracePt t="133050" x="7027863" y="5503863"/>
          <p14:tracePt t="133062" x="7027863" y="5538788"/>
          <p14:tracePt t="133073" x="7027863" y="5565775"/>
          <p14:tracePt t="133084" x="7042150" y="5592763"/>
          <p14:tracePt t="133096" x="7062788" y="5619750"/>
          <p14:tracePt t="133106" x="7102475" y="5646738"/>
          <p14:tracePt t="133118" x="7158038" y="5681663"/>
          <p14:tracePt t="133129" x="7205663" y="5694363"/>
          <p14:tracePt t="133140" x="7272338" y="5708650"/>
          <p14:tracePt t="133152" x="7334250" y="5708650"/>
          <p14:tracePt t="133163" x="7435850" y="5708650"/>
          <p14:tracePt t="133174" x="7504113" y="5708650"/>
          <p14:tracePt t="133185" x="7605713" y="5708650"/>
          <p14:tracePt t="133197" x="7694613" y="5708650"/>
          <p14:tracePt t="133208" x="7748588" y="5681663"/>
          <p14:tracePt t="133219" x="7804150" y="5646738"/>
          <p14:tracePt t="133230" x="7837488" y="5619750"/>
          <p14:tracePt t="133241" x="7864475" y="5592763"/>
          <p14:tracePt t="133253" x="7878763" y="5551488"/>
          <p14:tracePt t="133265" x="7878763" y="5503863"/>
          <p14:tracePt t="133275" x="7851775" y="5449888"/>
          <p14:tracePt t="133287" x="7824788" y="5387975"/>
          <p14:tracePt t="133298" x="7748588" y="5319713"/>
          <p14:tracePt t="133309" x="7694613" y="5280025"/>
          <p14:tracePt t="133321" x="7593013" y="5218113"/>
          <p14:tracePt t="133332" x="7504113" y="5205413"/>
          <p14:tracePt t="133343" x="7402513" y="5176838"/>
          <p14:tracePt t="133355" x="7272338" y="5176838"/>
          <p14:tracePt t="133365" x="7191375" y="5176838"/>
          <p14:tracePt t="133378" x="7062788" y="5218113"/>
          <p14:tracePt t="133388" x="6973888" y="5280025"/>
          <p14:tracePt t="133399" x="6858000" y="5360988"/>
          <p14:tracePt t="133412" x="6816725" y="5435600"/>
          <p14:tracePt t="133422" x="6783388" y="5538788"/>
          <p14:tracePt t="133433" x="6769100" y="5619750"/>
          <p14:tracePt t="133445" x="6769100" y="5694363"/>
          <p14:tracePt t="133455" x="6816725" y="5762625"/>
          <p14:tracePt t="133467" x="6843713" y="5810250"/>
          <p14:tracePt t="133479" x="6911975" y="5864225"/>
          <p14:tracePt t="133489" x="6973888" y="5878513"/>
          <p14:tracePt t="133500" x="7062788" y="5911850"/>
          <p14:tracePt t="133512" x="7143750" y="5926138"/>
          <p14:tracePt t="133523" x="7232650" y="5926138"/>
          <p14:tracePt t="133534" x="7334250" y="5926138"/>
          <p14:tracePt t="133546" x="7415213" y="5926138"/>
          <p14:tracePt t="133557" x="7545388" y="5891213"/>
          <p14:tracePt t="133568" x="7661275" y="5864225"/>
          <p14:tracePt t="133580" x="7721600" y="5837238"/>
          <p14:tracePt t="133590" x="7777163" y="5795963"/>
          <p14:tracePt t="133602" x="7804150" y="5762625"/>
          <p14:tracePt t="133614" x="7824788" y="5708650"/>
          <p14:tracePt t="133624" x="7824788" y="5667375"/>
          <p14:tracePt t="133636" x="7789863" y="5605463"/>
          <p14:tracePt t="133647" x="7748588" y="5538788"/>
          <p14:tracePt t="133658" x="7694613" y="5503863"/>
          <p14:tracePt t="133670" x="7620000" y="5462588"/>
          <p14:tracePt t="133681" x="7545388" y="5435600"/>
          <p14:tracePt t="133714" x="7450138" y="5435600"/>
          <p14:tracePt t="133717" x="7375525" y="5435600"/>
          <p14:tracePt t="133730" x="7272338" y="5449888"/>
          <p14:tracePt t="133731" x="7205663" y="5476875"/>
          <p14:tracePt t="133737" x="7129463" y="5538788"/>
          <p14:tracePt t="133750" x="7075488" y="5592763"/>
          <p14:tracePt t="133759" x="7042150" y="5646738"/>
          <p14:tracePt t="133770" x="7027863" y="5721350"/>
          <p14:tracePt t="133781" x="7042150" y="5783263"/>
          <p14:tracePt t="133793" x="7089775" y="5851525"/>
          <p14:tracePt t="133805" x="7170738" y="5911850"/>
          <p14:tracePt t="133815" x="7245350" y="5953125"/>
          <p14:tracePt t="133826" x="7361238" y="5994400"/>
          <p14:tracePt t="133838" x="7450138" y="6021388"/>
          <p14:tracePt t="133849" x="7566025" y="6021388"/>
          <p14:tracePt t="133861" x="7634288" y="6021388"/>
          <p14:tracePt t="133871" x="7708900" y="6021388"/>
          <p14:tracePt t="133883" x="7777163" y="6007100"/>
          <p14:tracePt t="133895" x="7824788" y="5994400"/>
          <p14:tracePt t="133905" x="7851775" y="5980113"/>
          <p14:tracePt t="133917" x="7851775" y="5967413"/>
          <p14:tracePt t="133929" x="7864475" y="5938838"/>
          <p14:tracePt t="133939" x="7864475" y="5911850"/>
          <p14:tracePt t="133950" x="7851775" y="5878513"/>
          <p14:tracePt t="133962" x="7837488" y="5864225"/>
          <p14:tracePt t="133973" x="7824788" y="5864225"/>
          <p14:tracePt t="133985" x="7804150" y="5851525"/>
          <p14:tracePt t="133996" x="7789863" y="5837238"/>
          <p14:tracePt t="134468" x="7804150" y="5837238"/>
          <p14:tracePt t="134479" x="7824788" y="5824538"/>
          <p14:tracePt t="134501" x="7837488" y="5810250"/>
          <p14:tracePt t="134514" x="7837488" y="5783263"/>
          <p14:tracePt t="134524" x="7837488" y="5748338"/>
          <p14:tracePt t="134535" x="7837488" y="5721350"/>
          <p14:tracePt t="134548" x="7824788" y="5681663"/>
          <p14:tracePt t="134558" x="7804150" y="5634038"/>
          <p14:tracePt t="134570" x="7777163" y="5592763"/>
          <p14:tracePt t="134582" x="7721600" y="5538788"/>
          <p14:tracePt t="134592" x="7646988" y="5476875"/>
          <p14:tracePt t="134603" x="7566025" y="5422900"/>
          <p14:tracePt t="134615" x="7504113" y="5387975"/>
          <p14:tracePt t="134625" x="7415213" y="5360988"/>
          <p14:tracePt t="134637" x="7319963" y="5348288"/>
          <p14:tracePt t="134648" x="7259638" y="5360988"/>
          <p14:tracePt t="134659" x="7170738" y="5375275"/>
          <p14:tracePt t="134670" x="7102475" y="5408613"/>
          <p14:tracePt t="134682" x="7042150" y="5462588"/>
          <p14:tracePt t="134693" x="6986588" y="5491163"/>
          <p14:tracePt t="134704" x="6946900" y="5578475"/>
          <p14:tracePt t="134716" x="6884988" y="5667375"/>
          <p14:tracePt t="134726" x="6858000" y="5735638"/>
          <p14:tracePt t="134738" x="6843713" y="5824538"/>
          <p14:tracePt t="134771" x="6843713" y="5911850"/>
          <p14:tracePt t="134774" x="6858000" y="5980113"/>
          <p14:tracePt t="134787" x="6946900" y="6081713"/>
          <p14:tracePt t="134795" x="7015163" y="6122988"/>
          <p14:tracePt t="134807" x="7116763" y="6149975"/>
          <p14:tracePt t="134818" x="7191375" y="6170613"/>
          <p14:tracePt t="134828" x="7259638" y="6184900"/>
          <p14:tracePt t="134840" x="7348538" y="6184900"/>
          <p14:tracePt t="134851" x="7402513" y="6184900"/>
          <p14:tracePt t="134861" x="7462838" y="6184900"/>
          <p14:tracePt t="134873" x="7504113" y="6170613"/>
          <p14:tracePt t="134885" x="7518400" y="6170613"/>
          <p14:tracePt t="134895" x="7518400" y="6149975"/>
          <p14:tracePt t="135615" x="7518400" y="6137275"/>
          <p14:tracePt t="135626" x="7518400" y="6122988"/>
          <p14:tracePt t="135638" x="7518400" y="6110288"/>
          <p14:tracePt t="135650" x="7531100" y="6081713"/>
          <p14:tracePt t="135661" x="7531100" y="6021388"/>
          <p14:tracePt t="135672" x="7545388" y="5864225"/>
          <p14:tracePt t="135684" x="7545388" y="5578475"/>
          <p14:tracePt t="135695" x="7545388" y="5280025"/>
          <p14:tracePt t="135705" x="7545388" y="4816475"/>
          <p14:tracePt t="135718" x="7518400" y="4354513"/>
          <p14:tracePt t="135728" x="7504113" y="4014788"/>
          <p14:tracePt t="135739" x="7462838" y="3592513"/>
          <p14:tracePt t="135752" x="7361238" y="3205163"/>
          <p14:tracePt t="135761" x="7245350" y="2890838"/>
          <p14:tracePt t="135773" x="7158038" y="2700338"/>
          <p14:tracePt t="135786" x="7042150" y="2503488"/>
          <p14:tracePt t="135818" x="6932613" y="2327275"/>
          <p14:tracePt t="135821" x="6843713" y="2184400"/>
          <p14:tracePt t="135830" x="6742113" y="2041525"/>
          <p14:tracePt t="135831" x="6640513" y="1911350"/>
          <p14:tracePt t="135841" x="6586538" y="1836738"/>
          <p14:tracePt t="135854" x="6545263" y="1755775"/>
          <p14:tracePt t="135864" x="6510338" y="1708150"/>
          <p14:tracePt t="135876" x="6497638" y="1681163"/>
          <p14:tracePt t="136088" x="6497638" y="1693863"/>
          <p14:tracePt t="136099" x="6497638" y="1728788"/>
          <p14:tracePt t="136111" x="6510338" y="1782763"/>
          <p14:tracePt t="136122" x="6545263" y="1857375"/>
          <p14:tracePt t="136133" x="6557963" y="1911350"/>
          <p14:tracePt t="136144" x="6613525" y="2014538"/>
          <p14:tracePt t="136157" x="6688138" y="2128838"/>
          <p14:tracePt t="136167" x="6742113" y="2211388"/>
          <p14:tracePt t="136178" x="6843713" y="2339975"/>
          <p14:tracePt t="136190" x="6946900" y="2470150"/>
          <p14:tracePt t="136201" x="7062788" y="2586038"/>
          <p14:tracePt t="136212" x="7129463" y="2633663"/>
          <p14:tracePt t="136224" x="7191375" y="2687638"/>
          <p14:tracePt t="136234" x="7245350" y="2714625"/>
          <p14:tracePt t="136245" x="7259638" y="2714625"/>
          <p14:tracePt t="136258" x="7272338" y="2735263"/>
          <p14:tracePt t="136268" x="7286625" y="2735263"/>
          <p14:tracePt t="136391" x="7272338" y="2735263"/>
          <p14:tracePt t="136402" x="7259638" y="2762250"/>
          <p14:tracePt t="136414" x="7245350" y="2789238"/>
          <p14:tracePt t="136425" x="7232650" y="2878138"/>
          <p14:tracePt t="136437" x="7205663" y="2973388"/>
          <p14:tracePt t="136448" x="7205663" y="3048000"/>
          <p14:tracePt t="136460" x="7218363" y="3136900"/>
          <p14:tracePt t="136471" x="7232650" y="3190875"/>
          <p14:tracePt t="136483" x="7232650" y="3217863"/>
          <p14:tracePt t="136494" x="7245350" y="3252788"/>
          <p14:tracePt t="136504" x="7245350" y="3265488"/>
          <p14:tracePt t="136560" x="7259638" y="3265488"/>
          <p14:tracePt t="136571" x="7259638" y="3252788"/>
          <p14:tracePt t="136583" x="7259638" y="3232150"/>
          <p14:tracePt t="136595" x="7259638" y="3217863"/>
          <p14:tracePt t="136618" x="7259638" y="3205163"/>
          <p14:tracePt t="136639" x="7245350" y="3190875"/>
          <p14:tracePt t="136662" x="7245350" y="3176588"/>
          <p14:tracePt t="137001" x="7245350" y="3163888"/>
          <p14:tracePt t="137089" x="7232650" y="3163888"/>
          <p14:tracePt t="137102" x="7232650" y="3190875"/>
          <p14:tracePt t="137112" x="7232650" y="3205163"/>
          <p14:tracePt t="137134" x="7232650" y="3217863"/>
          <p14:tracePt t="137146" x="7232650" y="3232150"/>
          <p14:tracePt t="137157" x="7232650" y="3252788"/>
          <p14:tracePt t="137179" x="7245350" y="3252788"/>
          <p14:tracePt t="137191" x="7245350" y="3265488"/>
          <p14:tracePt t="137203" x="7259638" y="3265488"/>
          <p14:tracePt t="137214" x="7272338" y="3265488"/>
          <p14:tracePt t="137235" x="7286625" y="3265488"/>
          <p14:tracePt t="137472" x="7286625" y="3252788"/>
          <p14:tracePt t="137494" x="7286625" y="3232150"/>
          <p14:tracePt t="137527" x="7286625" y="3217863"/>
          <p14:tracePt t="137595" x="7272338" y="3217863"/>
          <p14:tracePt t="137608" x="7259638" y="3232150"/>
          <p14:tracePt t="137618" x="7245350" y="3252788"/>
          <p14:tracePt t="137630" x="7245350" y="3265488"/>
          <p14:tracePt t="137642" x="7245350" y="3279775"/>
          <p14:tracePt t="137652" x="7245350" y="3292475"/>
          <p14:tracePt t="137663" x="7259638" y="3292475"/>
          <p14:tracePt t="137685" x="7272338" y="3292475"/>
          <p14:tracePt t="137697" x="7286625" y="3292475"/>
          <p14:tracePt t="137708" x="7307263" y="3292475"/>
          <p14:tracePt t="137719" x="7319963" y="3292475"/>
          <p14:tracePt t="137731" x="7348538" y="3292475"/>
          <p14:tracePt t="137742" x="7361238" y="3279775"/>
          <p14:tracePt t="137753" x="7375525" y="3279775"/>
          <p14:tracePt t="137764" x="7388225" y="3279775"/>
          <p14:tracePt t="137842" x="7388225" y="3292475"/>
          <p14:tracePt t="137854" x="7402513" y="3306763"/>
          <p14:tracePt t="137866" x="7402513" y="3319463"/>
          <p14:tracePt t="137877" x="7415213" y="3333750"/>
          <p14:tracePt t="137888" x="7450138" y="3348038"/>
          <p14:tracePt t="137910" x="7477125" y="3360738"/>
          <p14:tracePt t="137913" x="7518400" y="3381375"/>
          <p14:tracePt t="137922" x="7531100" y="3381375"/>
          <p14:tracePt t="137933" x="7566025" y="3395663"/>
          <p14:tracePt t="137946" x="7593013" y="3395663"/>
          <p14:tracePt t="138360" x="7605713" y="3395663"/>
          <p14:tracePt t="138371" x="7605713" y="3381375"/>
          <p14:tracePt t="138394" x="7620000" y="3381375"/>
          <p14:tracePt t="138428" x="7634288" y="3381375"/>
          <p14:tracePt t="138496" x="7646988" y="3381375"/>
          <p14:tracePt t="138540" x="7661275" y="3381375"/>
          <p14:tracePt t="138553" x="7661275" y="3360738"/>
          <p14:tracePt t="138564" x="7673975" y="3360738"/>
          <p14:tracePt t="138574" x="7694613" y="3360738"/>
          <p14:tracePt t="138586" x="7708900" y="3360738"/>
          <p14:tracePt t="138597" x="7721600" y="3360738"/>
          <p14:tracePt t="138608" x="7748588" y="3348038"/>
          <p14:tracePt t="138620" x="7762875" y="3348038"/>
          <p14:tracePt t="138631" x="7789863" y="3333750"/>
          <p14:tracePt t="138642" x="7824788" y="3319463"/>
          <p14:tracePt t="138653" x="7851775" y="3306763"/>
          <p14:tracePt t="138665" x="7891463" y="3292475"/>
          <p14:tracePt t="138675" x="7920038" y="3292475"/>
          <p14:tracePt t="138687" x="7953375" y="3279775"/>
          <p14:tracePt t="138698" x="7967663" y="3265488"/>
          <p14:tracePt t="138709" x="7980363" y="3265488"/>
          <p14:tracePt t="138720" x="7994650" y="3265488"/>
          <p14:tracePt t="138776" x="7994650" y="3279775"/>
          <p14:tracePt t="138788" x="8007350" y="3292475"/>
          <p14:tracePt t="138800" x="8034338" y="3319463"/>
          <p14:tracePt t="138810" x="8081963" y="3360738"/>
          <p14:tracePt t="138823" x="8164513" y="3435350"/>
          <p14:tracePt t="138833" x="8239125" y="3509963"/>
          <p14:tracePt t="138844" x="8355013" y="3625850"/>
          <p14:tracePt t="138857" x="8456613" y="3708400"/>
          <p14:tracePt t="138867" x="8524875" y="3768725"/>
          <p14:tracePt t="138879" x="8551863" y="3795713"/>
          <p14:tracePt t="138890" x="8566150" y="3810000"/>
          <p14:tracePt t="138902" x="8586788" y="3824288"/>
          <p14:tracePt t="139036" x="8586788" y="3810000"/>
          <p14:tracePt t="139037" x="8586788" y="3795713"/>
          <p14:tracePt t="139048" x="8586788" y="3783013"/>
          <p14:tracePt t="139058" x="8586788" y="3756025"/>
          <p14:tracePt t="139069" x="8586788" y="3721100"/>
          <p14:tracePt t="139080" x="8586788" y="3681413"/>
          <p14:tracePt t="139092" x="8566150" y="3592513"/>
          <p14:tracePt t="139104" x="8524875" y="3422650"/>
          <p14:tracePt t="139115" x="8483600" y="3232150"/>
          <p14:tracePt t="139126" x="8396288" y="2919413"/>
          <p14:tracePt t="139138" x="8307388" y="2517775"/>
          <p14:tracePt t="139148" x="8224838" y="2157413"/>
          <p14:tracePt t="139159" x="8164513" y="1938338"/>
          <p14:tracePt t="139172" x="8096250" y="1708150"/>
          <p14:tracePt t="139182" x="8034338" y="1550988"/>
          <p14:tracePt t="139193" x="8007350" y="1497013"/>
          <p14:tracePt t="139205" x="7994650" y="1435100"/>
          <p14:tracePt t="139216" x="7980363" y="1395413"/>
          <p14:tracePt t="139227" x="7980363" y="1381125"/>
          <p14:tracePt t="139239" x="7980363" y="1366838"/>
          <p14:tracePt t="139340" x="7967663" y="1366838"/>
          <p14:tracePt t="139350" x="7967663" y="1395413"/>
          <p14:tracePt t="139361" x="7953375" y="1408113"/>
          <p14:tracePt t="139373" x="7932738" y="1449388"/>
          <p14:tracePt t="139384" x="7920038" y="1497013"/>
          <p14:tracePt t="139396" x="7920038" y="1550988"/>
          <p14:tracePt t="139406" x="7920038" y="1625600"/>
          <p14:tracePt t="139418" x="7932738" y="1755775"/>
          <p14:tracePt t="139429" x="7953375" y="1911350"/>
          <p14:tracePt t="139441" x="7967663" y="2068513"/>
          <p14:tracePt t="139452" x="8007350" y="2300288"/>
          <p14:tracePt t="139463" x="8048625" y="2530475"/>
          <p14:tracePt t="139476" x="8096250" y="2687638"/>
          <p14:tracePt t="139486" x="8123238" y="2863850"/>
          <p14:tracePt t="139497" x="8150225" y="3006725"/>
          <p14:tracePt t="139509" x="8150225" y="3149600"/>
          <p14:tracePt t="139519" x="8150225" y="3232150"/>
          <p14:tracePt t="139530" x="8150225" y="3348038"/>
          <p14:tracePt t="139543" x="8123238" y="3462338"/>
          <p14:tracePt t="139553" x="8110538" y="3538538"/>
          <p14:tracePt t="139564" x="8069263" y="3652838"/>
          <p14:tracePt t="139576" x="7994650" y="3768725"/>
          <p14:tracePt t="139587" x="7891463" y="3863975"/>
          <p14:tracePt t="139598" x="7804150" y="3925888"/>
          <p14:tracePt t="139610" x="7708900" y="4014788"/>
          <p14:tracePt t="139620" x="7605713" y="4068763"/>
          <p14:tracePt t="139632" x="7531100" y="4110038"/>
          <p14:tracePt t="139643" x="7450138" y="4184650"/>
          <p14:tracePt t="139654" x="7375525" y="4238625"/>
          <p14:tracePt t="139666" x="7307263" y="4286250"/>
          <p14:tracePt t="139677" x="7272338" y="4327525"/>
          <p14:tracePt t="139688" x="7245350" y="4354513"/>
          <p14:tracePt t="139700" x="7218363" y="4387850"/>
          <p14:tracePt t="139711" x="7205663" y="4402138"/>
          <p14:tracePt t="139722" x="7191375" y="4414838"/>
          <p14:tracePt t="139733" x="7170738" y="4429125"/>
          <p14:tracePt t="139744" x="7170738" y="4443413"/>
          <p14:tracePt t="139755" x="7158038" y="4456113"/>
          <p14:tracePt t="139767" x="7143750" y="4470400"/>
          <p14:tracePt t="139778" x="7129463" y="4483100"/>
          <p14:tracePt t="139789" x="7129463" y="4497388"/>
          <p14:tracePt t="139801" x="7116763" y="4497388"/>
          <p14:tracePt t="139823" x="7089775" y="4497388"/>
          <p14:tracePt t="139834" x="7075488" y="4497388"/>
          <p14:tracePt t="139845" x="7000875" y="4483100"/>
          <p14:tracePt t="140194" x="7015163" y="4483100"/>
          <p14:tracePt t="140217" x="7027863" y="4470400"/>
          <p14:tracePt t="140228" x="7042150" y="4470400"/>
          <p14:tracePt t="140239" x="7062788" y="4470400"/>
          <p14:tracePt t="140250" x="7075488" y="4470400"/>
          <p14:tracePt t="140262" x="7089775" y="4470400"/>
          <p14:tracePt t="140273" x="7102475" y="4456113"/>
          <p14:tracePt t="140285" x="7116763" y="4443413"/>
          <p14:tracePt t="140307" x="7129463" y="4429125"/>
          <p14:tracePt t="140319" x="7143750" y="4429125"/>
          <p14:tracePt t="140329" x="7158038" y="4414838"/>
          <p14:tracePt t="140341" x="7170738" y="4402138"/>
          <p14:tracePt t="140363" x="7191375" y="4402138"/>
          <p14:tracePt t="140407" x="7205663" y="4414838"/>
          <p14:tracePt t="140430" x="7218363" y="4429125"/>
          <p14:tracePt t="140442" x="7232650" y="4443413"/>
          <p14:tracePt t="140453" x="7259638" y="4470400"/>
          <p14:tracePt t="140464" x="7307263" y="4497388"/>
          <p14:tracePt t="140476" x="7348538" y="4518025"/>
          <p14:tracePt t="140487" x="7375525" y="4530725"/>
          <p14:tracePt t="140500" x="7415213" y="4545013"/>
          <p14:tracePt t="140511" x="7450138" y="4545013"/>
          <p14:tracePt t="140521" x="7462838" y="4545013"/>
          <p14:tracePt t="140532" x="7477125" y="4545013"/>
          <p14:tracePt t="140543" x="7491413" y="4545013"/>
          <p14:tracePt t="140554" x="7491413" y="4530725"/>
          <p14:tracePt t="140577" x="7491413" y="4518025"/>
          <p14:tracePt t="140588" x="7491413" y="4497388"/>
          <p14:tracePt t="140599" x="7491413" y="4483100"/>
          <p14:tracePt t="140611" x="7491413" y="4470400"/>
          <p14:tracePt t="140622" x="7491413" y="4456113"/>
          <p14:tracePt t="140633" x="7491413" y="4429125"/>
          <p14:tracePt t="140645" x="7491413" y="4402138"/>
          <p14:tracePt t="140656" x="7477125" y="4367213"/>
          <p14:tracePt t="140667" x="7462838" y="4327525"/>
          <p14:tracePt t="140678" x="7450138" y="4286250"/>
          <p14:tracePt t="140690" x="7415213" y="4224338"/>
          <p14:tracePt t="140701" x="7388225" y="4170363"/>
          <p14:tracePt t="140712" x="7348538" y="4110038"/>
          <p14:tracePt t="140723" x="7307263" y="4068763"/>
          <p14:tracePt t="140735" x="7272338" y="4027488"/>
          <p14:tracePt t="140746" x="7232650" y="3979863"/>
          <p14:tracePt t="140757" x="7205663" y="3952875"/>
          <p14:tracePt t="140769" x="7191375" y="3925888"/>
          <p14:tracePt t="140781" x="7158038" y="3911600"/>
          <p14:tracePt t="140793" x="7143750" y="3884613"/>
          <p14:tracePt t="140804" x="7129463" y="3851275"/>
          <p14:tracePt t="140814" x="7116763" y="3836988"/>
          <p14:tracePt t="140824" x="7089775" y="3824288"/>
          <p14:tracePt t="140836" x="7075488" y="3810000"/>
          <p14:tracePt t="140847" x="7062788" y="3795713"/>
          <p14:tracePt t="140858" x="7042150" y="3783013"/>
          <p14:tracePt t="140870" x="7015163" y="3768725"/>
          <p14:tracePt t="140881" x="7000875" y="3768725"/>
          <p14:tracePt t="140892" x="6986588" y="3768725"/>
          <p14:tracePt t="140903" x="6959600" y="3756025"/>
          <p14:tracePt t="140914" x="6932613" y="3756025"/>
          <p14:tracePt t="140925" x="6899275" y="3735388"/>
          <p14:tracePt t="140937" x="6843713" y="3735388"/>
          <p14:tracePt t="140948" x="6783388" y="3735388"/>
          <p14:tracePt t="140959" x="6700838" y="3735388"/>
          <p14:tracePt t="140971" x="6640513" y="3721100"/>
          <p14:tracePt t="140982" x="6586538" y="3721100"/>
          <p14:tracePt t="140993" x="6524625" y="3721100"/>
          <p14:tracePt t="141004" x="6497638" y="3721100"/>
          <p14:tracePt t="141015" x="6456363" y="3721100"/>
          <p14:tracePt t="141027" x="6408738" y="3721100"/>
          <p14:tracePt t="141060" x="6381750" y="3735388"/>
          <p14:tracePt t="141064" x="6354763" y="3735388"/>
          <p14:tracePt t="141072" x="6327775" y="3756025"/>
          <p14:tracePt t="141078" x="6300788" y="3756025"/>
          <p14:tracePt t="141088" x="6280150" y="3768725"/>
          <p14:tracePt t="141095" x="6253163" y="3795713"/>
          <p14:tracePt t="141106" x="6224588" y="3824288"/>
          <p14:tracePt t="141120" x="6197600" y="3851275"/>
          <p14:tracePt t="141129" x="6170613" y="3898900"/>
          <p14:tracePt t="141140" x="6122988" y="3938588"/>
          <p14:tracePt t="141150" x="6096000" y="4014788"/>
          <p14:tracePt t="141162" x="6054725" y="4095750"/>
          <p14:tracePt t="141173" x="6042025" y="4170363"/>
          <p14:tracePt t="141185" x="6021388" y="4286250"/>
          <p14:tracePt t="141195" x="6021388" y="4387850"/>
          <p14:tracePt t="141207" x="6021388" y="4456113"/>
          <p14:tracePt t="141220" x="6042025" y="4545013"/>
          <p14:tracePt t="141240" x="6069013" y="4625975"/>
          <p14:tracePt t="141243" x="6110288" y="4700588"/>
          <p14:tracePt t="141256" x="6149975" y="4776788"/>
          <p14:tracePt t="141265" x="6211888" y="4843463"/>
          <p14:tracePt t="141276" x="6253163" y="4884738"/>
          <p14:tracePt t="141287" x="6280150" y="4919663"/>
          <p14:tracePt t="141297" x="6327775" y="4959350"/>
          <p14:tracePt t="141308" x="6354763" y="4973638"/>
          <p14:tracePt t="141320" x="6381750" y="4986338"/>
          <p14:tracePt t="141330" x="6396038" y="4986338"/>
          <p14:tracePt t="141342" x="6408738" y="4986338"/>
          <p14:tracePt t="141354" x="6429375" y="4986338"/>
          <p14:tracePt t="141364" x="6443663" y="4986338"/>
          <p14:tracePt t="141376" x="6456363" y="4986338"/>
          <p14:tracePt t="141387" x="6483350" y="4986338"/>
          <p14:tracePt t="141398" x="6524625" y="4986338"/>
          <p14:tracePt t="141409" x="6557963" y="4986338"/>
          <p14:tracePt t="141421" x="6613525" y="4986338"/>
          <p14:tracePt t="141432" x="6688138" y="4973638"/>
          <p14:tracePt t="141443" x="6742113" y="4959350"/>
          <p14:tracePt t="141455" x="6804025" y="4946650"/>
          <p14:tracePt t="141465" x="6843713" y="4932363"/>
          <p14:tracePt t="141477" x="6884988" y="4905375"/>
          <p14:tracePt t="141488" x="6911975" y="4905375"/>
          <p14:tracePt t="141499" x="6946900" y="4872038"/>
          <p14:tracePt t="141510" x="6959600" y="4857750"/>
          <p14:tracePt t="141522" x="6973888" y="4843463"/>
          <p14:tracePt t="141533" x="6986588" y="4816475"/>
          <p14:tracePt t="141545" x="6986588" y="4803775"/>
          <p14:tracePt t="141555" x="6986588" y="4789488"/>
          <p14:tracePt t="141567" x="7000875" y="4776788"/>
          <p14:tracePt t="141578" x="7000875" y="4756150"/>
          <p14:tracePt t="141589" x="7000875" y="4741863"/>
          <p14:tracePt t="141600" x="7000875" y="4729163"/>
          <p14:tracePt t="141612" x="7000875" y="4714875"/>
          <p14:tracePt t="141634" x="7000875" y="4700588"/>
          <p14:tracePt t="141713" x="7000875" y="4687888"/>
          <p14:tracePt t="141724" x="7015163" y="4687888"/>
          <p14:tracePt t="141769" x="7015163" y="4673600"/>
          <p14:tracePt t="141893" x="7027863" y="4660900"/>
          <p14:tracePt t="141904" x="7062788" y="4625975"/>
          <p14:tracePt t="141915" x="7102475" y="4557713"/>
          <p14:tracePt t="141927" x="7143750" y="4470400"/>
          <p14:tracePt t="141938" x="7232650" y="4286250"/>
          <p14:tracePt t="141949" x="7348538" y="3994150"/>
          <p14:tracePt t="141961" x="7491413" y="3667125"/>
          <p14:tracePt t="141972" x="7605713" y="3395663"/>
          <p14:tracePt t="141984" x="7762875" y="3033713"/>
          <p14:tracePt t="141996" x="7878763" y="2687638"/>
          <p14:tracePt t="142006" x="7932738" y="2490788"/>
          <p14:tracePt t="142017" x="7980363" y="2271713"/>
          <p14:tracePt t="142029" x="8007350" y="2143125"/>
          <p14:tracePt t="142039" x="8021638" y="2068513"/>
          <p14:tracePt t="142051" x="8034338" y="2027238"/>
          <p14:tracePt t="142063" x="8034338" y="1985963"/>
          <p14:tracePt t="142073" x="8034338" y="1938338"/>
          <p14:tracePt t="142107" x="8034338" y="1911350"/>
          <p14:tracePt t="142108" x="8034338" y="1884363"/>
          <p14:tracePt t="142118" x="8021638" y="1857375"/>
          <p14:tracePt t="142121" x="8021638" y="1836738"/>
          <p14:tracePt t="142131" x="8021638" y="1824038"/>
          <p14:tracePt t="142141" x="8021638" y="1809750"/>
          <p14:tracePt t="142287" x="8007350" y="1824038"/>
          <p14:tracePt t="142289" x="7994650" y="1857375"/>
          <p14:tracePt t="142298" x="7967663" y="1911350"/>
          <p14:tracePt t="142309" x="7932738" y="2000250"/>
          <p14:tracePt t="142321" x="7932738" y="2054225"/>
          <p14:tracePt t="142333" x="7953375" y="2116138"/>
          <p14:tracePt t="142344" x="7967663" y="2170113"/>
          <p14:tracePt t="142356" x="7967663" y="2197100"/>
          <p14:tracePt t="142455" x="7967663" y="2211388"/>
          <p14:tracePt t="142466" x="7953375" y="2271713"/>
          <p14:tracePt t="142478" x="7920038" y="2401888"/>
          <p14:tracePt t="142490" x="7891463" y="2544763"/>
          <p14:tracePt t="142500" x="7837488" y="2747963"/>
          <p14:tracePt t="142523" x="7762875" y="2973388"/>
          <p14:tracePt t="142524" x="7708900" y="3149600"/>
          <p14:tracePt t="142534" x="7634288" y="3381375"/>
          <p14:tracePt t="142545" x="7531100" y="3605213"/>
          <p14:tracePt t="142558" x="7462838" y="3795713"/>
          <p14:tracePt t="142568" x="7402513" y="3925888"/>
          <p14:tracePt t="142579" x="7348538" y="4027488"/>
          <p14:tracePt t="142592" x="7334250" y="4095750"/>
          <p14:tracePt t="142602" x="7319963" y="4122738"/>
          <p14:tracePt t="142613" x="7319963" y="4143375"/>
          <p14:tracePt t="142669" x="7319963" y="4122738"/>
          <p14:tracePt t="142691" x="7307263" y="4110038"/>
          <p14:tracePt t="142804" x="7307263" y="4122738"/>
          <p14:tracePt t="142827" x="7286625" y="4143375"/>
          <p14:tracePt t="142849" x="7272338" y="4157663"/>
          <p14:tracePt t="142861" x="7259638" y="4170363"/>
          <p14:tracePt t="142872" x="7259638" y="4184650"/>
          <p14:tracePt t="142883" x="7245350" y="4184650"/>
          <p14:tracePt t="142895" x="7245350" y="4197350"/>
          <p14:tracePt t="142906" x="7232650" y="4211638"/>
          <p14:tracePt t="142917" x="7218363" y="4238625"/>
          <p14:tracePt t="142939" x="7205663" y="4259263"/>
          <p14:tracePt t="142951" x="7205663" y="4271963"/>
          <p14:tracePt t="143029" x="7205663" y="4259263"/>
          <p14:tracePt t="143051" x="7205663" y="4238625"/>
          <p14:tracePt t="143063" x="7191375" y="4224338"/>
          <p14:tracePt t="143074" x="7170738" y="4197350"/>
          <p14:tracePt t="143086" x="7158038" y="4184650"/>
          <p14:tracePt t="143098" x="7143750" y="4184650"/>
          <p14:tracePt t="143109" x="7129463" y="4170363"/>
          <p14:tracePt t="143120" x="7102475" y="4170363"/>
          <p14:tracePt t="143132" x="7089775" y="4170363"/>
          <p14:tracePt t="143153" x="7042150" y="4170363"/>
          <p14:tracePt t="143155" x="7000875" y="4197350"/>
          <p14:tracePt t="143166" x="6959600" y="4224338"/>
          <p14:tracePt t="143176" x="6899275" y="4286250"/>
          <p14:tracePt t="143189" x="6858000" y="4354513"/>
          <p14:tracePt t="143201" x="6831013" y="4429125"/>
          <p14:tracePt t="143211" x="6831013" y="4497388"/>
          <p14:tracePt t="143221" x="6831013" y="4557713"/>
          <p14:tracePt t="143232" x="6858000" y="4598988"/>
          <p14:tracePt t="143243" x="6872288" y="4613275"/>
          <p14:tracePt t="143254" x="6884988" y="4625975"/>
          <p14:tracePt t="143266" x="6899275" y="4625975"/>
          <p14:tracePt t="143277" x="6911975" y="4625975"/>
          <p14:tracePt t="143288" x="6932613" y="4625975"/>
          <p14:tracePt t="143300" x="6946900" y="4625975"/>
          <p14:tracePt t="143310" x="6946900" y="4613275"/>
          <p14:tracePt t="143321" x="6959600" y="4598988"/>
          <p14:tracePt t="143333" x="6973888" y="4572000"/>
          <p14:tracePt t="143344" x="6973888" y="4530725"/>
          <p14:tracePt t="143356" x="6986588" y="4497388"/>
          <p14:tracePt t="143367" x="6986588" y="4470400"/>
          <p14:tracePt t="143378" x="6986588" y="4429125"/>
          <p14:tracePt t="143389" x="6986588" y="4414838"/>
          <p14:tracePt t="143400" x="6986588" y="4402138"/>
          <p14:tracePt t="143412" x="6986588" y="4387850"/>
          <p14:tracePt t="143490" x="6986588" y="4414838"/>
          <p14:tracePt t="143501" x="6986588" y="4443413"/>
          <p14:tracePt t="143513" x="6986588" y="4470400"/>
          <p14:tracePt t="143525" x="7000875" y="4470400"/>
          <p14:tracePt t="143535" x="7000875" y="4483100"/>
          <p14:tracePt t="143558" x="7015163" y="4483100"/>
          <p14:tracePt t="143569" x="7027863" y="4483100"/>
          <p14:tracePt t="143582" x="7042150" y="4483100"/>
          <p14:tracePt t="143592" x="7075488" y="4470400"/>
          <p14:tracePt t="143603" x="7089775" y="4456113"/>
          <p14:tracePt t="143616" x="7102475" y="4443413"/>
          <p14:tracePt t="143626" x="7129463" y="4429125"/>
          <p14:tracePt t="143637" x="7158038" y="4414838"/>
          <p14:tracePt t="143649" x="7170738" y="4387850"/>
          <p14:tracePt t="143660" x="7170738" y="4367213"/>
          <p14:tracePt t="143671" x="7170738" y="4354513"/>
          <p14:tracePt t="143705" x="7158038" y="4354513"/>
          <p14:tracePt t="143717" x="7143750" y="4340225"/>
          <p14:tracePt t="143727" x="7102475" y="4327525"/>
          <p14:tracePt t="143738" x="7062788" y="4313238"/>
          <p14:tracePt t="143750" x="7000875" y="4300538"/>
          <p14:tracePt t="143760" x="6946900" y="4271963"/>
          <p14:tracePt t="143772" x="6884988" y="4224338"/>
          <p14:tracePt t="143785" x="6804025" y="4184650"/>
          <p14:tracePt t="143795" x="6742113" y="4122738"/>
          <p14:tracePt t="143806" x="6653213" y="4027488"/>
          <p14:tracePt t="143817" x="6557963" y="3925888"/>
          <p14:tracePt t="143828" x="6456363" y="3824288"/>
          <p14:tracePt t="143840" x="6381750" y="3735388"/>
          <p14:tracePt t="143851" x="6313488" y="3625850"/>
          <p14:tracePt t="143861" x="6211888" y="3524250"/>
          <p14:tracePt t="143873" x="6137275" y="3422650"/>
          <p14:tracePt t="143884" x="6096000" y="3360738"/>
          <p14:tracePt t="143895" x="6054725" y="3306763"/>
          <p14:tracePt t="143907" x="6007100" y="3279775"/>
          <p14:tracePt t="143918" x="5980113" y="3265488"/>
          <p14:tracePt t="143929" x="5953125" y="3252788"/>
          <p14:tracePt t="143940" x="5938838" y="3252788"/>
          <p14:tracePt t="143952" x="5926138" y="3265488"/>
          <p14:tracePt t="143963" x="5911850" y="3279775"/>
          <p14:tracePt t="143975" x="5891213" y="3333750"/>
          <p14:tracePt t="143987" x="5878513" y="3422650"/>
          <p14:tracePt t="143998" x="5878513" y="3524250"/>
          <p14:tracePt t="144008" x="5911850" y="3667125"/>
          <p14:tracePt t="144019" x="5980113" y="3824288"/>
          <p14:tracePt t="144032" x="6081713" y="3952875"/>
          <p14:tracePt t="144042" x="6149975" y="4041775"/>
          <p14:tracePt t="144053" x="6265863" y="4122738"/>
          <p14:tracePt t="144066" x="6381750" y="4197350"/>
          <p14:tracePt t="144076" x="6470650" y="4238625"/>
          <p14:tracePt t="144087" x="6586538" y="4286250"/>
          <p14:tracePt t="144099" x="6673850" y="4313238"/>
          <p14:tracePt t="144109" x="6742113" y="4313238"/>
          <p14:tracePt t="144121" x="6783388" y="4327525"/>
          <p14:tracePt t="144132" x="6816725" y="4327525"/>
          <p14:tracePt t="144143" x="6831013" y="4327525"/>
          <p14:tracePt t="144266" x="6843713" y="4327525"/>
          <p14:tracePt t="144300" x="6858000" y="4327525"/>
          <p14:tracePt t="144323" x="6843713" y="4313238"/>
          <p14:tracePt t="144334" x="6831013" y="4300538"/>
          <p14:tracePt t="144345" x="6783388" y="4286250"/>
          <p14:tracePt t="144550" x="6804025" y="4286250"/>
          <p14:tracePt t="144581" x="6816725" y="4286250"/>
          <p14:tracePt t="144604" x="6816725" y="4300538"/>
          <p14:tracePt t="144615" x="6831013" y="4300538"/>
          <p14:tracePt t="144627" x="6843713" y="4300538"/>
          <p14:tracePt t="144638" x="6843713" y="4313238"/>
          <p14:tracePt t="144650" x="6858000" y="4313238"/>
          <p14:tracePt t="144727" x="6872288" y="4313238"/>
          <p14:tracePt t="144761" x="6872288" y="4300538"/>
          <p14:tracePt t="144773" x="6872288" y="4286250"/>
          <p14:tracePt t="144787" x="6872288" y="4271963"/>
          <p14:tracePt t="144796" x="6884988" y="4259263"/>
          <p14:tracePt t="144807" x="6872288" y="4224338"/>
          <p14:tracePt t="144820" x="6872288" y="4197350"/>
          <p14:tracePt t="144829" x="6872288" y="4170363"/>
          <p14:tracePt t="144842" x="6858000" y="4143375"/>
          <p14:tracePt t="144853" x="6843713" y="4095750"/>
          <p14:tracePt t="144863" x="6831013" y="4054475"/>
          <p14:tracePt t="144874" x="6831013" y="4041775"/>
          <p14:tracePt t="144888" x="6816725" y="4027488"/>
          <p14:tracePt t="144898" x="6804025" y="4014788"/>
          <p14:tracePt t="144919" x="6783388" y="3994150"/>
          <p14:tracePt t="144932" x="6769100" y="3994150"/>
          <p14:tracePt t="144943" x="6742113" y="3994150"/>
          <p14:tracePt t="144954" x="6729413" y="3994150"/>
          <p14:tracePt t="144964" x="6715125" y="3994150"/>
          <p14:tracePt t="144976" x="6700838" y="3994150"/>
          <p14:tracePt t="144987" x="6688138" y="3994150"/>
          <p14:tracePt t="145009" x="6673850" y="4014788"/>
          <p14:tracePt t="145032" x="6673850" y="4027488"/>
          <p14:tracePt t="145054" x="6673850" y="4041775"/>
          <p14:tracePt t="145077" x="6673850" y="4054475"/>
          <p14:tracePt t="145189" x="6688138" y="4041775"/>
          <p14:tracePt t="145222" x="6688138" y="4054475"/>
          <p14:tracePt t="145258" x="6688138" y="4081463"/>
          <p14:tracePt t="145268" x="6688138" y="4122738"/>
          <p14:tracePt t="145279" x="6688138" y="4197350"/>
          <p14:tracePt t="145285" x="6700838" y="4259263"/>
          <p14:tracePt t="145291" x="6715125" y="4327525"/>
          <p14:tracePt t="145303" x="6729413" y="4402138"/>
          <p14:tracePt t="145313" x="6742113" y="4429125"/>
          <p14:tracePt t="145324" x="6756400" y="4470400"/>
          <p14:tracePt t="145337" x="6769100" y="4483100"/>
          <p14:tracePt t="145347" x="6769100" y="4497388"/>
          <p14:tracePt t="145403" x="6783388" y="4483100"/>
          <p14:tracePt t="145414" x="6783388" y="4470400"/>
          <p14:tracePt t="145426" x="6804025" y="4456113"/>
          <p14:tracePt t="145438" x="6816725" y="4429125"/>
          <p14:tracePt t="145449" x="6843713" y="4402138"/>
          <p14:tracePt t="145460" x="6872288" y="4367213"/>
          <p14:tracePt t="145472" x="6899275" y="4327525"/>
          <p14:tracePt t="145483" x="6932613" y="4313238"/>
          <p14:tracePt t="145495" x="6959600" y="4286250"/>
          <p14:tracePt t="145506" x="6986588" y="4259263"/>
          <p14:tracePt t="145517" x="7000875" y="4238625"/>
          <p14:tracePt t="145529" x="7027863" y="4224338"/>
          <p14:tracePt t="145540" x="7042150" y="4211638"/>
          <p14:tracePt t="145550" x="7062788" y="4211638"/>
          <p14:tracePt t="145561" x="7075488" y="4211638"/>
          <p14:tracePt t="145639" x="7075488" y="4224338"/>
          <p14:tracePt t="145661" x="7075488" y="4238625"/>
          <p14:tracePt t="145673" x="7075488" y="4259263"/>
          <p14:tracePt t="145684" x="7075488" y="4271963"/>
          <p14:tracePt t="145697" x="7062788" y="4300538"/>
          <p14:tracePt t="145707" x="7062788" y="4313238"/>
          <p14:tracePt t="145718" x="7062788" y="4327525"/>
          <p14:tracePt t="145730" x="7062788" y="4354513"/>
          <p14:tracePt t="145741" x="7062788" y="4367213"/>
          <p14:tracePt t="145753" x="7062788" y="4387850"/>
          <p14:tracePt t="145764" x="7062788" y="4402138"/>
          <p14:tracePt t="145852" x="7062788" y="4387850"/>
          <p14:tracePt t="145875" x="7062788" y="4367213"/>
          <p14:tracePt t="145887" x="7062788" y="4354513"/>
          <p14:tracePt t="145909" x="7062788" y="4340225"/>
          <p14:tracePt t="146010" x="7062788" y="4354513"/>
          <p14:tracePt t="146022" x="7062788" y="4367213"/>
          <p14:tracePt t="146033" x="7062788" y="4402138"/>
          <p14:tracePt t="146044" x="7062788" y="4429125"/>
          <p14:tracePt t="146066" x="7062788" y="4443413"/>
          <p14:tracePt t="146069" x="7075488" y="4456113"/>
          <p14:tracePt t="146078" x="7075488" y="4470400"/>
          <p14:tracePt t="146090" x="7089775" y="4470400"/>
          <p14:tracePt t="146103" x="7089775" y="4483100"/>
          <p14:tracePt t="146113" x="7102475" y="4483100"/>
          <p14:tracePt t="146145" x="7116763" y="4483100"/>
          <p14:tracePt t="146168" x="7129463" y="4470400"/>
          <p14:tracePt t="146179" x="7129463" y="4456113"/>
          <p14:tracePt t="146191" x="7143750" y="4443413"/>
          <p14:tracePt t="146203" x="7143750" y="4429125"/>
          <p14:tracePt t="146213" x="7143750" y="4414838"/>
          <p14:tracePt t="146224" x="7129463" y="4402138"/>
          <p14:tracePt t="146247" x="7116763" y="4402138"/>
          <p14:tracePt t="146269" x="7102475" y="4402138"/>
          <p14:tracePt t="146303" x="7089775" y="4414838"/>
          <p14:tracePt t="146306" x="7075488" y="4429125"/>
          <p14:tracePt t="146314" x="7062788" y="4443413"/>
          <p14:tracePt t="146325" x="7042150" y="4456113"/>
          <p14:tracePt t="146337" x="7042150" y="4470400"/>
          <p14:tracePt t="146348" x="7042150" y="4483100"/>
          <p14:tracePt t="146381" x="7062788" y="4483100"/>
          <p14:tracePt t="146404" x="7075488" y="4483100"/>
          <p14:tracePt t="146415" x="7089775" y="4483100"/>
          <p14:tracePt t="146428" x="7102475" y="4483100"/>
          <p14:tracePt t="146438" x="7116763" y="4483100"/>
          <p14:tracePt t="146450" x="7129463" y="4483100"/>
          <p14:tracePt t="146462" x="7158038" y="4470400"/>
          <p14:tracePt t="146473" x="7170738" y="4456113"/>
          <p14:tracePt t="146485" x="7191375" y="4443413"/>
          <p14:tracePt t="146495" x="7218363" y="4429125"/>
          <p14:tracePt t="146506" x="7232650" y="4402138"/>
          <p14:tracePt t="146518" x="7232650" y="4387850"/>
          <p14:tracePt t="146528" x="7232650" y="4354513"/>
          <p14:tracePt t="146540" x="7232650" y="4327525"/>
          <p14:tracePt t="146551" x="7232650" y="4300538"/>
          <p14:tracePt t="146562" x="7232650" y="4271963"/>
          <p14:tracePt t="146573" x="7218363" y="4211638"/>
          <p14:tracePt t="146585" x="7191375" y="4170363"/>
          <p14:tracePt t="146596" x="7158038" y="4122738"/>
          <p14:tracePt t="146607" x="7129463" y="4095750"/>
          <p14:tracePt t="146619" x="7089775" y="4068763"/>
          <p14:tracePt t="146629" x="7062788" y="4068763"/>
          <p14:tracePt t="146640" x="7027863" y="4068763"/>
          <p14:tracePt t="146652" x="6986588" y="4068763"/>
          <p14:tracePt t="146663" x="6946900" y="4095750"/>
          <p14:tracePt t="146674" x="6884988" y="4157663"/>
          <p14:tracePt t="146686" x="6804025" y="4271963"/>
          <p14:tracePt t="146697" x="6742113" y="4387850"/>
          <p14:tracePt t="146708" x="6729413" y="4456113"/>
          <p14:tracePt t="146720" x="6700838" y="4545013"/>
          <p14:tracePt t="146731" x="6700838" y="4613275"/>
          <p14:tracePt t="146742" x="6715125" y="4660900"/>
          <p14:tracePt t="146754" x="6729413" y="4700588"/>
          <p14:tracePt t="146764" x="6756400" y="4729163"/>
          <p14:tracePt t="146777" x="6804025" y="4741863"/>
          <p14:tracePt t="146788" x="6831013" y="4756150"/>
          <p14:tracePt t="146799" x="6858000" y="4756150"/>
          <p14:tracePt t="146809" x="6899275" y="4756150"/>
          <p14:tracePt t="146821" x="6946900" y="4756150"/>
          <p14:tracePt t="146832" x="6973888" y="4756150"/>
          <p14:tracePt t="146843" x="7000875" y="4741863"/>
          <p14:tracePt t="146855" x="7027863" y="4729163"/>
          <p14:tracePt t="146865" x="7042150" y="4700588"/>
          <p14:tracePt t="146878" x="7062788" y="4687888"/>
          <p14:tracePt t="146889" x="7062788" y="4660900"/>
          <p14:tracePt t="146899" x="7075488" y="4625975"/>
          <p14:tracePt t="146912" x="7075488" y="4598988"/>
          <p14:tracePt t="146922" x="7062788" y="4572000"/>
          <p14:tracePt t="146935" x="7062788" y="4557713"/>
          <p14:tracePt t="146945" x="7042150" y="4557713"/>
          <p14:tracePt t="146978" x="7027863" y="4557713"/>
          <p14:tracePt t="146989" x="7015163" y="4572000"/>
          <p14:tracePt t="147001" x="7000875" y="4586288"/>
          <p14:tracePt t="147012" x="6986588" y="4598988"/>
          <p14:tracePt t="147023" x="6986588" y="4625975"/>
          <p14:tracePt t="147035" x="6986588" y="4646613"/>
          <p14:tracePt t="147045" x="6986588" y="4660900"/>
          <p14:tracePt t="147057" x="6986588" y="4673600"/>
          <p14:tracePt t="147070" x="7000875" y="4673600"/>
          <p14:tracePt t="147079" x="7015163" y="4673600"/>
          <p14:tracePt t="147090" x="7027863" y="4673600"/>
          <p14:tracePt t="147103" x="7062788" y="4673600"/>
          <p14:tracePt t="147113" x="7089775" y="4673600"/>
          <p14:tracePt t="147124" x="7129463" y="4673600"/>
          <p14:tracePt t="147137" x="7158038" y="4646613"/>
          <p14:tracePt t="147147" x="7191375" y="4625975"/>
          <p14:tracePt t="147158" x="7205663" y="4586288"/>
          <p14:tracePt t="147170" x="7218363" y="4545013"/>
          <p14:tracePt t="147180" x="7218363" y="4483100"/>
          <p14:tracePt t="147192" x="7218363" y="4443413"/>
          <p14:tracePt t="147203" x="7205663" y="4387850"/>
          <p14:tracePt t="147214" x="7191375" y="4340225"/>
          <p14:tracePt t="147226" x="7170738" y="4313238"/>
          <p14:tracePt t="147237" x="7143750" y="4271963"/>
          <p14:tracePt t="147248" x="7129463" y="4259263"/>
          <p14:tracePt t="147260" x="7116763" y="4259263"/>
          <p14:tracePt t="147282" x="7102475" y="4259263"/>
          <p14:tracePt t="147293" x="7102475" y="4271963"/>
          <p14:tracePt t="147304" x="7102475" y="4286250"/>
          <p14:tracePt t="147315" x="7089775" y="4313238"/>
          <p14:tracePt t="147349" x="7089775" y="4340225"/>
          <p14:tracePt t="147352" x="7089775" y="4367213"/>
          <p14:tracePt t="147361" x="7089775" y="4387850"/>
          <p14:tracePt t="147374" x="7089775" y="4402138"/>
          <p14:tracePt t="147386" x="7102475" y="4402138"/>
          <p14:tracePt t="147395" x="7116763" y="4414838"/>
          <p14:tracePt t="147407" x="7129463" y="4414838"/>
          <p14:tracePt t="147418" x="7158038" y="4414838"/>
          <p14:tracePt t="147429" x="7170738" y="4414838"/>
          <p14:tracePt t="147439" x="7205663" y="4414838"/>
          <p14:tracePt t="147452" x="7218363" y="4402138"/>
          <p14:tracePt t="147462" x="7232650" y="4387850"/>
          <p14:tracePt t="147473" x="7232650" y="4367213"/>
          <p14:tracePt t="147486" x="7232650" y="4354513"/>
          <p14:tracePt t="147495" x="7232650" y="4340225"/>
          <p14:tracePt t="147507" x="7232650" y="4327525"/>
          <p14:tracePt t="147529" x="7218363" y="4327525"/>
          <p14:tracePt t="147540" x="7205663" y="4327525"/>
          <p14:tracePt t="147552" x="7158038" y="4327525"/>
          <p14:tracePt t="147563" x="7062788" y="4367213"/>
          <p14:tracePt t="147575" x="6959600" y="4429125"/>
          <p14:tracePt t="147586" x="6884988" y="4470400"/>
          <p14:tracePt t="147597" x="6816725" y="4530725"/>
          <p14:tracePt t="147608" x="6756400" y="4598988"/>
          <p14:tracePt t="147620" x="6715125" y="4660900"/>
          <p14:tracePt t="147631" x="6688138" y="4700588"/>
          <p14:tracePt t="147642" x="6673850" y="4756150"/>
          <p14:tracePt t="147653" x="6673850" y="4803775"/>
          <p14:tracePt t="147664" x="6653213" y="4843463"/>
          <p14:tracePt t="147676" x="6653213" y="4857750"/>
          <p14:tracePt t="147687" x="6640513" y="4884738"/>
          <p14:tracePt t="147698" x="6640513" y="4905375"/>
          <p14:tracePt t="147709" x="6626225" y="4919663"/>
          <p14:tracePt t="147721" x="6626225" y="4932363"/>
          <p14:tracePt t="147732" x="6613525" y="4946650"/>
          <p14:tracePt t="147744" x="6599238" y="4959350"/>
          <p14:tracePt t="147755" x="6572250" y="4973638"/>
          <p14:tracePt t="147765" x="6557963" y="4973638"/>
          <p14:tracePt t="147777" x="6545263" y="4973638"/>
          <p14:tracePt t="147788" x="6524625" y="4986338"/>
          <p14:tracePt t="147799" x="6510338" y="4986338"/>
          <p14:tracePt t="147811" x="6497638" y="4973638"/>
          <p14:tracePt t="147823" x="6483350" y="4973638"/>
          <p14:tracePt t="147833" x="6470650" y="4973638"/>
          <p14:tracePt t="147844" x="6456363" y="4973638"/>
          <p14:tracePt t="147867" x="6443663" y="4973638"/>
          <p14:tracePt t="147878" x="6429375" y="4986338"/>
          <p14:tracePt t="147890" x="6408738" y="4986338"/>
          <p14:tracePt t="147901" x="6381750" y="4986338"/>
          <p14:tracePt t="147912" x="6367463" y="4986338"/>
          <p14:tracePt t="147923" x="6313488" y="4986338"/>
          <p14:tracePt t="147935" x="6238875" y="5000625"/>
          <p14:tracePt t="147946" x="6170613" y="5000625"/>
          <p14:tracePt t="147957" x="6081713" y="5000625"/>
          <p14:tracePt t="147969" x="6042025" y="5000625"/>
          <p14:tracePt t="148137" x="6054725" y="5000625"/>
          <p14:tracePt t="148204" x="6069013" y="5000625"/>
          <p14:tracePt t="148216" x="6081713" y="5000625"/>
          <p14:tracePt t="148228" x="6096000" y="5000625"/>
          <p14:tracePt t="148239" x="6110288" y="5000625"/>
          <p14:tracePt t="148250" x="6122988" y="5000625"/>
          <p14:tracePt t="148262" x="6137275" y="5000625"/>
          <p14:tracePt t="148305" x="6149975" y="5000625"/>
          <p14:tracePt t="148350" x="6149975" y="5021263"/>
          <p14:tracePt t="148395" x="6170613" y="5033963"/>
          <p14:tracePt t="148398" x="6184900" y="5033963"/>
          <p14:tracePt t="148407" x="6197600" y="5048250"/>
          <p14:tracePt t="148418" x="6224588" y="5062538"/>
          <p14:tracePt t="148430" x="6253163" y="5075238"/>
          <p14:tracePt t="148441" x="6280150" y="5075238"/>
          <p14:tracePt t="148452" x="6313488" y="5075238"/>
          <p14:tracePt t="148464" x="6340475" y="5089525"/>
          <p14:tracePt t="148475" x="6381750" y="5089525"/>
          <p14:tracePt t="148487" x="6396038" y="5089525"/>
          <p14:tracePt t="148497" x="6408738" y="5075238"/>
          <p14:tracePt t="148508" x="6429375" y="5075238"/>
          <p14:tracePt t="148520" x="6443663" y="5075238"/>
          <p14:tracePt t="148531" x="6443663" y="5062538"/>
          <p14:tracePt t="148542" x="6456363" y="5048250"/>
          <p14:tracePt t="148554" x="6456363" y="5033963"/>
          <p14:tracePt t="148566" x="6443663" y="5000625"/>
          <p14:tracePt t="148576" x="6443663" y="4973638"/>
          <p14:tracePt t="148587" x="6429375" y="4946650"/>
          <p14:tracePt t="148599" x="6396038" y="4905375"/>
          <p14:tracePt t="148609" x="6367463" y="4857750"/>
          <p14:tracePt t="148621" x="6327775" y="4816475"/>
          <p14:tracePt t="148632" x="6300788" y="4789488"/>
          <p14:tracePt t="148644" x="6265863" y="4789488"/>
          <p14:tracePt t="148654" x="6238875" y="4776788"/>
          <p14:tracePt t="148666" x="6197600" y="4776788"/>
          <p14:tracePt t="148678" x="6184900" y="4789488"/>
          <p14:tracePt t="148688" x="6137275" y="4830763"/>
          <p14:tracePt t="148700" x="6096000" y="4857750"/>
          <p14:tracePt t="148712" x="6069013" y="4919663"/>
          <p14:tracePt t="148722" x="6042025" y="4959350"/>
          <p14:tracePt t="148733" x="6042025" y="5000625"/>
          <p14:tracePt t="148746" x="6042025" y="5033963"/>
          <p14:tracePt t="148755" x="6042025" y="5048250"/>
          <p14:tracePt t="148767" x="6054725" y="5075238"/>
          <p14:tracePt t="148779" x="6096000" y="5089525"/>
          <p14:tracePt t="148790" x="6149975" y="5102225"/>
          <p14:tracePt t="148801" x="6197600" y="5102225"/>
          <p14:tracePt t="148812" x="6253163" y="5102225"/>
          <p14:tracePt t="148823" x="6313488" y="5102225"/>
          <p14:tracePt t="148834" x="6354763" y="5102225"/>
          <p14:tracePt t="148846" x="6396038" y="5089525"/>
          <p14:tracePt t="148856" x="6429375" y="5075238"/>
          <p14:tracePt t="148868" x="6429375" y="5048250"/>
          <p14:tracePt t="148880" x="6429375" y="5021263"/>
          <p14:tracePt t="148890" x="6408738" y="4986338"/>
          <p14:tracePt t="148902" x="6381750" y="4959350"/>
          <p14:tracePt t="148913" x="6354763" y="4932363"/>
          <p14:tracePt t="148924" x="6300788" y="4932363"/>
          <p14:tracePt t="148936" x="6253163" y="4932363"/>
          <p14:tracePt t="148947" x="6211888" y="4932363"/>
          <p14:tracePt t="148958" x="6184900" y="4946650"/>
          <p14:tracePt t="148970" x="6170613" y="4959350"/>
          <p14:tracePt t="148981" x="6149975" y="4973638"/>
          <p14:tracePt t="148992" x="6149975" y="5000625"/>
          <p14:tracePt t="149003" x="6149975" y="5033963"/>
          <p14:tracePt t="149015" x="6170613" y="5062538"/>
          <p14:tracePt t="149025" x="6197600" y="5075238"/>
          <p14:tracePt t="149038" x="6224588" y="5089525"/>
          <p14:tracePt t="149048" x="6265863" y="5116513"/>
          <p14:tracePt t="149059" x="6313488" y="5129213"/>
          <p14:tracePt t="149071" x="6367463" y="5129213"/>
          <p14:tracePt t="149082" x="6408738" y="5129213"/>
          <p14:tracePt t="149094" x="6456363" y="5129213"/>
          <p14:tracePt t="149104" x="6483350" y="5129213"/>
          <p14:tracePt t="149115" x="6497638" y="5116513"/>
          <p14:tracePt t="149128" x="6510338" y="5102225"/>
          <p14:tracePt t="149171" x="6510338" y="5089525"/>
          <p14:tracePt t="149205" x="6497638" y="5089525"/>
          <p14:tracePt t="149217" x="6497638" y="5102225"/>
          <p14:tracePt t="149228" x="6483350" y="5102225"/>
          <p14:tracePt t="149239" x="6470650" y="5102225"/>
          <p14:tracePt t="149251" x="6408738" y="5102225"/>
          <p14:tracePt t="149263" x="6367463" y="5102225"/>
          <p14:tracePt t="149453" x="6381750" y="5102225"/>
          <p14:tracePt t="149464" x="6408738" y="5102225"/>
          <p14:tracePt t="149475" x="6429375" y="5102225"/>
          <p14:tracePt t="149489" x="6470650" y="5116513"/>
          <p14:tracePt t="149499" x="6497638" y="5116513"/>
          <p14:tracePt t="149509" x="6524625" y="5116513"/>
          <p14:tracePt t="149532" x="6545263" y="5116513"/>
          <p14:tracePt t="149565" x="6557963" y="5116513"/>
          <p14:tracePt t="149610" x="6572250" y="5129213"/>
          <p14:tracePt t="149655" x="6586538" y="5129213"/>
          <p14:tracePt t="149678" x="6599238" y="5129213"/>
          <p14:tracePt t="149700" x="6613525" y="5129213"/>
          <p14:tracePt t="149745" x="6626225" y="5129213"/>
          <p14:tracePt t="149757" x="6626225" y="5149850"/>
          <p14:tracePt t="149769" x="6653213" y="5149850"/>
          <p14:tracePt t="149782" x="6688138" y="5164138"/>
          <p14:tracePt t="149793" x="6715125" y="5164138"/>
          <p14:tracePt t="149802" x="6756400" y="5176838"/>
          <p14:tracePt t="149813" x="6831013" y="5191125"/>
          <p14:tracePt t="149824" x="6911975" y="5191125"/>
          <p14:tracePt t="149835" x="6986588" y="5205413"/>
          <p14:tracePt t="149847" x="7089775" y="5205413"/>
          <p14:tracePt t="149859" x="7170738" y="5205413"/>
          <p14:tracePt t="149873" x="7232650" y="5191125"/>
          <p14:tracePt t="149882" x="7307263" y="5191125"/>
          <p14:tracePt t="149893" x="7361238" y="5164138"/>
          <p14:tracePt t="149905" x="7402513" y="5149850"/>
          <p14:tracePt t="149915" x="7450138" y="5116513"/>
          <p14:tracePt t="149926" x="7491413" y="5089525"/>
          <p14:tracePt t="149938" x="7504113" y="5048250"/>
          <p14:tracePt t="149949" x="7518400" y="5021263"/>
          <p14:tracePt t="149960" x="7518400" y="4986338"/>
          <p14:tracePt t="149971" x="7504113" y="4973638"/>
          <p14:tracePt t="149982" x="7477125" y="4946650"/>
          <p14:tracePt t="149993" x="7450138" y="4932363"/>
          <p14:tracePt t="150006" x="7388225" y="4919663"/>
          <p14:tracePt t="150016" x="7319963" y="4905375"/>
          <p14:tracePt t="150027" x="7245350" y="4884738"/>
          <p14:tracePt t="150040" x="7158038" y="4905375"/>
          <p14:tracePt t="150050" x="7062788" y="4932363"/>
          <p14:tracePt t="150061" x="6946900" y="4973638"/>
          <p14:tracePt t="150073" x="6858000" y="5033963"/>
          <p14:tracePt t="150083" x="6729413" y="5129213"/>
          <p14:tracePt t="150094" x="6613525" y="5232400"/>
          <p14:tracePt t="150106" x="6524625" y="5348288"/>
          <p14:tracePt t="150117" x="6497638" y="5422900"/>
          <p14:tracePt t="150128" x="6483350" y="5538788"/>
          <p14:tracePt t="150140" x="6497638" y="5667375"/>
          <p14:tracePt t="150150" x="6557963" y="5762625"/>
          <p14:tracePt t="150162" x="6653213" y="5911850"/>
          <p14:tracePt t="150174" x="6816725" y="6054725"/>
          <p14:tracePt t="150185" x="6973888" y="6170613"/>
          <p14:tracePt t="150197" x="7075488" y="6224588"/>
          <p14:tracePt t="150207" x="7218363" y="6265863"/>
          <p14:tracePt t="150218" x="7348538" y="6280150"/>
          <p14:tracePt t="150230" x="7450138" y="6280150"/>
          <p14:tracePt t="150241" x="7593013" y="6280150"/>
          <p14:tracePt t="150251" x="7735888" y="6265863"/>
          <p14:tracePt t="150263" x="7851775" y="6238875"/>
          <p14:tracePt t="150275" x="7920038" y="6197600"/>
          <p14:tracePt t="150286" x="7994650" y="6149975"/>
          <p14:tracePt t="150297" x="8048625" y="6096000"/>
          <p14:tracePt t="150308" x="8069263" y="6042025"/>
          <p14:tracePt t="150319" x="8081963" y="5967413"/>
          <p14:tracePt t="150330" x="8034338" y="5878513"/>
          <p14:tracePt t="150342" x="7953375" y="5748338"/>
          <p14:tracePt t="150353" x="7837488" y="5646738"/>
          <p14:tracePt t="150364" x="7673975" y="5551488"/>
          <p14:tracePt t="150375" x="7504113" y="5476875"/>
          <p14:tracePt t="150388" x="7402513" y="5462588"/>
          <p14:tracePt t="150398" x="7286625" y="5462588"/>
          <p14:tracePt t="150409" x="7170738" y="5476875"/>
          <p14:tracePt t="150422" x="7075488" y="5518150"/>
          <p14:tracePt t="150432" x="7000875" y="5565775"/>
          <p14:tracePt t="150444" x="6932613" y="5634038"/>
          <p14:tracePt t="150456" x="6884988" y="5708650"/>
          <p14:tracePt t="150466" x="6872288" y="5748338"/>
          <p14:tracePt t="150511" x="6884988" y="5824538"/>
          <p14:tracePt t="150515" x="6911975" y="5878513"/>
          <p14:tracePt t="150524" x="7042150" y="5980113"/>
          <p14:tracePt t="150536" x="7158038" y="6007100"/>
          <p14:tracePt t="150539" x="7259638" y="6021388"/>
          <p14:tracePt t="150545" x="7361238" y="6021388"/>
          <p14:tracePt t="150558" x="7491413" y="6007100"/>
          <p14:tracePt t="150567" x="7634288" y="5994400"/>
          <p14:tracePt t="150579" x="7777163" y="5953125"/>
          <p14:tracePt t="150590" x="7864475" y="5926138"/>
          <p14:tracePt t="150601" x="7932738" y="5864225"/>
          <p14:tracePt t="150612" x="7980363" y="5810250"/>
          <p14:tracePt t="150623" x="7994650" y="5748338"/>
          <p14:tracePt t="150634" x="7994650" y="5708650"/>
          <p14:tracePt t="150646" x="7953375" y="5646738"/>
          <p14:tracePt t="150657" x="7864475" y="5565775"/>
          <p14:tracePt t="150668" x="7777163" y="5518150"/>
          <p14:tracePt t="150680" x="7634288" y="5476875"/>
          <p14:tracePt t="150691" x="7504113" y="5462588"/>
          <p14:tracePt t="150701" x="7375525" y="5476875"/>
          <p14:tracePt t="150713" x="7286625" y="5518150"/>
          <p14:tracePt t="150725" x="7170738" y="5592763"/>
          <p14:tracePt t="150736" x="7075488" y="5681663"/>
          <p14:tracePt t="150747" x="7027863" y="5748338"/>
          <p14:tracePt t="150758" x="7015163" y="5824538"/>
          <p14:tracePt t="150769" x="7015163" y="5878513"/>
          <p14:tracePt t="150781" x="7042150" y="5938838"/>
          <p14:tracePt t="150792" x="7089775" y="5967413"/>
          <p14:tracePt t="150803" x="7158038" y="5994400"/>
          <p14:tracePt t="150815" x="7259638" y="6021388"/>
          <p14:tracePt t="150826" x="7334250" y="6042025"/>
          <p14:tracePt t="150838" x="7462838" y="6042025"/>
          <p14:tracePt t="150848" x="7593013" y="6042025"/>
          <p14:tracePt t="150859" x="7721600" y="6021388"/>
          <p14:tracePt t="150872" x="7789863" y="6007100"/>
          <p14:tracePt t="150882" x="7878763" y="5967413"/>
          <p14:tracePt t="150893" x="7905750" y="5926138"/>
          <p14:tracePt t="150905" x="7920038" y="5891213"/>
          <p14:tracePt t="150915" x="7920038" y="5837238"/>
          <p14:tracePt t="150927" x="7878763" y="5762625"/>
          <p14:tracePt t="150939" x="7824788" y="5681663"/>
          <p14:tracePt t="150949" x="7748588" y="5619750"/>
          <p14:tracePt t="150961" x="7661275" y="5578475"/>
          <p14:tracePt t="150973" x="7593013" y="5565775"/>
          <p14:tracePt t="150983" x="7545388" y="5565775"/>
          <p14:tracePt t="150994" x="7491413" y="5565775"/>
          <p14:tracePt t="151006" x="7435850" y="5578475"/>
          <p14:tracePt t="151017" x="7388225" y="5592763"/>
          <p14:tracePt t="151028" x="7361238" y="5619750"/>
          <p14:tracePt t="151040" x="7319963" y="5646738"/>
          <p14:tracePt t="151051" x="7286625" y="5694363"/>
          <p14:tracePt t="151062" x="7272338" y="5721350"/>
          <p14:tracePt t="151073" x="7272338" y="5783263"/>
          <p14:tracePt t="151084" x="7272338" y="5810250"/>
          <p14:tracePt t="151095" x="7286625" y="5851525"/>
          <p14:tracePt t="151107" x="7319963" y="5864225"/>
          <p14:tracePt t="151118" x="7375525" y="5891213"/>
          <p14:tracePt t="151129" x="7450138" y="5911850"/>
          <p14:tracePt t="151141" x="7531100" y="5911850"/>
          <p14:tracePt t="151152" x="7593013" y="5911850"/>
          <p14:tracePt t="151163" x="7673975" y="5891213"/>
          <p14:tracePt t="151175" x="7748588" y="5864225"/>
          <p14:tracePt t="151185" x="7804150" y="5837238"/>
          <p14:tracePt t="151197" x="7851775" y="5795963"/>
          <p14:tracePt t="151209" x="7864475" y="5748338"/>
          <p14:tracePt t="151219" x="7864475" y="5694363"/>
          <p14:tracePt t="151241" x="7851775" y="5646738"/>
          <p14:tracePt t="151245" x="7804150" y="5565775"/>
          <p14:tracePt t="151257" x="7721600" y="5462588"/>
          <p14:tracePt t="151266" x="7578725" y="5360988"/>
          <p14:tracePt t="151277" x="7450138" y="5292725"/>
          <p14:tracePt t="151288" x="7245350" y="5232400"/>
          <p14:tracePt t="151298" x="7027863" y="5205413"/>
          <p14:tracePt t="151309" x="6899275" y="5205413"/>
          <p14:tracePt t="151322" x="6756400" y="5245100"/>
          <p14:tracePt t="151332" x="6640513" y="5319713"/>
          <p14:tracePt t="151343" x="6586538" y="5387975"/>
          <p14:tracePt t="151356" x="6524625" y="5476875"/>
          <p14:tracePt t="151366" x="6510338" y="5538788"/>
          <p14:tracePt t="151376" x="6510338" y="5592763"/>
          <p14:tracePt t="151389" x="6545263" y="5605463"/>
          <p14:tracePt t="151399" x="6586538" y="5646738"/>
          <p14:tracePt t="151411" x="6653213" y="5694363"/>
          <p14:tracePt t="151422" x="6729413" y="5708650"/>
          <p14:tracePt t="151433" x="6872288" y="5735638"/>
          <p14:tracePt t="151444" x="7027863" y="5748338"/>
          <p14:tracePt t="151456" x="7205663" y="5748338"/>
          <p14:tracePt t="151467" x="7319963" y="5748338"/>
          <p14:tracePt t="151478" x="7477125" y="5721350"/>
          <p14:tracePt t="151490" x="7593013" y="5694363"/>
          <p14:tracePt t="151501" x="7646988" y="5646738"/>
          <p14:tracePt t="151512" x="7708900" y="5592763"/>
          <p14:tracePt t="151545" x="7748588" y="5538788"/>
          <p14:tracePt t="151549" x="7748588" y="5476875"/>
          <p14:tracePt t="151560" x="7735888" y="5449888"/>
          <p14:tracePt t="151562" x="7708900" y="5408613"/>
          <p14:tracePt t="151572" x="7634288" y="5360988"/>
          <p14:tracePt t="151581" x="7578725" y="5334000"/>
          <p14:tracePt t="151592" x="7491413" y="5307013"/>
          <p14:tracePt t="151602" x="7415213" y="5292725"/>
          <p14:tracePt t="151613" x="7361238" y="5307013"/>
          <p14:tracePt t="151625" x="7319963" y="5319713"/>
          <p14:tracePt t="151636" x="7286625" y="5348288"/>
          <p14:tracePt t="151647" x="7245350" y="5387975"/>
          <p14:tracePt t="151659" x="7232650" y="5435600"/>
          <p14:tracePt t="151670" x="7218363" y="5462588"/>
          <p14:tracePt t="151681" x="7205663" y="5491163"/>
          <p14:tracePt t="151692" x="7170738" y="5518150"/>
          <p14:tracePt t="151703" x="7158038" y="5538788"/>
          <p14:tracePt t="151714" x="7116763" y="5538788"/>
          <p14:tracePt t="151950" x="7129463" y="5538788"/>
          <p14:tracePt t="151962" x="7191375" y="5538788"/>
          <p14:tracePt t="151974" x="7245350" y="5565775"/>
          <p14:tracePt t="151985" x="7286625" y="5565775"/>
          <p14:tracePt t="151996" x="7307263" y="5565775"/>
          <p14:tracePt t="152018" x="7319963" y="5578475"/>
          <p14:tracePt t="152041" x="7334250" y="5578475"/>
          <p14:tracePt t="152052" x="7348538" y="5578475"/>
          <p14:tracePt t="152063" x="7361238" y="5578475"/>
          <p14:tracePt t="152075" x="7375525" y="5578475"/>
          <p14:tracePt t="152085" x="7402513" y="5578475"/>
          <p14:tracePt t="152097" x="7435850" y="5578475"/>
          <p14:tracePt t="152109" x="7462838" y="5578475"/>
          <p14:tracePt t="152119" x="7491413" y="5578475"/>
          <p14:tracePt t="152130" x="7504113" y="5578475"/>
          <p14:tracePt t="152153" x="7518400" y="5578475"/>
          <p14:tracePt t="152243" x="7518400" y="5565775"/>
          <p14:tracePt t="152265" x="7518400" y="5551488"/>
          <p14:tracePt t="152277" x="7518400" y="5538788"/>
          <p14:tracePt t="152288" x="7518400" y="5518150"/>
          <p14:tracePt t="152299" x="7518400" y="5503863"/>
          <p14:tracePt t="152312" x="7531100" y="5491163"/>
          <p14:tracePt t="152323" x="7531100" y="5462588"/>
          <p14:tracePt t="152333" x="7531100" y="5435600"/>
          <p14:tracePt t="152355" x="7531100" y="5422900"/>
          <p14:tracePt t="152411" x="7531100" y="5435600"/>
          <p14:tracePt t="152423" x="7531100" y="5449888"/>
          <p14:tracePt t="152445" x="7531100" y="5476875"/>
          <p14:tracePt t="152448" x="7566025" y="5518150"/>
          <p14:tracePt t="152457" x="7578725" y="5538788"/>
          <p14:tracePt t="152468" x="7620000" y="5578475"/>
          <p14:tracePt t="152483" x="7661275" y="5592763"/>
          <p14:tracePt t="152492" x="7694613" y="5605463"/>
          <p14:tracePt t="152503" x="7721600" y="5619750"/>
          <p14:tracePt t="152524" x="7762875" y="5619750"/>
          <p14:tracePt t="152527" x="7777163" y="5619750"/>
          <p14:tracePt t="152536" x="7789863" y="5619750"/>
          <p14:tracePt t="152550" x="7804150" y="5619750"/>
          <p14:tracePt t="152560" x="7824788" y="5619750"/>
          <p14:tracePt t="152592" x="7837488" y="5619750"/>
          <p14:tracePt t="152594" x="7837488" y="5605463"/>
          <p14:tracePt t="152625" x="7837488" y="5592763"/>
          <p14:tracePt t="152895" x="7804150" y="5565775"/>
          <p14:tracePt t="152907" x="7789863" y="5538788"/>
          <p14:tracePt t="152918" x="7748588" y="5518150"/>
          <p14:tracePt t="152929" x="7708900" y="5491163"/>
          <p14:tracePt t="152942" x="7661275" y="5476875"/>
          <p14:tracePt t="152953" x="7593013" y="5462588"/>
          <p14:tracePt t="152964" x="7504113" y="5449888"/>
          <p14:tracePt t="152976" x="7450138" y="5462588"/>
          <p14:tracePt t="152987" x="7375525" y="5476875"/>
          <p14:tracePt t="152998" x="7319963" y="5518150"/>
          <p14:tracePt t="153010" x="7272338" y="5565775"/>
          <p14:tracePt t="153020" x="7245350" y="5592763"/>
          <p14:tracePt t="153031" x="7218363" y="5634038"/>
          <p14:tracePt t="153043" x="7218363" y="5646738"/>
          <p14:tracePt t="153053" x="7218363" y="5667375"/>
          <p14:tracePt t="153064" x="7232650" y="5681663"/>
          <p14:tracePt t="153075" x="7245350" y="5694363"/>
          <p14:tracePt t="153087" x="7286625" y="5708650"/>
          <p14:tracePt t="153098" x="7319963" y="5708650"/>
          <p14:tracePt t="153109" x="7348538" y="5708650"/>
          <p14:tracePt t="153121" x="7388225" y="5694363"/>
          <p14:tracePt t="153132" x="7415213" y="5694363"/>
          <p14:tracePt t="153143" x="7450138" y="5681663"/>
          <p14:tracePt t="153154" x="7462838" y="5667375"/>
          <p14:tracePt t="153167" x="7462838" y="5646738"/>
          <p14:tracePt t="153177" x="7477125" y="5646738"/>
          <p14:tracePt t="153188" x="7477125" y="5634038"/>
          <p14:tracePt t="153493" x="7477125" y="5619750"/>
          <p14:tracePt t="153536" x="7477125" y="5605463"/>
          <p14:tracePt t="153907" x="7491413" y="5605463"/>
          <p14:tracePt t="153919" x="7491413" y="5592763"/>
          <p14:tracePt t="153941" x="7504113" y="5592763"/>
          <p14:tracePt t="153964" x="7518400" y="5592763"/>
          <p14:tracePt t="153998" x="7518400" y="5578475"/>
          <p14:tracePt t="154010" x="7518400" y="5565775"/>
          <p14:tracePt t="154021" x="7518400" y="5551488"/>
          <p14:tracePt t="154034" x="7504113" y="5518150"/>
          <p14:tracePt t="154043" x="7450138" y="5449888"/>
          <p14:tracePt t="154055" x="7361238" y="5375275"/>
          <p14:tracePt t="154067" x="7143750" y="5218113"/>
          <p14:tracePt t="154077" x="6831013" y="4986338"/>
          <p14:tracePt t="154089" x="6557963" y="4789488"/>
          <p14:tracePt t="154102" x="6137275" y="4497388"/>
          <p14:tracePt t="154111" x="5721350" y="4211638"/>
          <p14:tracePt t="154123" x="5348288" y="3952875"/>
          <p14:tracePt t="154136" x="5089525" y="3795713"/>
          <p14:tracePt t="154146" x="4803775" y="3592513"/>
          <p14:tracePt t="154157" x="4586288" y="3462338"/>
          <p14:tracePt t="154168" x="4470400" y="3408363"/>
          <p14:tracePt t="154178" x="4367213" y="3381375"/>
          <p14:tracePt t="154190" x="4313238" y="3381375"/>
          <p14:tracePt t="154201" x="4286250" y="3395663"/>
          <p14:tracePt t="154212" x="4271963" y="3408363"/>
          <p14:tracePt t="154223" x="4259263" y="3449638"/>
          <p14:tracePt t="154235" x="4238625" y="3524250"/>
          <p14:tracePt t="154246" x="4238625" y="3605213"/>
          <p14:tracePt t="154257" x="4259263" y="3681413"/>
          <p14:tracePt t="154269" x="4271963" y="3756025"/>
          <p14:tracePt t="154279" x="4286250" y="3824288"/>
          <p14:tracePt t="154291" x="4300538" y="3863975"/>
          <p14:tracePt t="154302" x="4327525" y="3898900"/>
          <p14:tracePt t="154313" x="4340225" y="3925888"/>
          <p14:tracePt t="154325" x="4367213" y="3938588"/>
          <p14:tracePt t="154336" x="4387850" y="3938588"/>
          <p14:tracePt t="154358" x="4367213" y="3925888"/>
          <p14:tracePt t="154650" x="4402138" y="3925888"/>
          <p14:tracePt t="154662" x="4429125" y="3925888"/>
          <p14:tracePt t="154684" x="4456113" y="3925888"/>
          <p14:tracePt t="154687" x="4470400" y="3925888"/>
          <p14:tracePt t="154696" x="4483100" y="3925888"/>
          <p14:tracePt t="154710" x="4497388" y="3925888"/>
          <p14:tracePt t="154729" x="4530725" y="3925888"/>
          <p14:tracePt t="154742" x="4545013" y="3925888"/>
          <p14:tracePt t="154752" x="4557713" y="3925888"/>
          <p14:tracePt t="154763" x="4572000" y="3925888"/>
          <p14:tracePt t="154776" x="4586288" y="3925888"/>
          <p14:tracePt t="154787" x="4598988" y="3925888"/>
          <p14:tracePt t="154797" x="4625975" y="3925888"/>
          <p14:tracePt t="154809" x="4646613" y="3911600"/>
          <p14:tracePt t="154820" x="4660900" y="3911600"/>
          <p14:tracePt t="154831" x="4687888" y="3898900"/>
          <p14:tracePt t="154843" x="4700588" y="3863975"/>
          <p14:tracePt t="154853" x="4700588" y="3851275"/>
          <p14:tracePt t="154865" x="4700588" y="3836988"/>
          <p14:tracePt t="154876" x="4700588" y="3810000"/>
          <p14:tracePt t="154887" x="4687888" y="3768725"/>
          <p14:tracePt t="154898" x="4660900" y="3735388"/>
          <p14:tracePt t="154910" x="4625975" y="3694113"/>
          <p14:tracePt t="154920" x="4586288" y="3667125"/>
          <p14:tracePt t="154933" x="4545013" y="3652838"/>
          <p14:tracePt t="154944" x="4470400" y="3640138"/>
          <p14:tracePt t="154954" x="4402138" y="3640138"/>
          <p14:tracePt t="154966" x="4313238" y="3667125"/>
          <p14:tracePt t="154978" x="4259263" y="3708400"/>
          <p14:tracePt t="154989" x="4157663" y="3795713"/>
          <p14:tracePt t="155000" x="4081463" y="3898900"/>
          <p14:tracePt t="155011" x="4027488" y="4014788"/>
          <p14:tracePt t="155022" x="4014788" y="4081463"/>
          <p14:tracePt t="155034" x="4014788" y="4170363"/>
          <p14:tracePt t="155045" x="4027488" y="4238625"/>
          <p14:tracePt t="155056" x="4054475" y="4286250"/>
          <p14:tracePt t="155068" x="4110038" y="4340225"/>
          <p14:tracePt t="155089" x="4184650" y="4367213"/>
          <p14:tracePt t="155093" x="4259263" y="4387850"/>
          <p14:tracePt t="155101" x="4313238" y="4387850"/>
          <p14:tracePt t="155112" x="4367213" y="4387850"/>
          <p14:tracePt t="155126" x="4429125" y="4367213"/>
          <p14:tracePt t="155137" x="4470400" y="4354513"/>
          <p14:tracePt t="155148" x="4518025" y="4340225"/>
          <p14:tracePt t="155159" x="4530725" y="4327525"/>
          <p14:tracePt t="155170" x="4545013" y="4313238"/>
          <p14:tracePt t="155181" x="4545013" y="4300538"/>
          <p14:tracePt t="155193" x="4557713" y="4286250"/>
          <p14:tracePt t="155213" x="4557713" y="4271963"/>
          <p14:tracePt t="155674" x="4557713" y="4259263"/>
          <p14:tracePt t="155686" x="4572000" y="4259263"/>
          <p14:tracePt t="155743" x="4586288" y="4259263"/>
          <p14:tracePt t="155776" x="4598988" y="4259263"/>
          <p14:tracePt t="155798" x="4598988" y="4238625"/>
          <p14:tracePt t="155820" x="4613275" y="4238625"/>
          <p14:tracePt t="155843" x="4625975" y="4224338"/>
          <p14:tracePt t="155876" x="4625975" y="4211638"/>
          <p14:tracePt t="155899" x="4625975" y="4197350"/>
          <p14:tracePt t="155921" x="4625975" y="4184650"/>
          <p14:tracePt t="155989" x="4613275" y="4184650"/>
          <p14:tracePt t="156000" x="4598988" y="4184650"/>
          <p14:tracePt t="156012" x="4586288" y="4184650"/>
          <p14:tracePt t="156023" x="4557713" y="4197350"/>
          <p14:tracePt t="156034" x="4518025" y="4197350"/>
          <p14:tracePt t="156046" x="4483100" y="4211638"/>
          <p14:tracePt t="156057" x="4470400" y="4211638"/>
          <p14:tracePt t="156259" x="4483100" y="4211638"/>
          <p14:tracePt t="156281" x="4483100" y="4197350"/>
          <p14:tracePt t="156337" x="4497388" y="4197350"/>
          <p14:tracePt t="156360" x="4518025" y="4211638"/>
          <p14:tracePt t="156383" x="4530725" y="4211638"/>
          <p14:tracePt t="156461" x="4545013" y="4211638"/>
          <p14:tracePt t="156484" x="4545013" y="4197350"/>
          <p14:tracePt t="156506" x="4557713" y="4197350"/>
          <p14:tracePt t="156529" x="4572000" y="4197350"/>
          <p14:tracePt t="156563" x="4572000" y="4184650"/>
          <p14:tracePt t="156576" x="4586288" y="4170363"/>
          <p14:tracePt t="156597" x="4586288" y="4157663"/>
          <p14:tracePt t="156608" x="4572000" y="4122738"/>
          <p14:tracePt t="156620" x="4572000" y="4110038"/>
          <p14:tracePt t="156631" x="4572000" y="4081463"/>
          <p14:tracePt t="156642" x="4557713" y="4054475"/>
          <p14:tracePt t="156654" x="4545013" y="4014788"/>
          <p14:tracePt t="156665" x="4545013" y="3979863"/>
          <p14:tracePt t="156676" x="4518025" y="3952875"/>
          <p14:tracePt t="156688" x="4497388" y="3925888"/>
          <p14:tracePt t="156701" x="4483100" y="3911600"/>
          <p14:tracePt t="156711" x="4470400" y="3898900"/>
          <p14:tracePt t="156722" x="4456113" y="3898900"/>
          <p14:tracePt t="156733" x="4443413" y="3898900"/>
          <p14:tracePt t="156744" x="4429125" y="3898900"/>
          <p14:tracePt t="156755" x="4402138" y="3911600"/>
          <p14:tracePt t="156767" x="4367213" y="3938588"/>
          <p14:tracePt t="156788" x="4340225" y="3952875"/>
          <p14:tracePt t="156791" x="4327525" y="3994150"/>
          <p14:tracePt t="156802" x="4300538" y="4041775"/>
          <p14:tracePt t="156811" x="4300538" y="4068763"/>
          <p14:tracePt t="156823" x="4300538" y="4095750"/>
          <p14:tracePt t="156835" x="4300538" y="4122738"/>
          <p14:tracePt t="156845" x="4327525" y="4157663"/>
          <p14:tracePt t="156856" x="4354513" y="4170363"/>
          <p14:tracePt t="156868" x="4387850" y="4184650"/>
          <p14:tracePt t="156878" x="4429125" y="4184650"/>
          <p14:tracePt t="156889" x="4456113" y="4184650"/>
          <p14:tracePt t="156901" x="4483100" y="4184650"/>
          <p14:tracePt t="156912" x="4530725" y="4184650"/>
          <p14:tracePt t="156923" x="4557713" y="4170363"/>
          <p14:tracePt t="156935" x="4586288" y="4143375"/>
          <p14:tracePt t="156946" x="4598988" y="4122738"/>
          <p14:tracePt t="156968" x="4625975" y="4081463"/>
          <p14:tracePt t="156972" x="4646613" y="4041775"/>
          <p14:tracePt t="156980" x="4660900" y="4014788"/>
          <p14:tracePt t="156995" x="4687888" y="3938588"/>
          <p14:tracePt t="157004" x="4700588" y="3851275"/>
          <p14:tracePt t="157014" x="4729163" y="3756025"/>
          <p14:tracePt t="157026" x="4756150" y="3667125"/>
          <p14:tracePt t="157036" x="4776788" y="3551238"/>
          <p14:tracePt t="157047" x="4803775" y="3449638"/>
          <p14:tracePt t="157059" x="4803775" y="3381375"/>
          <p14:tracePt t="157070" x="4803775" y="3306763"/>
          <p14:tracePt t="157081" x="4803775" y="3265488"/>
          <p14:tracePt t="157092" x="4803775" y="3232150"/>
          <p14:tracePt t="157104" x="4803775" y="3217863"/>
          <p14:tracePt t="157114" x="4803775" y="3205163"/>
          <p14:tracePt t="157125" x="4789488" y="3190875"/>
          <p14:tracePt t="157137" x="4776788" y="3190875"/>
          <p14:tracePt t="157148" x="4756150" y="3190875"/>
          <p14:tracePt t="157160" x="4714875" y="3205163"/>
          <p14:tracePt t="157171" x="4673600" y="3232150"/>
          <p14:tracePt t="157182" x="4646613" y="3265488"/>
          <p14:tracePt t="157193" x="4598988" y="3319463"/>
          <p14:tracePt t="157205" x="4572000" y="3381375"/>
          <p14:tracePt t="157217" x="4557713" y="3422650"/>
          <p14:tracePt t="157227" x="4572000" y="3462338"/>
          <p14:tracePt t="157238" x="4586288" y="3497263"/>
          <p14:tracePt t="157251" x="4613275" y="3524250"/>
          <p14:tracePt t="157261" x="4660900" y="3538538"/>
          <p14:tracePt t="157272" x="4729163" y="3551238"/>
          <p14:tracePt t="157285" x="4816475" y="3565525"/>
          <p14:tracePt t="157295" x="4872038" y="3565525"/>
          <p14:tracePt t="157306" x="4946650" y="3551238"/>
          <p14:tracePt t="157318" x="5021263" y="3524250"/>
          <p14:tracePt t="157328" x="5062538" y="3497263"/>
          <p14:tracePt t="157339" x="5075238" y="3462338"/>
          <p14:tracePt t="157351" x="5102225" y="3422650"/>
          <p14:tracePt t="157362" x="5102225" y="3395663"/>
          <p14:tracePt t="157373" x="5102225" y="3348038"/>
          <p14:tracePt t="157385" x="5102225" y="3319463"/>
          <p14:tracePt t="157395" x="5089525" y="3279775"/>
          <p14:tracePt t="157407" x="5062538" y="3265488"/>
          <p14:tracePt t="157418" x="5033963" y="3232150"/>
          <p14:tracePt t="157429" x="4973638" y="3232150"/>
          <p14:tracePt t="157441" x="4905375" y="3232150"/>
          <p14:tracePt t="157452" x="4816475" y="3265488"/>
          <p14:tracePt t="157463" x="4756150" y="3292475"/>
          <p14:tracePt t="157474" x="4687888" y="3348038"/>
          <p14:tracePt t="157486" x="4646613" y="3422650"/>
          <p14:tracePt t="157497" x="4613275" y="3462338"/>
          <p14:tracePt t="157509" x="4613275" y="3524250"/>
          <p14:tracePt t="157520" x="4646613" y="3565525"/>
          <p14:tracePt t="157531" x="4673600" y="3592513"/>
          <p14:tracePt t="157542" x="4714875" y="3605213"/>
          <p14:tracePt t="157554" x="4776788" y="3625850"/>
          <p14:tracePt t="157564" x="4857750" y="3625850"/>
          <p14:tracePt t="157575" x="4919663" y="3625850"/>
          <p14:tracePt t="157587" x="4986338" y="3625850"/>
          <p14:tracePt t="157598" x="5048250" y="3592513"/>
          <p14:tracePt t="157609" x="5102225" y="3565525"/>
          <p14:tracePt t="157621" x="5129213" y="3538538"/>
          <p14:tracePt t="157632" x="5176838" y="3476625"/>
          <p14:tracePt t="157643" x="5191125" y="3435350"/>
          <p14:tracePt t="157655" x="5191125" y="3395663"/>
          <p14:tracePt t="157666" x="5191125" y="3333750"/>
          <p14:tracePt t="157677" x="5176838" y="3292475"/>
          <p14:tracePt t="157688" x="5164138" y="3252788"/>
          <p14:tracePt t="157700" x="5129213" y="3232150"/>
          <p14:tracePt t="157711" x="5102225" y="3232150"/>
          <p14:tracePt t="157722" x="5075238" y="3232150"/>
          <p14:tracePt t="157735" x="5048250" y="3232150"/>
          <p14:tracePt t="157744" x="5021263" y="3265488"/>
          <p14:tracePt t="157756" x="4973638" y="3306763"/>
          <p14:tracePt t="157768" x="4959350" y="3360738"/>
          <p14:tracePt t="157778" x="4959350" y="3395663"/>
          <p14:tracePt t="157789" x="4973638" y="3435350"/>
          <p14:tracePt t="157801" x="4986338" y="3462338"/>
          <p14:tracePt t="157812" x="5021263" y="3497263"/>
          <p14:tracePt t="157834" x="5048250" y="3524250"/>
          <p14:tracePt t="157837" x="5102225" y="3538538"/>
          <p14:tracePt t="157847" x="5164138" y="3551238"/>
          <p14:tracePt t="157858" x="5191125" y="3551238"/>
          <p14:tracePt t="157869" x="5232400" y="3551238"/>
          <p14:tracePt t="157879" x="5259388" y="3551238"/>
          <p14:tracePt t="157890" x="5280025" y="3538538"/>
          <p14:tracePt t="157902" x="5292725" y="3509963"/>
          <p14:tracePt t="157913" x="5307013" y="3462338"/>
          <p14:tracePt t="157924" x="5307013" y="3408363"/>
          <p14:tracePt t="157936" x="5307013" y="3360738"/>
          <p14:tracePt t="157947" x="5307013" y="3306763"/>
          <p14:tracePt t="157958" x="5280025" y="3265488"/>
          <p14:tracePt t="157970" x="5245100" y="3217863"/>
          <p14:tracePt t="157981" x="5218113" y="3190875"/>
          <p14:tracePt t="157992" x="5164138" y="3176588"/>
          <p14:tracePt t="158003" x="5089525" y="3163888"/>
          <p14:tracePt t="158014" x="5033963" y="3176588"/>
          <p14:tracePt t="158026" x="4959350" y="3205163"/>
          <p14:tracePt t="158038" x="4905375" y="3265488"/>
          <p14:tracePt t="158048" x="4872038" y="3306763"/>
          <p14:tracePt t="158060" x="4857750" y="3360738"/>
          <p14:tracePt t="158071" x="4857750" y="3408363"/>
          <p14:tracePt t="158082" x="4872038" y="3449638"/>
          <p14:tracePt t="158093" x="4905375" y="3476625"/>
          <p14:tracePt t="158104" x="4959350" y="3509963"/>
          <p14:tracePt t="158117" x="5048250" y="3538538"/>
          <p14:tracePt t="158127" x="5129213" y="3551238"/>
          <p14:tracePt t="158138" x="5205413" y="3551238"/>
          <p14:tracePt t="158150" x="5292725" y="3551238"/>
          <p14:tracePt t="158161" x="5375275" y="3538538"/>
          <p14:tracePt t="158172" x="5422900" y="3509963"/>
          <p14:tracePt t="158184" x="5476875" y="3462338"/>
          <p14:tracePt t="158194" x="5518150" y="3435350"/>
          <p14:tracePt t="158205" x="5551488" y="3381375"/>
          <p14:tracePt t="158218" x="5551488" y="3348038"/>
          <p14:tracePt t="158228" x="5551488" y="3306763"/>
          <p14:tracePt t="158239" x="5538788" y="3265488"/>
          <p14:tracePt t="158252" x="5503863" y="3232150"/>
          <p14:tracePt t="158262" x="5476875" y="3217863"/>
          <p14:tracePt t="158273" x="5435600" y="3190875"/>
          <p14:tracePt t="158285" x="5375275" y="3190875"/>
          <p14:tracePt t="158296" x="5334000" y="3190875"/>
          <p14:tracePt t="158307" x="5280025" y="3205163"/>
          <p14:tracePt t="158318" x="5218113" y="3232150"/>
          <p14:tracePt t="158329" x="5176838" y="3279775"/>
          <p14:tracePt t="158340" x="5149850" y="3319463"/>
          <p14:tracePt t="158352" x="5149850" y="3360738"/>
          <p14:tracePt t="158363" x="5149850" y="3395663"/>
          <p14:tracePt t="158375" x="5164138" y="3422650"/>
          <p14:tracePt t="158386" x="5191125" y="3435350"/>
          <p14:tracePt t="158397" x="5232400" y="3462338"/>
          <p14:tracePt t="158409" x="5259388" y="3476625"/>
          <p14:tracePt t="158420" x="5334000" y="3497263"/>
          <p14:tracePt t="158430" x="5375275" y="3497263"/>
          <p14:tracePt t="158443" x="5422900" y="3497263"/>
          <p14:tracePt t="158454" x="5449888" y="3476625"/>
          <p14:tracePt t="158464" x="5476875" y="3476625"/>
          <p14:tracePt t="158476" x="5491163" y="3449638"/>
          <p14:tracePt t="158487" x="5491163" y="3435350"/>
          <p14:tracePt t="158498" x="5491163" y="3422650"/>
          <p14:tracePt t="158509" x="5503863" y="3381375"/>
          <p14:tracePt t="158521" x="5503863" y="3360738"/>
          <p14:tracePt t="158532" x="5503863" y="3333750"/>
          <p14:tracePt t="158543" x="5491163" y="3319463"/>
          <p14:tracePt t="158554" x="5491163" y="3292475"/>
          <p14:tracePt t="158567" x="5476875" y="3279775"/>
          <p14:tracePt t="158577" x="5476875" y="3265488"/>
          <p14:tracePt t="158588" x="5462588" y="3265488"/>
          <p14:tracePt t="158600" x="5462588" y="3252788"/>
          <p14:tracePt t="158610" x="5449888" y="3252788"/>
          <p14:tracePt t="158622" x="5435600" y="3252788"/>
          <p14:tracePt t="158655" x="5422900" y="3252788"/>
          <p14:tracePt t="158668" x="5422900" y="3265488"/>
          <p14:tracePt t="158678" x="5408613" y="3265488"/>
          <p14:tracePt t="158689" x="5408613" y="3279775"/>
          <p14:tracePt t="158701" x="5422900" y="3292475"/>
          <p14:tracePt t="158712" x="5422900" y="3306763"/>
          <p14:tracePt t="158723" x="5449888" y="3319463"/>
          <p14:tracePt t="158735" x="5462588" y="3319463"/>
          <p14:tracePt t="158746" x="5491163" y="3333750"/>
          <p14:tracePt t="158757" x="5518150" y="3348038"/>
          <p14:tracePt t="158770" x="5551488" y="3348038"/>
          <p14:tracePt t="158780" x="5578475" y="3348038"/>
          <p14:tracePt t="158791" x="5592763" y="3348038"/>
          <p14:tracePt t="158802" x="5605463" y="3348038"/>
          <p14:tracePt t="158813" x="5619750" y="3348038"/>
          <p14:tracePt t="158824" x="5619750" y="3333750"/>
          <p14:tracePt t="158836" x="5619750" y="3319463"/>
          <p14:tracePt t="158847" x="5619750" y="3306763"/>
          <p14:tracePt t="158858" x="5619750" y="3279775"/>
          <p14:tracePt t="158880" x="5592763" y="3232150"/>
          <p14:tracePt t="158884" x="5565775" y="3205163"/>
          <p14:tracePt t="158892" x="5538788" y="3176588"/>
          <p14:tracePt t="158904" x="5476875" y="3149600"/>
          <p14:tracePt t="158914" x="5422900" y="3122613"/>
          <p14:tracePt t="158926" x="5360988" y="3101975"/>
          <p14:tracePt t="158937" x="5334000" y="3089275"/>
          <p14:tracePt t="158948" x="5292725" y="3089275"/>
          <p14:tracePt t="158959" x="5280025" y="3101975"/>
          <p14:tracePt t="158971" x="5259388" y="3101975"/>
          <p14:tracePt t="158982" x="5245100" y="3122613"/>
          <p14:tracePt t="158994" x="5232400" y="3136900"/>
          <p14:tracePt t="159005" x="5218113" y="3163888"/>
          <p14:tracePt t="159017" x="5218113" y="3176588"/>
          <p14:tracePt t="159027" x="5218113" y="3190875"/>
          <p14:tracePt t="159038" x="5218113" y="3217863"/>
          <p14:tracePt t="159050" x="5218113" y="3232150"/>
          <p14:tracePt t="159060" x="5232400" y="3252788"/>
          <p14:tracePt t="159072" x="5245100" y="3279775"/>
          <p14:tracePt t="159084" x="5259388" y="3292475"/>
          <p14:tracePt t="159094" x="5280025" y="3306763"/>
          <p14:tracePt t="159106" x="5307013" y="3319463"/>
          <p14:tracePt t="159118" x="5334000" y="3333750"/>
          <p14:tracePt t="159128" x="5360988" y="3348038"/>
          <p14:tracePt t="159139" x="5387975" y="3348038"/>
          <p14:tracePt t="159151" x="5422900" y="3348038"/>
          <p14:tracePt t="159162" x="5435600" y="3348038"/>
          <p14:tracePt t="159173" x="5449888" y="3348038"/>
          <p14:tracePt t="159184" x="5462588" y="3348038"/>
          <p14:tracePt t="159195" x="5476875" y="3333750"/>
          <p14:tracePt t="159207" x="5491163" y="3319463"/>
          <p14:tracePt t="159218" x="5503863" y="3306763"/>
          <p14:tracePt t="159229" x="5503863" y="3279775"/>
          <p14:tracePt t="159241" x="5518150" y="3265488"/>
          <p14:tracePt t="159253" x="5518150" y="3252788"/>
          <p14:tracePt t="159263" x="5518150" y="3232150"/>
          <p14:tracePt t="159274" x="5518150" y="3217863"/>
          <p14:tracePt t="160208" x="5491163" y="3232150"/>
          <p14:tracePt t="160219" x="5408613" y="3292475"/>
          <p14:tracePt t="160232" x="5292725" y="3360738"/>
          <p14:tracePt t="160243" x="5089525" y="3509963"/>
          <p14:tracePt t="160253" x="4946650" y="3605213"/>
          <p14:tracePt t="160264" x="4714875" y="3768725"/>
          <p14:tracePt t="160277" x="4572000" y="3863975"/>
          <p14:tracePt t="160287" x="4414838" y="3979863"/>
          <p14:tracePt t="160299" x="4300538" y="4068763"/>
          <p14:tracePt t="160310" x="4259263" y="4095750"/>
          <p14:tracePt t="160321" x="4224338" y="4143375"/>
          <p14:tracePt t="160332" x="4224338" y="4157663"/>
          <p14:tracePt t="160444" x="4259263" y="4157663"/>
          <p14:tracePt t="160455" x="4271963" y="4157663"/>
          <p14:tracePt t="160466" x="4300538" y="4143375"/>
          <p14:tracePt t="160478" x="4327525" y="4122738"/>
          <p14:tracePt t="160492" x="4340225" y="4095750"/>
          <p14:tracePt t="160501" x="4367213" y="4081463"/>
          <p14:tracePt t="160512" x="4387850" y="4054475"/>
          <p14:tracePt t="160524" x="4402138" y="4014788"/>
          <p14:tracePt t="160535" x="4414838" y="3979863"/>
          <p14:tracePt t="160546" x="4414838" y="3952875"/>
          <p14:tracePt t="160558" x="4414838" y="3911600"/>
          <p14:tracePt t="160568" x="4414838" y="3898900"/>
          <p14:tracePt t="160579" x="4414838" y="3863975"/>
          <p14:tracePt t="160592" x="4414838" y="3851275"/>
          <p14:tracePt t="160602" x="4414838" y="3836988"/>
          <p14:tracePt t="160613" x="4402138" y="3824288"/>
          <p14:tracePt t="160625" x="4387850" y="3824288"/>
          <p14:tracePt t="160636" x="4367213" y="3810000"/>
          <p14:tracePt t="160647" x="4340225" y="3810000"/>
          <p14:tracePt t="160658" x="4313238" y="3824288"/>
          <p14:tracePt t="160670" x="4271963" y="3836988"/>
          <p14:tracePt t="160681" x="4224338" y="3863975"/>
          <p14:tracePt t="160692" x="4170363" y="3911600"/>
          <p14:tracePt t="160703" x="4110038" y="3967163"/>
          <p14:tracePt t="160714" x="4068763" y="4027488"/>
          <p14:tracePt t="160726" x="4041775" y="4068763"/>
          <p14:tracePt t="160737" x="4027488" y="4095750"/>
          <p14:tracePt t="160749" x="4027488" y="4143375"/>
          <p14:tracePt t="160760" x="4041775" y="4170363"/>
          <p14:tracePt t="160770" x="4068763" y="4197350"/>
          <p14:tracePt t="160783" x="4095750" y="4238625"/>
          <p14:tracePt t="160794" x="4157663" y="4286250"/>
          <p14:tracePt t="160804" x="4197350" y="4300538"/>
          <p14:tracePt t="160816" x="4224338" y="4313238"/>
          <p14:tracePt t="160827" x="4271963" y="4327525"/>
          <p14:tracePt t="160838" x="4313238" y="4327525"/>
          <p14:tracePt t="160850" x="4327525" y="4313238"/>
          <p14:tracePt t="160861" x="4354513" y="4313238"/>
          <p14:tracePt t="160872" x="4367213" y="4300538"/>
          <p14:tracePt t="160884" x="4387850" y="4286250"/>
          <p14:tracePt t="160895" x="4387850" y="4271963"/>
          <p14:tracePt t="160905" x="4387850" y="4238625"/>
          <p14:tracePt t="160917" x="4402138" y="4224338"/>
          <p14:tracePt t="160929" x="4402138" y="4197350"/>
          <p14:tracePt t="160940" x="4402138" y="4170363"/>
          <p14:tracePt t="160951" x="4402138" y="4143375"/>
          <p14:tracePt t="160984" x="4402138" y="4110038"/>
          <p14:tracePt t="160987" x="4402138" y="4081463"/>
          <p14:tracePt t="160996" x="4387850" y="4054475"/>
          <p14:tracePt t="161002" x="4387850" y="4041775"/>
          <p14:tracePt t="161012" x="4367213" y="4027488"/>
          <p14:tracePt t="161019" x="4354513" y="4014788"/>
          <p14:tracePt t="161030" x="4354513" y="3994150"/>
          <p14:tracePt t="161043" x="4340225" y="3979863"/>
          <p14:tracePt t="161052" x="4327525" y="3967163"/>
          <p14:tracePt t="161085" x="4313238" y="3952875"/>
          <p14:tracePt t="161108" x="4300538" y="3952875"/>
          <p14:tracePt t="161119" x="4271963" y="3938588"/>
          <p14:tracePt t="161131" x="4259263" y="3938588"/>
          <p14:tracePt t="161142" x="4238625" y="3952875"/>
          <p14:tracePt t="161153" x="4197350" y="3967163"/>
          <p14:tracePt t="161164" x="4143375" y="4014788"/>
          <p14:tracePt t="161176" x="4095750" y="4041775"/>
          <p14:tracePt t="161187" x="4054475" y="4081463"/>
          <p14:tracePt t="161199" x="4041775" y="4122738"/>
          <p14:tracePt t="161210" x="4041775" y="4157663"/>
          <p14:tracePt t="161221" x="4041775" y="4184650"/>
          <p14:tracePt t="161243" x="4068763" y="4211638"/>
          <p14:tracePt t="161244" x="4095750" y="4224338"/>
          <p14:tracePt t="161254" x="4122738" y="4238625"/>
          <p14:tracePt t="161266" x="4170363" y="4238625"/>
          <p14:tracePt t="161277" x="4211638" y="4259263"/>
          <p14:tracePt t="161288" x="4238625" y="4259263"/>
          <p14:tracePt t="161299" x="4271963" y="4259263"/>
          <p14:tracePt t="161310" x="4286250" y="4238625"/>
          <p14:tracePt t="161322" x="4300538" y="4238625"/>
          <p14:tracePt t="161333" x="4300538" y="4224338"/>
          <p14:tracePt t="161344" x="4300538" y="4197350"/>
          <p14:tracePt t="161355" x="4300538" y="4184650"/>
          <p14:tracePt t="161367" x="4300538" y="4157663"/>
          <p14:tracePt t="161378" x="4300538" y="4122738"/>
          <p14:tracePt t="161390" x="4286250" y="4095750"/>
          <p14:tracePt t="161401" x="4286250" y="4081463"/>
          <p14:tracePt t="161414" x="4271963" y="4068763"/>
          <p14:tracePt t="161424" x="4259263" y="4068763"/>
          <p14:tracePt t="161434" x="4224338" y="4068763"/>
          <p14:tracePt t="161445" x="4197350" y="4068763"/>
          <p14:tracePt t="161458" x="4170363" y="4068763"/>
          <p14:tracePt t="161468" x="4143375" y="4081463"/>
          <p14:tracePt t="161479" x="4110038" y="4081463"/>
          <p14:tracePt t="161492" x="4110038" y="4095750"/>
          <p14:tracePt t="161513" x="4095750" y="4110038"/>
          <p14:tracePt t="161516" x="4110038" y="4122738"/>
          <p14:tracePt t="161535" x="4122738" y="4143375"/>
          <p14:tracePt t="161547" x="4157663" y="4157663"/>
          <p14:tracePt t="161559" x="4170363" y="4157663"/>
          <p14:tracePt t="161570" x="4197350" y="4157663"/>
          <p14:tracePt t="161581" x="4211638" y="4170363"/>
          <p14:tracePt t="161592" x="4224338" y="4170363"/>
          <p14:tracePt t="161603" x="4238625" y="4157663"/>
          <p14:tracePt t="161615" x="4259263" y="4157663"/>
          <p14:tracePt t="161659" x="4238625" y="4143375"/>
          <p14:tracePt t="161670" x="4224338" y="4143375"/>
          <p14:tracePt t="161682" x="4211638" y="4122738"/>
          <p14:tracePt t="161693" x="4184650" y="4122738"/>
          <p14:tracePt t="161704" x="4170363" y="4122738"/>
          <p14:tracePt t="161716" x="4157663" y="4122738"/>
          <p14:tracePt t="161783" x="4184650" y="4122738"/>
          <p14:tracePt t="161794" x="4211638" y="4122738"/>
          <p14:tracePt t="161805" x="4259263" y="4122738"/>
          <p14:tracePt t="161817" x="4300538" y="4143375"/>
          <p14:tracePt t="161828" x="4340225" y="4143375"/>
          <p14:tracePt t="161839" x="4402138" y="4143375"/>
          <p14:tracePt t="161851" x="4429125" y="4143375"/>
          <p14:tracePt t="161862" x="4443413" y="4143375"/>
          <p14:tracePt t="161907" x="4429125" y="4143375"/>
          <p14:tracePt t="161918" x="4387850" y="4122738"/>
          <p14:tracePt t="161930" x="4354513" y="4122738"/>
          <p14:tracePt t="161941" x="4300538" y="4110038"/>
          <p14:tracePt t="161952" x="4259263" y="4110038"/>
          <p14:tracePt t="161963" x="4238625" y="4110038"/>
          <p14:tracePt t="161975" x="4211638" y="4110038"/>
          <p14:tracePt t="161986" x="4197350" y="4110038"/>
          <p14:tracePt t="162030" x="4211638" y="4110038"/>
          <p14:tracePt t="162042" x="4224338" y="4110038"/>
          <p14:tracePt t="162053" x="4238625" y="4110038"/>
          <p14:tracePt t="162075" x="4286250" y="4110038"/>
          <p14:tracePt t="162078" x="4327525" y="4110038"/>
          <p14:tracePt t="162087" x="4367213" y="4095750"/>
          <p14:tracePt t="162098" x="4443413" y="4095750"/>
          <p14:tracePt t="162112" x="4518025" y="4095750"/>
          <p14:tracePt t="162124" x="4572000" y="4095750"/>
          <p14:tracePt t="162134" x="4613275" y="4081463"/>
          <p14:tracePt t="162144" x="4625975" y="4081463"/>
          <p14:tracePt t="162155" x="4646613" y="4081463"/>
          <p14:tracePt t="162188" x="4625975" y="4081463"/>
          <p14:tracePt t="162199" x="4586288" y="4081463"/>
          <p14:tracePt t="162210" x="4545013" y="4081463"/>
          <p14:tracePt t="162222" x="4456113" y="4081463"/>
          <p14:tracePt t="162234" x="4354513" y="4068763"/>
          <p14:tracePt t="162245" x="4286250" y="4068763"/>
          <p14:tracePt t="162256" x="4157663" y="4054475"/>
          <p14:tracePt t="162268" x="4054475" y="4054475"/>
          <p14:tracePt t="162279" x="3979863" y="4041775"/>
          <p14:tracePt t="162291" x="3952875" y="4041775"/>
          <p14:tracePt t="162301" x="3938588" y="4041775"/>
          <p14:tracePt t="162357" x="3952875" y="4041775"/>
          <p14:tracePt t="162401" x="3967163" y="4041775"/>
          <p14:tracePt t="162424" x="3979863" y="4041775"/>
          <p14:tracePt t="162435" x="4014788" y="4041775"/>
          <p14:tracePt t="162447" x="4041775" y="4054475"/>
          <p14:tracePt t="162459" x="4068763" y="4054475"/>
          <p14:tracePt t="162470" x="4110038" y="4068763"/>
          <p14:tracePt t="162481" x="4184650" y="4081463"/>
          <p14:tracePt t="162493" x="4224338" y="4081463"/>
          <p14:tracePt t="162503" x="4300538" y="4095750"/>
          <p14:tracePt t="162515" x="4367213" y="4095750"/>
          <p14:tracePt t="162526" x="4402138" y="4110038"/>
          <p14:tracePt t="162537" x="4443413" y="4110038"/>
          <p14:tracePt t="162548" x="4456113" y="4110038"/>
          <p14:tracePt t="162560" x="4470400" y="4110038"/>
          <p14:tracePt t="163201" x="4470400" y="4095750"/>
          <p14:tracePt t="163223" x="4470400" y="4081463"/>
          <p14:tracePt t="163268" x="4456113" y="4068763"/>
          <p14:tracePt t="163290" x="4456113" y="4054475"/>
          <p14:tracePt t="163313" x="4443413" y="4054475"/>
          <p14:tracePt t="163324" x="4443413" y="4041775"/>
          <p14:tracePt t="163338" x="4443413" y="4027488"/>
          <p14:tracePt t="163358" x="4443413" y="4014788"/>
          <p14:tracePt t="163380" x="4429125" y="3994150"/>
          <p14:tracePt t="163392" x="4429125" y="3979863"/>
          <p14:tracePt t="163404" x="4429125" y="3967163"/>
          <p14:tracePt t="163415" x="4429125" y="3952875"/>
          <p14:tracePt t="163437" x="4429125" y="3938588"/>
          <p14:tracePt t="163448" x="4429125" y="3925888"/>
          <p14:tracePt t="163471" x="4429125" y="3911600"/>
          <p14:tracePt t="163560" x="4429125" y="3925888"/>
          <p14:tracePt t="163572" x="4414838" y="3925888"/>
          <p14:tracePt t="163583" x="4414838" y="3938588"/>
          <p14:tracePt t="163597" x="4402138" y="3952875"/>
          <p14:tracePt t="163606" x="4402138" y="3967163"/>
          <p14:tracePt t="163628" x="4402138" y="3979863"/>
          <p14:tracePt t="163684" x="4414838" y="3979863"/>
          <p14:tracePt t="163729" x="4429125" y="3979863"/>
          <p14:tracePt t="163753" x="4429125" y="3967163"/>
          <p14:tracePt t="163764" x="4443413" y="3967163"/>
          <p14:tracePt t="163774" x="4443413" y="3952875"/>
          <p14:tracePt t="163797" x="4443413" y="3938588"/>
          <p14:tracePt t="163897" x="4443413" y="3952875"/>
          <p14:tracePt t="163920" x="4443413" y="3967163"/>
          <p14:tracePt t="164147" x="4456113" y="3967163"/>
          <p14:tracePt t="164168" x="4456113" y="3979863"/>
          <p14:tracePt t="164348" x="4470400" y="3979863"/>
          <p14:tracePt t="164370" x="4483100" y="3979863"/>
          <p14:tracePt t="164415" x="4483100" y="3994150"/>
          <p14:tracePt t="164550" x="4470400" y="3994150"/>
          <p14:tracePt t="164562" x="4470400" y="4014788"/>
          <p14:tracePt t="164573" x="4456113" y="4014788"/>
          <p14:tracePt t="164596" x="4443413" y="4014788"/>
          <p14:tracePt t="164607" x="4414838" y="4014788"/>
          <p14:tracePt t="164618" x="4387850" y="4027488"/>
          <p14:tracePt t="164944" x="4402138" y="4027488"/>
          <p14:tracePt t="164966" x="4414838" y="4027488"/>
          <p14:tracePt t="164978" x="4429125" y="4027488"/>
          <p14:tracePt t="164991" x="4443413" y="4041775"/>
          <p14:tracePt t="165045" x="4456113" y="4041775"/>
          <p14:tracePt t="165248" x="4470400" y="4041775"/>
          <p14:tracePt t="165260" x="4483100" y="4041775"/>
          <p14:tracePt t="165282" x="4497388" y="4041775"/>
          <p14:tracePt t="165293" x="4497388" y="4054475"/>
          <p14:tracePt t="165315" x="4518025" y="4054475"/>
          <p14:tracePt t="165349" x="4530725" y="4054475"/>
          <p14:tracePt t="165473" x="4530725" y="4041775"/>
          <p14:tracePt t="165506" x="4545013" y="4041775"/>
          <p14:tracePt t="165619" x="4545013" y="4027488"/>
          <p14:tracePt t="165632" x="4557713" y="4027488"/>
          <p14:tracePt t="165675" x="4557713" y="4014788"/>
          <p14:tracePt t="165709" x="4557713" y="3994150"/>
          <p14:tracePt t="165721" x="4572000" y="3994150"/>
          <p14:tracePt t="165732" x="4572000" y="3979863"/>
          <p14:tracePt t="165990" x="4586288" y="3979863"/>
          <p14:tracePt t="165993" x="4586288" y="3967163"/>
          <p14:tracePt t="166002" x="4598988" y="3967163"/>
          <p14:tracePt t="166015" x="4598988" y="3952875"/>
          <p14:tracePt t="166025" x="4613275" y="3938588"/>
          <p14:tracePt t="166036" x="4613275" y="3925888"/>
          <p14:tracePt t="166048" x="4625975" y="3911600"/>
          <p14:tracePt t="166058" x="4646613" y="3911600"/>
          <p14:tracePt t="166070" x="4660900" y="3898900"/>
          <p14:tracePt t="166084" x="4660900" y="3884613"/>
          <p14:tracePt t="166093" x="4660900" y="3863975"/>
          <p14:tracePt t="166103" x="4673600" y="3851275"/>
          <p14:tracePt t="166350" x="4687888" y="3851275"/>
          <p14:tracePt t="166361" x="4700588" y="3851275"/>
          <p14:tracePt t="166384" x="4714875" y="3836988"/>
          <p14:tracePt t="166406" x="4714875" y="3824288"/>
          <p14:tracePt t="166429" x="4714875" y="3810000"/>
          <p14:tracePt t="166441" x="4700588" y="3810000"/>
          <p14:tracePt t="166474" x="4687888" y="3810000"/>
          <p14:tracePt t="166486" x="4673600" y="3810000"/>
          <p14:tracePt t="166497" x="4660900" y="3824288"/>
          <p14:tracePt t="166510" x="4646613" y="3836988"/>
          <p14:tracePt t="166519" x="4646613" y="3851275"/>
          <p14:tracePt t="166531" x="4625975" y="3863975"/>
          <p14:tracePt t="166543" x="4625975" y="3884613"/>
          <p14:tracePt t="166564" x="4646613" y="3898900"/>
          <p14:tracePt t="166576" x="4646613" y="3911600"/>
          <p14:tracePt t="166587" x="4660900" y="3911600"/>
          <p14:tracePt t="166599" x="4673600" y="3911600"/>
          <p14:tracePt t="166610" x="4687888" y="3911600"/>
          <p14:tracePt t="166621" x="4700588" y="3911600"/>
          <p14:tracePt t="166632" x="4714875" y="3911600"/>
          <p14:tracePt t="166654" x="4729163" y="3911600"/>
          <p14:tracePt t="166665" x="4729163" y="3898900"/>
          <p14:tracePt t="166688" x="4729163" y="3884613"/>
          <p14:tracePt t="166699" x="4729163" y="3863975"/>
          <p14:tracePt t="166711" x="4729163" y="3851275"/>
          <p14:tracePt t="166722" x="4729163" y="3836988"/>
          <p14:tracePt t="166734" x="4729163" y="3824288"/>
          <p14:tracePt t="166778" x="4714875" y="3824288"/>
          <p14:tracePt t="166811" x="4700588" y="3836988"/>
          <p14:tracePt t="166823" x="4673600" y="3851275"/>
          <p14:tracePt t="166836" x="4673600" y="3863975"/>
          <p14:tracePt t="166847" x="4660900" y="3898900"/>
          <p14:tracePt t="166859" x="4660900" y="3911600"/>
          <p14:tracePt t="166870" x="4673600" y="3938588"/>
          <p14:tracePt t="166881" x="4687888" y="3952875"/>
          <p14:tracePt t="166893" x="4700588" y="3952875"/>
          <p14:tracePt t="166903" x="4714875" y="3967163"/>
          <p14:tracePt t="166914" x="4729163" y="3967163"/>
          <p14:tracePt t="166926" x="4741863" y="3967163"/>
          <p14:tracePt t="166935" x="4756150" y="3967163"/>
          <p14:tracePt t="166969" x="4776788" y="3967163"/>
          <p14:tracePt t="166981" x="4756150" y="3952875"/>
          <p14:tracePt t="166993" x="4756150" y="3938588"/>
          <p14:tracePt t="167003" x="4756150" y="3925888"/>
          <p14:tracePt t="167014" x="4756150" y="3911600"/>
          <p14:tracePt t="167026" x="4741863" y="3898900"/>
          <p14:tracePt t="167037" x="4729163" y="3884613"/>
          <p14:tracePt t="167059" x="4714875" y="3884613"/>
          <p14:tracePt t="167082" x="4700588" y="3884613"/>
          <p14:tracePt t="167093" x="4687888" y="3898900"/>
          <p14:tracePt t="167116" x="4687888" y="3911600"/>
          <p14:tracePt t="167127" x="4687888" y="3925888"/>
          <p14:tracePt t="167149" x="4700588" y="3925888"/>
          <p14:tracePt t="167161" x="4700588" y="3938588"/>
          <p14:tracePt t="167172" x="4714875" y="3938588"/>
          <p14:tracePt t="167184" x="4729163" y="3938588"/>
          <p14:tracePt t="167228" x="4729163" y="3925888"/>
          <p14:tracePt t="167250" x="4729163" y="3911600"/>
          <p14:tracePt t="167273" x="4729163" y="3898900"/>
          <p14:tracePt t="167285" x="4729163" y="3884613"/>
          <p14:tracePt t="167296" x="4729163" y="3863975"/>
          <p14:tracePt t="167309" x="4714875" y="3863975"/>
          <p14:tracePt t="167320" x="4714875" y="3851275"/>
          <p14:tracePt t="167341" x="4700588" y="3851275"/>
          <p14:tracePt t="167408" x="4687888" y="3863975"/>
          <p14:tracePt t="167420" x="4673600" y="3863975"/>
          <p14:tracePt t="167431" x="4673600" y="3884613"/>
          <p14:tracePt t="167454" x="4673600" y="3898900"/>
          <p14:tracePt t="167466" x="4687888" y="3898900"/>
          <p14:tracePt t="167487" x="4700588" y="3911600"/>
          <p14:tracePt t="167509" x="4714875" y="3911600"/>
          <p14:tracePt t="167531" x="4729163" y="3911600"/>
          <p14:tracePt t="167554" x="4741863" y="3898900"/>
          <p14:tracePt t="167577" x="4756150" y="3884613"/>
          <p14:tracePt t="167610" x="4756150" y="3863975"/>
          <p14:tracePt t="167622" x="4741863" y="3851275"/>
          <p14:tracePt t="167689" x="4729163" y="3851275"/>
          <p14:tracePt t="167701" x="4714875" y="3863975"/>
          <p14:tracePt t="167712" x="4700588" y="3884613"/>
          <p14:tracePt t="167725" x="4700588" y="3898900"/>
          <p14:tracePt t="167745" x="4700588" y="3911600"/>
          <p14:tracePt t="167748" x="4700588" y="3925888"/>
          <p14:tracePt t="167759" x="4714875" y="3925888"/>
          <p14:tracePt t="167770" x="4714875" y="3938588"/>
          <p14:tracePt t="167780" x="4729163" y="3938588"/>
          <p14:tracePt t="167793" x="4741863" y="3938588"/>
          <p14:tracePt t="167802" x="4741863" y="3952875"/>
          <p14:tracePt t="167814" x="4756150" y="3952875"/>
          <p14:tracePt t="167847" x="4756150" y="3938588"/>
          <p14:tracePt t="168150" x="4756150" y="3952875"/>
          <p14:tracePt t="168162" x="4776788" y="3952875"/>
          <p14:tracePt t="168175" x="4776788" y="3967163"/>
          <p14:tracePt t="168185" x="4789488" y="3967163"/>
          <p14:tracePt t="168197" x="4803775" y="3994150"/>
          <p14:tracePt t="168208" x="4803775" y="4014788"/>
          <p14:tracePt t="168218" x="4803775" y="4027488"/>
          <p14:tracePt t="168229" x="4789488" y="4041775"/>
          <p14:tracePt t="168443" x="4803775" y="4041775"/>
          <p14:tracePt t="168455" x="4816475" y="4041775"/>
          <p14:tracePt t="168467" x="4830763" y="4041775"/>
          <p14:tracePt t="168488" x="4843463" y="4041775"/>
          <p14:tracePt t="168555" x="4830763" y="4041775"/>
          <p14:tracePt t="168589" x="4816475" y="4041775"/>
          <p14:tracePt t="168592" x="4803775" y="4041775"/>
          <p14:tracePt t="168600" x="4789488" y="4027488"/>
          <p14:tracePt t="168613" x="4776788" y="4027488"/>
          <p14:tracePt t="168623" x="4741863" y="4014788"/>
          <p14:tracePt t="168635" x="4729163" y="4014788"/>
          <p14:tracePt t="168646" x="4714875" y="4014788"/>
          <p14:tracePt t="168657" x="4687888" y="4014788"/>
          <p14:tracePt t="168668" x="4673600" y="3994150"/>
          <p14:tracePt t="168680" x="4646613" y="3994150"/>
          <p14:tracePt t="168691" x="4625975" y="3994150"/>
          <p14:tracePt t="168702" x="4613275" y="3979863"/>
          <p14:tracePt t="168715" x="4598988" y="3979863"/>
          <p14:tracePt t="168725" x="4586288" y="3979863"/>
          <p14:tracePt t="168736" x="4572000" y="3979863"/>
          <p14:tracePt t="168747" x="4557713" y="3967163"/>
          <p14:tracePt t="168758" x="4545013" y="3967163"/>
          <p14:tracePt t="168836" x="4545013" y="3952875"/>
          <p14:tracePt t="168859" x="4545013" y="3938588"/>
          <p14:tracePt t="168870" x="4530725" y="3938588"/>
          <p14:tracePt t="168882" x="4530725" y="3911600"/>
          <p14:tracePt t="168893" x="4518025" y="3898900"/>
          <p14:tracePt t="168906" x="4497388" y="3884613"/>
          <p14:tracePt t="168917" x="4483100" y="3851275"/>
          <p14:tracePt t="168927" x="4470400" y="3836988"/>
          <p14:tracePt t="168939" x="4456113" y="3824288"/>
          <p14:tracePt t="168950" x="4443413" y="3824288"/>
          <p14:tracePt t="168962" x="4429125" y="3810000"/>
          <p14:tracePt t="168972" x="4414838" y="3810000"/>
          <p14:tracePt t="168983" x="4387850" y="3810000"/>
          <p14:tracePt t="168996" x="4367213" y="3810000"/>
          <p14:tracePt t="169006" x="4354513" y="3810000"/>
          <p14:tracePt t="169017" x="4327525" y="3810000"/>
          <p14:tracePt t="169030" x="4300538" y="3810000"/>
          <p14:tracePt t="169039" x="4286250" y="3810000"/>
          <p14:tracePt t="169051" x="4259263" y="3810000"/>
          <p14:tracePt t="169063" x="4224338" y="3810000"/>
          <p14:tracePt t="169073" x="4197350" y="3810000"/>
          <p14:tracePt t="169085" x="4170363" y="3824288"/>
          <p14:tracePt t="169097" x="4143375" y="3824288"/>
          <p14:tracePt t="169107" x="4110038" y="3836988"/>
          <p14:tracePt t="169119" x="4081463" y="3851275"/>
          <p14:tracePt t="169131" x="4041775" y="3863975"/>
          <p14:tracePt t="169152" x="4014788" y="3898900"/>
          <p14:tracePt t="169155" x="3979863" y="3911600"/>
          <p14:tracePt t="169164" x="3952875" y="3952875"/>
          <p14:tracePt t="169176" x="3938588" y="3979863"/>
          <p14:tracePt t="169186" x="3938588" y="3994150"/>
          <p14:tracePt t="169198" x="3938588" y="4027488"/>
          <p14:tracePt t="169208" x="3938588" y="4041775"/>
          <p14:tracePt t="169219" x="3952875" y="4054475"/>
          <p14:tracePt t="169231" x="3967163" y="4054475"/>
          <p14:tracePt t="169242" x="3979863" y="4054475"/>
          <p14:tracePt t="169253" x="3994150" y="4068763"/>
          <p14:tracePt t="169265" x="4014788" y="4068763"/>
          <p14:tracePt t="169275" x="4041775" y="4068763"/>
          <p14:tracePt t="169287" x="4068763" y="4054475"/>
          <p14:tracePt t="169298" x="4110038" y="4054475"/>
          <p14:tracePt t="169309" x="4143375" y="4054475"/>
          <p14:tracePt t="169321" x="4184650" y="4041775"/>
          <p14:tracePt t="169332" x="4211638" y="4027488"/>
          <p14:tracePt t="169343" x="4238625" y="3994150"/>
          <p14:tracePt t="169366" x="4259263" y="3979863"/>
          <p14:tracePt t="169370" x="4259263" y="3952875"/>
          <p14:tracePt t="169381" x="4271963" y="3911600"/>
          <p14:tracePt t="169390" x="4259263" y="3884613"/>
          <p14:tracePt t="169401" x="4238625" y="3851275"/>
          <p14:tracePt t="169412" x="4224338" y="3824288"/>
          <p14:tracePt t="169422" x="4211638" y="3810000"/>
          <p14:tracePt t="169433" x="4197350" y="3810000"/>
          <p14:tracePt t="169446" x="4170363" y="3810000"/>
          <p14:tracePt t="169456" x="4122738" y="3810000"/>
          <p14:tracePt t="169467" x="4110038" y="3810000"/>
          <p14:tracePt t="169480" x="4081463" y="3824288"/>
          <p14:tracePt t="169490" x="4054475" y="3851275"/>
          <p14:tracePt t="169501" x="4027488" y="3863975"/>
          <p14:tracePt t="169513" x="4014788" y="3898900"/>
          <p14:tracePt t="169523" x="4014788" y="3938588"/>
          <p14:tracePt t="169534" x="4014788" y="3967163"/>
          <p14:tracePt t="169546" x="4027488" y="3979863"/>
          <p14:tracePt t="169557" x="4054475" y="4027488"/>
          <p14:tracePt t="169568" x="4095750" y="4054475"/>
          <p14:tracePt t="169580" x="4157663" y="4081463"/>
          <p14:tracePt t="169591" x="4211638" y="4081463"/>
          <p14:tracePt t="169602" x="4286250" y="4095750"/>
          <p14:tracePt t="169614" x="4367213" y="4110038"/>
          <p14:tracePt t="169624" x="4429125" y="4110038"/>
          <p14:tracePt t="169636" x="4518025" y="4110038"/>
          <p14:tracePt t="169647" x="4598988" y="4095750"/>
          <p14:tracePt t="169658" x="4646613" y="4081463"/>
          <p14:tracePt t="169670" x="4673600" y="4068763"/>
          <p14:tracePt t="169681" x="4687888" y="4041775"/>
          <p14:tracePt t="169692" x="4687888" y="4014788"/>
          <p14:tracePt t="169703" x="4687888" y="3979863"/>
          <p14:tracePt t="169715" x="4673600" y="3952875"/>
          <p14:tracePt t="169725" x="4646613" y="3925888"/>
          <p14:tracePt t="169737" x="4613275" y="3898900"/>
          <p14:tracePt t="169749" x="4572000" y="3884613"/>
          <p14:tracePt t="169759" x="4518025" y="3884613"/>
          <p14:tracePt t="169771" x="4456113" y="3884613"/>
          <p14:tracePt t="169783" x="4402138" y="3884613"/>
          <p14:tracePt t="169793" x="4367213" y="3898900"/>
          <p14:tracePt t="169805" x="4327525" y="3925888"/>
          <p14:tracePt t="169816" x="4300538" y="3952875"/>
          <p14:tracePt t="169828" x="4286250" y="3967163"/>
          <p14:tracePt t="169839" x="4286250" y="3994150"/>
          <p14:tracePt t="169849" x="4300538" y="4027488"/>
          <p14:tracePt t="169860" x="4327525" y="4054475"/>
          <p14:tracePt t="169872" x="4367213" y="4068763"/>
          <p14:tracePt t="169883" x="4443413" y="4095750"/>
          <p14:tracePt t="169896" x="4518025" y="4110038"/>
          <p14:tracePt t="169906" x="4586288" y="4110038"/>
          <p14:tracePt t="169917" x="4700588" y="4110038"/>
          <p14:tracePt t="169930" x="4816475" y="4110038"/>
          <p14:tracePt t="169940" x="4919663" y="4110038"/>
          <p14:tracePt t="169962" x="4973638" y="4110038"/>
          <p14:tracePt t="169963" x="5021263" y="4095750"/>
          <p14:tracePt t="169973" x="5048250" y="4081463"/>
          <p14:tracePt t="169985" x="5062538" y="4068763"/>
          <p14:tracePt t="169997" x="5075238" y="4041775"/>
          <p14:tracePt t="170007" x="5075238" y="4014788"/>
          <p14:tracePt t="170018" x="5075238" y="3979863"/>
          <p14:tracePt t="170030" x="5062538" y="3952875"/>
          <p14:tracePt t="170041" x="5033963" y="3911600"/>
          <p14:tracePt t="170052" x="4986338" y="3851275"/>
          <p14:tracePt t="170063" x="4946650" y="3824288"/>
          <p14:tracePt t="170074" x="4872038" y="3768725"/>
          <p14:tracePt t="170086" x="4789488" y="3721100"/>
          <p14:tracePt t="170097" x="4700588" y="3694113"/>
          <p14:tracePt t="170108" x="4646613" y="3694113"/>
          <p14:tracePt t="170119" x="4545013" y="3681413"/>
          <p14:tracePt t="170131" x="4456113" y="3681413"/>
          <p14:tracePt t="170142" x="4387850" y="3681413"/>
          <p14:tracePt t="170153" x="4327525" y="3681413"/>
          <p14:tracePt t="170164" x="4271963" y="3694113"/>
          <p14:tracePt t="170175" x="4211638" y="3721100"/>
          <p14:tracePt t="170188" x="4143375" y="3768725"/>
          <p14:tracePt t="170199" x="4027488" y="3836988"/>
          <p14:tracePt t="170209" x="3911600" y="3911600"/>
          <p14:tracePt t="170221" x="3810000" y="3979863"/>
          <p14:tracePt t="170232" x="3756025" y="4041775"/>
          <p14:tracePt t="170243" x="3708400" y="4110038"/>
          <p14:tracePt t="170255" x="3681413" y="4170363"/>
          <p14:tracePt t="170266" x="3667125" y="4197350"/>
          <p14:tracePt t="170277" x="3667125" y="4224338"/>
          <p14:tracePt t="170288" x="3681413" y="4271963"/>
          <p14:tracePt t="170300" x="3694113" y="4300538"/>
          <p14:tracePt t="170312" x="3708400" y="4313238"/>
          <p14:tracePt t="170322" x="3735388" y="4340225"/>
          <p14:tracePt t="170333" x="3783013" y="4367213"/>
          <p14:tracePt t="170345" x="3824288" y="4387850"/>
          <p14:tracePt t="170356" x="3863975" y="4402138"/>
          <p14:tracePt t="170367" x="3938588" y="4414838"/>
          <p14:tracePt t="170380" x="3994150" y="4429125"/>
          <p14:tracePt t="170390" x="4068763" y="4429125"/>
          <p14:tracePt t="170423" x="4170363" y="4443413"/>
          <p14:tracePt t="170426" x="4271963" y="4456113"/>
          <p14:tracePt t="170435" x="4354513" y="4456113"/>
          <p14:tracePt t="170441" x="4483100" y="4470400"/>
          <p14:tracePt t="170449" x="4586288" y="4470400"/>
          <p14:tracePt t="170459" x="4700588" y="4470400"/>
          <p14:tracePt t="170470" x="4776788" y="4456113"/>
          <p14:tracePt t="170483" x="4857750" y="4456113"/>
          <p14:tracePt t="170493" x="4946650" y="4429125"/>
          <p14:tracePt t="170504" x="5000625" y="4414838"/>
          <p14:tracePt t="170515" x="5089525" y="4387850"/>
          <p14:tracePt t="170525" x="5149850" y="4340225"/>
          <p14:tracePt t="170536" x="5205413" y="4313238"/>
          <p14:tracePt t="170547" x="5218113" y="4271963"/>
          <p14:tracePt t="170558" x="5245100" y="4224338"/>
          <p14:tracePt t="170570" x="5245100" y="4184650"/>
          <p14:tracePt t="170581" x="5245100" y="4143375"/>
          <p14:tracePt t="170592" x="5245100" y="4095750"/>
          <p14:tracePt t="170603" x="5232400" y="4054475"/>
          <p14:tracePt t="170615" x="5218113" y="4014788"/>
          <p14:tracePt t="170625" x="5191125" y="3979863"/>
          <p14:tracePt t="170637" x="5164138" y="3952875"/>
          <p14:tracePt t="170648" x="5116513" y="3925888"/>
          <p14:tracePt t="170659" x="5062538" y="3898900"/>
          <p14:tracePt t="170670" x="5021263" y="3863975"/>
          <p14:tracePt t="170682" x="4946650" y="3836988"/>
          <p14:tracePt t="170693" x="4857750" y="3824288"/>
          <p14:tracePt t="170705" x="4803775" y="3824288"/>
          <p14:tracePt t="170716" x="4714875" y="3824288"/>
          <p14:tracePt t="170727" x="4646613" y="3824288"/>
          <p14:tracePt t="170738" x="4557713" y="3836988"/>
          <p14:tracePt t="170750" x="4518025" y="3851275"/>
          <p14:tracePt t="170762" x="4470400" y="3851275"/>
          <p14:tracePt t="170772" x="4443413" y="3863975"/>
          <p14:tracePt t="170784" x="4429125" y="3884613"/>
          <p14:tracePt t="170796" x="4414838" y="3884613"/>
          <p14:tracePt t="170805" x="4414838" y="3898900"/>
          <p14:tracePt t="171481" x="4429125" y="3911600"/>
          <p14:tracePt t="171482" x="4483100" y="3911600"/>
          <p14:tracePt t="171493" x="4700588" y="3952875"/>
          <p14:tracePt t="171503" x="4816475" y="3979863"/>
          <p14:tracePt t="171504" x="4905375" y="3994150"/>
          <p14:tracePt t="171516" x="5033963" y="4014788"/>
          <p14:tracePt t="171526" x="5116513" y="4027488"/>
          <p14:tracePt t="171537" x="5176838" y="4041775"/>
          <p14:tracePt t="171548" x="5205413" y="4041775"/>
          <p14:tracePt t="171560" x="5218113" y="4041775"/>
          <p14:tracePt t="171571" x="5232400" y="4041775"/>
          <p14:tracePt t="171583" x="5245100" y="4041775"/>
          <p14:tracePt t="171604" x="5259388" y="4041775"/>
          <p14:tracePt t="171617" x="5280025" y="4041775"/>
          <p14:tracePt t="171638" x="5292725" y="4041775"/>
          <p14:tracePt t="171650" x="5307013" y="4041775"/>
          <p14:tracePt t="171660" x="5319713" y="4054475"/>
          <p14:tracePt t="171672" x="5334000" y="4054475"/>
          <p14:tracePt t="171684" x="5348288" y="4054475"/>
          <p14:tracePt t="171694" x="5387975" y="4054475"/>
          <p14:tracePt t="171706" x="5408613" y="4054475"/>
          <p14:tracePt t="171717" x="5449888" y="4068763"/>
          <p14:tracePt t="171728" x="5476875" y="4068763"/>
          <p14:tracePt t="171739" x="5491163" y="4068763"/>
          <p14:tracePt t="171751" x="5518150" y="4068763"/>
          <p14:tracePt t="171762" x="5538788" y="4068763"/>
          <p14:tracePt t="171806" x="5551488" y="4068763"/>
          <p14:tracePt t="171818" x="5565775" y="4068763"/>
          <p14:tracePt t="171829" x="5578475" y="4068763"/>
          <p14:tracePt t="171841" x="5592763" y="4081463"/>
          <p14:tracePt t="171852" x="5619750" y="4081463"/>
          <p14:tracePt t="171863" x="5634038" y="4081463"/>
          <p14:tracePt t="171875" x="5667375" y="4081463"/>
          <p14:tracePt t="171886" x="5681663" y="4081463"/>
          <p14:tracePt t="171897" x="5694363" y="4081463"/>
          <p14:tracePt t="171909" x="5708650" y="4081463"/>
          <p14:tracePt t="171920" x="5721350" y="4081463"/>
          <p14:tracePt t="172078" x="5708650" y="4095750"/>
          <p14:tracePt t="172089" x="5667375" y="4095750"/>
          <p14:tracePt t="172358" x="5681663" y="4095750"/>
          <p14:tracePt t="172369" x="5708650" y="4095750"/>
          <p14:tracePt t="172382" x="5735638" y="4095750"/>
          <p14:tracePt t="172393" x="5748338" y="4110038"/>
          <p14:tracePt t="172425" x="5762625" y="4110038"/>
          <p14:tracePt t="172437" x="5783263" y="4110038"/>
          <p14:tracePt t="172449" x="5783263" y="4122738"/>
          <p14:tracePt t="172460" x="5795963" y="4122738"/>
          <p14:tracePt t="172471" x="5810250" y="4122738"/>
          <p14:tracePt t="172485" x="5837238" y="4122738"/>
          <p14:tracePt t="172515" x="5864225" y="4122738"/>
          <p14:tracePt t="172518" x="5878513" y="4143375"/>
          <p14:tracePt t="172527" x="5926138" y="4143375"/>
          <p14:tracePt t="172534" x="5967413" y="4143375"/>
          <p14:tracePt t="172538" x="6007100" y="4143375"/>
          <p14:tracePt t="172552" x="6054725" y="4143375"/>
          <p14:tracePt t="172562" x="6096000" y="4143375"/>
          <p14:tracePt t="172572" x="6137275" y="4143375"/>
          <p14:tracePt t="172584" x="6184900" y="4143375"/>
          <p14:tracePt t="172595" x="6211888" y="4143375"/>
          <p14:tracePt t="172606" x="6253163" y="4143375"/>
          <p14:tracePt t="172618" x="6265863" y="4143375"/>
          <p14:tracePt t="172628" x="6300788" y="4143375"/>
          <p14:tracePt t="172640" x="6327775" y="4143375"/>
          <p14:tracePt t="172651" x="6354763" y="4143375"/>
          <p14:tracePt t="172662" x="6367463" y="4143375"/>
          <p14:tracePt t="172673" x="6381750" y="4143375"/>
          <p14:tracePt t="172685" x="6408738" y="4143375"/>
          <p14:tracePt t="172696" x="6429375" y="4143375"/>
          <p14:tracePt t="172707" x="6443663" y="4143375"/>
          <p14:tracePt t="172718" x="6470650" y="4143375"/>
          <p14:tracePt t="172729" x="6497638" y="4143375"/>
          <p14:tracePt t="172741" x="6524625" y="4143375"/>
          <p14:tracePt t="172752" x="6557963" y="4143375"/>
          <p14:tracePt t="172763" x="6586538" y="4157663"/>
          <p14:tracePt t="172776" x="6599238" y="4157663"/>
          <p14:tracePt t="172786" x="6626225" y="4157663"/>
          <p14:tracePt t="172797" x="6640513" y="4157663"/>
          <p14:tracePt t="172809" x="6653213" y="4157663"/>
          <p14:tracePt t="172820" x="6673850" y="4157663"/>
          <p14:tracePt t="172830" x="6688138" y="4157663"/>
          <p14:tracePt t="172853" x="6700838" y="4157663"/>
          <p14:tracePt t="172876" x="6715125" y="4157663"/>
          <p14:tracePt t="172909" x="6715125" y="4143375"/>
          <p14:tracePt t="172920" x="6729413" y="4143375"/>
          <p14:tracePt t="172966" x="6742113" y="4143375"/>
          <p14:tracePt t="172977" x="6756400" y="4143375"/>
          <p14:tracePt t="173022" x="6769100" y="4143375"/>
          <p14:tracePt t="173033" x="6769100" y="4122738"/>
          <p14:tracePt t="173044" x="6783388" y="4122738"/>
          <p14:tracePt t="173056" x="6783388" y="4110038"/>
          <p14:tracePt t="173078" x="6804025" y="4081463"/>
          <p14:tracePt t="173090" x="6816725" y="4068763"/>
          <p14:tracePt t="173101" x="6816725" y="4041775"/>
          <p14:tracePt t="173112" x="6831013" y="4014788"/>
          <p14:tracePt t="173125" x="6831013" y="3967163"/>
          <p14:tracePt t="173135" x="6831013" y="3938588"/>
          <p14:tracePt t="173146" x="6831013" y="3898900"/>
          <p14:tracePt t="173157" x="6831013" y="3863975"/>
          <p14:tracePt t="173168" x="6831013" y="3824288"/>
          <p14:tracePt t="173179" x="6831013" y="3810000"/>
          <p14:tracePt t="173191" x="6831013" y="3783013"/>
          <p14:tracePt t="173202" x="6831013" y="3768725"/>
          <p14:tracePt t="173393" x="6816725" y="3768725"/>
          <p14:tracePt t="173396" x="6783388" y="3768725"/>
          <p14:tracePt t="173405" x="6756400" y="3768725"/>
          <p14:tracePt t="173419" x="6715125" y="3768725"/>
          <p14:tracePt t="173430" x="6673850" y="3768725"/>
          <p14:tracePt t="173440" x="6626225" y="3768725"/>
          <p14:tracePt t="173450" x="6586538" y="3768725"/>
          <p14:tracePt t="173462" x="6557963" y="3756025"/>
          <p14:tracePt t="173472" x="6524625" y="3756025"/>
          <p14:tracePt t="173483" x="6510338" y="3756025"/>
          <p14:tracePt t="173505" x="6497638" y="3756025"/>
          <p14:tracePt t="173563" x="6483350" y="3756025"/>
          <p14:tracePt t="173573" x="6470650" y="3756025"/>
          <p14:tracePt t="173584" x="6456363" y="3756025"/>
          <p14:tracePt t="173596" x="6429375" y="3735388"/>
          <p14:tracePt t="173607" x="6381750" y="3735388"/>
          <p14:tracePt t="173618" x="6354763" y="3735388"/>
          <p14:tracePt t="173631" x="6327775" y="3735388"/>
          <p14:tracePt t="173641" x="6280150" y="3735388"/>
          <p14:tracePt t="173652" x="6265863" y="3735388"/>
          <p14:tracePt t="173664" x="6238875" y="3735388"/>
          <p14:tracePt t="173674" x="6197600" y="3721100"/>
          <p14:tracePt t="173686" x="6184900" y="3721100"/>
          <p14:tracePt t="173698" x="6170613" y="3721100"/>
          <p14:tracePt t="173708" x="6137275" y="3721100"/>
          <p14:tracePt t="173720" x="6110288" y="3721100"/>
          <p14:tracePt t="173731" x="6096000" y="3721100"/>
          <p14:tracePt t="173742" x="6069013" y="3721100"/>
          <p14:tracePt t="173753" x="6054725" y="3721100"/>
          <p14:tracePt t="173765" x="6042025" y="3721100"/>
          <p14:tracePt t="173776" x="6021388" y="3721100"/>
          <p14:tracePt t="173787" x="5994400" y="3708400"/>
          <p14:tracePt t="173799" x="5967413" y="3708400"/>
          <p14:tracePt t="173809" x="5953125" y="3708400"/>
          <p14:tracePt t="173821" x="5938838" y="3708400"/>
          <p14:tracePt t="173832" x="5911850" y="3708400"/>
          <p14:tracePt t="173843" x="5878513" y="3708400"/>
          <p14:tracePt t="173855" x="5864225" y="3694113"/>
          <p14:tracePt t="173866" x="5837238" y="3694113"/>
          <p14:tracePt t="173877" x="5824538" y="3694113"/>
          <p14:tracePt t="173888" x="5810250" y="3694113"/>
          <p14:tracePt t="173900" x="5795963" y="3694113"/>
          <p14:tracePt t="174023" x="5795963" y="3708400"/>
          <p14:tracePt t="174046" x="5783263" y="3721100"/>
          <p14:tracePt t="174068" x="5783263" y="3735388"/>
          <p14:tracePt t="174079" x="5783263" y="3756025"/>
          <p14:tracePt t="174092" x="5762625" y="3756025"/>
          <p14:tracePt t="174102" x="5762625" y="3768725"/>
          <p14:tracePt t="174113" x="5762625" y="3783013"/>
          <p14:tracePt t="174125" x="5748338" y="3810000"/>
          <p14:tracePt t="174136" x="5748338" y="3824288"/>
          <p14:tracePt t="174147" x="5735638" y="3851275"/>
          <p14:tracePt t="174159" x="5721350" y="3884613"/>
          <p14:tracePt t="174170" x="5721350" y="3898900"/>
          <p14:tracePt t="174181" x="5708650" y="3925888"/>
          <p14:tracePt t="174193" x="5708650" y="3938588"/>
          <p14:tracePt t="174203" x="5708650" y="3952875"/>
          <p14:tracePt t="174214" x="5708650" y="3967163"/>
          <p14:tracePt t="174227" x="5708650" y="3979863"/>
          <p14:tracePt t="174259" x="5708650" y="3994150"/>
          <p14:tracePt t="174304" x="5708650" y="4014788"/>
          <p14:tracePt t="174327" x="5694363" y="4014788"/>
          <p14:tracePt t="174360" x="5694363" y="4027488"/>
          <p14:tracePt t="174383" x="5708650" y="4027488"/>
          <p14:tracePt t="174428" x="5721350" y="4041775"/>
          <p14:tracePt t="174439" x="5735638" y="4041775"/>
          <p14:tracePt t="174452" x="5748338" y="4041775"/>
          <p14:tracePt t="174463" x="5783263" y="4041775"/>
          <p14:tracePt t="174476" x="5810250" y="4041775"/>
          <p14:tracePt t="174487" x="5851525" y="4041775"/>
          <p14:tracePt t="174497" x="5891213" y="4041775"/>
          <p14:tracePt t="174509" x="5953125" y="4041775"/>
          <p14:tracePt t="174519" x="6007100" y="4041775"/>
          <p14:tracePt t="174530" x="6042025" y="4041775"/>
          <p14:tracePt t="174542" x="6081713" y="4041775"/>
          <p14:tracePt t="174553" x="6122988" y="4041775"/>
          <p14:tracePt t="174564" x="6170613" y="4041775"/>
          <p14:tracePt t="174576" x="6184900" y="4041775"/>
          <p14:tracePt t="174586" x="6211888" y="4041775"/>
          <p14:tracePt t="174609" x="6224588" y="4041775"/>
          <p14:tracePt t="174609" x="6238875" y="4041775"/>
          <p14:tracePt t="174619" x="6253163" y="4041775"/>
          <p14:tracePt t="174631" x="6265863" y="4041775"/>
          <p14:tracePt t="174653" x="6280150" y="4041775"/>
          <p14:tracePt t="174822" x="6265863" y="4041775"/>
          <p14:tracePt t="174834" x="6253163" y="4041775"/>
          <p14:tracePt t="174855" x="6238875" y="4041775"/>
          <p14:tracePt t="174867" x="6211888" y="4041775"/>
          <p14:tracePt t="174880" x="6197600" y="4041775"/>
          <p14:tracePt t="174890" x="6170613" y="4041775"/>
          <p14:tracePt t="174902" x="6137275" y="4041775"/>
          <p14:tracePt t="174914" x="6110288" y="4041775"/>
          <p14:tracePt t="174924" x="6096000" y="4041775"/>
          <p14:tracePt t="174935" x="6081713" y="4041775"/>
          <p14:tracePt t="175024" x="6096000" y="4041775"/>
          <p14:tracePt t="175036" x="6096000" y="4027488"/>
          <p14:tracePt t="175047" x="6110288" y="4027488"/>
          <p14:tracePt t="175058" x="6122988" y="4027488"/>
          <p14:tracePt t="175070" x="6149975" y="4027488"/>
          <p14:tracePt t="175081" x="6170613" y="4027488"/>
          <p14:tracePt t="175103" x="6184900" y="4027488"/>
          <p14:tracePt t="175170" x="6170613" y="4027488"/>
          <p14:tracePt t="175182" x="6149975" y="4027488"/>
          <p14:tracePt t="175194" x="6122988" y="4027488"/>
          <p14:tracePt t="175204" x="6110288" y="4027488"/>
          <p14:tracePt t="175216" x="6096000" y="4027488"/>
          <p14:tracePt t="175228" x="6069013" y="4027488"/>
          <p14:tracePt t="175238" x="6054725" y="4027488"/>
          <p14:tracePt t="175318" x="6069013" y="4027488"/>
          <p14:tracePt t="175330" x="6081713" y="4027488"/>
          <p14:tracePt t="175340" x="6096000" y="4027488"/>
          <p14:tracePt t="175351" x="6122988" y="4027488"/>
          <p14:tracePt t="175362" x="6149975" y="4027488"/>
          <p14:tracePt t="175374" x="6170613" y="4027488"/>
          <p14:tracePt t="175440" x="6137275" y="4027488"/>
          <p14:tracePt t="175452" x="6122988" y="4027488"/>
          <p14:tracePt t="175464" x="6096000" y="4027488"/>
          <p14:tracePt t="175475" x="6069013" y="4027488"/>
          <p14:tracePt t="175497" x="6054725" y="4027488"/>
          <p14:tracePt t="175508" x="6042025" y="4027488"/>
          <p14:tracePt t="175553" x="6054725" y="4027488"/>
          <p14:tracePt t="175565" x="6069013" y="4027488"/>
          <p14:tracePt t="175575" x="6081713" y="4027488"/>
          <p14:tracePt t="175587" x="6110288" y="4041775"/>
          <p14:tracePt t="175599" x="6122988" y="4041775"/>
          <p14:tracePt t="175609" x="6137275" y="4041775"/>
          <p14:tracePt t="175621" x="6149975" y="4041775"/>
          <p14:tracePt t="175676" x="6137275" y="4041775"/>
          <p14:tracePt t="175688" x="6122988" y="4041775"/>
          <p14:tracePt t="175700" x="6110288" y="4041775"/>
          <p14:tracePt t="175711" x="6096000" y="4041775"/>
          <p14:tracePt t="175722" x="6081713" y="4041775"/>
          <p14:tracePt t="175800" x="6096000" y="4041775"/>
          <p14:tracePt t="175812" x="6122988" y="4041775"/>
          <p14:tracePt t="175824" x="6137275" y="4041775"/>
          <p14:tracePt t="175835" x="6170613" y="4041775"/>
          <p14:tracePt t="175913" x="6149975" y="4041775"/>
          <p14:tracePt t="175924" x="6137275" y="4041775"/>
          <p14:tracePt t="175936" x="6122988" y="4041775"/>
          <p14:tracePt t="175948" x="6096000" y="4041775"/>
          <p14:tracePt t="175959" x="6081713" y="4041775"/>
          <p14:tracePt t="175970" x="6069013" y="4041775"/>
          <p14:tracePt t="175981" x="6054725" y="4041775"/>
          <p14:tracePt t="176048" x="6069013" y="4041775"/>
          <p14:tracePt t="176059" x="6081713" y="4041775"/>
          <p14:tracePt t="176071" x="6096000" y="4041775"/>
          <p14:tracePt t="176083" x="6110288" y="4041775"/>
          <p14:tracePt t="176094" x="6122988" y="4041775"/>
          <p14:tracePt t="176105" x="6137275" y="4041775"/>
          <p14:tracePt t="176182" x="6122988" y="4041775"/>
          <p14:tracePt t="176205" x="6110288" y="4041775"/>
          <p14:tracePt t="176318" x="6122988" y="4041775"/>
          <p14:tracePt t="176723" x="6137275" y="4041775"/>
          <p14:tracePt t="176735" x="6137275" y="4027488"/>
          <p14:tracePt t="176902" x="6137275" y="4041775"/>
          <p14:tracePt t="176971" x="6149975" y="4054475"/>
          <p14:tracePt t="176984" x="6170613" y="4054475"/>
          <p14:tracePt t="176994" x="6184900" y="4054475"/>
          <p14:tracePt t="177006" x="6197600" y="4068763"/>
          <p14:tracePt t="177015" x="6211888" y="4068763"/>
          <p14:tracePt t="177027" x="6238875" y="4068763"/>
          <p14:tracePt t="177049" x="6253163" y="4068763"/>
          <p14:tracePt t="177128" x="6224588" y="4054475"/>
          <p14:tracePt t="177140" x="6211888" y="4054475"/>
          <p14:tracePt t="177152" x="6184900" y="4054475"/>
          <p14:tracePt t="177163" x="6170613" y="4054475"/>
          <p14:tracePt t="177177" x="6137275" y="4054475"/>
          <p14:tracePt t="177186" x="6096000" y="4054475"/>
          <p14:tracePt t="177197" x="6069013" y="4054475"/>
          <p14:tracePt t="177218" x="6054725" y="4054475"/>
          <p14:tracePt t="177341" x="6069013" y="4054475"/>
          <p14:tracePt t="177364" x="6081713" y="4054475"/>
          <p14:tracePt t="177690" x="6096000" y="4054475"/>
          <p14:tracePt t="177713" x="6110288" y="4054475"/>
          <p14:tracePt t="177724" x="6122988" y="4054475"/>
          <p14:tracePt t="177736" x="6137275" y="4054475"/>
          <p14:tracePt t="177760" x="6149975" y="4054475"/>
          <p14:tracePt t="177771" x="6170613" y="4054475"/>
          <p14:tracePt t="177972" x="6184900" y="4054475"/>
          <p14:tracePt t="177974" x="6197600" y="4054475"/>
          <p14:tracePt t="177984" x="6211888" y="4054475"/>
          <p14:tracePt t="178007" x="6238875" y="4068763"/>
          <p14:tracePt t="178017" x="6253163" y="4068763"/>
          <p14:tracePt t="178029" x="6265863" y="4068763"/>
          <p14:tracePt t="178140" x="6265863" y="4054475"/>
          <p14:tracePt t="178174" x="6280150" y="4054475"/>
          <p14:tracePt t="178208" x="6280150" y="4041775"/>
          <p14:tracePt t="178331" x="6280150" y="4054475"/>
          <p14:tracePt t="178365" x="6280150" y="4068763"/>
          <p14:tracePt t="178557" x="6280150" y="4054475"/>
          <p14:tracePt t="178579" x="6280150" y="4041775"/>
          <p14:tracePt t="178591" x="6280150" y="4027488"/>
          <p14:tracePt t="178603" x="6280150" y="4014788"/>
          <p14:tracePt t="178616" x="6265863" y="3994150"/>
          <p14:tracePt t="178625" x="6265863" y="3967163"/>
          <p14:tracePt t="178636" x="6265863" y="3952875"/>
          <p14:tracePt t="178649" x="6253163" y="3938588"/>
          <p14:tracePt t="178658" x="6253163" y="3925888"/>
          <p14:tracePt t="178671" x="6253163" y="3911600"/>
          <p14:tracePt t="178703" x="6253163" y="3898900"/>
          <p14:tracePt t="178838" x="6253163" y="3911600"/>
          <p14:tracePt t="178841" x="6265863" y="3911600"/>
          <p14:tracePt t="178852" x="6265863" y="3925888"/>
          <p14:tracePt t="178872" x="6265863" y="3938588"/>
          <p14:tracePt t="178984" x="6265863" y="3925888"/>
          <p14:tracePt t="179096" x="6265863" y="3938588"/>
          <p14:tracePt t="179119" x="6280150" y="3952875"/>
          <p14:tracePt t="179141" x="6280150" y="3967163"/>
          <p14:tracePt t="179288" x="6280150" y="3952875"/>
          <p14:tracePt t="179333" x="6300788" y="3952875"/>
          <p14:tracePt t="179412" x="6300788" y="3967163"/>
          <p14:tracePt t="179457" x="6300788" y="3979863"/>
          <p14:tracePt t="179479" x="6300788" y="3994150"/>
          <p14:tracePt t="179502" x="6300788" y="4014788"/>
          <p14:tracePt t="179524" x="6300788" y="4027488"/>
          <p14:tracePt t="179536" x="6313488" y="4041775"/>
          <p14:tracePt t="179548" x="6327775" y="4041775"/>
          <p14:tracePt t="179558" x="6327775" y="4054475"/>
          <p14:tracePt t="179569" x="6340475" y="4054475"/>
          <p14:tracePt t="179581" x="6354763" y="4054475"/>
          <p14:tracePt t="179592" x="6367463" y="4054475"/>
          <p14:tracePt t="179615" x="6381750" y="4054475"/>
          <p14:tracePt t="179670" x="6396038" y="4054475"/>
          <p14:tracePt t="179749" x="6396038" y="4068763"/>
          <p14:tracePt t="179772" x="6408738" y="4081463"/>
          <p14:tracePt t="179785" x="6429375" y="4095750"/>
          <p14:tracePt t="179794" x="6443663" y="4110038"/>
          <p14:tracePt t="179806" x="6456363" y="4143375"/>
          <p14:tracePt t="179818" x="6483350" y="4157663"/>
          <p14:tracePt t="179828" x="6497638" y="4170363"/>
          <p14:tracePt t="179851" x="6524625" y="4184650"/>
          <p14:tracePt t="179852" x="6545263" y="4197350"/>
          <p14:tracePt t="179863" x="6557963" y="4211638"/>
          <p14:tracePt t="179875" x="6572250" y="4211638"/>
          <p14:tracePt t="179887" x="6586538" y="4224338"/>
          <p14:tracePt t="179918" x="6599238" y="4224338"/>
          <p14:tracePt t="179963" x="6599238" y="4211638"/>
          <p14:tracePt t="179985" x="6613525" y="4211638"/>
          <p14:tracePt t="180008" x="6626225" y="4197350"/>
          <p14:tracePt t="180041" x="6640513" y="4197350"/>
          <p14:tracePt t="180054" x="6640513" y="4184650"/>
          <p14:tracePt t="180065" x="6653213" y="4184650"/>
          <p14:tracePt t="180087" x="6673850" y="4170363"/>
          <p14:tracePt t="180099" x="6673850" y="4157663"/>
          <p14:tracePt t="180110" x="6688138" y="4143375"/>
          <p14:tracePt t="180122" x="6700838" y="4122738"/>
          <p14:tracePt t="180135" x="6700838" y="4110038"/>
          <p14:tracePt t="180144" x="6715125" y="4081463"/>
          <p14:tracePt t="180156" x="6715125" y="4054475"/>
          <p14:tracePt t="180169" x="6715125" y="4027488"/>
          <p14:tracePt t="180179" x="6715125" y="3979863"/>
          <p14:tracePt t="180189" x="6715125" y="3952875"/>
          <p14:tracePt t="180201" x="6715125" y="3911600"/>
          <p14:tracePt t="180212" x="6700838" y="3851275"/>
          <p14:tracePt t="180223" x="6688138" y="3810000"/>
          <p14:tracePt t="180235" x="6673850" y="3783013"/>
          <p14:tracePt t="180246" x="6653213" y="3735388"/>
          <p14:tracePt t="180257" x="6626225" y="3721100"/>
          <p14:tracePt t="180268" x="6613525" y="3708400"/>
          <p14:tracePt t="180279" x="6599238" y="3694113"/>
          <p14:tracePt t="180290" x="6586538" y="3681413"/>
          <p14:tracePt t="182169" x="6557963" y="3681413"/>
          <p14:tracePt t="182180" x="6524625" y="3694113"/>
          <p14:tracePt t="182190" x="6497638" y="3694113"/>
          <p14:tracePt t="182202" x="6470650" y="3694113"/>
          <p14:tracePt t="182213" x="6443663" y="3708400"/>
          <p14:tracePt t="182225" x="6408738" y="3721100"/>
          <p14:tracePt t="182237" x="6381750" y="3735388"/>
          <p14:tracePt t="182247" x="6354763" y="3735388"/>
          <p14:tracePt t="182258" x="6327775" y="3768725"/>
          <p14:tracePt t="182271" x="6300788" y="3783013"/>
          <p14:tracePt t="182280" x="6265863" y="3795713"/>
          <p14:tracePt t="182293" x="6238875" y="3810000"/>
          <p14:tracePt t="182307" x="6211888" y="3824288"/>
          <p14:tracePt t="182316" x="6197600" y="3836988"/>
          <p14:tracePt t="182329" x="6170613" y="3851275"/>
          <p14:tracePt t="182342" x="6149975" y="3851275"/>
          <p14:tracePt t="182351" x="6122988" y="3863975"/>
          <p14:tracePt t="182360" x="6096000" y="3884613"/>
          <p14:tracePt t="182374" x="6069013" y="3898900"/>
          <p14:tracePt t="182389" x="6021388" y="3898900"/>
          <p14:tracePt t="182397" x="6007100" y="3911600"/>
          <p14:tracePt t="182410" x="5980113" y="3911600"/>
          <p14:tracePt t="182427" x="5967413" y="3925888"/>
          <p14:tracePt t="182428" x="5953125" y="3925888"/>
          <p14:tracePt t="182444" x="5926138" y="3925888"/>
          <p14:tracePt t="182455" x="5911850" y="3938588"/>
          <p14:tracePt t="182463" x="5878513" y="3938588"/>
          <p14:tracePt t="182475" x="5851525" y="3952875"/>
          <p14:tracePt t="182488" x="5837238" y="3952875"/>
          <p14:tracePt t="182497" x="5824538" y="3967163"/>
          <p14:tracePt t="182507" x="5795963" y="3967163"/>
          <p14:tracePt t="182517" x="5783263" y="3967163"/>
          <p14:tracePt t="182529" x="5783263" y="3979863"/>
          <p14:tracePt t="182573" x="5810250" y="3979863"/>
          <p14:tracePt t="182584" x="5864225" y="3994150"/>
          <p14:tracePt t="182596" x="5967413" y="3994150"/>
          <p14:tracePt t="182607" x="6021388" y="4014788"/>
          <p14:tracePt t="182618" x="6110288" y="4014788"/>
          <p14:tracePt t="182629" x="6184900" y="4027488"/>
          <p14:tracePt t="182640" x="6224588" y="4027488"/>
          <p14:tracePt t="182652" x="6265863" y="4027488"/>
          <p14:tracePt t="182664" x="6280150" y="4027488"/>
          <p14:tracePt t="182675" x="6280150" y="4014788"/>
          <p14:tracePt t="182730" x="6253163" y="4014788"/>
          <p14:tracePt t="182742" x="6211888" y="4014788"/>
          <p14:tracePt t="182754" x="6137275" y="3994150"/>
          <p14:tracePt t="182764" x="6081713" y="3994150"/>
          <p14:tracePt t="182776" x="5967413" y="4014788"/>
          <p14:tracePt t="182788" x="5851525" y="4027488"/>
          <p14:tracePt t="182798" x="5748338" y="4054475"/>
          <p14:tracePt t="182809" x="5681663" y="4068763"/>
          <p14:tracePt t="182822" x="5619750" y="4081463"/>
          <p14:tracePt t="182832" x="5592763" y="4095750"/>
          <p14:tracePt t="182843" x="5578475" y="4095750"/>
          <p14:tracePt t="182899" x="5592763" y="4095750"/>
          <p14:tracePt t="182904" x="5605463" y="4095750"/>
          <p14:tracePt t="182911" x="5619750" y="4095750"/>
          <p14:tracePt t="182924" x="5634038" y="4095750"/>
          <p14:tracePt t="182934" x="5646738" y="4095750"/>
          <p14:tracePt t="182946" x="5667375" y="4081463"/>
          <p14:tracePt t="182956" x="5681663" y="4081463"/>
          <p14:tracePt t="183011" x="5646738" y="4081463"/>
          <p14:tracePt t="183023" x="5592763" y="4081463"/>
          <p14:tracePt t="183034" x="5518150" y="4081463"/>
          <p14:tracePt t="183046" x="5462588" y="4081463"/>
          <p14:tracePt t="183057" x="5360988" y="4081463"/>
          <p14:tracePt t="183068" x="5245100" y="4095750"/>
          <p14:tracePt t="183080" x="5164138" y="4095750"/>
          <p14:tracePt t="183091" x="5075238" y="4095750"/>
          <p14:tracePt t="183102" x="5021263" y="4095750"/>
          <p14:tracePt t="183114" x="4986338" y="4095750"/>
          <p14:tracePt t="183125" x="4973638" y="4095750"/>
          <p14:tracePt t="183260" x="4946650" y="4095750"/>
          <p14:tracePt t="183271" x="4905375" y="4095750"/>
          <p14:tracePt t="183282" x="4843463" y="4095750"/>
          <p14:tracePt t="183293" x="4756150" y="4095750"/>
          <p14:tracePt t="183304" x="4687888" y="4095750"/>
          <p14:tracePt t="183315" x="4625975" y="4095750"/>
          <p14:tracePt t="183327" x="4586288" y="4095750"/>
          <p14:tracePt t="183338" x="4572000" y="4095750"/>
          <p14:tracePt t="183350" x="4557713" y="4095750"/>
          <p14:tracePt t="183383" x="4572000" y="4095750"/>
          <p14:tracePt t="183394" x="4613275" y="4095750"/>
          <p14:tracePt t="183405" x="4646613" y="4095750"/>
          <p14:tracePt t="183418" x="4714875" y="4095750"/>
          <p14:tracePt t="183429" x="4803775" y="4095750"/>
          <p14:tracePt t="183440" x="4857750" y="4095750"/>
          <p14:tracePt t="183451" x="4919663" y="4095750"/>
          <p14:tracePt t="183462" x="4959350" y="4095750"/>
          <p14:tracePt t="183473" x="4986338" y="4095750"/>
          <p14:tracePt t="183495" x="5000625" y="4095750"/>
          <p14:tracePt t="183518" x="4986338" y="4095750"/>
          <p14:tracePt t="183540" x="4946650" y="4095750"/>
          <p14:tracePt t="183552" x="4905375" y="4095750"/>
          <p14:tracePt t="183563" x="4857750" y="4081463"/>
          <p14:tracePt t="183575" x="4803775" y="4081463"/>
          <p14:tracePt t="183586" x="4729163" y="4081463"/>
          <p14:tracePt t="183597" x="4673600" y="4081463"/>
          <p14:tracePt t="183608" x="4613275" y="4068763"/>
          <p14:tracePt t="183620" x="4572000" y="4068763"/>
          <p14:tracePt t="183631" x="4530725" y="4068763"/>
          <p14:tracePt t="183642" x="4518025" y="4068763"/>
          <p14:tracePt t="183654" x="4497388" y="4068763"/>
          <p14:tracePt t="183664" x="4483100" y="4068763"/>
          <p14:tracePt t="184047" x="4497388" y="4068763"/>
          <p14:tracePt t="184059" x="4518025" y="4054475"/>
          <p14:tracePt t="184071" x="4545013" y="4054475"/>
          <p14:tracePt t="184082" x="4572000" y="4054475"/>
          <p14:tracePt t="184093" x="4613275" y="4054475"/>
          <p14:tracePt t="184103" x="4660900" y="4054475"/>
          <p14:tracePt t="184114" x="4687888" y="4054475"/>
          <p14:tracePt t="184126" x="4700588" y="4054475"/>
          <p14:tracePt t="184137" x="4714875" y="4054475"/>
          <p14:tracePt t="184318" x="4700588" y="4054475"/>
          <p14:tracePt t="184339" x="4687888" y="4054475"/>
          <p14:tracePt t="184362" x="4673600" y="4054475"/>
          <p14:tracePt t="184385" x="4660900" y="4054475"/>
          <p14:tracePt t="184395" x="4646613" y="4054475"/>
          <p14:tracePt t="184418" x="4625975" y="4054475"/>
          <p14:tracePt t="184429" x="4613275" y="4054475"/>
          <p14:tracePt t="184441" x="4586288" y="4054475"/>
          <p14:tracePt t="184453" x="4557713" y="4054475"/>
          <p14:tracePt t="184464" x="4530725" y="4054475"/>
          <p14:tracePt t="184475" x="4497388" y="4054475"/>
          <p14:tracePt t="184487" x="4470400" y="4054475"/>
          <p14:tracePt t="184497" x="4429125" y="4054475"/>
          <p14:tracePt t="184509" x="4402138" y="4054475"/>
          <p14:tracePt t="184520" x="4367213" y="4054475"/>
          <p14:tracePt t="184531" x="4354513" y="4054475"/>
          <p14:tracePt t="184542" x="4340225" y="4054475"/>
          <p14:tracePt t="184554" x="4327525" y="4054475"/>
          <p14:tracePt t="184565" x="4313238" y="4054475"/>
          <p14:tracePt t="184654" x="4327525" y="4054475"/>
          <p14:tracePt t="184665" x="4354513" y="4054475"/>
          <p14:tracePt t="184677" x="4387850" y="4054475"/>
          <p14:tracePt t="184688" x="4456113" y="4054475"/>
          <p14:tracePt t="184699" x="4545013" y="4068763"/>
          <p14:tracePt t="184712" x="4673600" y="4068763"/>
          <p14:tracePt t="184722" x="4776788" y="4068763"/>
          <p14:tracePt t="184733" x="4905375" y="4081463"/>
          <p14:tracePt t="184746" x="5048250" y="4081463"/>
          <p14:tracePt t="184756" x="5191125" y="4081463"/>
          <p14:tracePt t="184767" x="5292725" y="4095750"/>
          <p14:tracePt t="184781" x="5422900" y="4095750"/>
          <p14:tracePt t="184790" x="5538788" y="4095750"/>
          <p14:tracePt t="184801" x="5619750" y="4095750"/>
          <p14:tracePt t="184813" x="5708650" y="4095750"/>
          <p14:tracePt t="184835" x="5783263" y="4095750"/>
          <p14:tracePt t="184835" x="5837238" y="4095750"/>
          <p14:tracePt t="184846" x="5864225" y="4095750"/>
          <p14:tracePt t="184857" x="5878513" y="4095750"/>
          <p14:tracePt t="185015" x="5864225" y="4095750"/>
          <p14:tracePt t="185025" x="5851525" y="4095750"/>
          <p14:tracePt t="185048" x="5837238" y="4095750"/>
          <p14:tracePt t="185059" x="5824538" y="4095750"/>
          <p14:tracePt t="185071" x="5810250" y="4110038"/>
          <p14:tracePt t="185104" x="5795963" y="4110038"/>
          <p14:tracePt t="185194" x="5810250" y="4110038"/>
          <p14:tracePt t="185206" x="5824538" y="4095750"/>
          <p14:tracePt t="185218" x="5851525" y="4095750"/>
          <p14:tracePt t="185228" x="5864225" y="4095750"/>
          <p14:tracePt t="185240" x="5891213" y="4095750"/>
          <p14:tracePt t="185252" x="5938838" y="4081463"/>
          <p14:tracePt t="185262" x="5967413" y="4081463"/>
          <p14:tracePt t="185274" x="5994400" y="4068763"/>
          <p14:tracePt t="185286" x="6021388" y="4068763"/>
          <p14:tracePt t="185296" x="6042025" y="4054475"/>
          <p14:tracePt t="185307" x="6054725" y="4041775"/>
          <p14:tracePt t="185319" x="6069013" y="4027488"/>
          <p14:tracePt t="185329" x="6069013" y="4014788"/>
          <p14:tracePt t="185341" x="6054725" y="3994150"/>
          <p14:tracePt t="185352" x="6042025" y="3979863"/>
          <p14:tracePt t="185363" x="6021388" y="3967163"/>
          <p14:tracePt t="185375" x="5980113" y="3938588"/>
          <p14:tracePt t="185386" x="5911850" y="3898900"/>
          <p14:tracePt t="185397" x="5851525" y="3863975"/>
          <p14:tracePt t="185409" x="5735638" y="3836988"/>
          <p14:tracePt t="185420" x="5605463" y="3810000"/>
          <p14:tracePt t="185431" x="5462588" y="3783013"/>
          <p14:tracePt t="185443" x="5360988" y="3783013"/>
          <p14:tracePt t="185454" x="5218113" y="3783013"/>
          <p14:tracePt t="185464" x="5075238" y="3810000"/>
          <p14:tracePt t="185476" x="4973638" y="3836988"/>
          <p14:tracePt t="185487" x="4830763" y="3938588"/>
          <p14:tracePt t="185498" x="4700588" y="4041775"/>
          <p14:tracePt t="185510" x="4586288" y="4157663"/>
          <p14:tracePt t="185522" x="4530725" y="4224338"/>
          <p14:tracePt t="185532" x="4470400" y="4300538"/>
          <p14:tracePt t="185543" x="4443413" y="4354513"/>
          <p14:tracePt t="185555" x="4443413" y="4387850"/>
          <p14:tracePt t="185566" x="4456113" y="4414838"/>
          <p14:tracePt t="185578" x="4470400" y="4443413"/>
          <p14:tracePt t="185589" x="4545013" y="4470400"/>
          <p14:tracePt t="185599" x="4613275" y="4483100"/>
          <p14:tracePt t="185611" x="4729163" y="4497388"/>
          <p14:tracePt t="185622" x="4884738" y="4518025"/>
          <p14:tracePt t="185633" x="5089525" y="4518025"/>
          <p14:tracePt t="185645" x="5245100" y="4497388"/>
          <p14:tracePt t="185656" x="5462588" y="4483100"/>
          <p14:tracePt t="185668" x="5646738" y="4456113"/>
          <p14:tracePt t="185678" x="5762625" y="4414838"/>
          <p14:tracePt t="185690" x="5851525" y="4367213"/>
          <p14:tracePt t="185702" x="5911850" y="4300538"/>
          <p14:tracePt t="185712" x="5926138" y="4224338"/>
          <p14:tracePt t="185723" x="5926138" y="4170363"/>
          <p14:tracePt t="185736" x="5878513" y="4095750"/>
          <p14:tracePt t="185746" x="5810250" y="4014788"/>
          <p14:tracePt t="185757" x="5721350" y="3952875"/>
          <p14:tracePt t="185769" x="5551488" y="3851275"/>
          <p14:tracePt t="185781" x="5319713" y="3768725"/>
          <p14:tracePt t="185791" x="5062538" y="3681413"/>
          <p14:tracePt t="185803" x="4843463" y="3652838"/>
          <p14:tracePt t="185813" x="4572000" y="3640138"/>
          <p14:tracePt t="185825" x="4313238" y="3640138"/>
          <p14:tracePt t="185836" x="4170363" y="3667125"/>
          <p14:tracePt t="185847" x="3994150" y="3721100"/>
          <p14:tracePt t="185858" x="3898900" y="3768725"/>
          <p14:tracePt t="185870" x="3824288" y="3824288"/>
          <p14:tracePt t="185881" x="3810000" y="3851275"/>
          <p14:tracePt t="185892" x="3810000" y="3898900"/>
          <p14:tracePt t="185904" x="3810000" y="3938588"/>
          <p14:tracePt t="185914" x="3836988" y="3967163"/>
          <p14:tracePt t="185926" x="3884613" y="4014788"/>
          <p14:tracePt t="185937" x="3979863" y="4054475"/>
          <p14:tracePt t="185948" x="4122738" y="4110038"/>
          <p14:tracePt t="185960" x="4271963" y="4157663"/>
          <p14:tracePt t="185971" x="4497388" y="4184650"/>
          <p14:tracePt t="185982" x="4776788" y="4211638"/>
          <p14:tracePt t="185993" x="4986338" y="4224338"/>
          <p14:tracePt t="186005" x="5292725" y="4224338"/>
          <p14:tracePt t="186016" x="5565775" y="4224338"/>
          <p14:tracePt t="186027" x="5762625" y="4197350"/>
          <p14:tracePt t="186039" x="5864225" y="4170363"/>
          <p14:tracePt t="186050" x="5938838" y="4110038"/>
          <p14:tracePt t="186061" x="5980113" y="4068763"/>
          <p14:tracePt t="186072" x="5980113" y="4014788"/>
          <p14:tracePt t="186084" x="5953125" y="3938588"/>
          <p14:tracePt t="186094" x="5878513" y="3836988"/>
          <p14:tracePt t="186117" x="5735638" y="3708400"/>
          <p14:tracePt t="186118" x="5592763" y="3605213"/>
          <p14:tracePt t="186162" x="5408613" y="3524250"/>
          <p14:tracePt t="186165" x="5218113" y="3462338"/>
          <p14:tracePt t="186174" x="5062538" y="3449638"/>
          <p14:tracePt t="186175" x="4932363" y="3449638"/>
          <p14:tracePt t="186189" x="4646613" y="3565525"/>
          <p14:tracePt t="186197" x="4557713" y="3640138"/>
          <p14:tracePt t="186209" x="4456113" y="3783013"/>
          <p14:tracePt t="186220" x="4429125" y="3925888"/>
          <p14:tracePt t="186230" x="4429125" y="4014788"/>
          <p14:tracePt t="186241" x="4443413" y="4054475"/>
          <p14:tracePt t="186253" x="4518025" y="4110038"/>
          <p14:tracePt t="186263" x="4586288" y="4170363"/>
          <p14:tracePt t="186274" x="4673600" y="4197350"/>
          <p14:tracePt t="186286" x="4816475" y="4224338"/>
          <p14:tracePt t="186297" x="4973638" y="4238625"/>
          <p14:tracePt t="186308" x="5164138" y="4238625"/>
          <p14:tracePt t="186320" x="5292725" y="4224338"/>
          <p14:tracePt t="186331" x="5449888" y="4184650"/>
          <p14:tracePt t="186342" x="5578475" y="4122738"/>
          <p14:tracePt t="186354" x="5646738" y="4068763"/>
          <p14:tracePt t="186365" x="5708650" y="4014788"/>
          <p14:tracePt t="186376" x="5721350" y="3938588"/>
          <p14:tracePt t="186387" x="5721350" y="3863975"/>
          <p14:tracePt t="186398" x="5708650" y="3824288"/>
          <p14:tracePt t="186410" x="5646738" y="3768725"/>
          <p14:tracePt t="186422" x="5565775" y="3708400"/>
          <p14:tracePt t="186432" x="5462588" y="3681413"/>
          <p14:tracePt t="186444" x="5334000" y="3652838"/>
          <p14:tracePt t="186455" x="5232400" y="3640138"/>
          <p14:tracePt t="186466" x="5129213" y="3640138"/>
          <p14:tracePt t="186477" x="5075238" y="3640138"/>
          <p14:tracePt t="186488" x="5021263" y="3640138"/>
          <p14:tracePt t="186500" x="5000625" y="3640138"/>
          <p14:tracePt t="186511" x="4986338" y="3652838"/>
          <p14:tracePt t="186567" x="4986338" y="3667125"/>
          <p14:tracePt t="186578" x="5000625" y="3667125"/>
          <p14:tracePt t="186747" x="5000625" y="3681413"/>
          <p14:tracePt t="186758" x="4986338" y="3694113"/>
          <p14:tracePt t="186770" x="4986338" y="3708400"/>
          <p14:tracePt t="186781" x="4986338" y="3721100"/>
          <p14:tracePt t="186792" x="4986338" y="3735388"/>
          <p14:tracePt t="186804" x="4986338" y="3768725"/>
          <p14:tracePt t="186815" x="4986338" y="3795713"/>
          <p14:tracePt t="186826" x="4973638" y="3824288"/>
          <p14:tracePt t="186839" x="4973638" y="3851275"/>
          <p14:tracePt t="186848" x="4973638" y="3863975"/>
          <p14:tracePt t="186859" x="4959350" y="3898900"/>
          <p14:tracePt t="186882" x="4959350" y="3911600"/>
          <p14:tracePt t="186915" x="4959350" y="3925888"/>
          <p14:tracePt t="187084" x="4959350" y="3938588"/>
          <p14:tracePt t="187096" x="4959350" y="3967163"/>
          <p14:tracePt t="187107" x="4959350" y="3979863"/>
          <p14:tracePt t="187118" x="4959350" y="4027488"/>
          <p14:tracePt t="187129" x="4959350" y="4068763"/>
          <p14:tracePt t="187142" x="4973638" y="4122738"/>
          <p14:tracePt t="187152" x="5000625" y="4184650"/>
          <p14:tracePt t="187163" x="5048250" y="4271963"/>
          <p14:tracePt t="187197" x="5102225" y="4354513"/>
          <p14:tracePt t="187200" x="5149850" y="4456113"/>
          <p14:tracePt t="187210" x="5176838" y="4586288"/>
          <p14:tracePt t="187220" x="5191125" y="4646613"/>
          <p14:tracePt t="187231" x="5191125" y="4687888"/>
          <p14:tracePt t="187244" x="5191125" y="4741863"/>
          <p14:tracePt t="187254" x="5205413" y="4789488"/>
          <p14:tracePt t="187265" x="5205413" y="4816475"/>
          <p14:tracePt t="187276" x="5205413" y="4830763"/>
          <p14:tracePt t="187287" x="5205413" y="4843463"/>
          <p14:tracePt t="187298" x="5205413" y="4857750"/>
          <p14:tracePt t="187321" x="5205413" y="4872038"/>
          <p14:tracePt t="187444" x="5191125" y="4872038"/>
          <p14:tracePt t="187478" x="5176838" y="4872038"/>
          <p14:tracePt t="187489" x="5129213" y="4872038"/>
          <p14:tracePt t="187502" x="5116513" y="4857750"/>
          <p14:tracePt t="188097" x="5129213" y="4857750"/>
          <p14:tracePt t="188142" x="5129213" y="4872038"/>
          <p14:tracePt t="188244" x="5149850" y="4872038"/>
          <p14:tracePt t="188255" x="5149850" y="4884738"/>
          <p14:tracePt t="188333" x="5149850" y="4905375"/>
          <p14:tracePt t="188434" x="5149850" y="4919663"/>
          <p14:tracePt t="188446" x="5164138" y="4919663"/>
          <p14:tracePt t="188603" x="5164138" y="4932363"/>
          <p14:tracePt t="188997" x="5164138" y="4919663"/>
          <p14:tracePt t="189120" x="5149850" y="4919663"/>
          <p14:tracePt t="189267" x="5129213" y="4919663"/>
          <p14:tracePt t="189334" x="5116513" y="4919663"/>
          <p14:tracePt t="189357" x="5102225" y="4919663"/>
          <p14:tracePt t="189370" x="5089525" y="4919663"/>
          <p14:tracePt t="189380" x="5062538" y="4919663"/>
          <p14:tracePt t="189402" x="5033963" y="4919663"/>
          <p14:tracePt t="189403" x="4986338" y="4932363"/>
          <p14:tracePt t="189414" x="4932363" y="4959350"/>
          <p14:tracePt t="189425" x="4872038" y="5033963"/>
          <p14:tracePt t="189437" x="4830763" y="5075238"/>
          <p14:tracePt t="189447" x="4756150" y="5164138"/>
          <p14:tracePt t="189458" x="4700588" y="5245100"/>
          <p14:tracePt t="189470" x="4660900" y="5319713"/>
          <p14:tracePt t="189481" x="4598988" y="5387975"/>
          <p14:tracePt t="189492" x="4557713" y="5462588"/>
          <p14:tracePt t="189504" x="4530725" y="5538788"/>
          <p14:tracePt t="189515" x="4530725" y="5578475"/>
          <p14:tracePt t="189526" x="4545013" y="5619750"/>
          <p14:tracePt t="189537" x="4572000" y="5681663"/>
          <p14:tracePt t="189548" x="4598988" y="5721350"/>
          <p14:tracePt t="189561" x="4660900" y="5762625"/>
          <p14:tracePt t="189573" x="4741863" y="5810250"/>
          <p14:tracePt t="189584" x="4830763" y="5837238"/>
          <p14:tracePt t="189595" x="4872038" y="5851525"/>
          <p14:tracePt t="189606" x="4932363" y="5864225"/>
          <p14:tracePt t="189616" x="4959350" y="5864225"/>
          <p14:tracePt t="189628" x="4973638" y="5864225"/>
          <p14:tracePt t="189705" x="4973638" y="5878513"/>
          <p14:tracePt t="189728" x="5000625" y="5891213"/>
          <p14:tracePt t="189740" x="5062538" y="5926138"/>
          <p14:tracePt t="189751" x="5149850" y="5967413"/>
          <p14:tracePt t="189763" x="5307013" y="6054725"/>
          <p14:tracePt t="189774" x="5538788" y="6137275"/>
          <p14:tracePt t="189786" x="5721350" y="6197600"/>
          <p14:tracePt t="189797" x="5980113" y="6280150"/>
          <p14:tracePt t="189807" x="6211888" y="6340475"/>
          <p14:tracePt t="189819" x="6408738" y="6381750"/>
          <p14:tracePt t="189830" x="6497638" y="6408738"/>
          <p14:tracePt t="189841" x="6572250" y="6408738"/>
          <p14:tracePt t="190302" x="6586538" y="6408738"/>
          <p14:tracePt t="190357" x="6599238" y="6408738"/>
          <p14:tracePt t="190380" x="6599238" y="6429375"/>
          <p14:tracePt t="190393" x="6613525" y="6429375"/>
          <p14:tracePt t="190426" x="6613525" y="6443663"/>
          <p14:tracePt t="190437" x="6613525" y="6456363"/>
          <p14:tracePt t="190448" x="6613525" y="6483350"/>
          <p14:tracePt t="190461" x="6626225" y="6545263"/>
          <p14:tracePt t="190471" x="6640513" y="6626225"/>
          <p14:tracePt t="190483" x="6653213" y="6729413"/>
          <p14:tracePt t="190495" x="6673850" y="6843713"/>
          <p14:tracePt t="191583" x="0" y="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ElGamal Cryptography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7BDA9A6E-51C2-B240-953A-AE93F7D083DF}"/>
              </a:ext>
            </a:extLst>
          </p:cNvPr>
          <p:cNvSpPr/>
          <p:nvPr/>
        </p:nvSpPr>
        <p:spPr>
          <a:xfrm>
            <a:off x="1524001" y="2333625"/>
            <a:ext cx="2857499" cy="1714499"/>
          </a:xfrm>
          <a:custGeom>
            <a:avLst/>
            <a:gdLst>
              <a:gd name="connsiteX0" fmla="*/ 0 w 2857499"/>
              <a:gd name="connsiteY0" fmla="*/ 0 h 1714499"/>
              <a:gd name="connsiteX1" fmla="*/ 2857499 w 2857499"/>
              <a:gd name="connsiteY1" fmla="*/ 0 h 1714499"/>
              <a:gd name="connsiteX2" fmla="*/ 2857499 w 2857499"/>
              <a:gd name="connsiteY2" fmla="*/ 1714499 h 1714499"/>
              <a:gd name="connsiteX3" fmla="*/ 0 w 2857499"/>
              <a:gd name="connsiteY3" fmla="*/ 1714499 h 1714499"/>
              <a:gd name="connsiteX4" fmla="*/ 0 w 2857499"/>
              <a:gd name="connsiteY4" fmla="*/ 0 h 171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499" h="1714499">
                <a:moveTo>
                  <a:pt x="0" y="0"/>
                </a:moveTo>
                <a:lnTo>
                  <a:pt x="2857499" y="0"/>
                </a:lnTo>
                <a:lnTo>
                  <a:pt x="2857499" y="1714499"/>
                </a:lnTo>
                <a:lnTo>
                  <a:pt x="0" y="171449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Announced in 1984 by T. </a:t>
            </a:r>
            <a:r>
              <a:rPr lang="en-US" sz="2200" b="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Elgamal</a:t>
            </a:r>
            <a:r>
              <a:rPr lang="zh-CN" alt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inspired by Diffie-Hellman Key Exchange</a:t>
            </a:r>
            <a:endParaRPr lang="en-US" sz="2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6D48EDB-87F3-1147-964F-D10BDE6DE958}"/>
              </a:ext>
            </a:extLst>
          </p:cNvPr>
          <p:cNvSpPr/>
          <p:nvPr/>
        </p:nvSpPr>
        <p:spPr>
          <a:xfrm>
            <a:off x="4667250" y="2333625"/>
            <a:ext cx="2857499" cy="1714499"/>
          </a:xfrm>
          <a:custGeom>
            <a:avLst/>
            <a:gdLst>
              <a:gd name="connsiteX0" fmla="*/ 0 w 2857499"/>
              <a:gd name="connsiteY0" fmla="*/ 0 h 1714499"/>
              <a:gd name="connsiteX1" fmla="*/ 2857499 w 2857499"/>
              <a:gd name="connsiteY1" fmla="*/ 0 h 1714499"/>
              <a:gd name="connsiteX2" fmla="*/ 2857499 w 2857499"/>
              <a:gd name="connsiteY2" fmla="*/ 1714499 h 1714499"/>
              <a:gd name="connsiteX3" fmla="*/ 0 w 2857499"/>
              <a:gd name="connsiteY3" fmla="*/ 1714499 h 1714499"/>
              <a:gd name="connsiteX4" fmla="*/ 0 w 2857499"/>
              <a:gd name="connsiteY4" fmla="*/ 0 h 171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499" h="1714499">
                <a:moveTo>
                  <a:pt x="0" y="0"/>
                </a:moveTo>
                <a:lnTo>
                  <a:pt x="2857499" y="0"/>
                </a:lnTo>
                <a:lnTo>
                  <a:pt x="2857499" y="1714499"/>
                </a:lnTo>
                <a:lnTo>
                  <a:pt x="0" y="171449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Public-key scheme based on </a:t>
            </a:r>
            <a:r>
              <a:rPr lang="en-US" sz="22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 logarithms </a:t>
            </a: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closely related to the </a:t>
            </a:r>
            <a:r>
              <a:rPr lang="en-US" sz="2200" b="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Diffie</a:t>
            </a: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-Hellman technique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B52970E-284C-AF47-8D84-387A0FD7E419}"/>
              </a:ext>
            </a:extLst>
          </p:cNvPr>
          <p:cNvSpPr/>
          <p:nvPr/>
        </p:nvSpPr>
        <p:spPr>
          <a:xfrm>
            <a:off x="7810500" y="2333625"/>
            <a:ext cx="2857499" cy="1714499"/>
          </a:xfrm>
          <a:custGeom>
            <a:avLst/>
            <a:gdLst>
              <a:gd name="connsiteX0" fmla="*/ 0 w 2857499"/>
              <a:gd name="connsiteY0" fmla="*/ 0 h 1714499"/>
              <a:gd name="connsiteX1" fmla="*/ 2857499 w 2857499"/>
              <a:gd name="connsiteY1" fmla="*/ 0 h 1714499"/>
              <a:gd name="connsiteX2" fmla="*/ 2857499 w 2857499"/>
              <a:gd name="connsiteY2" fmla="*/ 1714499 h 1714499"/>
              <a:gd name="connsiteX3" fmla="*/ 0 w 2857499"/>
              <a:gd name="connsiteY3" fmla="*/ 1714499 h 1714499"/>
              <a:gd name="connsiteX4" fmla="*/ 0 w 2857499"/>
              <a:gd name="connsiteY4" fmla="*/ 0 h 171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499" h="1714499">
                <a:moveTo>
                  <a:pt x="0" y="0"/>
                </a:moveTo>
                <a:lnTo>
                  <a:pt x="2857499" y="0"/>
                </a:lnTo>
                <a:lnTo>
                  <a:pt x="2857499" y="1714499"/>
                </a:lnTo>
                <a:lnTo>
                  <a:pt x="0" y="171449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in the digital signature standard (DSS) and the S/MIME e-mail standard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BD1643-B766-3D4E-85B6-3B3E783F7D69}"/>
              </a:ext>
            </a:extLst>
          </p:cNvPr>
          <p:cNvSpPr/>
          <p:nvPr/>
        </p:nvSpPr>
        <p:spPr>
          <a:xfrm>
            <a:off x="3095625" y="4333875"/>
            <a:ext cx="2857499" cy="1714499"/>
          </a:xfrm>
          <a:custGeom>
            <a:avLst/>
            <a:gdLst>
              <a:gd name="connsiteX0" fmla="*/ 0 w 2857499"/>
              <a:gd name="connsiteY0" fmla="*/ 0 h 1714499"/>
              <a:gd name="connsiteX1" fmla="*/ 2857499 w 2857499"/>
              <a:gd name="connsiteY1" fmla="*/ 0 h 1714499"/>
              <a:gd name="connsiteX2" fmla="*/ 2857499 w 2857499"/>
              <a:gd name="connsiteY2" fmla="*/ 1714499 h 1714499"/>
              <a:gd name="connsiteX3" fmla="*/ 0 w 2857499"/>
              <a:gd name="connsiteY3" fmla="*/ 1714499 h 1714499"/>
              <a:gd name="connsiteX4" fmla="*/ 0 w 2857499"/>
              <a:gd name="connsiteY4" fmla="*/ 0 h 171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499" h="1714499">
                <a:moveTo>
                  <a:pt x="0" y="0"/>
                </a:moveTo>
                <a:lnTo>
                  <a:pt x="2857499" y="0"/>
                </a:lnTo>
                <a:lnTo>
                  <a:pt x="2857499" y="1714499"/>
                </a:lnTo>
                <a:lnTo>
                  <a:pt x="0" y="171449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 elements are a prime number </a:t>
            </a:r>
            <a:r>
              <a:rPr lang="en-US" sz="2200" b="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2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22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which is a primitive root of </a:t>
            </a:r>
            <a:r>
              <a:rPr lang="en-US" sz="2200" b="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endParaRPr lang="en-US" sz="2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653B983-B1B8-3B48-BD4C-2FFD4D6244F4}"/>
              </a:ext>
            </a:extLst>
          </p:cNvPr>
          <p:cNvSpPr/>
          <p:nvPr/>
        </p:nvSpPr>
        <p:spPr>
          <a:xfrm>
            <a:off x="6238875" y="4333875"/>
            <a:ext cx="2857499" cy="1714499"/>
          </a:xfrm>
          <a:custGeom>
            <a:avLst/>
            <a:gdLst>
              <a:gd name="connsiteX0" fmla="*/ 0 w 2857499"/>
              <a:gd name="connsiteY0" fmla="*/ 0 h 1714499"/>
              <a:gd name="connsiteX1" fmla="*/ 2857499 w 2857499"/>
              <a:gd name="connsiteY1" fmla="*/ 0 h 1714499"/>
              <a:gd name="connsiteX2" fmla="*/ 2857499 w 2857499"/>
              <a:gd name="connsiteY2" fmla="*/ 1714499 h 1714499"/>
              <a:gd name="connsiteX3" fmla="*/ 0 w 2857499"/>
              <a:gd name="connsiteY3" fmla="*/ 1714499 h 1714499"/>
              <a:gd name="connsiteX4" fmla="*/ 0 w 2857499"/>
              <a:gd name="connsiteY4" fmla="*/ 0 h 171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499" h="1714499">
                <a:moveTo>
                  <a:pt x="0" y="0"/>
                </a:moveTo>
                <a:lnTo>
                  <a:pt x="2857499" y="0"/>
                </a:lnTo>
                <a:lnTo>
                  <a:pt x="2857499" y="1714499"/>
                </a:lnTo>
                <a:lnTo>
                  <a:pt x="0" y="171449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is based on the difficulty of computing discrete logarithms</a:t>
            </a:r>
            <a:endParaRPr lang="en-AU" sz="2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E1011CE-9943-65C8-E2DC-C7E2EF28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13"/>
    </mc:Choice>
    <mc:Fallback xmlns="">
      <p:transition spd="slow" advTm="626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lGamal Algorithm.">
            <a:extLst>
              <a:ext uri="{FF2B5EF4-FFF2-40B4-BE49-F238E27FC236}">
                <a16:creationId xmlns:a16="http://schemas.microsoft.com/office/drawing/2014/main" id="{3ED26FDD-18B0-8D4C-A914-FDBE7C7A0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655" y="-347682"/>
            <a:ext cx="5867400" cy="75931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19F01E-6E2C-9A40-BC88-DC9C04D8F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7808" y="3429000"/>
            <a:ext cx="1584176" cy="216024"/>
          </a:xfrm>
          <a:prstGeom prst="rect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0852B3-2302-0CCF-B06B-A720082D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ElGamal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97630-755A-879B-ABBA-F3BCE2E2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 advTm="1178741">
    <p:wipe dir="d"/>
  </p:transition>
  <p:extLst>
    <p:ext uri="{3A86A75C-4F4B-4683-9AE1-C65F6400EC91}">
      <p14:laserTraceLst xmlns:p14="http://schemas.microsoft.com/office/powerpoint/2010/main">
        <p14:tracePtLst>
          <p14:tracePt t="754322" x="4062413" y="6837363"/>
          <p14:tracePt t="754339" x="4014788" y="6715125"/>
          <p14:tracePt t="754346" x="3932238" y="6510338"/>
          <p14:tracePt t="754354" x="3816350" y="6272213"/>
          <p14:tracePt t="754366" x="3735388" y="6075363"/>
          <p14:tracePt t="754377" x="3605213" y="5795963"/>
          <p14:tracePt t="754389" x="3476625" y="5483225"/>
          <p14:tracePt t="754400" x="3333750" y="5143500"/>
          <p14:tracePt t="754411" x="3232150" y="4878388"/>
          <p14:tracePt t="754425" x="3048000" y="4503738"/>
          <p14:tracePt t="754434" x="2824163" y="4116388"/>
          <p14:tracePt t="754445" x="2646363" y="3836988"/>
          <p14:tracePt t="754459" x="2381250" y="3429000"/>
          <p14:tracePt t="754468" x="2089150" y="3041650"/>
          <p14:tracePt t="754479" x="1890713" y="2795588"/>
          <p14:tracePt t="754492" x="1612900" y="2517775"/>
          <p14:tracePt t="754501" x="1374775" y="2306638"/>
          <p14:tracePt t="754513" x="1176338" y="2184400"/>
          <p14:tracePt t="754527" x="1047750" y="2122488"/>
          <p14:tracePt t="754535" x="863600" y="2062163"/>
          <p14:tracePt t="754546" x="673100" y="2027238"/>
          <p14:tracePt t="754560" x="557213" y="2027238"/>
          <p14:tracePt t="754569" x="428625" y="2027238"/>
          <p14:tracePt t="754580" x="347663" y="2054225"/>
          <p14:tracePt t="754593" x="312738" y="2089150"/>
          <p14:tracePt t="754605" x="292100" y="2122488"/>
          <p14:tracePt t="754614" x="292100" y="2184400"/>
          <p14:tracePt t="754627" x="312738" y="2224088"/>
          <p14:tracePt t="754637" x="360363" y="2286000"/>
          <p14:tracePt t="754649" x="476250" y="2366963"/>
          <p14:tracePt t="754661" x="633413" y="2462213"/>
          <p14:tracePt t="754670" x="768350" y="2517775"/>
          <p14:tracePt t="754683" x="1000125" y="2578100"/>
          <p14:tracePt t="754693" x="1244600" y="2625725"/>
          <p14:tracePt t="754703" x="1435100" y="2625725"/>
          <p14:tracePt t="754715" x="1538288" y="2598738"/>
          <p14:tracePt t="754726" x="1619250" y="2530475"/>
          <p14:tracePt t="754737" x="1660525" y="2462213"/>
          <p14:tracePt t="754749" x="1660525" y="2387600"/>
          <p14:tracePt t="754760" x="1612900" y="2271713"/>
          <p14:tracePt t="754771" x="1517650" y="2143125"/>
          <p14:tracePt t="754783" x="1401763" y="2041525"/>
          <p14:tracePt t="754816" x="1211263" y="1925638"/>
          <p14:tracePt t="754819" x="1000125" y="1857375"/>
          <p14:tracePt t="754828" x="884238" y="1816100"/>
          <p14:tracePt t="754829" x="768350" y="1816100"/>
          <p14:tracePt t="754843" x="687388" y="1843088"/>
          <p14:tracePt t="754852" x="619125" y="1890713"/>
          <p14:tracePt t="754863" x="571500" y="1946275"/>
          <p14:tracePt t="754874" x="523875" y="2041525"/>
          <p14:tracePt t="754884" x="509588" y="2136775"/>
          <p14:tracePt t="754896" x="509588" y="2205038"/>
          <p14:tracePt t="754908" x="538163" y="2300288"/>
          <p14:tracePt t="754918" x="585788" y="2381250"/>
          <p14:tracePt t="754929" x="633413" y="2435225"/>
          <p14:tracePt t="754942" x="714375" y="2497138"/>
          <p14:tracePt t="754952" x="815975" y="2544763"/>
          <p14:tracePt t="754963" x="958850" y="2565400"/>
          <p14:tracePt t="754975" x="1095375" y="2578100"/>
          <p14:tracePt t="754985" x="1285875" y="2565400"/>
          <p14:tracePt t="754996" x="1408113" y="2517775"/>
          <p14:tracePt t="755009" x="1470025" y="2470150"/>
          <p14:tracePt t="755019" x="1503363" y="2414588"/>
          <p14:tracePt t="755031" x="1503363" y="2347913"/>
          <p14:tracePt t="755042" x="1482725" y="2286000"/>
          <p14:tracePt t="755052" x="1422400" y="2205038"/>
          <p14:tracePt t="755063" x="1319213" y="2122488"/>
          <p14:tracePt t="755075" x="1223963" y="2074863"/>
          <p14:tracePt t="755086" x="1190625" y="2074863"/>
          <p14:tracePt t="755098" x="1163638" y="2089150"/>
          <p14:tracePt t="755109" x="1157288" y="2136775"/>
          <p14:tracePt t="755119" x="1157288" y="2184400"/>
          <p14:tracePt t="755131" x="1190625" y="2306638"/>
          <p14:tracePt t="755143" x="1285875" y="2470150"/>
          <p14:tracePt t="755153" x="1387475" y="2646363"/>
          <p14:tracePt t="755165" x="1619250" y="2925763"/>
          <p14:tracePt t="755177" x="1911350" y="3286125"/>
          <p14:tracePt t="755187" x="2238375" y="3687763"/>
          <p14:tracePt t="755199" x="2497138" y="3986213"/>
          <p14:tracePt t="755210" x="2857500" y="4422775"/>
          <p14:tracePt t="755221" x="3217863" y="4830763"/>
          <p14:tracePt t="755233" x="3524250" y="5095875"/>
          <p14:tracePt t="755245" x="3967163" y="5491163"/>
          <p14:tracePt t="755255" x="4306888" y="5762625"/>
          <p14:tracePt t="755558" x="4340225" y="5776913"/>
          <p14:tracePt t="755569" x="4408488" y="5816600"/>
          <p14:tracePt t="755581" x="4476750" y="5864225"/>
          <p14:tracePt t="755593" x="4572000" y="5946775"/>
          <p14:tracePt t="755604" x="4667250" y="6027738"/>
          <p14:tracePt t="755615" x="4816475" y="6157913"/>
          <p14:tracePt t="755626" x="4959350" y="6265863"/>
          <p14:tracePt t="755637" x="5170488" y="6450013"/>
          <p14:tracePt t="755648" x="5354638" y="6613525"/>
          <p14:tracePt t="755660" x="5470525" y="6729413"/>
          <p14:tracePt t="756461" x="0" y="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E1D6-F848-EA40-B5F3-50B689E4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Aspects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045BE-E0B6-054F-A7B4-15CE1D380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Alice and Bob need to compute keys:</a:t>
                </a:r>
              </a:p>
              <a:p>
                <a:pPr lvl="1"/>
                <a:r>
                  <a:rPr lang="en-US" dirty="0"/>
                  <a:t>Y</a:t>
                </a:r>
                <a:r>
                  <a:rPr lang="en-US" baseline="-25000" dirty="0"/>
                  <a:t>A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mod q</a:t>
                </a:r>
              </a:p>
              <a:p>
                <a:pPr lvl="1"/>
                <a:r>
                  <a:rPr lang="en-US" dirty="0"/>
                  <a:t>K = (Y</a:t>
                </a:r>
                <a:r>
                  <a:rPr lang="en-US" baseline="-25000" dirty="0"/>
                  <a:t>A</a:t>
                </a:r>
                <a:r>
                  <a:rPr lang="en-US" dirty="0"/>
                  <a:t>)</a:t>
                </a:r>
                <a:r>
                  <a:rPr lang="en-US" baseline="30000" dirty="0"/>
                  <a:t>k</a:t>
                </a:r>
                <a:r>
                  <a:rPr lang="en-US" dirty="0"/>
                  <a:t> mod q</a:t>
                </a:r>
              </a:p>
              <a:p>
                <a:pPr lvl="1"/>
                <a:r>
                  <a:rPr lang="en-US" dirty="0"/>
                  <a:t>C1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aseline="30000" dirty="0"/>
                  <a:t>k</a:t>
                </a:r>
                <a:r>
                  <a:rPr lang="en-US" dirty="0"/>
                  <a:t> mod q</a:t>
                </a:r>
              </a:p>
              <a:p>
                <a:r>
                  <a:rPr lang="en-US" dirty="0"/>
                  <a:t>Encryption and decryption:</a:t>
                </a:r>
              </a:p>
              <a:p>
                <a:pPr lvl="1"/>
                <a:r>
                  <a:rPr lang="en-US" dirty="0"/>
                  <a:t>K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mod q</a:t>
                </a:r>
              </a:p>
              <a:p>
                <a:pPr lvl="1"/>
                <a:r>
                  <a:rPr lang="en-US" dirty="0"/>
                  <a:t>K</a:t>
                </a:r>
                <a:r>
                  <a:rPr lang="en-US" baseline="30000" dirty="0"/>
                  <a:t>-1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045BE-E0B6-054F-A7B4-15CE1D380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84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C6E106-528B-7643-88E9-830A1DEFF0B8}"/>
              </a:ext>
            </a:extLst>
          </p:cNvPr>
          <p:cNvSpPr/>
          <p:nvPr/>
        </p:nvSpPr>
        <p:spPr>
          <a:xfrm>
            <a:off x="6096000" y="2564904"/>
            <a:ext cx="3168352" cy="2160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Fast exponentiation:</a:t>
            </a:r>
          </a:p>
          <a:p>
            <a:pPr algn="ctr"/>
            <a:r>
              <a:rPr lang="en-US" sz="2400" b="1" dirty="0"/>
              <a:t>Square and multiply algorithm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AC034D-4277-324C-8857-649E286C2783}"/>
              </a:ext>
            </a:extLst>
          </p:cNvPr>
          <p:cNvSpPr/>
          <p:nvPr/>
        </p:nvSpPr>
        <p:spPr>
          <a:xfrm>
            <a:off x="3359696" y="4884604"/>
            <a:ext cx="3168352" cy="11669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Extended Euclidean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03840-A37D-E38E-0C0E-9E6BC970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540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04"/>
    </mc:Choice>
    <mc:Fallback xmlns="">
      <p:transition spd="slow" advTm="863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3FB6-7103-DC42-A63D-A73A4DCA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Attacks against </a:t>
            </a:r>
            <a:r>
              <a:rPr lang="en-US" dirty="0" err="1"/>
              <a:t>ElGamal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6EDC8E-D5E3-AF40-9662-EB0644A79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Are we able to compute discrete logarithm problem (DLP)?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, 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With the knowledge of X</a:t>
                </a:r>
                <a:r>
                  <a:rPr lang="en-US" baseline="-25000" dirty="0"/>
                  <a:t>A</a:t>
                </a:r>
                <a:r>
                  <a:rPr lang="en-US" dirty="0"/>
                  <a:t>, the attacker can obtain the value of K by K = (C</a:t>
                </a:r>
                <a:r>
                  <a:rPr lang="en-US" baseline="-25000" dirty="0"/>
                  <a:t>1</a:t>
                </a:r>
                <a:r>
                  <a:rPr lang="en-US" dirty="0"/>
                  <a:t>)</a:t>
                </a:r>
                <a:r>
                  <a:rPr lang="en-US" baseline="30000" dirty="0"/>
                  <a:t>X_A</a:t>
                </a:r>
                <a:r>
                  <a:rPr lang="en-US" dirty="0"/>
                  <a:t> mod q, since C</a:t>
                </a:r>
                <a:r>
                  <a:rPr lang="en-US" baseline="-25000" dirty="0"/>
                  <a:t>1</a:t>
                </a:r>
                <a:r>
                  <a:rPr lang="en-US" dirty="0"/>
                  <a:t> is public. With K, the attacker can decrypt the ciphertext C</a:t>
                </a:r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With the knowledge of k, the attacker can obtain the value of K by K = (Y</a:t>
                </a:r>
                <a:r>
                  <a:rPr lang="en-US" baseline="-25000" dirty="0"/>
                  <a:t>A</a:t>
                </a:r>
                <a:r>
                  <a:rPr lang="en-US" dirty="0"/>
                  <a:t>)</a:t>
                </a:r>
                <a:r>
                  <a:rPr lang="en-US" baseline="30000" dirty="0"/>
                  <a:t>k</a:t>
                </a:r>
                <a:r>
                  <a:rPr lang="en-US" dirty="0"/>
                  <a:t> mod q, since Y</a:t>
                </a:r>
                <a:r>
                  <a:rPr lang="en-US" baseline="-25000" dirty="0"/>
                  <a:t>A</a:t>
                </a:r>
                <a:r>
                  <a:rPr lang="en-US" dirty="0"/>
                  <a:t> is public. With K, the attacker can decrypt the ciphertext C</a:t>
                </a:r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However, the DLP is computationally a very hard problem as long as the prime number q is very large.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6EDC8E-D5E3-AF40-9662-EB0644A79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1F78B-38CB-0667-6FF1-2F64A020A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263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741"/>
    </mc:Choice>
    <mc:Fallback xmlns="">
      <p:transition spd="slow" advTm="1627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E7A7-4C52-BA46-959E-75A2A204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Reuse of secret exponent 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B6AF86-1479-914E-9C6F-07EE5B7670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 must be different for every plaintext. In other word, we need to change k value for encryption.</a:t>
                </a:r>
              </a:p>
              <a:p>
                <a:r>
                  <a:rPr lang="en-US" dirty="0"/>
                  <a:t>If reuse of secret exponent k:</a:t>
                </a:r>
              </a:p>
              <a:p>
                <a:pPr lvl="1"/>
                <a:r>
                  <a:rPr lang="en-US" dirty="0"/>
                  <a:t>The value of K = (Y</a:t>
                </a:r>
                <a:r>
                  <a:rPr lang="en-US" baseline="-25000" dirty="0"/>
                  <a:t>A</a:t>
                </a:r>
                <a:r>
                  <a:rPr lang="en-US" dirty="0"/>
                  <a:t>)</a:t>
                </a:r>
                <a:r>
                  <a:rPr lang="en-US" baseline="30000" dirty="0"/>
                  <a:t>k</a:t>
                </a:r>
                <a:r>
                  <a:rPr lang="en-US" dirty="0"/>
                  <a:t> mod q and C1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aseline="30000" dirty="0"/>
                  <a:t>k</a:t>
                </a:r>
                <a:r>
                  <a:rPr lang="en-US" dirty="0"/>
                  <a:t> mod q are fixed.</a:t>
                </a:r>
              </a:p>
              <a:p>
                <a:pPr lvl="1"/>
                <a:r>
                  <a:rPr lang="en-US" dirty="0"/>
                  <a:t>We assume two messages M</a:t>
                </a:r>
                <a:r>
                  <a:rPr lang="en-US" baseline="-25000" dirty="0"/>
                  <a:t>1</a:t>
                </a:r>
                <a:r>
                  <a:rPr lang="en-US" dirty="0"/>
                  <a:t> and M</a:t>
                </a:r>
                <a:r>
                  <a:rPr lang="en-US" baseline="-25000" dirty="0"/>
                  <a:t>2</a:t>
                </a:r>
                <a:r>
                  <a:rPr lang="en-US" dirty="0"/>
                  <a:t> are encrypted with the same value of k and the ciphertext are C</a:t>
                </a:r>
                <a:r>
                  <a:rPr lang="en-US" baseline="-25000" dirty="0"/>
                  <a:t>2,1 </a:t>
                </a:r>
                <a:r>
                  <a:rPr lang="en-US" dirty="0"/>
                  <a:t> and C</a:t>
                </a:r>
                <a:r>
                  <a:rPr lang="en-US" baseline="-25000" dirty="0"/>
                  <a:t>2,2</a:t>
                </a:r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 If the attacker knows M</a:t>
                </a:r>
                <a:r>
                  <a:rPr lang="en-US" baseline="-25000" dirty="0"/>
                  <a:t>1</a:t>
                </a:r>
                <a:r>
                  <a:rPr lang="en-US" dirty="0"/>
                  <a:t>, he can obtain the value of K by K = C</a:t>
                </a:r>
                <a:r>
                  <a:rPr lang="en-US" baseline="-25000" dirty="0"/>
                  <a:t>2,1</a:t>
                </a:r>
                <a:r>
                  <a:rPr lang="en-US" dirty="0"/>
                  <a:t> (M</a:t>
                </a:r>
                <a:r>
                  <a:rPr lang="en-US" baseline="-25000" dirty="0"/>
                  <a:t>1</a:t>
                </a:r>
                <a:r>
                  <a:rPr lang="en-US" dirty="0"/>
                  <a:t>)</a:t>
                </a:r>
                <a:r>
                  <a:rPr lang="en-US" baseline="30000" dirty="0"/>
                  <a:t>-1</a:t>
                </a:r>
                <a:r>
                  <a:rPr lang="en-US" dirty="0"/>
                  <a:t> mod q, since C</a:t>
                </a:r>
                <a:r>
                  <a:rPr lang="en-US" baseline="-25000" dirty="0"/>
                  <a:t>2,1</a:t>
                </a:r>
                <a:r>
                  <a:rPr lang="en-US" dirty="0"/>
                  <a:t> is public. With K, the attacker can decryption the ciphertext C</a:t>
                </a:r>
                <a:r>
                  <a:rPr lang="en-US" baseline="-25000" dirty="0"/>
                  <a:t>2,2</a:t>
                </a:r>
                <a:r>
                  <a:rPr lang="en-US" dirty="0"/>
                  <a:t> and get the plaintext M</a:t>
                </a:r>
                <a:r>
                  <a:rPr lang="en-US" baseline="-25000" dirty="0"/>
                  <a:t>2</a:t>
                </a:r>
                <a:r>
                  <a:rPr lang="en-US" dirty="0"/>
                  <a:t>. </a:t>
                </a:r>
                <a:r>
                  <a:rPr lang="en-US" b="1" dirty="0">
                    <a:solidFill>
                      <a:srgbClr val="FF0000"/>
                    </a:solidFill>
                  </a:rPr>
                  <a:t>NEVER REUSE k.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B6AF86-1479-914E-9C6F-07EE5B767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23EB7-55FB-FA8D-A8D6-EDE9979A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39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277"/>
    </mc:Choice>
    <mc:Fallback xmlns="">
      <p:transition spd="slow" advTm="1762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C765-5AE5-7546-99DA-5878C1DC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F4A84-CCFD-F146-9C83-9CAEB5D21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  <a:p>
            <a:pPr lvl="1"/>
            <a:r>
              <a:rPr lang="en-US" dirty="0"/>
              <a:t>RSA algorithm</a:t>
            </a:r>
          </a:p>
          <a:p>
            <a:pPr lvl="1"/>
            <a:r>
              <a:rPr lang="en-US" dirty="0"/>
              <a:t>Diffie-Hellman Key Exchange</a:t>
            </a:r>
          </a:p>
          <a:p>
            <a:pPr lvl="1"/>
            <a:r>
              <a:rPr lang="en-US" dirty="0"/>
              <a:t>Man-in-the-middle attack</a:t>
            </a:r>
          </a:p>
          <a:p>
            <a:pPr lvl="1"/>
            <a:r>
              <a:rPr lang="en-US" dirty="0" err="1"/>
              <a:t>Elgamal</a:t>
            </a:r>
            <a:r>
              <a:rPr lang="en-US" dirty="0"/>
              <a:t> Cryptography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07AA-EA2E-F5D1-9D4D-B5D884D3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36"/>
    </mc:Choice>
    <mc:Fallback xmlns="">
      <p:transition spd="slow" advTm="5503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D214-F97D-4017-AD28-D591B149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Key Generation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FA98F4-5749-4679-B986-F740F46E4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71664" y="2204864"/>
            <a:ext cx="6410229" cy="3419399"/>
            <a:chOff x="221779" y="2054467"/>
            <a:chExt cx="5874221" cy="34193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BF9DA7-14B3-45CB-8832-9B5BCDD2938F}"/>
                </a:ext>
              </a:extLst>
            </p:cNvPr>
            <p:cNvSpPr/>
            <p:nvPr/>
          </p:nvSpPr>
          <p:spPr>
            <a:xfrm>
              <a:off x="221779" y="2054467"/>
              <a:ext cx="5764174" cy="3263767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427D3F-6075-4709-BB63-68BEF8FF2563}"/>
                    </a:ext>
                  </a:extLst>
                </p:cNvPr>
                <p:cNvSpPr txBox="1"/>
                <p:nvPr/>
              </p:nvSpPr>
              <p:spPr>
                <a:xfrm>
                  <a:off x="245065" y="2054468"/>
                  <a:ext cx="5850935" cy="34193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Key Generation</a:t>
                  </a:r>
                  <a:br>
                    <a:rPr lang="en-US" b="1" dirty="0"/>
                  </a:br>
                  <a:r>
                    <a:rPr lang="en-US" b="1" dirty="0"/>
                    <a:t>Output</a:t>
                  </a:r>
                  <a:r>
                    <a:rPr lang="en-US" dirty="0"/>
                    <a:t>: public key: </a:t>
                  </a:r>
                  <a:r>
                    <a:rPr lang="en-US" i="1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pub</a:t>
                  </a:r>
                  <a:r>
                    <a:rPr lang="en-US" i="1" dirty="0"/>
                    <a:t> </a:t>
                  </a:r>
                  <a:r>
                    <a:rPr lang="en-US" dirty="0"/>
                    <a:t>= (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dirty="0"/>
                    <a:t>,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dirty="0"/>
                    <a:t>) and private key: </a:t>
                  </a:r>
                  <a:r>
                    <a:rPr lang="en-US" i="1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pr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br>
                    <a:rPr lang="en-US" dirty="0"/>
                  </a:br>
                  <a:r>
                    <a:rPr lang="en-US" dirty="0"/>
                    <a:t>1. Choose two large primes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</a:t>
                  </a:r>
                  <a:r>
                    <a:rPr lang="en-US" dirty="0"/>
                    <a:t>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2. Compute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 err="1"/>
                    <a:t>·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3. Compute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= 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/>
                    <a:t>−1)(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−1).</a:t>
                  </a:r>
                  <a:br>
                    <a:rPr lang="en-US" dirty="0"/>
                  </a:br>
                  <a:r>
                    <a:rPr lang="en-US" dirty="0"/>
                    <a:t>4. Select the public exponent 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i="1" dirty="0"/>
                    <a:t> </a:t>
                  </a:r>
                  <a:r>
                    <a:rPr lang="en-US" dirty="0"/>
                    <a:t>∈ {1,2,...,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−1} such that </a:t>
                  </a:r>
                  <a:r>
                    <a:rPr lang="en-US" dirty="0" err="1"/>
                    <a:t>gcd</a:t>
                  </a:r>
                  <a:r>
                    <a:rPr lang="en-US" dirty="0"/>
                    <a:t>(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dirty="0"/>
                    <a:t>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) = 1. </a:t>
                  </a:r>
                </a:p>
                <a:p>
                  <a:r>
                    <a:rPr lang="en-US" dirty="0"/>
                    <a:t>5. Compute the private key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i="1" dirty="0"/>
                    <a:t> </a:t>
                  </a:r>
                  <a:r>
                    <a:rPr lang="en-US" dirty="0"/>
                    <a:t>such that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dirty="0"/>
                    <a:t>·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i="1" dirty="0"/>
                    <a:t> </a:t>
                  </a:r>
                  <a:r>
                    <a:rPr lang="en-US" dirty="0"/>
                    <a:t>≡ 1 mod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</a:t>
                  </a:r>
                </a:p>
                <a:p>
                  <a:endParaRPr lang="en-US" dirty="0"/>
                </a:p>
                <a:p>
                  <a:r>
                    <a:rPr lang="en-US" b="1" dirty="0"/>
                    <a:t>Remark: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512</m:t>
                          </m:r>
                        </m:sup>
                      </m:sSup>
                    </m:oMath>
                  </a14:m>
                  <a:r>
                    <a:rPr lang="en-US" dirty="0"/>
                    <a:t> and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1024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427D3F-6075-4709-BB63-68BEF8FF25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65" y="2054468"/>
                  <a:ext cx="5850935" cy="3419398"/>
                </a:xfrm>
                <a:prstGeom prst="rect">
                  <a:avLst/>
                </a:prstGeom>
                <a:blipFill>
                  <a:blip r:embed="rId4"/>
                  <a:stretch>
                    <a:fillRect l="-794" t="-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B11727-02B9-40B0-BEC6-651CB5E86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7809" y="4173946"/>
            <a:ext cx="1909910" cy="33778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1B44ED-E267-4FF9-BF37-F3A74769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2687" y="3914564"/>
            <a:ext cx="1708029" cy="25938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1FC95-038D-BE53-7B8D-9C711CAF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1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41"/>
    </mc:Choice>
    <mc:Fallback xmlns="">
      <p:transition spd="slow" advTm="4754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B482-2E55-47E7-A5A7-6D610F15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RSA Encryption &amp; Decryption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C723DB-ACF6-4BF2-B447-E952BA5CF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53438" y="2074100"/>
            <a:ext cx="6946084" cy="1633462"/>
            <a:chOff x="4110607" y="2112916"/>
            <a:chExt cx="6946084" cy="163346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A2CE59-3602-49BE-831E-D1C8B224FC2B}"/>
                </a:ext>
              </a:extLst>
            </p:cNvPr>
            <p:cNvSpPr/>
            <p:nvPr/>
          </p:nvSpPr>
          <p:spPr>
            <a:xfrm>
              <a:off x="4110607" y="2112916"/>
              <a:ext cx="6946084" cy="1633462"/>
            </a:xfrm>
            <a:prstGeom prst="rect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AE9213A-693A-4BDB-BC6E-47C1A13E353B}"/>
                    </a:ext>
                  </a:extLst>
                </p:cNvPr>
                <p:cNvSpPr txBox="1"/>
                <p:nvPr/>
              </p:nvSpPr>
              <p:spPr>
                <a:xfrm>
                  <a:off x="4133893" y="2112916"/>
                  <a:ext cx="6836663" cy="15307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Encryption </a:t>
                  </a:r>
                </a:p>
                <a:p>
                  <a:r>
                    <a:rPr lang="en-US" dirty="0"/>
                    <a:t>Given the public key </a:t>
                  </a:r>
                  <a:r>
                    <a:rPr lang="en-US" i="1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pub</a:t>
                  </a:r>
                  <a:r>
                    <a:rPr lang="en-US" i="1" dirty="0"/>
                    <a:t> </a:t>
                  </a:r>
                  <a:r>
                    <a:rPr lang="en-US" dirty="0"/>
                    <a:t>= (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dirty="0"/>
                    <a:t>,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dirty="0"/>
                    <a:t>) and the plaintext x, the encryption function is: </a:t>
                  </a:r>
                </a:p>
                <a:p>
                  <a:r>
                    <a:rPr lang="en-US" dirty="0"/>
                    <a:t>                                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𝑝𝑢𝑏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where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={0,1,…,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−1}.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AE9213A-693A-4BDB-BC6E-47C1A13E3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3893" y="2112916"/>
                  <a:ext cx="6836663" cy="1530740"/>
                </a:xfrm>
                <a:prstGeom prst="rect">
                  <a:avLst/>
                </a:prstGeom>
                <a:blipFill>
                  <a:blip r:embed="rId5"/>
                  <a:stretch>
                    <a:fillRect l="-713" t="-2390" b="-55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58C9948-AE45-4CB4-BC1E-71FE3E2E6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53438" y="4016068"/>
            <a:ext cx="6946084" cy="1633462"/>
            <a:chOff x="4110607" y="4076952"/>
            <a:chExt cx="6946084" cy="163346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CA4081-D04F-459A-972F-D2B5BE707B74}"/>
                </a:ext>
              </a:extLst>
            </p:cNvPr>
            <p:cNvSpPr/>
            <p:nvPr/>
          </p:nvSpPr>
          <p:spPr>
            <a:xfrm>
              <a:off x="4110607" y="4076952"/>
              <a:ext cx="6946084" cy="1633462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C8520FC-8FD9-4535-812B-7408016270E1}"/>
                    </a:ext>
                  </a:extLst>
                </p:cNvPr>
                <p:cNvSpPr txBox="1"/>
                <p:nvPr/>
              </p:nvSpPr>
              <p:spPr>
                <a:xfrm>
                  <a:off x="4133893" y="4076952"/>
                  <a:ext cx="6836663" cy="15559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Decryption </a:t>
                  </a:r>
                </a:p>
                <a:p>
                  <a:r>
                    <a:rPr lang="en-US" dirty="0"/>
                    <a:t>Given the private key </a:t>
                  </a:r>
                  <a:r>
                    <a:rPr lang="en-US" i="1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pr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 </a:t>
                  </a:r>
                  <a:r>
                    <a:rPr lang="en-US" dirty="0"/>
                    <a:t>and the ciphertext y, the decryption function is: </a:t>
                  </a:r>
                </a:p>
                <a:p>
                  <a:r>
                    <a:rPr lang="en-US" dirty="0"/>
                    <a:t>                         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𝑝𝑟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where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dirty="0"/>
                    <a:t>.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C8520FC-8FD9-4535-812B-740801627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3893" y="4076952"/>
                  <a:ext cx="6836663" cy="1555939"/>
                </a:xfrm>
                <a:prstGeom prst="rect">
                  <a:avLst/>
                </a:prstGeom>
                <a:blipFill>
                  <a:blip r:embed="rId6"/>
                  <a:stretch>
                    <a:fillRect l="-713" t="-2353" b="-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F4B41-58CC-4644-B3B8-1B25734A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4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53"/>
    </mc:Choice>
    <mc:Fallback xmlns="">
      <p:transition spd="slow" advTm="2645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gure 10.1 summarizes the Diffie-Hellman key exchange algorithm. For this scheme, there are two publicly known numbers: a prime number q  and an integer a that is a primitive root of q . Figure 10.1 shows a simple protocol that makes use of the Diffie–Hellman calculation. Suppose that user A wishes to set up a connection with user B and use a secret key to encrypt messages on that connection. User A can generate a one-time private key XA, calculate YA, and send that to user B. User B responds by generating a private value XB, calculating YB, and sending YB to user A. Both users can now calculate the key. The necessary public values q and a would need to be known ahead of time. Alternatively, user A could pick values for q and a and include those in the first message. &#10;&#10;">
            <a:extLst>
              <a:ext uri="{FF2B5EF4-FFF2-40B4-BE49-F238E27FC236}">
                <a16:creationId xmlns:a16="http://schemas.microsoft.com/office/drawing/2014/main" id="{2370B844-3C1F-2D43-9CFC-42805D11AF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601"/>
          <a:stretch/>
        </p:blipFill>
        <p:spPr>
          <a:xfrm>
            <a:off x="2783632" y="25463"/>
            <a:ext cx="6624736" cy="6807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DCA8A8-0C90-4E27-3046-11945171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365125"/>
            <a:ext cx="3429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Diffie-Hellman Key Exchange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66D28-4CC8-8283-209C-F1490B95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advTm="184352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n-in-the-middle attack diagram.">
            <a:extLst>
              <a:ext uri="{FF2B5EF4-FFF2-40B4-BE49-F238E27FC236}">
                <a16:creationId xmlns:a16="http://schemas.microsoft.com/office/drawing/2014/main" id="{B370FA5C-3389-DC42-84F4-43D962ED0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704" y="-18912"/>
            <a:ext cx="5688632" cy="73617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88EF8F-D688-A964-BB40-36E37C74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367188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Man-in-the-Middle Attack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90459-D617-0ADA-A96D-9D2CDE263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 advTm="18848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F73D-8069-9246-9122-365D5C6B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BF3B7A-037E-8843-8A5B-6375A5854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DH key exchange is secure because of </a:t>
                </a:r>
                <a:r>
                  <a:rPr lang="en-US" b="1" dirty="0">
                    <a:solidFill>
                      <a:srgbClr val="FF0000"/>
                    </a:solidFill>
                  </a:rPr>
                  <a:t>Discrete Logarithm Problem (DLP).</a:t>
                </a:r>
              </a:p>
              <a:p>
                <a:pPr lvl="1"/>
                <a:r>
                  <a:rPr lang="en-US" dirty="0"/>
                  <a:t>Given a prime number q, an integer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, and the primitive root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find the x, subject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problem is </a:t>
                </a:r>
                <a:r>
                  <a:rPr lang="en-US" b="1" u="sng" dirty="0"/>
                  <a:t>computationally a very hard problem</a:t>
                </a:r>
                <a:r>
                  <a:rPr lang="en-US" dirty="0"/>
                  <a:t>, if the prime number is large enough.</a:t>
                </a:r>
              </a:p>
              <a:p>
                <a:pPr lvl="1"/>
                <a:r>
                  <a:rPr lang="en-US" dirty="0"/>
                  <a:t>Suppose q is a prime of around 300 digits, and a and b at least 100 digits each. Discovering the value of x would take longer than the lifetime of the universe, using the best known algorithm.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BF3B7A-037E-8843-8A5B-6375A5854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84" t="-1770" r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24811-0B97-D9BA-FEAC-D6F8DC82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058"/>
    </mc:Choice>
    <mc:Fallback xmlns="">
      <p:transition spd="slow" advTm="7805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lgamal algorithm details.">
            <a:extLst>
              <a:ext uri="{FF2B5EF4-FFF2-40B4-BE49-F238E27FC236}">
                <a16:creationId xmlns:a16="http://schemas.microsoft.com/office/drawing/2014/main" id="{3ED26FDD-18B0-8D4C-A914-FDBE7C7A0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655" y="-347682"/>
            <a:ext cx="5867400" cy="75931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19F01E-6E2C-9A40-BC88-DC9C04D8F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7808" y="3429000"/>
            <a:ext cx="1584176" cy="216024"/>
          </a:xfrm>
          <a:prstGeom prst="rect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DA5FF7-4E4A-293A-3BF8-3BAAD45C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ElGamal</a:t>
            </a:r>
            <a:r>
              <a:rPr lang="en-US" sz="3600" dirty="0"/>
              <a:t>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9914C-4A61-3B35-9691-9BAE4481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31430"/>
    </mc:Choice>
    <mc:Fallback xmlns="">
      <p:transition advTm="231430"/>
    </mc:Fallback>
  </mc:AlternateContent>
  <p:extLst>
    <p:ext uri="{3A86A75C-4F4B-4683-9AE1-C65F6400EC91}">
      <p14:laserTraceLst xmlns:p14="http://schemas.microsoft.com/office/powerpoint/2010/main">
        <p14:tracePtLst>
          <p14:tracePt t="11457" x="3911600" y="6572250"/>
          <p14:tracePt t="11468" x="3994150" y="6300788"/>
          <p14:tracePt t="11476" x="4110038" y="5980113"/>
          <p14:tracePt t="11489" x="4211638" y="5634038"/>
          <p14:tracePt t="11492" x="4340225" y="5205413"/>
          <p14:tracePt t="11503" x="4456113" y="4789488"/>
          <p14:tracePt t="11506" x="4545013" y="4354513"/>
          <p14:tracePt t="11518" x="4646613" y="3925888"/>
          <p14:tracePt t="11521" x="4741863" y="3476625"/>
          <p14:tracePt t="11532" x="4830763" y="3048000"/>
          <p14:tracePt t="11540" x="4884738" y="2863850"/>
          <p14:tracePt t="11548" x="4959350" y="2530475"/>
          <p14:tracePt t="11554" x="5062538" y="2211388"/>
          <p14:tracePt t="11563" x="5129213" y="1952625"/>
          <p14:tracePt t="11569" x="5164138" y="1871663"/>
          <p14:tracePt t="11579" x="5205413" y="1666875"/>
          <p14:tracePt t="11586" x="5259388" y="1550988"/>
          <p14:tracePt t="11596" x="5292725" y="1435100"/>
          <p14:tracePt t="11601" x="5307013" y="1408113"/>
          <p14:tracePt t="11613" x="5319713" y="1339850"/>
          <p14:tracePt t="11618" x="5334000" y="1292225"/>
          <p14:tracePt t="11629" x="5360988" y="1252538"/>
          <p14:tracePt t="11635" x="5360988" y="1211263"/>
          <p14:tracePt t="11643" x="5375275" y="1190625"/>
          <p14:tracePt t="11651" x="5375275" y="1176338"/>
          <p14:tracePt t="11660" x="5375275" y="1163638"/>
          <p14:tracePt t="11668" x="5387975" y="1149350"/>
          <p14:tracePt t="11673" x="5387975" y="1136650"/>
          <p14:tracePt t="11690" x="5387975" y="1122363"/>
          <p14:tracePt t="11707" x="5387975" y="1109663"/>
          <p14:tracePt t="11715" x="5387975" y="1095375"/>
          <p14:tracePt t="11731" x="5387975" y="1074738"/>
          <p14:tracePt t="11747" x="5387975" y="1062038"/>
          <p14:tracePt t="11761" x="5387975" y="1047750"/>
          <p14:tracePt t="11769" x="5387975" y="1033463"/>
          <p14:tracePt t="11780" x="5387975" y="1020763"/>
          <p14:tracePt t="11788" x="5387975" y="993775"/>
          <p14:tracePt t="11802" x="5387975" y="966788"/>
          <p14:tracePt t="11810" x="5387975" y="946150"/>
          <p14:tracePt t="11819" x="5387975" y="919163"/>
          <p14:tracePt t="11827" x="5387975" y="904875"/>
          <p14:tracePt t="11837" x="5387975" y="890588"/>
          <p14:tracePt t="11839" x="5387975" y="863600"/>
          <p14:tracePt t="11850" x="5387975" y="850900"/>
          <p14:tracePt t="11857" x="5387975" y="815975"/>
          <p14:tracePt t="11867" x="5375275" y="803275"/>
          <p14:tracePt t="11876" x="5348288" y="762000"/>
          <p14:tracePt t="11886" x="5334000" y="735013"/>
          <p14:tracePt t="11892" x="5307013" y="708025"/>
          <p14:tracePt t="11903" x="5292725" y="687388"/>
          <p14:tracePt t="11906" x="5259388" y="660400"/>
          <p14:tracePt t="11915" x="5218113" y="619125"/>
          <p14:tracePt t="11922" x="5205413" y="604838"/>
          <p14:tracePt t="11930" x="5176838" y="592138"/>
          <p14:tracePt t="11940" x="5149850" y="557213"/>
          <p14:tracePt t="11948" x="5116513" y="557213"/>
          <p14:tracePt t="11956" x="5102225" y="544513"/>
          <p14:tracePt t="11965" x="5075238" y="530225"/>
          <p14:tracePt t="11974" x="5062538" y="530225"/>
          <p14:tracePt t="11978" x="5033963" y="517525"/>
          <p14:tracePt t="11987" x="5000625" y="503238"/>
          <p14:tracePt t="11996" x="4986338" y="503238"/>
          <p14:tracePt t="12001" x="4959350" y="503238"/>
          <p14:tracePt t="12010" x="4946650" y="503238"/>
          <p14:tracePt t="12018" x="4919663" y="503238"/>
          <p14:tracePt t="12028" x="4905375" y="490538"/>
          <p14:tracePt t="12034" x="4872038" y="490538"/>
          <p14:tracePt t="12045" x="4843463" y="490538"/>
          <p14:tracePt t="12055" x="4830763" y="490538"/>
          <p14:tracePt t="12057" x="4816475" y="490538"/>
          <p14:tracePt t="12067" x="4789488" y="490538"/>
          <p14:tracePt t="12075" x="4776788" y="490538"/>
          <p14:tracePt t="12085" x="4756150" y="490538"/>
          <p14:tracePt t="12091" x="4741863" y="490538"/>
          <p14:tracePt t="12098" x="4729163" y="490538"/>
          <p14:tracePt t="12107" x="4714875" y="490538"/>
          <p14:tracePt t="12114" x="4700588" y="476250"/>
          <p14:tracePt t="12124" x="4687888" y="476250"/>
          <p14:tracePt t="12132" x="4673600" y="476250"/>
          <p14:tracePt t="12144" x="4660900" y="476250"/>
          <p14:tracePt t="12145" x="4625975" y="476250"/>
          <p14:tracePt t="12154" x="4613275" y="476250"/>
          <p14:tracePt t="12164" x="4598988" y="476250"/>
          <p14:tracePt t="12172" x="4586288" y="476250"/>
          <p14:tracePt t="12181" x="4557713" y="476250"/>
          <p14:tracePt t="12184" x="4530725" y="476250"/>
          <p14:tracePt t="12193" x="4518025" y="476250"/>
          <p14:tracePt t="12203" x="4483100" y="476250"/>
          <p14:tracePt t="12211" x="4456113" y="490538"/>
          <p14:tracePt t="12221" x="4429125" y="503238"/>
          <p14:tracePt t="12223" x="4402138" y="517525"/>
          <p14:tracePt t="12235" x="4387850" y="530225"/>
          <p14:tracePt t="12243" x="4367213" y="544513"/>
          <p14:tracePt t="12254" x="4327525" y="577850"/>
          <p14:tracePt t="12255" x="4327525" y="592138"/>
          <p14:tracePt t="12266" x="4313238" y="619125"/>
          <p14:tracePt t="12275" x="4300538" y="646113"/>
          <p14:tracePt t="12286" x="4286250" y="673100"/>
          <p14:tracePt t="12288" x="4271963" y="687388"/>
          <p14:tracePt t="12297" x="4259263" y="720725"/>
          <p14:tracePt t="12307" x="4259263" y="747713"/>
          <p14:tracePt t="12321" x="4259263" y="776288"/>
          <p14:tracePt t="12331" x="4259263" y="788988"/>
          <p14:tracePt t="12339" x="4259263" y="803275"/>
          <p14:tracePt t="12347" x="4259263" y="815975"/>
          <p14:tracePt t="12355" x="4259263" y="836613"/>
          <p14:tracePt t="12362" x="4259263" y="850900"/>
          <p14:tracePt t="12372" x="4259263" y="863600"/>
          <p14:tracePt t="12374" x="4259263" y="877888"/>
          <p14:tracePt t="12385" x="4259263" y="904875"/>
          <p14:tracePt t="12393" x="4271963" y="919163"/>
          <p14:tracePt t="12405" x="4271963" y="931863"/>
          <p14:tracePt t="12407" x="4286250" y="946150"/>
          <p14:tracePt t="12418" x="4300538" y="966788"/>
          <p14:tracePt t="12427" x="4313238" y="979488"/>
          <p14:tracePt t="12438" x="4327525" y="979488"/>
          <p14:tracePt t="12440" x="4340225" y="993775"/>
          <p14:tracePt t="12451" x="4354513" y="1006475"/>
          <p14:tracePt t="12458" x="4367213" y="1020763"/>
          <p14:tracePt t="12469" x="4387850" y="1033463"/>
          <p14:tracePt t="12471" x="4402138" y="1033463"/>
          <p14:tracePt t="12480" x="4429125" y="1047750"/>
          <p14:tracePt t="12490" x="4443413" y="1062038"/>
          <p14:tracePt t="12500" x="4456113" y="1074738"/>
          <p14:tracePt t="12506" x="4470400" y="1074738"/>
          <p14:tracePt t="12514" x="4483100" y="1095375"/>
          <p14:tracePt t="12523" x="4497388" y="1109663"/>
          <p14:tracePt t="12531" x="4530725" y="1109663"/>
          <p14:tracePt t="12540" x="4557713" y="1122363"/>
          <p14:tracePt t="12548" x="4586288" y="1136650"/>
          <p14:tracePt t="12558" x="4613275" y="1136650"/>
          <p14:tracePt t="12561" x="4660900" y="1149350"/>
          <p14:tracePt t="12571" x="4700588" y="1149350"/>
          <p14:tracePt t="12578" x="4741863" y="1163638"/>
          <p14:tracePt t="12585" x="4803775" y="1163638"/>
          <p14:tracePt t="12596" x="4857750" y="1176338"/>
          <p14:tracePt t="12601" x="4884738" y="1176338"/>
          <p14:tracePt t="12613" x="4932363" y="1176338"/>
          <p14:tracePt t="12617" x="5000625" y="1190625"/>
          <p14:tracePt t="12625" x="5033963" y="1190625"/>
          <p14:tracePt t="12635" x="5102225" y="1190625"/>
          <p14:tracePt t="12641" x="5129213" y="1190625"/>
          <p14:tracePt t="12653" x="5205413" y="1190625"/>
          <p14:tracePt t="12658" x="5245100" y="1211263"/>
          <p14:tracePt t="12671" x="5292725" y="1211263"/>
          <p14:tracePt t="12673" x="5334000" y="1211263"/>
          <p14:tracePt t="12681" x="5360988" y="1211263"/>
          <p14:tracePt t="12689" x="5387975" y="1211263"/>
          <p14:tracePt t="12700" x="5435600" y="1211263"/>
          <p14:tracePt t="12706" x="5462588" y="1211263"/>
          <p14:tracePt t="12714" x="5503863" y="1211263"/>
          <p14:tracePt t="12723" x="5538788" y="1211263"/>
          <p14:tracePt t="12730" x="5565775" y="1211263"/>
          <p14:tracePt t="12739" x="5605463" y="1211263"/>
          <p14:tracePt t="12746" x="5646738" y="1211263"/>
          <p14:tracePt t="12755" x="5694363" y="1211263"/>
          <p14:tracePt t="12762" x="5735638" y="1211263"/>
          <p14:tracePt t="12770" x="5783263" y="1211263"/>
          <p14:tracePt t="12778" x="5824538" y="1211263"/>
          <p14:tracePt t="12785" x="5864225" y="1190625"/>
          <p14:tracePt t="12795" x="5926138" y="1190625"/>
          <p14:tracePt t="12801" x="5980113" y="1176338"/>
          <p14:tracePt t="12813" x="6021388" y="1163638"/>
          <p14:tracePt t="12817" x="6081713" y="1136650"/>
          <p14:tracePt t="12826" x="6122988" y="1122363"/>
          <p14:tracePt t="12838" x="6184900" y="1109663"/>
          <p14:tracePt t="12839" x="6238875" y="1074738"/>
          <p14:tracePt t="12851" x="6280150" y="1062038"/>
          <p14:tracePt t="12857" x="6340475" y="1033463"/>
          <p14:tracePt t="12869" x="6381750" y="1020763"/>
          <p14:tracePt t="12871" x="6408738" y="1006475"/>
          <p14:tracePt t="12881" x="6456363" y="979488"/>
          <p14:tracePt t="12892" x="6497638" y="966788"/>
          <p14:tracePt t="12898" x="6524625" y="946150"/>
          <p14:tracePt t="12903" x="6545263" y="931863"/>
          <p14:tracePt t="12912" x="6572250" y="904875"/>
          <p14:tracePt t="12919" x="6586538" y="890588"/>
          <p14:tracePt t="12930" x="6599238" y="877888"/>
          <p14:tracePt t="12938" x="6626225" y="850900"/>
          <p14:tracePt t="12948" x="6640513" y="836613"/>
          <p14:tracePt t="12956" x="6653213" y="803275"/>
          <p14:tracePt t="12963" x="6673850" y="776288"/>
          <p14:tracePt t="12973" x="6688138" y="747713"/>
          <p14:tracePt t="12977" x="6688138" y="735013"/>
          <p14:tracePt t="12987" x="6700838" y="708025"/>
          <p14:tracePt t="12993" x="6700838" y="673100"/>
          <p14:tracePt t="13002" x="6715125" y="660400"/>
          <p14:tracePt t="13010" x="6729413" y="633413"/>
          <p14:tracePt t="13019" x="6729413" y="619125"/>
          <p14:tracePt t="13023" x="6729413" y="592138"/>
          <p14:tracePt t="13034" x="6742113" y="577850"/>
          <p14:tracePt t="13043" x="6742113" y="557213"/>
          <p14:tracePt t="13053" x="6756400" y="544513"/>
          <p14:tracePt t="13055" x="6756400" y="530225"/>
          <p14:tracePt t="13064" x="6756400" y="517525"/>
          <p14:tracePt t="13081" x="6756400" y="503238"/>
          <p14:tracePt t="13098" x="6756400" y="490538"/>
          <p14:tracePt t="13114" x="6756400" y="476250"/>
          <p14:tracePt t="13122" x="6742113" y="476250"/>
          <p14:tracePt t="13129" x="6729413" y="461963"/>
          <p14:tracePt t="13138" x="6715125" y="449263"/>
          <p14:tracePt t="13146" x="6688138" y="428625"/>
          <p14:tracePt t="13155" x="6653213" y="401638"/>
          <p14:tracePt t="13160" x="6626225" y="387350"/>
          <p14:tracePt t="13171" x="6572250" y="360363"/>
          <p14:tracePt t="13177" x="6524625" y="347663"/>
          <p14:tracePt t="13185" x="6483350" y="312738"/>
          <p14:tracePt t="13196" x="6429375" y="285750"/>
          <p14:tracePt t="13200" x="6354763" y="271463"/>
          <p14:tracePt t="13209" x="6300788" y="244475"/>
          <p14:tracePt t="13219" x="6238875" y="231775"/>
          <p14:tracePt t="13222" x="6211888" y="217488"/>
          <p14:tracePt t="13231" x="6170613" y="204788"/>
          <p14:tracePt t="13241" x="6122988" y="184150"/>
          <p14:tracePt t="13251" x="6096000" y="169863"/>
          <p14:tracePt t="13257" x="6069013" y="169863"/>
          <p14:tracePt t="13269" x="6042025" y="157163"/>
          <p14:tracePt t="13271" x="6021388" y="157163"/>
          <p14:tracePt t="13280" x="6007100" y="157163"/>
          <p14:tracePt t="13288" x="5994400" y="142875"/>
          <p14:tracePt t="13297" x="5980113" y="142875"/>
          <p14:tracePt t="13307" x="5967413" y="142875"/>
          <p14:tracePt t="13313" x="5953125" y="142875"/>
          <p14:tracePt t="13322" x="5938838" y="142875"/>
          <p14:tracePt t="13326" x="5911850" y="142875"/>
          <p14:tracePt t="13337" x="5891213" y="142875"/>
          <p14:tracePt t="13345" x="5851525" y="142875"/>
          <p14:tracePt t="13354" x="5837238" y="142875"/>
          <p14:tracePt t="13362" x="5810250" y="142875"/>
          <p14:tracePt t="13371" x="5783263" y="142875"/>
          <p14:tracePt t="13377" x="5748338" y="142875"/>
          <p14:tracePt t="13385" x="5708650" y="142875"/>
          <p14:tracePt t="13395" x="5681663" y="142875"/>
          <p14:tracePt t="13402" x="5646738" y="157163"/>
          <p14:tracePt t="13410" x="5592763" y="169863"/>
          <p14:tracePt t="13418" x="5565775" y="184150"/>
          <p14:tracePt t="13427" x="5518150" y="204788"/>
          <p14:tracePt t="13435" x="5462588" y="217488"/>
          <p14:tracePt t="13446" x="5408613" y="231775"/>
          <p14:tracePt t="13450" x="5360988" y="244475"/>
          <p14:tracePt t="13459" x="5307013" y="271463"/>
          <p14:tracePt t="13469" x="5259388" y="285750"/>
          <p14:tracePt t="13471" x="5218113" y="300038"/>
          <p14:tracePt t="13481" x="5164138" y="312738"/>
          <p14:tracePt t="13491" x="5102225" y="333375"/>
          <p14:tracePt t="13497" x="5062538" y="347663"/>
          <p14:tracePt t="13506" x="5021263" y="360363"/>
          <p14:tracePt t="13519" x="4973638" y="374650"/>
          <p14:tracePt t="13520" x="4946650" y="387350"/>
          <p14:tracePt t="13529" x="4905375" y="387350"/>
          <p14:tracePt t="13538" x="4843463" y="414338"/>
          <p14:tracePt t="13547" x="4830763" y="428625"/>
          <p14:tracePt t="13554" x="4789488" y="449263"/>
          <p14:tracePt t="13558" x="4741863" y="449263"/>
          <p14:tracePt t="13570" x="4714875" y="461963"/>
          <p14:tracePt t="13579" x="4687888" y="461963"/>
          <p14:tracePt t="13585" x="4660900" y="476250"/>
          <p14:tracePt t="13596" x="4613275" y="490538"/>
          <p14:tracePt t="13602" x="4586288" y="503238"/>
          <p14:tracePt t="13614" x="4557713" y="517525"/>
          <p14:tracePt t="13617" x="4530725" y="517525"/>
          <p14:tracePt t="13626" x="4497388" y="530225"/>
          <p14:tracePt t="13636" x="4470400" y="544513"/>
          <p14:tracePt t="13638" x="4443413" y="557213"/>
          <p14:tracePt t="13650" x="4414838" y="557213"/>
          <p14:tracePt t="13658" x="4387850" y="577850"/>
          <p14:tracePt t="13670" x="4354513" y="592138"/>
          <p14:tracePt t="13672" x="4327525" y="604838"/>
          <p14:tracePt t="13682" x="4300538" y="604838"/>
          <p14:tracePt t="13691" x="4286250" y="619125"/>
          <p14:tracePt t="13697" x="4271963" y="633413"/>
          <p14:tracePt t="13706" x="4259263" y="646113"/>
          <p14:tracePt t="13718" x="4238625" y="646113"/>
          <p14:tracePt t="13720" x="4224338" y="660400"/>
          <p14:tracePt t="13729" x="4211638" y="673100"/>
          <p14:tracePt t="13736" x="4197350" y="687388"/>
          <p14:tracePt t="13747" x="4184650" y="708025"/>
          <p14:tracePt t="13754" x="4184650" y="720725"/>
          <p14:tracePt t="13761" x="4170363" y="720725"/>
          <p14:tracePt t="13768" x="4170363" y="735013"/>
          <p14:tracePt t="13778" x="4157663" y="747713"/>
          <p14:tracePt t="13785" x="4157663" y="762000"/>
          <p14:tracePt t="13802" x="4143375" y="776288"/>
          <p14:tracePt t="13810" x="4143375" y="788988"/>
          <p14:tracePt t="13818" x="4143375" y="803275"/>
          <p14:tracePt t="13836" x="4122738" y="815975"/>
          <p14:tracePt t="13843" x="4122738" y="836613"/>
          <p14:tracePt t="13853" x="4122738" y="850900"/>
          <p14:tracePt t="13855" x="4122738" y="863600"/>
          <p14:tracePt t="13873" x="4122738" y="877888"/>
          <p14:tracePt t="13881" x="4122738" y="890588"/>
          <p14:tracePt t="13889" x="4122738" y="904875"/>
          <p14:tracePt t="13904" x="4122738" y="919163"/>
          <p14:tracePt t="13914" x="4122738" y="931863"/>
          <p14:tracePt t="13921" x="4122738" y="946150"/>
          <p14:tracePt t="13929" x="4122738" y="966788"/>
          <p14:tracePt t="13937" x="4122738" y="979488"/>
          <p14:tracePt t="13944" x="4122738" y="993775"/>
          <p14:tracePt t="13953" x="4122738" y="1006475"/>
          <p14:tracePt t="13960" x="4143375" y="1033463"/>
          <p14:tracePt t="13976" x="4157663" y="1062038"/>
          <p14:tracePt t="13986" x="4170363" y="1074738"/>
          <p14:tracePt t="13994" x="4184650" y="1095375"/>
          <p14:tracePt t="14001" x="4184650" y="1109663"/>
          <p14:tracePt t="14007" x="4197350" y="1122363"/>
          <p14:tracePt t="14017" x="4211638" y="1136650"/>
          <p14:tracePt t="14026" x="4224338" y="1149350"/>
          <p14:tracePt t="14036" x="4238625" y="1149350"/>
          <p14:tracePt t="14038" x="4259263" y="1163638"/>
          <p14:tracePt t="14048" x="4271963" y="1176338"/>
          <p14:tracePt t="14058" x="4286250" y="1176338"/>
          <p14:tracePt t="14068" x="4313238" y="1190625"/>
          <p14:tracePt t="14074" x="4327525" y="1211263"/>
          <p14:tracePt t="14083" x="4340225" y="1211263"/>
          <p14:tracePt t="14091" x="4354513" y="1223963"/>
          <p14:tracePt t="14099" x="4387850" y="1223963"/>
          <p14:tracePt t="14107" x="4402138" y="1238250"/>
          <p14:tracePt t="14116" x="4414838" y="1238250"/>
          <p14:tracePt t="14125" x="4429125" y="1252538"/>
          <p14:tracePt t="14128" x="4456113" y="1252538"/>
          <p14:tracePt t="14137" x="4470400" y="1265238"/>
          <p14:tracePt t="14147" x="4483100" y="1265238"/>
          <p14:tracePt t="14152" x="4497388" y="1265238"/>
          <p14:tracePt t="14165" x="4518025" y="1279525"/>
          <p14:tracePt t="14167" x="4530725" y="1279525"/>
          <p14:tracePt t="14176" x="4545013" y="1292225"/>
          <p14:tracePt t="14187" x="4557713" y="1292225"/>
          <p14:tracePt t="14193" x="4572000" y="1292225"/>
          <p14:tracePt t="14203" x="4586288" y="1306513"/>
          <p14:tracePt t="14205" x="4598988" y="1306513"/>
          <p14:tracePt t="14216" x="4613275" y="1306513"/>
          <p14:tracePt t="14225" x="4625975" y="1306513"/>
          <p14:tracePt t="14236" x="4646613" y="1306513"/>
          <p14:tracePt t="14241" x="4660900" y="1306513"/>
          <p14:tracePt t="14249" x="4673600" y="1306513"/>
          <p14:tracePt t="14262" x="4687888" y="1306513"/>
          <p14:tracePt t="14272" x="4700588" y="1306513"/>
          <p14:tracePt t="14281" x="4714875" y="1306513"/>
          <p14:tracePt t="14290" x="4729163" y="1306513"/>
          <p14:tracePt t="15275" x="4729163" y="1292225"/>
          <p14:tracePt t="15292" x="4729163" y="1279525"/>
          <p14:tracePt t="15300" x="4729163" y="1252538"/>
          <p14:tracePt t="15310" x="4729163" y="1223963"/>
          <p14:tracePt t="15318" x="4741863" y="1211263"/>
          <p14:tracePt t="15326" x="4756150" y="1176338"/>
          <p14:tracePt t="15335" x="4756150" y="1149350"/>
          <p14:tracePt t="15342" x="4776788" y="1122363"/>
          <p14:tracePt t="15352" x="4789488" y="1074738"/>
          <p14:tracePt t="15358" x="4789488" y="1047750"/>
          <p14:tracePt t="15368" x="4789488" y="1020763"/>
          <p14:tracePt t="15375" x="4803775" y="979488"/>
          <p14:tracePt t="15385" x="4803775" y="946150"/>
          <p14:tracePt t="15390" x="4803775" y="919163"/>
          <p14:tracePt t="15400" x="4803775" y="904875"/>
          <p14:tracePt t="15409" x="4803775" y="877888"/>
          <p14:tracePt t="15417" x="4803775" y="863600"/>
          <p14:tracePt t="15424" x="4803775" y="836613"/>
          <p14:tracePt t="15431" x="4803775" y="815975"/>
          <p14:tracePt t="15440" x="4803775" y="803275"/>
          <p14:tracePt t="15451" x="4789488" y="788988"/>
          <p14:tracePt t="15456" x="4756150" y="776288"/>
          <p14:tracePt t="15466" x="4756150" y="762000"/>
          <p14:tracePt t="15472" x="4729163" y="747713"/>
          <p14:tracePt t="15482" x="4714875" y="735013"/>
          <p14:tracePt t="15486" x="4700588" y="720725"/>
          <p14:tracePt t="15496" x="4687888" y="720725"/>
          <p14:tracePt t="15506" x="4687888" y="708025"/>
          <p14:tracePt t="15514" x="4673600" y="687388"/>
          <p14:tracePt t="15525" x="4660900" y="673100"/>
          <p14:tracePt t="15548" x="4646613" y="673100"/>
          <p14:tracePt t="15557" x="4646613" y="660400"/>
          <p14:tracePt t="15566" x="4625975" y="660400"/>
          <p14:tracePt t="15575" x="4625975" y="646113"/>
          <p14:tracePt t="15593" x="4625975" y="633413"/>
          <p14:tracePt t="15601" x="4613275" y="619125"/>
          <p14:tracePt t="15617" x="4598988" y="604838"/>
          <p14:tracePt t="15623" x="4598988" y="592138"/>
          <p14:tracePt t="15634" x="4586288" y="592138"/>
          <p14:tracePt t="15642" x="4572000" y="577850"/>
          <p14:tracePt t="15650" x="4572000" y="557213"/>
          <p14:tracePt t="15656" x="4557713" y="557213"/>
          <p14:tracePt t="15665" x="4557713" y="544513"/>
          <p14:tracePt t="15673" x="4545013" y="544513"/>
          <p14:tracePt t="15683" x="4545013" y="530225"/>
          <p14:tracePt t="15685" x="4530725" y="530225"/>
          <p14:tracePt t="15700" x="4518025" y="530225"/>
          <p14:tracePt t="15716" x="4497388" y="517525"/>
          <p14:tracePt t="15732" x="4483100" y="517525"/>
          <p14:tracePt t="15756" x="4470400" y="530225"/>
          <p14:tracePt t="15772" x="4456113" y="557213"/>
          <p14:tracePt t="15781" x="4443413" y="577850"/>
          <p14:tracePt t="15791" x="4429125" y="604838"/>
          <p14:tracePt t="15799" x="4429125" y="619125"/>
          <p14:tracePt t="15808" x="4414838" y="646113"/>
          <p14:tracePt t="15817" x="4402138" y="673100"/>
          <p14:tracePt t="15822" x="4387850" y="708025"/>
          <p14:tracePt t="15833" x="4387850" y="735013"/>
          <p14:tracePt t="15839" x="4367213" y="762000"/>
          <p14:tracePt t="15850" x="4354513" y="803275"/>
          <p14:tracePt t="15856" x="4354513" y="836613"/>
          <p14:tracePt t="15868" x="4340225" y="863600"/>
          <p14:tracePt t="15870" x="4340225" y="890588"/>
          <p14:tracePt t="15880" x="4340225" y="931863"/>
          <p14:tracePt t="15890" x="4340225" y="966788"/>
          <p14:tracePt t="15895" x="4340225" y="993775"/>
          <p14:tracePt t="15907" x="4340225" y="1006475"/>
          <p14:tracePt t="15909" x="4340225" y="1033463"/>
          <p14:tracePt t="15918" x="4340225" y="1062038"/>
          <p14:tracePt t="15928" x="4340225" y="1074738"/>
          <p14:tracePt t="15937" x="4340225" y="1095375"/>
          <p14:tracePt t="15943" x="4340225" y="1122363"/>
          <p14:tracePt t="15953" x="4354513" y="1136650"/>
          <p14:tracePt t="15960" x="4354513" y="1149350"/>
          <p14:tracePt t="15968" x="4367213" y="1163638"/>
          <p14:tracePt t="15980" x="4367213" y="1176338"/>
          <p14:tracePt t="15981" x="4387850" y="1176338"/>
          <p14:tracePt t="15992" x="4402138" y="1190625"/>
          <p14:tracePt t="16001" x="4414838" y="1211263"/>
          <p14:tracePt t="16008" x="4429125" y="1211263"/>
          <p14:tracePt t="16016" x="4429125" y="1223963"/>
          <p14:tracePt t="16021" x="4443413" y="1223963"/>
          <p14:tracePt t="16030" x="4456113" y="1238250"/>
          <p14:tracePt t="16041" x="4470400" y="1238250"/>
          <p14:tracePt t="16057" x="4483100" y="1238250"/>
          <p14:tracePt t="16064" x="4497388" y="1238250"/>
          <p14:tracePt t="16075" x="4530725" y="1238250"/>
          <p14:tracePt t="16077" x="4545013" y="1238250"/>
          <p14:tracePt t="16086" x="4557713" y="1238250"/>
          <p14:tracePt t="16094" x="4572000" y="1238250"/>
          <p14:tracePt t="16103" x="4586288" y="1238250"/>
          <p14:tracePt t="16112" x="4613275" y="1223963"/>
          <p14:tracePt t="16123" x="4625975" y="1223963"/>
          <p14:tracePt t="16125" x="4646613" y="1211263"/>
          <p14:tracePt t="16134" x="4660900" y="1190625"/>
          <p14:tracePt t="16145" x="4687888" y="1176338"/>
          <p14:tracePt t="16151" x="4700588" y="1163638"/>
          <p14:tracePt t="16161" x="4729163" y="1149350"/>
          <p14:tracePt t="16169" x="4756150" y="1122363"/>
          <p14:tracePt t="16179" x="4776788" y="1095375"/>
          <p14:tracePt t="16182" x="4816475" y="1062038"/>
          <p14:tracePt t="16192" x="4830763" y="1033463"/>
          <p14:tracePt t="16201" x="4857750" y="993775"/>
          <p14:tracePt t="16206" x="4884738" y="966788"/>
          <p14:tracePt t="16218" x="4905375" y="919163"/>
          <p14:tracePt t="16223" x="4919663" y="904875"/>
          <p14:tracePt t="16235" x="4946650" y="877888"/>
          <p14:tracePt t="16239" x="4959350" y="836613"/>
          <p14:tracePt t="16248" x="4973638" y="803275"/>
          <p14:tracePt t="16258" x="5000625" y="776288"/>
          <p14:tracePt t="16264" x="5000625" y="735013"/>
          <p14:tracePt t="16274" x="5021263" y="720725"/>
          <p14:tracePt t="16281" x="5033963" y="673100"/>
          <p14:tracePt t="16290" x="5048250" y="633413"/>
          <p14:tracePt t="16298" x="5048250" y="604838"/>
          <p14:tracePt t="16308" x="5048250" y="577850"/>
          <p14:tracePt t="16310" x="5048250" y="530225"/>
          <p14:tracePt t="16319" x="5048250" y="517525"/>
          <p14:tracePt t="16326" x="5048250" y="490538"/>
          <p14:tracePt t="16335" x="5048250" y="461963"/>
          <p14:tracePt t="16342" x="5048250" y="449263"/>
          <p14:tracePt t="16352" x="5048250" y="428625"/>
          <p14:tracePt t="16360" x="5033963" y="414338"/>
          <p14:tracePt t="16367" x="5033963" y="401638"/>
          <p14:tracePt t="16376" x="5033963" y="387350"/>
          <p14:tracePt t="16394" x="5033963" y="374650"/>
          <p14:tracePt t="16396" x="5021263" y="374650"/>
          <p14:tracePt t="16427" x="5021263" y="360363"/>
          <p14:tracePt t="16459" x="5000625" y="360363"/>
          <p14:tracePt t="16469" x="5000625" y="347663"/>
          <p14:tracePt t="16491" x="4986338" y="333375"/>
          <p14:tracePt t="16507" x="4973638" y="333375"/>
          <p14:tracePt t="16516" x="4973638" y="312738"/>
          <p14:tracePt t="16533" x="4959350" y="300038"/>
          <p14:tracePt t="16550" x="4946650" y="285750"/>
          <p14:tracePt t="16577" x="4932363" y="271463"/>
          <p14:tracePt t="16592" x="4932363" y="258763"/>
          <p14:tracePt t="16609" x="4919663" y="258763"/>
          <p14:tracePt t="16626" x="4905375" y="244475"/>
          <p14:tracePt t="16643" x="4884738" y="244475"/>
          <p14:tracePt t="16652" x="4884738" y="231775"/>
          <p14:tracePt t="16667" x="4872038" y="231775"/>
          <p14:tracePt t="16691" x="4857750" y="231775"/>
          <p14:tracePt t="16707" x="4843463" y="231775"/>
          <p14:tracePt t="16723" x="4830763" y="231775"/>
          <p14:tracePt t="16739" x="4816475" y="231775"/>
          <p14:tracePt t="16748" x="4803775" y="231775"/>
          <p14:tracePt t="16758" x="4789488" y="231775"/>
          <p14:tracePt t="16766" x="4776788" y="231775"/>
          <p14:tracePt t="16776" x="4756150" y="231775"/>
          <p14:tracePt t="16783" x="4741863" y="231775"/>
          <p14:tracePt t="16790" x="4729163" y="231775"/>
          <p14:tracePt t="16800" x="4714875" y="231775"/>
          <p14:tracePt t="16806" x="4700588" y="231775"/>
          <p14:tracePt t="16817" x="4673600" y="231775"/>
          <p14:tracePt t="16823" x="4660900" y="244475"/>
          <p14:tracePt t="16834" x="4646613" y="258763"/>
          <p14:tracePt t="16839" x="4613275" y="271463"/>
          <p14:tracePt t="16851" x="4586288" y="285750"/>
          <p14:tracePt t="16854" x="4572000" y="312738"/>
          <p14:tracePt t="16864" x="4530725" y="347663"/>
          <p14:tracePt t="16874" x="4518025" y="374650"/>
          <p14:tracePt t="16876" x="4483100" y="401638"/>
          <p14:tracePt t="16885" x="4470400" y="428625"/>
          <p14:tracePt t="16896" x="4443413" y="490538"/>
          <p14:tracePt t="16903" x="4414838" y="517525"/>
          <p14:tracePt t="16912" x="4387850" y="577850"/>
          <p14:tracePt t="16919" x="4354513" y="619125"/>
          <p14:tracePt t="16928" x="4340225" y="673100"/>
          <p14:tracePt t="16937" x="4327525" y="720725"/>
          <p14:tracePt t="16946" x="4313238" y="762000"/>
          <p14:tracePt t="16957" x="4300538" y="815975"/>
          <p14:tracePt t="16959" x="4300538" y="863600"/>
          <p14:tracePt t="16968" x="4300538" y="890588"/>
          <p14:tracePt t="16975" x="4300538" y="946150"/>
          <p14:tracePt t="16983" x="4300538" y="993775"/>
          <p14:tracePt t="16989" x="4300538" y="1020763"/>
          <p14:tracePt t="17001" x="4300538" y="1062038"/>
          <p14:tracePt t="17005" x="4300538" y="1095375"/>
          <p14:tracePt t="17014" x="4300538" y="1122363"/>
          <p14:tracePt t="17024" x="4300538" y="1149350"/>
          <p14:tracePt t="17032" x="4300538" y="1176338"/>
          <p14:tracePt t="17043" x="4313238" y="1190625"/>
          <p14:tracePt t="17044" x="4327525" y="1211263"/>
          <p14:tracePt t="17055" x="4340225" y="1238250"/>
          <p14:tracePt t="17064" x="4354513" y="1252538"/>
          <p14:tracePt t="17071" x="4367213" y="1279525"/>
          <p14:tracePt t="17082" x="4387850" y="1292225"/>
          <p14:tracePt t="17084" x="4402138" y="1306513"/>
          <p14:tracePt t="17093" x="4414838" y="1306513"/>
          <p14:tracePt t="17102" x="4429125" y="1319213"/>
          <p14:tracePt t="17110" x="4429125" y="1339850"/>
          <p14:tracePt t="17120" x="4443413" y="1339850"/>
          <p14:tracePt t="17127" x="4456113" y="1339850"/>
          <p14:tracePt t="17134" x="4456113" y="1354138"/>
          <p14:tracePt t="17143" x="4470400" y="1354138"/>
          <p14:tracePt t="17150" x="4483100" y="1354138"/>
          <p14:tracePt t="17161" x="4497388" y="1354138"/>
          <p14:tracePt t="17163" x="4518025" y="1354138"/>
          <p14:tracePt t="17174" x="4530725" y="1354138"/>
          <p14:tracePt t="17182" x="4545013" y="1354138"/>
          <p14:tracePt t="17192" x="4557713" y="1354138"/>
          <p14:tracePt t="17198" x="4572000" y="1339850"/>
          <p14:tracePt t="17206" x="4598988" y="1339850"/>
          <p14:tracePt t="17217" x="4613275" y="1319213"/>
          <p14:tracePt t="17223" x="4646613" y="1292225"/>
          <p14:tracePt t="17235" x="4673600" y="1279525"/>
          <p14:tracePt t="17238" x="4700588" y="1252538"/>
          <p14:tracePt t="17248" x="4714875" y="1238250"/>
          <p14:tracePt t="17259" x="4741863" y="1223963"/>
          <p14:tracePt t="17261" x="4756150" y="1211263"/>
          <p14:tracePt t="17270" x="4776788" y="1190625"/>
          <p14:tracePt t="17281" x="4789488" y="1176338"/>
          <p14:tracePt t="17287" x="4803775" y="1163638"/>
          <p14:tracePt t="17302" x="4816475" y="1163638"/>
          <p14:tracePt t="17311" x="4816475" y="1149350"/>
          <p14:tracePt t="17319" x="4830763" y="1149350"/>
          <p14:tracePt t="17324" x="4830763" y="1136650"/>
          <p14:tracePt t="19830" x="4830763" y="1122363"/>
          <p14:tracePt t="19837" x="4830763" y="1109663"/>
          <p14:tracePt t="19847" x="4830763" y="1074738"/>
          <p14:tracePt t="19854" x="4830763" y="1047750"/>
          <p14:tracePt t="19863" x="4830763" y="1020763"/>
          <p14:tracePt t="19871" x="4830763" y="1006475"/>
          <p14:tracePt t="19880" x="4830763" y="979488"/>
          <p14:tracePt t="19887" x="4830763" y="966788"/>
          <p14:tracePt t="19896" x="4830763" y="946150"/>
          <p14:tracePt t="19902" x="4816475" y="931863"/>
          <p14:tracePt t="19913" x="4816475" y="904875"/>
          <p14:tracePt t="19928" x="4803775" y="890588"/>
          <p14:tracePt t="19935" x="4803775" y="877888"/>
          <p14:tracePt t="19952" x="4789488" y="863600"/>
          <p14:tracePt t="19963" x="4776788" y="850900"/>
          <p14:tracePt t="19970" x="4756150" y="836613"/>
          <p14:tracePt t="19977" x="4741863" y="836613"/>
          <p14:tracePt t="19986" x="4729163" y="815975"/>
          <p14:tracePt t="19994" x="4714875" y="815975"/>
          <p14:tracePt t="20003" x="4700588" y="803275"/>
          <p14:tracePt t="20014" x="4687888" y="803275"/>
          <p14:tracePt t="20017" x="4673600" y="788988"/>
          <p14:tracePt t="20034" x="4660900" y="776288"/>
          <p14:tracePt t="20043" x="4646613" y="776288"/>
          <p14:tracePt t="20049" x="4625975" y="776288"/>
          <p14:tracePt t="20054" x="4613275" y="776288"/>
          <p14:tracePt t="20063" x="4598988" y="762000"/>
          <p14:tracePt t="20073" x="4586288" y="762000"/>
          <p14:tracePt t="20081" x="4572000" y="762000"/>
          <p14:tracePt t="20090" x="4557713" y="762000"/>
          <p14:tracePt t="20098" x="4545013" y="762000"/>
          <p14:tracePt t="20105" x="4530725" y="762000"/>
          <p14:tracePt t="20115" x="4518025" y="762000"/>
          <p14:tracePt t="20121" x="4497388" y="762000"/>
          <p14:tracePt t="20136" x="4483100" y="762000"/>
          <p14:tracePt t="20146" x="4470400" y="762000"/>
          <p14:tracePt t="20163" x="4456113" y="762000"/>
          <p14:tracePt t="20178" x="4456113" y="776288"/>
          <p14:tracePt t="20188" x="4443413" y="776288"/>
          <p14:tracePt t="20194" x="4443413" y="788988"/>
          <p14:tracePt t="20209" x="4429125" y="803275"/>
          <p14:tracePt t="20221" x="4429125" y="815975"/>
          <p14:tracePt t="20223" x="4429125" y="836613"/>
          <p14:tracePt t="20233" x="4429125" y="850900"/>
          <p14:tracePt t="20241" x="4414838" y="863600"/>
          <p14:tracePt t="20251" x="4414838" y="877888"/>
          <p14:tracePt t="20256" x="4414838" y="890588"/>
          <p14:tracePt t="20268" x="4414838" y="904875"/>
          <p14:tracePt t="20270" x="4414838" y="919163"/>
          <p14:tracePt t="20279" x="4414838" y="931863"/>
          <p14:tracePt t="20288" x="4414838" y="946150"/>
          <p14:tracePt t="20296" x="4414838" y="966788"/>
          <p14:tracePt t="20312" x="4414838" y="979488"/>
          <p14:tracePt t="20321" x="4429125" y="993775"/>
          <p14:tracePt t="20330" x="4443413" y="993775"/>
          <p14:tracePt t="20337" x="4443413" y="1006475"/>
          <p14:tracePt t="20344" x="4456113" y="1006475"/>
          <p14:tracePt t="20353" x="4470400" y="1006475"/>
          <p14:tracePt t="20360" x="4470400" y="1020763"/>
          <p14:tracePt t="20369" x="4483100" y="1020763"/>
          <p14:tracePt t="20384" x="4497388" y="1020763"/>
          <p14:tracePt t="20392" x="4518025" y="1020763"/>
          <p14:tracePt t="20407" x="4530725" y="1020763"/>
          <p14:tracePt t="20419" x="4545013" y="1020763"/>
          <p14:tracePt t="20425" x="4557713" y="1020763"/>
          <p14:tracePt t="20439" x="4572000" y="1020763"/>
          <p14:tracePt t="20449" x="4586288" y="1020763"/>
          <p14:tracePt t="20458" x="4586288" y="1006475"/>
          <p14:tracePt t="20468" x="4598988" y="1006475"/>
          <p14:tracePt t="20479" x="4613275" y="1006475"/>
          <p14:tracePt t="20488" x="4613275" y="993775"/>
          <p14:tracePt t="20504" x="4625975" y="993775"/>
          <p14:tracePt t="20521" x="4646613" y="993775"/>
          <p14:tracePt t="20530" x="4646613" y="979488"/>
          <p14:tracePt t="20538" x="4660900" y="979488"/>
          <p14:tracePt t="20545" x="4673600" y="966788"/>
          <p14:tracePt t="20571" x="4687888" y="946150"/>
          <p14:tracePt t="20577" x="4700588" y="946150"/>
          <p14:tracePt t="20603" x="4700588" y="931863"/>
          <p14:tracePt t="20605" x="4714875" y="931863"/>
          <p14:tracePt t="20693" x="4714875" y="919163"/>
          <p14:tracePt t="21724" x="4714875" y="890588"/>
          <p14:tracePt t="21740" x="4714875" y="863600"/>
          <p14:tracePt t="21750" x="4714875" y="850900"/>
          <p14:tracePt t="21758" x="4714875" y="815975"/>
          <p14:tracePt t="21766" x="4714875" y="803275"/>
          <p14:tracePt t="21775" x="4714875" y="788988"/>
          <p14:tracePt t="21783" x="4714875" y="776288"/>
          <p14:tracePt t="21792" x="4714875" y="762000"/>
          <p14:tracePt t="21800" x="4714875" y="747713"/>
          <p14:tracePt t="21809" x="4714875" y="735013"/>
          <p14:tracePt t="21820" x="4714875" y="720725"/>
          <p14:tracePt t="21822" x="4714875" y="708025"/>
          <p14:tracePt t="21831" x="4714875" y="687388"/>
          <p14:tracePt t="21846" x="4714875" y="673100"/>
          <p14:tracePt t="21855" x="4714875" y="660400"/>
          <p14:tracePt t="21864" x="4714875" y="646113"/>
          <p14:tracePt t="21880" x="4714875" y="633413"/>
          <p14:tracePt t="21889" x="4700588" y="619125"/>
          <p14:tracePt t="21898" x="4687888" y="619125"/>
          <p14:tracePt t="21903" x="4687888" y="604838"/>
          <p14:tracePt t="21920" x="4673600" y="604838"/>
          <p14:tracePt t="21929" x="4673600" y="592138"/>
          <p14:tracePt t="21939" x="4660900" y="592138"/>
          <p14:tracePt t="21951" x="4660900" y="577850"/>
          <p14:tracePt t="21960" x="4646613" y="577850"/>
          <p14:tracePt t="21977" x="4625975" y="557213"/>
          <p14:tracePt t="21990" x="4613275" y="557213"/>
          <p14:tracePt t="22004" x="4598988" y="544513"/>
          <p14:tracePt t="22020" x="4586288" y="544513"/>
          <p14:tracePt t="22036" x="4572000" y="544513"/>
          <p14:tracePt t="22044" x="4572000" y="530225"/>
          <p14:tracePt t="22055" x="4557713" y="530225"/>
          <p14:tracePt t="22076" x="4545013" y="530225"/>
          <p14:tracePt t="22108" x="4530725" y="530225"/>
          <p14:tracePt t="22140" x="4518025" y="530225"/>
          <p14:tracePt t="22156" x="4497388" y="530225"/>
          <p14:tracePt t="22172" x="4483100" y="530225"/>
          <p14:tracePt t="22188" x="4470400" y="530225"/>
          <p14:tracePt t="22204" x="4470400" y="544513"/>
          <p14:tracePt t="22212" x="4456113" y="544513"/>
          <p14:tracePt t="22228" x="4456113" y="557213"/>
          <p14:tracePt t="22244" x="4443413" y="557213"/>
          <p14:tracePt t="22254" x="4443413" y="577850"/>
          <p14:tracePt t="22262" x="4443413" y="592138"/>
          <p14:tracePt t="22271" x="4429125" y="604838"/>
          <p14:tracePt t="22279" x="4429125" y="619125"/>
          <p14:tracePt t="22294" x="4414838" y="633413"/>
          <p14:tracePt t="22303" x="4414838" y="646113"/>
          <p14:tracePt t="22321" x="4414838" y="660400"/>
          <p14:tracePt t="22337" x="4414838" y="673100"/>
          <p14:tracePt t="22360" x="4414838" y="687388"/>
          <p14:tracePt t="22384" x="4414838" y="708025"/>
          <p14:tracePt t="22403" x="4414838" y="720725"/>
          <p14:tracePt t="22420" x="4414838" y="735013"/>
          <p14:tracePt t="22444" x="4414838" y="747713"/>
          <p14:tracePt t="22468" x="4414838" y="762000"/>
          <p14:tracePt t="22476" x="4429125" y="762000"/>
          <p14:tracePt t="22499" x="4429125" y="776288"/>
          <p14:tracePt t="22508" x="4443413" y="776288"/>
          <p14:tracePt t="22524" x="4456113" y="776288"/>
          <p14:tracePt t="22539" x="4470400" y="788988"/>
          <p14:tracePt t="22556" x="4483100" y="788988"/>
          <p14:tracePt t="22572" x="4497388" y="788988"/>
          <p14:tracePt t="22581" x="4518025" y="788988"/>
          <p14:tracePt t="22596" x="4530725" y="803275"/>
          <p14:tracePt t="22612" x="4545013" y="803275"/>
          <p14:tracePt t="22621" x="4557713" y="803275"/>
          <p14:tracePt t="22637" x="4572000" y="803275"/>
          <p14:tracePt t="22645" x="4586288" y="803275"/>
          <p14:tracePt t="22654" x="4598988" y="803275"/>
          <p14:tracePt t="22670" x="4613275" y="803275"/>
          <p14:tracePt t="22678" x="4625975" y="788988"/>
          <p14:tracePt t="22687" x="4646613" y="788988"/>
          <p14:tracePt t="22694" x="4660900" y="776288"/>
          <p14:tracePt t="22705" x="4673600" y="776288"/>
          <p14:tracePt t="22711" x="4687888" y="762000"/>
          <p14:tracePt t="22721" x="4700588" y="747713"/>
          <p14:tracePt t="22730" x="4714875" y="735013"/>
          <p14:tracePt t="22736" x="4729163" y="708025"/>
          <p14:tracePt t="22753" x="4756150" y="673100"/>
          <p14:tracePt t="22760" x="4756150" y="660400"/>
          <p14:tracePt t="22769" x="4776788" y="633413"/>
          <p14:tracePt t="22777" x="4789488" y="619125"/>
          <p14:tracePt t="22786" x="4789488" y="604838"/>
          <p14:tracePt t="22790" x="4803775" y="577850"/>
          <p14:tracePt t="22799" x="4803775" y="557213"/>
          <p14:tracePt t="22808" x="4803775" y="544513"/>
          <p14:tracePt t="22817" x="4816475" y="530225"/>
          <p14:tracePt t="22830" x="4816475" y="517525"/>
          <p14:tracePt t="22839" x="4816475" y="503238"/>
          <p14:tracePt t="22846" x="4816475" y="490538"/>
          <p14:tracePt t="22859" x="4803775" y="476250"/>
          <p14:tracePt t="22871" x="4789488" y="476250"/>
          <p14:tracePt t="22879" x="4776788" y="461963"/>
          <p14:tracePt t="22887" x="4756150" y="461963"/>
          <p14:tracePt t="22897" x="4729163" y="461963"/>
          <p14:tracePt t="22903" x="4714875" y="461963"/>
          <p14:tracePt t="22913" x="4673600" y="461963"/>
          <p14:tracePt t="22920" x="4646613" y="461963"/>
          <p14:tracePt t="22928" x="4613275" y="461963"/>
          <p14:tracePt t="22937" x="4586288" y="461963"/>
          <p14:tracePt t="22944" x="4557713" y="461963"/>
          <p14:tracePt t="22954" x="4530725" y="461963"/>
          <p14:tracePt t="22956" x="4497388" y="461963"/>
          <p14:tracePt t="22965" x="4483100" y="476250"/>
          <p14:tracePt t="22973" x="4470400" y="490538"/>
          <p14:tracePt t="22983" x="4456113" y="503238"/>
          <p14:tracePt t="22993" x="4443413" y="517525"/>
          <p14:tracePt t="22999" x="4429125" y="530225"/>
          <p14:tracePt t="23008" x="4414838" y="557213"/>
          <p14:tracePt t="23017" x="4402138" y="577850"/>
          <p14:tracePt t="23025" x="4402138" y="592138"/>
          <p14:tracePt t="23033" x="4387850" y="619125"/>
          <p14:tracePt t="23039" x="4387850" y="633413"/>
          <p14:tracePt t="23048" x="4367213" y="660400"/>
          <p14:tracePt t="23055" x="4367213" y="687388"/>
          <p14:tracePt t="23064" x="4367213" y="720725"/>
          <p14:tracePt t="23070" x="4367213" y="735013"/>
          <p14:tracePt t="23082" x="4367213" y="747713"/>
          <p14:tracePt t="23085" x="4367213" y="776288"/>
          <p14:tracePt t="23094" x="4367213" y="788988"/>
          <p14:tracePt t="23103" x="4367213" y="803275"/>
          <p14:tracePt t="23120" x="4387850" y="815975"/>
          <p14:tracePt t="23129" x="4402138" y="815975"/>
          <p14:tracePt t="23138" x="4402138" y="836613"/>
          <p14:tracePt t="23140" x="4414838" y="836613"/>
          <p14:tracePt t="23149" x="4429125" y="836613"/>
          <p14:tracePt t="23161" x="4443413" y="836613"/>
          <p14:tracePt t="23166" x="4456113" y="836613"/>
          <p14:tracePt t="23175" x="4470400" y="836613"/>
          <p14:tracePt t="23183" x="4483100" y="836613"/>
          <p14:tracePt t="23192" x="4497388" y="836613"/>
          <p14:tracePt t="23199" x="4518025" y="836613"/>
          <p14:tracePt t="23208" x="4530725" y="836613"/>
          <p14:tracePt t="23215" x="4545013" y="836613"/>
          <p14:tracePt t="23229" x="4557713" y="836613"/>
          <p14:tracePt t="23248" x="4572000" y="836613"/>
          <p14:tracePt t="23280" x="4586288" y="836613"/>
          <p14:tracePt t="23294" x="4586288" y="815975"/>
          <p14:tracePt t="23308" x="4598988" y="815975"/>
          <p14:tracePt t="23323" x="4613275" y="815975"/>
          <p14:tracePt t="23347" x="4613275" y="803275"/>
          <p14:tracePt t="23356" x="4625975" y="803275"/>
          <p14:tracePt t="25201" x="4646613" y="803275"/>
          <p14:tracePt t="25210" x="4700588" y="836613"/>
          <p14:tracePt t="25220" x="4729163" y="863600"/>
          <p14:tracePt t="25230" x="4776788" y="890588"/>
          <p14:tracePt t="25237" x="4830763" y="931863"/>
          <p14:tracePt t="25245" x="4884738" y="979488"/>
          <p14:tracePt t="25255" x="4973638" y="1047750"/>
          <p14:tracePt t="25263" x="5089525" y="1122363"/>
          <p14:tracePt t="25270" x="5149850" y="1163638"/>
          <p14:tracePt t="25277" x="5245100" y="1238250"/>
          <p14:tracePt t="25287" x="5334000" y="1292225"/>
          <p14:tracePt t="25294" x="5435600" y="1354138"/>
          <p14:tracePt t="25303" x="5518150" y="1408113"/>
          <p14:tracePt t="25312" x="5592763" y="1435100"/>
          <p14:tracePt t="25322" x="5646738" y="1470025"/>
          <p14:tracePt t="25325" x="5721350" y="1497013"/>
          <p14:tracePt t="25334" x="5762625" y="1524000"/>
          <p14:tracePt t="25341" x="5795963" y="1524000"/>
          <p14:tracePt t="25350" x="5837238" y="1550988"/>
          <p14:tracePt t="25779" x="5824538" y="1550988"/>
          <p14:tracePt t="25787" x="5810250" y="1550988"/>
          <p14:tracePt t="25795" x="5783263" y="1550988"/>
          <p14:tracePt t="25804" x="5748338" y="1550988"/>
          <p14:tracePt t="25812" x="5708650" y="1550988"/>
          <p14:tracePt t="25821" x="5694363" y="1550988"/>
          <p14:tracePt t="25828" x="5646738" y="1550988"/>
          <p14:tracePt t="25835" x="5634038" y="1565275"/>
          <p14:tracePt t="25845" x="5605463" y="1565275"/>
          <p14:tracePt t="25851" x="5578475" y="1565275"/>
          <p14:tracePt t="25861" x="5565775" y="1577975"/>
          <p14:tracePt t="25869" x="5551488" y="1577975"/>
          <p14:tracePt t="25898" x="5538788" y="1577975"/>
          <p14:tracePt t="26091" x="5551488" y="1577975"/>
          <p14:tracePt t="26100" x="5578475" y="1577975"/>
          <p14:tracePt t="26107" x="5619750" y="1577975"/>
          <p14:tracePt t="26117" x="5681663" y="1577975"/>
          <p14:tracePt t="26124" x="5735638" y="1577975"/>
          <p14:tracePt t="26132" x="5810250" y="1577975"/>
          <p14:tracePt t="26141" x="5891213" y="1577975"/>
          <p14:tracePt t="26150" x="5994400" y="1577975"/>
          <p14:tracePt t="26161" x="6081713" y="1577975"/>
          <p14:tracePt t="26163" x="6184900" y="1577975"/>
          <p14:tracePt t="26171" x="6211888" y="1577975"/>
          <p14:tracePt t="26181" x="6265863" y="1577975"/>
          <p14:tracePt t="26189" x="6327775" y="1577975"/>
          <p14:tracePt t="26195" x="6367463" y="1577975"/>
          <p14:tracePt t="26206" x="6396038" y="1577975"/>
          <p14:tracePt t="26212" x="6429375" y="1577975"/>
          <p14:tracePt t="26222" x="6443663" y="1577975"/>
          <p14:tracePt t="26227" x="6456363" y="1577975"/>
          <p14:tracePt t="26239" x="6470650" y="1598613"/>
          <p14:tracePt t="26255" x="6483350" y="1598613"/>
          <p14:tracePt t="26284" x="6497638" y="1598613"/>
          <p14:tracePt t="28378" x="6483350" y="1598613"/>
          <p14:tracePt t="28386" x="6470650" y="1598613"/>
          <p14:tracePt t="28394" x="6443663" y="1598613"/>
          <p14:tracePt t="28403" x="6429375" y="1612900"/>
          <p14:tracePt t="28410" x="6381750" y="1612900"/>
          <p14:tracePt t="28418" x="6340475" y="1625600"/>
          <p14:tracePt t="28426" x="6300788" y="1639888"/>
          <p14:tracePt t="28434" x="6238875" y="1639888"/>
          <p14:tracePt t="28444" x="6184900" y="1652588"/>
          <p14:tracePt t="28452" x="6122988" y="1652588"/>
          <p14:tracePt t="28458" x="6054725" y="1666875"/>
          <p14:tracePt t="28468" x="6021388" y="1666875"/>
          <p14:tracePt t="28478" x="5967413" y="1666875"/>
          <p14:tracePt t="28484" x="5926138" y="1666875"/>
          <p14:tracePt t="28489" x="5878513" y="1666875"/>
          <p14:tracePt t="28500" x="5837238" y="1681163"/>
          <p14:tracePt t="28508" x="5810250" y="1681163"/>
          <p14:tracePt t="28518" x="5783263" y="1693863"/>
          <p14:tracePt t="28520" x="5748338" y="1693863"/>
          <p14:tracePt t="28531" x="5735638" y="1693863"/>
          <p14:tracePt t="28538" x="5721350" y="1708150"/>
          <p14:tracePt t="28549" x="5708650" y="1708150"/>
          <p14:tracePt t="28556" x="5694363" y="1708150"/>
          <p14:tracePt t="28566" x="5681663" y="1728788"/>
          <p14:tracePt t="28582" x="5667375" y="1728788"/>
          <p14:tracePt t="28596" x="5646738" y="1728788"/>
          <p14:tracePt t="28618" x="5634038" y="1728788"/>
          <p14:tracePt t="28634" x="5619750" y="1728788"/>
          <p14:tracePt t="28648" x="5605463" y="1728788"/>
          <p14:tracePt t="28657" x="5592763" y="1728788"/>
          <p14:tracePt t="28668" x="5578475" y="1728788"/>
          <p14:tracePt t="28676" x="5565775" y="1728788"/>
          <p14:tracePt t="28683" x="5551488" y="1728788"/>
          <p14:tracePt t="28693" x="5538788" y="1728788"/>
          <p14:tracePt t="28700" x="5518150" y="1728788"/>
          <p14:tracePt t="28707" x="5503863" y="1728788"/>
          <p14:tracePt t="28721" x="5491163" y="1728788"/>
          <p14:tracePt t="28731" x="5476875" y="1728788"/>
          <p14:tracePt t="28738" x="5462588" y="1728788"/>
          <p14:tracePt t="28755" x="5449888" y="1728788"/>
          <p14:tracePt t="28765" x="5435600" y="1728788"/>
          <p14:tracePt t="28786" x="5422900" y="1728788"/>
          <p14:tracePt t="28804" x="5408613" y="1728788"/>
          <p14:tracePt t="28833" x="5387975" y="1728788"/>
          <p14:tracePt t="28868" x="5375275" y="1728788"/>
          <p14:tracePt t="28877" x="5375275" y="1708150"/>
          <p14:tracePt t="28902" x="5360988" y="1708150"/>
          <p14:tracePt t="28907" x="5360988" y="1693863"/>
          <p14:tracePt t="28934" x="5348288" y="1693863"/>
          <p14:tracePt t="28937" x="5348288" y="1681163"/>
          <p14:tracePt t="28983" x="5334000" y="1681163"/>
          <p14:tracePt t="29007" x="5334000" y="1666875"/>
          <p14:tracePt t="29816" x="5348288" y="1666875"/>
          <p14:tracePt t="29825" x="5387975" y="1666875"/>
          <p14:tracePt t="29833" x="5422900" y="1666875"/>
          <p14:tracePt t="29841" x="5449888" y="1666875"/>
          <p14:tracePt t="29849" x="5491163" y="1666875"/>
          <p14:tracePt t="29856" x="5518150" y="1666875"/>
          <p14:tracePt t="29866" x="5565775" y="1666875"/>
          <p14:tracePt t="29872" x="5605463" y="1666875"/>
          <p14:tracePt t="29881" x="5634038" y="1666875"/>
          <p14:tracePt t="29888" x="5681663" y="1681163"/>
          <p14:tracePt t="29896" x="5708650" y="1681163"/>
          <p14:tracePt t="29904" x="5735638" y="1681163"/>
          <p14:tracePt t="29914" x="5762625" y="1681163"/>
          <p14:tracePt t="29921" x="5783263" y="1681163"/>
          <p14:tracePt t="29931" x="5810250" y="1681163"/>
          <p14:tracePt t="29938" x="5824538" y="1681163"/>
          <p14:tracePt t="29948" x="5837238" y="1681163"/>
          <p14:tracePt t="29963" x="5851525" y="1681163"/>
          <p14:tracePt t="29990" x="5864225" y="1681163"/>
          <p14:tracePt t="30062" x="5878513" y="1681163"/>
          <p14:tracePt t="30079" x="5891213" y="1681163"/>
          <p14:tracePt t="30095" x="5911850" y="1681163"/>
          <p14:tracePt t="30104" x="5926138" y="1681163"/>
          <p14:tracePt t="30112" x="5938838" y="1681163"/>
          <p14:tracePt t="30122" x="5953125" y="1681163"/>
          <p14:tracePt t="30129" x="5967413" y="1681163"/>
          <p14:tracePt t="30139" x="5980113" y="1681163"/>
          <p14:tracePt t="30147" x="5994400" y="1681163"/>
          <p14:tracePt t="30161" x="6007100" y="1681163"/>
          <p14:tracePt t="30171" x="6021388" y="1681163"/>
          <p14:tracePt t="30183" x="6042025" y="1681163"/>
          <p14:tracePt t="30206" x="6054725" y="1681163"/>
          <p14:tracePt t="30342" x="6069013" y="1681163"/>
          <p14:tracePt t="30358" x="6081713" y="1681163"/>
          <p14:tracePt t="30374" x="6096000" y="1681163"/>
          <p14:tracePt t="30384" x="6110288" y="1681163"/>
          <p14:tracePt t="30392" x="6122988" y="1681163"/>
          <p14:tracePt t="30407" x="6137275" y="1681163"/>
          <p14:tracePt t="30415" x="6149975" y="1681163"/>
          <p14:tracePt t="30430" x="6170613" y="1681163"/>
          <p14:tracePt t="30446" x="6184900" y="1681163"/>
          <p14:tracePt t="30478" x="6197600" y="1681163"/>
          <p14:tracePt t="31029" x="6170613" y="1681163"/>
          <p14:tracePt t="31039" x="6137275" y="1681163"/>
          <p14:tracePt t="31048" x="6110288" y="1681163"/>
          <p14:tracePt t="31057" x="6069013" y="1681163"/>
          <p14:tracePt t="31064" x="6007100" y="1681163"/>
          <p14:tracePt t="31072" x="5994400" y="1693863"/>
          <p14:tracePt t="31079" x="5953125" y="1693863"/>
          <p14:tracePt t="31089" x="5926138" y="1708150"/>
          <p14:tracePt t="31094" x="5878513" y="1728788"/>
          <p14:tracePt t="31104" x="5864225" y="1728788"/>
          <p14:tracePt t="31111" x="5837238" y="1741488"/>
          <p14:tracePt t="31121" x="5824538" y="1741488"/>
          <p14:tracePt t="31128" x="5810250" y="1741488"/>
          <p14:tracePt t="31139" x="5810250" y="1755775"/>
          <p14:tracePt t="31146" x="5795963" y="1755775"/>
          <p14:tracePt t="31327" x="5783263" y="1755775"/>
          <p14:tracePt t="31335" x="5762625" y="1755775"/>
          <p14:tracePt t="31345" x="5735638" y="1768475"/>
          <p14:tracePt t="31351" x="5708650" y="1782763"/>
          <p14:tracePt t="31362" x="5646738" y="1795463"/>
          <p14:tracePt t="31369" x="5592763" y="1824038"/>
          <p14:tracePt t="31380" x="5551488" y="1836738"/>
          <p14:tracePt t="31382" x="5462588" y="1871663"/>
          <p14:tracePt t="31392" x="5408613" y="1898650"/>
          <p14:tracePt t="31401" x="5348288" y="1925638"/>
          <p14:tracePt t="31409" x="5280025" y="1938338"/>
          <p14:tracePt t="31416" x="5232400" y="1973263"/>
          <p14:tracePt t="31426" x="5205413" y="1985963"/>
          <p14:tracePt t="31433" x="5164138" y="2000250"/>
          <p14:tracePt t="31442" x="5116513" y="2014538"/>
          <p14:tracePt t="31452" x="5089525" y="2027238"/>
          <p14:tracePt t="31460" x="5062538" y="2041525"/>
          <p14:tracePt t="31469" x="5048250" y="2054225"/>
          <p14:tracePt t="31481" x="5033963" y="2054225"/>
          <p14:tracePt t="31483" x="5021263" y="2054225"/>
          <p14:tracePt t="31490" x="5000625" y="2054225"/>
          <p14:tracePt t="31500" x="4986338" y="2068513"/>
          <p14:tracePt t="31605" x="4973638" y="2068513"/>
          <p14:tracePt t="31621" x="4959350" y="2068513"/>
          <p14:tracePt t="31637" x="4946650" y="2068513"/>
          <p14:tracePt t="31653" x="4932363" y="2054225"/>
          <p14:tracePt t="31664" x="4919663" y="2041525"/>
          <p14:tracePt t="31672" x="4905375" y="2041525"/>
          <p14:tracePt t="31682" x="4884738" y="2041525"/>
          <p14:tracePt t="31689" x="4872038" y="2027238"/>
          <p14:tracePt t="31696" x="4857750" y="2014538"/>
          <p14:tracePt t="31706" x="4843463" y="2000250"/>
          <p14:tracePt t="31716" x="4830763" y="2000250"/>
          <p14:tracePt t="31721" x="4816475" y="1985963"/>
          <p14:tracePt t="31733" x="4803775" y="1973263"/>
          <p14:tracePt t="31735" x="4803775" y="1952625"/>
          <p14:tracePt t="31744" x="4789488" y="1938338"/>
          <p14:tracePt t="31751" x="4776788" y="1938338"/>
          <p14:tracePt t="31761" x="4776788" y="1925638"/>
          <p14:tracePt t="31767" x="4756150" y="1925638"/>
          <p14:tracePt t="31777" x="4756150" y="1911350"/>
          <p14:tracePt t="31783" x="4741863" y="1911350"/>
          <p14:tracePt t="31801" x="4729163" y="1911350"/>
          <p14:tracePt t="31810" x="4729163" y="1898650"/>
          <p14:tracePt t="31817" x="4714875" y="1898650"/>
          <p14:tracePt t="31836" x="4700588" y="1898650"/>
          <p14:tracePt t="31841" x="4687888" y="1884363"/>
          <p14:tracePt t="31857" x="4673600" y="1884363"/>
          <p14:tracePt t="31872" x="4660900" y="1884363"/>
          <p14:tracePt t="31885" x="4646613" y="1871663"/>
          <p14:tracePt t="31897" x="4625975" y="1871663"/>
          <p14:tracePt t="31905" x="4613275" y="1857375"/>
          <p14:tracePt t="31915" x="4598988" y="1857375"/>
          <p14:tracePt t="31930" x="4586288" y="1857375"/>
          <p14:tracePt t="31939" x="4586288" y="1836738"/>
          <p14:tracePt t="31948" x="4572000" y="1836738"/>
          <p14:tracePt t="31960" x="4557713" y="1836738"/>
          <p14:tracePt t="31989" x="4557713" y="1824038"/>
          <p14:tracePt t="32078" x="4545013" y="1824038"/>
          <p14:tracePt t="32357" x="4530725" y="1824038"/>
          <p14:tracePt t="32365" x="4530725" y="1836738"/>
          <p14:tracePt t="32830" x="4518025" y="1836738"/>
          <p14:tracePt t="32845" x="4518025" y="1857375"/>
          <p14:tracePt t="32861" x="4518025" y="1871663"/>
          <p14:tracePt t="32871" x="4497388" y="1871663"/>
          <p14:tracePt t="32885" x="4497388" y="1884363"/>
          <p14:tracePt t="32901" x="4483100" y="1884363"/>
          <p14:tracePt t="32917" x="4483100" y="1898650"/>
          <p14:tracePt t="33084" x="4497388" y="1898650"/>
          <p14:tracePt t="33093" x="4518025" y="1898650"/>
          <p14:tracePt t="33108" x="4530725" y="1898650"/>
          <p14:tracePt t="33118" x="4545013" y="1898650"/>
          <p14:tracePt t="33125" x="4557713" y="1898650"/>
          <p14:tracePt t="33134" x="4572000" y="1898650"/>
          <p14:tracePt t="33141" x="4598988" y="1898650"/>
          <p14:tracePt t="33150" x="4613275" y="1898650"/>
          <p14:tracePt t="33158" x="4625975" y="1898650"/>
          <p14:tracePt t="33166" x="4660900" y="1898650"/>
          <p14:tracePt t="33174" x="4673600" y="1898650"/>
          <p14:tracePt t="33185" x="4687888" y="1898650"/>
          <p14:tracePt t="33191" x="4714875" y="1898650"/>
          <p14:tracePt t="33199" x="4729163" y="1898650"/>
          <p14:tracePt t="33207" x="4741863" y="1898650"/>
          <p14:tracePt t="33217" x="4756150" y="1898650"/>
          <p14:tracePt t="33224" x="4776788" y="1898650"/>
          <p14:tracePt t="33241" x="4789488" y="1898650"/>
          <p14:tracePt t="33248" x="4803775" y="1898650"/>
          <p14:tracePt t="33263" x="4816475" y="1898650"/>
          <p14:tracePt t="33277" x="4830763" y="1898650"/>
          <p14:tracePt t="33301" x="4843463" y="1898650"/>
          <p14:tracePt t="33317" x="4857750" y="1898650"/>
          <p14:tracePt t="33332" x="4872038" y="1898650"/>
          <p14:tracePt t="33356" x="4884738" y="1898650"/>
          <p14:tracePt t="33380" x="4905375" y="1898650"/>
          <p14:tracePt t="33396" x="4919663" y="1898650"/>
          <p14:tracePt t="33413" x="4932363" y="1898650"/>
          <p14:tracePt t="33429" x="4946650" y="1898650"/>
          <p14:tracePt t="33444" x="4959350" y="1898650"/>
          <p14:tracePt t="33460" x="4973638" y="1898650"/>
          <p14:tracePt t="33477" x="4986338" y="1911350"/>
          <p14:tracePt t="33486" x="5000625" y="1911350"/>
          <p14:tracePt t="33500" x="5021263" y="1911350"/>
          <p14:tracePt t="33516" x="5033963" y="1911350"/>
          <p14:tracePt t="33524" x="5033963" y="1925638"/>
          <p14:tracePt t="33534" x="5048250" y="1925638"/>
          <p14:tracePt t="33549" x="5062538" y="1925638"/>
          <p14:tracePt t="33564" x="5075238" y="1925638"/>
          <p14:tracePt t="33574" x="5089525" y="1925638"/>
          <p14:tracePt t="33589" x="5102225" y="1925638"/>
          <p14:tracePt t="33598" x="5116513" y="1925638"/>
          <p14:tracePt t="33608" x="5129213" y="1925638"/>
          <p14:tracePt t="33613" x="5149850" y="1938338"/>
          <p14:tracePt t="33628" x="5164138" y="1938338"/>
          <p14:tracePt t="33639" x="5176838" y="1938338"/>
          <p14:tracePt t="33646" x="5191125" y="1938338"/>
          <p14:tracePt t="33660" x="5205413" y="1938338"/>
          <p14:tracePt t="33677" x="5218113" y="1938338"/>
          <p14:tracePt t="33692" x="5232400" y="1952625"/>
          <p14:tracePt t="33702" x="5245100" y="1952625"/>
          <p14:tracePt t="33716" x="5259388" y="1952625"/>
          <p14:tracePt t="33725" x="5280025" y="1952625"/>
          <p14:tracePt t="33740" x="5292725" y="1952625"/>
          <p14:tracePt t="33756" x="5307013" y="1952625"/>
          <p14:tracePt t="33773" x="5319713" y="1952625"/>
          <p14:tracePt t="33789" x="5334000" y="1952625"/>
          <p14:tracePt t="33812" x="5348288" y="1952625"/>
          <p14:tracePt t="33836" x="5360988" y="1952625"/>
          <p14:tracePt t="33860" x="5375275" y="1952625"/>
          <p14:tracePt t="33892" x="5387975" y="1952625"/>
          <p14:tracePt t="33940" x="5387975" y="1938338"/>
          <p14:tracePt t="34387" x="5408613" y="1938338"/>
          <p14:tracePt t="34395" x="5422900" y="1925638"/>
          <p14:tracePt t="34404" x="5449888" y="1911350"/>
          <p14:tracePt t="34412" x="5462588" y="1911350"/>
          <p14:tracePt t="34420" x="5476875" y="1898650"/>
          <p14:tracePt t="34428" x="5491163" y="1884363"/>
          <p14:tracePt t="34444" x="5503863" y="1884363"/>
          <p14:tracePt t="34453" x="5503863" y="1871663"/>
          <p14:tracePt t="34460" x="5503863" y="1857375"/>
          <p14:tracePt t="34468" x="5518150" y="1857375"/>
          <p14:tracePt t="34485" x="5518150" y="1836738"/>
          <p14:tracePt t="34493" x="5518150" y="1824038"/>
          <p14:tracePt t="34503" x="5518150" y="1809750"/>
          <p14:tracePt t="34508" x="5503863" y="1809750"/>
          <p14:tracePt t="34518" x="5491163" y="1782763"/>
          <p14:tracePt t="34525" x="5462588" y="1768475"/>
          <p14:tracePt t="34540" x="5435600" y="1741488"/>
          <p14:tracePt t="34542" x="5422900" y="1728788"/>
          <p14:tracePt t="34561" x="5375275" y="1681163"/>
          <p14:tracePt t="34571" x="5348288" y="1666875"/>
          <p14:tracePt t="34573" x="5334000" y="1666875"/>
          <p14:tracePt t="34581" x="5319713" y="1652588"/>
          <p14:tracePt t="34590" x="5307013" y="1652588"/>
          <p14:tracePt t="34598" x="5292725" y="1639888"/>
          <p14:tracePt t="34609" x="5280025" y="1639888"/>
          <p14:tracePt t="34615" x="5259388" y="1639888"/>
          <p14:tracePt t="34624" x="5259388" y="1625600"/>
          <p14:tracePt t="34631" x="5245100" y="1625600"/>
          <p14:tracePt t="34641" x="5232400" y="1625600"/>
          <p14:tracePt t="34653" x="5218113" y="1625600"/>
          <p14:tracePt t="34661" x="5205413" y="1625600"/>
          <p14:tracePt t="34679" x="5191125" y="1625600"/>
          <p14:tracePt t="34695" x="5176838" y="1625600"/>
          <p14:tracePt t="34703" x="5164138" y="1625600"/>
          <p14:tracePt t="34719" x="5149850" y="1639888"/>
          <p14:tracePt t="34729" x="5129213" y="1639888"/>
          <p14:tracePt t="34735" x="5129213" y="1652588"/>
          <p14:tracePt t="34743" x="5116513" y="1652588"/>
          <p14:tracePt t="34759" x="5102225" y="1666875"/>
          <p14:tracePt t="34770" x="5102225" y="1681163"/>
          <p14:tracePt t="34776" x="5089525" y="1681163"/>
          <p14:tracePt t="34785" x="5089525" y="1693863"/>
          <p14:tracePt t="34792" x="5075238" y="1708150"/>
          <p14:tracePt t="34801" x="5075238" y="1728788"/>
          <p14:tracePt t="34808" x="5075238" y="1741488"/>
          <p14:tracePt t="34819" x="5062538" y="1755775"/>
          <p14:tracePt t="34830" x="5062538" y="1768475"/>
          <p14:tracePt t="34838" x="5062538" y="1782763"/>
          <p14:tracePt t="34847" x="5062538" y="1795463"/>
          <p14:tracePt t="34854" x="5062538" y="1809750"/>
          <p14:tracePt t="34865" x="5062538" y="1824038"/>
          <p14:tracePt t="34877" x="5062538" y="1836738"/>
          <p14:tracePt t="34886" x="5062538" y="1857375"/>
          <p14:tracePt t="34896" x="5075238" y="1857375"/>
          <p14:tracePt t="34903" x="5075238" y="1871663"/>
          <p14:tracePt t="34910" x="5089525" y="1871663"/>
          <p14:tracePt t="34920" x="5102225" y="1884363"/>
          <p14:tracePt t="34927" x="5116513" y="1884363"/>
          <p14:tracePt t="34943" x="5129213" y="1898650"/>
          <p14:tracePt t="34953" x="5149850" y="1898650"/>
          <p14:tracePt t="34960" x="5164138" y="1898650"/>
          <p14:tracePt t="34968" x="5176838" y="1898650"/>
          <p14:tracePt t="34976" x="5191125" y="1898650"/>
          <p14:tracePt t="34987" x="5205413" y="1898650"/>
          <p14:tracePt t="34993" x="5232400" y="1898650"/>
          <p14:tracePt t="35003" x="5245100" y="1898650"/>
          <p14:tracePt t="35005" x="5259388" y="1898650"/>
          <p14:tracePt t="35014" x="5280025" y="1898650"/>
          <p14:tracePt t="35024" x="5292725" y="1884363"/>
          <p14:tracePt t="35034" x="5307013" y="1871663"/>
          <p14:tracePt t="35036" x="5319713" y="1857375"/>
          <p14:tracePt t="35046" x="5334000" y="1857375"/>
          <p14:tracePt t="35056" x="5348288" y="1836738"/>
          <p14:tracePt t="35065" x="5348288" y="1824038"/>
          <p14:tracePt t="35071" x="5360988" y="1809750"/>
          <p14:tracePt t="35079" x="5360988" y="1782763"/>
          <p14:tracePt t="35088" x="5375275" y="1768475"/>
          <p14:tracePt t="35096" x="5375275" y="1755775"/>
          <p14:tracePt t="35105" x="5387975" y="1728788"/>
          <p14:tracePt t="35113" x="5387975" y="1681163"/>
          <p14:tracePt t="35122" x="5387975" y="1652588"/>
          <p14:tracePt t="35129" x="5387975" y="1639888"/>
          <p14:tracePt t="35135" x="5387975" y="1612900"/>
          <p14:tracePt t="35144" x="5375275" y="1577975"/>
          <p14:tracePt t="35152" x="5360988" y="1550988"/>
          <p14:tracePt t="35161" x="5348288" y="1538288"/>
          <p14:tracePt t="35168" x="5334000" y="1524000"/>
          <p14:tracePt t="35174" x="5319713" y="1509713"/>
          <p14:tracePt t="35185" x="5307013" y="1497013"/>
          <p14:tracePt t="35191" x="5292725" y="1497013"/>
          <p14:tracePt t="35199" x="5280025" y="1497013"/>
          <p14:tracePt t="35204" x="5259388" y="1497013"/>
          <p14:tracePt t="35213" x="5245100" y="1497013"/>
          <p14:tracePt t="35222" x="5232400" y="1497013"/>
          <p14:tracePt t="35230" x="5218113" y="1497013"/>
          <p14:tracePt t="35237" x="5205413" y="1497013"/>
          <p14:tracePt t="35247" x="5176838" y="1524000"/>
          <p14:tracePt t="35254" x="5164138" y="1538288"/>
          <p14:tracePt t="35264" x="5149850" y="1565275"/>
          <p14:tracePt t="35272" x="5129213" y="1598613"/>
          <p14:tracePt t="35284" x="5129213" y="1625600"/>
          <p14:tracePt t="35286" x="5116513" y="1652588"/>
          <p14:tracePt t="35295" x="5116513" y="1681163"/>
          <p14:tracePt t="35304" x="5116513" y="1728788"/>
          <p14:tracePt t="35310" x="5116513" y="1755775"/>
          <p14:tracePt t="35320" x="5116513" y="1782763"/>
          <p14:tracePt t="35327" x="5116513" y="1809750"/>
          <p14:tracePt t="35335" x="5116513" y="1836738"/>
          <p14:tracePt t="35343" x="5116513" y="1857375"/>
          <p14:tracePt t="35353" x="5116513" y="1871663"/>
          <p14:tracePt t="35359" x="5129213" y="1898650"/>
          <p14:tracePt t="35370" x="5149850" y="1911350"/>
          <p14:tracePt t="35372" x="5149850" y="1925638"/>
          <p14:tracePt t="35382" x="5164138" y="1938338"/>
          <p14:tracePt t="35392" x="5176838" y="1952625"/>
          <p14:tracePt t="35403" x="5191125" y="1973263"/>
          <p14:tracePt t="35406" x="5218113" y="1973263"/>
          <p14:tracePt t="35414" x="5232400" y="1985963"/>
          <p14:tracePt t="35425" x="5245100" y="1985963"/>
          <p14:tracePt t="35430" x="5259388" y="2000250"/>
          <p14:tracePt t="35440" x="5280025" y="2000250"/>
          <p14:tracePt t="35448" x="5292725" y="2000250"/>
          <p14:tracePt t="35457" x="5307013" y="2000250"/>
          <p14:tracePt t="35465" x="5319713" y="2000250"/>
          <p14:tracePt t="35474" x="5334000" y="2000250"/>
          <p14:tracePt t="35477" x="5348288" y="2000250"/>
          <p14:tracePt t="35488" x="5375275" y="1985963"/>
          <p14:tracePt t="35497" x="5387975" y="1973263"/>
          <p14:tracePt t="35502" x="5422900" y="1938338"/>
          <p14:tracePt t="35515" x="5435600" y="1925638"/>
          <p14:tracePt t="35517" x="5462588" y="1911350"/>
          <p14:tracePt t="35527" x="5476875" y="1884363"/>
          <p14:tracePt t="35537" x="5491163" y="1871663"/>
          <p14:tracePt t="35543" x="5503863" y="1857375"/>
          <p14:tracePt t="35552" x="5538788" y="1824038"/>
          <p14:tracePt t="35562" x="5538788" y="1809750"/>
          <p14:tracePt t="35564" x="5551488" y="1809750"/>
          <p14:tracePt t="35574" x="5551488" y="1795463"/>
          <p14:tracePt t="35584" x="5551488" y="1782763"/>
          <p14:tracePt t="35592" x="5565775" y="1782763"/>
          <p14:tracePt t="35607" x="5565775" y="1768475"/>
          <p14:tracePt t="35623" x="5565775" y="1755775"/>
          <p14:tracePt t="35647" x="5565775" y="1741488"/>
          <p14:tracePt t="35656" x="5565775" y="1728788"/>
          <p14:tracePt t="35669" x="5551488" y="1708150"/>
          <p14:tracePt t="35679" x="5538788" y="1708150"/>
          <p14:tracePt t="35688" x="5518150" y="1693863"/>
          <p14:tracePt t="35695" x="5503863" y="1681163"/>
          <p14:tracePt t="35710" x="5491163" y="1666875"/>
          <p14:tracePt t="35739" x="5491163" y="1652588"/>
          <p14:tracePt t="35842" x="5503863" y="1666875"/>
          <p14:tracePt t="35859" x="5518150" y="1666875"/>
          <p14:tracePt t="35868" x="5538788" y="1681163"/>
          <p14:tracePt t="35878" x="5551488" y="1681163"/>
          <p14:tracePt t="35885" x="5565775" y="1681163"/>
          <p14:tracePt t="35893" x="5578475" y="1693863"/>
          <p14:tracePt t="35903" x="5592763" y="1693863"/>
          <p14:tracePt t="35909" x="5605463" y="1693863"/>
          <p14:tracePt t="35919" x="5619750" y="1693863"/>
          <p14:tracePt t="35925" x="5634038" y="1708150"/>
          <p14:tracePt t="35936" x="5646738" y="1708150"/>
          <p14:tracePt t="35943" x="5681663" y="1708150"/>
          <p14:tracePt t="35950" x="5694363" y="1708150"/>
          <p14:tracePt t="35960" x="5708650" y="1708150"/>
          <p14:tracePt t="35968" x="5748338" y="1708150"/>
          <p14:tracePt t="35974" x="5783263" y="1708150"/>
          <p14:tracePt t="35983" x="5810250" y="1693863"/>
          <p14:tracePt t="35992" x="5837238" y="1681163"/>
          <p14:tracePt t="36001" x="5864225" y="1666875"/>
          <p14:tracePt t="36008" x="5911850" y="1639888"/>
          <p14:tracePt t="36242" x="5926138" y="1639888"/>
          <p14:tracePt t="36251" x="5953125" y="1639888"/>
          <p14:tracePt t="36261" x="5980113" y="1639888"/>
          <p14:tracePt t="36268" x="6021388" y="1639888"/>
          <p14:tracePt t="36278" x="6069013" y="1639888"/>
          <p14:tracePt t="36286" x="6110288" y="1639888"/>
          <p14:tracePt t="36294" x="6149975" y="1639888"/>
          <p14:tracePt t="36303" x="6224588" y="1639888"/>
          <p14:tracePt t="36313" x="6313488" y="1639888"/>
          <p14:tracePt t="36319" x="6396038" y="1625600"/>
          <p14:tracePt t="36330" x="6470650" y="1625600"/>
          <p14:tracePt t="36332" x="6557963" y="1625600"/>
          <p14:tracePt t="36341" x="6586538" y="1625600"/>
          <p14:tracePt t="36350" x="6653213" y="1625600"/>
          <p14:tracePt t="36359" x="6700838" y="1625600"/>
          <p14:tracePt t="36367" x="6742113" y="1625600"/>
          <p14:tracePt t="36374" x="6769100" y="1625600"/>
          <p14:tracePt t="36383" x="6804025" y="1625600"/>
          <p14:tracePt t="36390" x="6816725" y="1625600"/>
          <p14:tracePt t="36398" x="6831013" y="1625600"/>
          <p14:tracePt t="36416" x="6843713" y="1625600"/>
          <p14:tracePt t="36466" x="6831013" y="1625600"/>
          <p14:tracePt t="36476" x="6816725" y="1625600"/>
          <p14:tracePt t="36485" x="6769100" y="1639888"/>
          <p14:tracePt t="36493" x="6742113" y="1652588"/>
          <p14:tracePt t="36502" x="6700838" y="1666875"/>
          <p14:tracePt t="36514" x="6653213" y="1681163"/>
          <p14:tracePt t="36515" x="6626225" y="1681163"/>
          <p14:tracePt t="36524" x="6557963" y="1708150"/>
          <p14:tracePt t="36533" x="6545263" y="1728788"/>
          <p14:tracePt t="36542" x="6497638" y="1728788"/>
          <p14:tracePt t="36551" x="6470650" y="1741488"/>
          <p14:tracePt t="36557" x="6456363" y="1755775"/>
          <p14:tracePt t="36567" x="6443663" y="1755775"/>
          <p14:tracePt t="36575" x="6429375" y="1768475"/>
          <p14:tracePt t="36580" x="6408738" y="1768475"/>
          <p14:tracePt t="36598" x="6408738" y="1782763"/>
          <p14:tracePt t="36650" x="6408738" y="1795463"/>
          <p14:tracePt t="36674" x="6429375" y="1795463"/>
          <p14:tracePt t="36684" x="6443663" y="1809750"/>
          <p14:tracePt t="36693" x="6470650" y="1809750"/>
          <p14:tracePt t="36701" x="6497638" y="1809750"/>
          <p14:tracePt t="36709" x="6524625" y="1809750"/>
          <p14:tracePt t="36718" x="6557963" y="1809750"/>
          <p14:tracePt t="36725" x="6599238" y="1809750"/>
          <p14:tracePt t="36735" x="6626225" y="1824038"/>
          <p14:tracePt t="36741" x="6640513" y="1824038"/>
          <p14:tracePt t="36750" x="6653213" y="1824038"/>
          <p14:tracePt t="36757" x="6673850" y="1824038"/>
          <p14:tracePt t="36766" x="6688138" y="1824038"/>
          <p14:tracePt t="36781" x="6700838" y="1824038"/>
          <p14:tracePt t="36826" x="6688138" y="1824038"/>
          <p14:tracePt t="36842" x="6640513" y="1824038"/>
          <p14:tracePt t="36852" x="6613525" y="1824038"/>
          <p14:tracePt t="36861" x="6586538" y="1824038"/>
          <p14:tracePt t="36869" x="6557963" y="1824038"/>
          <p14:tracePt t="36879" x="6524625" y="1824038"/>
          <p14:tracePt t="36887" x="6497638" y="1824038"/>
          <p14:tracePt t="36896" x="6470650" y="1824038"/>
          <p14:tracePt t="36904" x="6456363" y="1824038"/>
          <p14:tracePt t="36907" x="6443663" y="1824038"/>
          <p14:tracePt t="36916" x="6429375" y="1824038"/>
          <p14:tracePt t="36962" x="6429375" y="1836738"/>
          <p14:tracePt t="36986" x="6456363" y="1836738"/>
          <p14:tracePt t="36996" x="6470650" y="1836738"/>
          <p14:tracePt t="37004" x="6497638" y="1836738"/>
          <p14:tracePt t="37013" x="6524625" y="1836738"/>
          <p14:tracePt t="37021" x="6545263" y="1836738"/>
          <p14:tracePt t="37031" x="6586538" y="1836738"/>
          <p14:tracePt t="37038" x="6613525" y="1824038"/>
          <p14:tracePt t="37048" x="6626225" y="1824038"/>
          <p14:tracePt t="37053" x="6640513" y="1809750"/>
          <p14:tracePt t="37065" x="6653213" y="1809750"/>
          <p14:tracePt t="37076" x="6673850" y="1809750"/>
          <p14:tracePt t="37098" x="6688138" y="1809750"/>
          <p14:tracePt t="37161" x="6673850" y="1809750"/>
          <p14:tracePt t="38762" x="6653213" y="1809750"/>
          <p14:tracePt t="38769" x="6626225" y="1795463"/>
          <p14:tracePt t="38778" x="6599238" y="1795463"/>
          <p14:tracePt t="38785" x="6572250" y="1768475"/>
          <p14:tracePt t="38794" x="6524625" y="1741488"/>
          <p14:tracePt t="38802" x="6497638" y="1708150"/>
          <p14:tracePt t="38811" x="6470650" y="1693863"/>
          <p14:tracePt t="38820" x="6429375" y="1666875"/>
          <p14:tracePt t="38829" x="6396038" y="1639888"/>
          <p14:tracePt t="38836" x="6367463" y="1625600"/>
          <p14:tracePt t="38845" x="6340475" y="1612900"/>
          <p14:tracePt t="38853" x="6327775" y="1598613"/>
          <p14:tracePt t="38861" x="6313488" y="1577975"/>
          <p14:tracePt t="38870" x="6300788" y="1577975"/>
          <p14:tracePt t="38875" x="6280150" y="1565275"/>
          <p14:tracePt t="38884" x="6265863" y="1565275"/>
          <p14:tracePt t="38893" x="6253163" y="1565275"/>
          <p14:tracePt t="38902" x="6238875" y="1565275"/>
          <p14:tracePt t="38908" x="6224588" y="1565275"/>
          <p14:tracePt t="38915" x="6211888" y="1550988"/>
          <p14:tracePt t="38927" x="6197600" y="1550988"/>
          <p14:tracePt t="38932" x="6184900" y="1550988"/>
          <p14:tracePt t="38943" x="6170613" y="1550988"/>
          <p14:tracePt t="38949" x="6149975" y="1550988"/>
          <p14:tracePt t="38956" x="6137275" y="1550988"/>
          <p14:tracePt t="38966" x="6122988" y="1550988"/>
          <p14:tracePt t="38973" x="6110288" y="1550988"/>
          <p14:tracePt t="38984" x="6096000" y="1550988"/>
          <p14:tracePt t="38987" x="6081713" y="1550988"/>
          <p14:tracePt t="38996" x="6069013" y="1550988"/>
          <p14:tracePt t="39005" x="6054725" y="1550988"/>
          <p14:tracePt t="39019" x="6042025" y="1550988"/>
          <p14:tracePt t="39031" x="6021388" y="1550988"/>
          <p14:tracePt t="39033" x="6007100" y="1550988"/>
          <p14:tracePt t="39042" x="5994400" y="1550988"/>
          <p14:tracePt t="39059" x="5980113" y="1550988"/>
          <p14:tracePt t="39076" x="5967413" y="1550988"/>
          <p14:tracePt t="39093" x="5953125" y="1550988"/>
          <p14:tracePt t="39100" x="5953125" y="1565275"/>
          <p14:tracePt t="39108" x="5953125" y="1577975"/>
          <p14:tracePt t="39118" x="5938838" y="1598613"/>
          <p14:tracePt t="39125" x="5938838" y="1625600"/>
          <p14:tracePt t="39132" x="5926138" y="1639888"/>
          <p14:tracePt t="39144" x="5926138" y="1666875"/>
          <p14:tracePt t="39146" x="5926138" y="1681163"/>
          <p14:tracePt t="39157" x="5926138" y="1708150"/>
          <p14:tracePt t="39168" x="5926138" y="1741488"/>
          <p14:tracePt t="39170" x="5926138" y="1755775"/>
          <p14:tracePt t="39178" x="5926138" y="1782763"/>
          <p14:tracePt t="39187" x="5926138" y="1795463"/>
          <p14:tracePt t="39195" x="5926138" y="1809750"/>
          <p14:tracePt t="39206" x="5926138" y="1824038"/>
          <p14:tracePt t="39215" x="5926138" y="1836738"/>
          <p14:tracePt t="39221" x="5926138" y="1857375"/>
          <p14:tracePt t="39228" x="5926138" y="1871663"/>
          <p14:tracePt t="39237" x="5926138" y="1884363"/>
          <p14:tracePt t="39244" x="5938838" y="1898650"/>
          <p14:tracePt t="39254" x="5953125" y="1911350"/>
          <p14:tracePt t="39261" x="5967413" y="1925638"/>
          <p14:tracePt t="39271" x="5980113" y="1938338"/>
          <p14:tracePt t="39283" x="5994400" y="1952625"/>
          <p14:tracePt t="39285" x="6007100" y="1973263"/>
          <p14:tracePt t="39294" x="6021388" y="1985963"/>
          <p14:tracePt t="39300" x="6042025" y="2000250"/>
          <p14:tracePt t="39311" x="6069013" y="2000250"/>
          <p14:tracePt t="39315" x="6081713" y="2014538"/>
          <p14:tracePt t="39324" x="6096000" y="2014538"/>
          <p14:tracePt t="39334" x="6110288" y="2027238"/>
          <p14:tracePt t="39339" x="6122988" y="2027238"/>
          <p14:tracePt t="39353" x="6137275" y="2027238"/>
          <p14:tracePt t="39362" x="6149975" y="2027238"/>
          <p14:tracePt t="39371" x="6170613" y="2027238"/>
          <p14:tracePt t="39384" x="6184900" y="2027238"/>
          <p14:tracePt t="39393" x="6197600" y="2027238"/>
          <p14:tracePt t="39403" x="6211888" y="2014538"/>
          <p14:tracePt t="39412" x="6224588" y="2000250"/>
          <p14:tracePt t="39422" x="6238875" y="2000250"/>
          <p14:tracePt t="39427" x="6265863" y="1973263"/>
          <p14:tracePt t="39437" x="6280150" y="1973263"/>
          <p14:tracePt t="39442" x="6327775" y="1938338"/>
          <p14:tracePt t="39453" x="6340475" y="1925638"/>
          <p14:tracePt t="39462" x="6367463" y="1911350"/>
          <p14:tracePt t="39469" x="6396038" y="1884363"/>
          <p14:tracePt t="39477" x="6429375" y="1871663"/>
          <p14:tracePt t="39487" x="6443663" y="1857375"/>
          <p14:tracePt t="39495" x="6470650" y="1824038"/>
          <p14:tracePt t="39505" x="6483350" y="1809750"/>
          <p14:tracePt t="39508" x="6510338" y="1795463"/>
          <p14:tracePt t="39519" x="6524625" y="1782763"/>
          <p14:tracePt t="39521" x="6545263" y="1768475"/>
          <p14:tracePt t="39532" x="6557963" y="1755775"/>
          <p14:tracePt t="39549" x="6572250" y="1741488"/>
          <p14:tracePt t="39556" x="6586538" y="1728788"/>
          <p14:tracePt t="39569" x="6599238" y="1708150"/>
          <p14:tracePt t="39578" x="6599238" y="1693863"/>
          <p14:tracePt t="39604" x="6599238" y="1681163"/>
          <p14:tracePt t="39621" x="6599238" y="1666875"/>
          <p14:tracePt t="39645" x="6599238" y="1652588"/>
          <p14:tracePt t="39652" x="6586538" y="1652588"/>
          <p14:tracePt t="39659" x="6572250" y="1639888"/>
          <p14:tracePt t="39670" x="6557963" y="1625600"/>
          <p14:tracePt t="39673" x="6545263" y="1625600"/>
          <p14:tracePt t="39684" x="6497638" y="1612900"/>
          <p14:tracePt t="39692" x="6470650" y="1598613"/>
          <p14:tracePt t="39701" x="6429375" y="1598613"/>
          <p14:tracePt t="39710" x="6381750" y="1598613"/>
          <p14:tracePt t="39716" x="6367463" y="1598613"/>
          <p14:tracePt t="39727" x="6340475" y="1598613"/>
          <p14:tracePt t="39732" x="6313488" y="1598613"/>
          <p14:tracePt t="39743" x="6265863" y="1598613"/>
          <p14:tracePt t="39750" x="6253163" y="1598613"/>
          <p14:tracePt t="39756" x="6224588" y="1598613"/>
          <p14:tracePt t="39767" x="6211888" y="1612900"/>
          <p14:tracePt t="39769" x="6184900" y="1625600"/>
          <p14:tracePt t="39779" x="6170613" y="1625600"/>
          <p14:tracePt t="39789" x="6149975" y="1639888"/>
          <p14:tracePt t="39799" x="6149975" y="1652588"/>
          <p14:tracePt t="39801" x="6137275" y="1652588"/>
          <p14:tracePt t="39810" x="6122988" y="1666875"/>
          <p14:tracePt t="39817" x="6110288" y="1666875"/>
          <p14:tracePt t="39828" x="6110288" y="1681163"/>
          <p14:tracePt t="39834" x="6110288" y="1693863"/>
          <p14:tracePt t="39844" x="6096000" y="1708150"/>
          <p14:tracePt t="39851" x="6096000" y="1728788"/>
          <p14:tracePt t="39861" x="6096000" y="1741488"/>
          <p14:tracePt t="39868" x="6096000" y="1755775"/>
          <p14:tracePt t="39875" x="6096000" y="1782763"/>
          <p14:tracePt t="39884" x="6096000" y="1795463"/>
          <p14:tracePt t="39891" x="6096000" y="1809750"/>
          <p14:tracePt t="39903" x="6096000" y="1824038"/>
          <p14:tracePt t="39905" x="6096000" y="1857375"/>
          <p14:tracePt t="39916" x="6096000" y="1871663"/>
          <p14:tracePt t="39924" x="6096000" y="1884363"/>
          <p14:tracePt t="39934" x="6096000" y="1898650"/>
          <p14:tracePt t="39950" x="6110288" y="1898650"/>
          <p14:tracePt t="39956" x="6122988" y="1911350"/>
          <p14:tracePt t="39967" x="6137275" y="1925638"/>
          <p14:tracePt t="39969" x="6149975" y="1925638"/>
          <p14:tracePt t="39984" x="6170613" y="1938338"/>
          <p14:tracePt t="39993" x="6197600" y="1938338"/>
          <p14:tracePt t="40001" x="6211888" y="1952625"/>
          <p14:tracePt t="40012" x="6224588" y="1952625"/>
          <p14:tracePt t="40021" x="6238875" y="1952625"/>
          <p14:tracePt t="40028" x="6253163" y="1973263"/>
          <p14:tracePt t="40037" x="6265863" y="1973263"/>
          <p14:tracePt t="40044" x="6300788" y="1973263"/>
          <p14:tracePt t="40053" x="6313488" y="1973263"/>
          <p14:tracePt t="40060" x="6327775" y="1973263"/>
          <p14:tracePt t="40069" x="6340475" y="1973263"/>
          <p14:tracePt t="40076" x="6354763" y="1973263"/>
          <p14:tracePt t="40085" x="6381750" y="1952625"/>
          <p14:tracePt t="40093" x="6396038" y="1952625"/>
          <p14:tracePt t="40099" x="6408738" y="1938338"/>
          <p14:tracePt t="40111" x="6443663" y="1925638"/>
          <p14:tracePt t="40114" x="6456363" y="1911350"/>
          <p14:tracePt t="40124" x="6470650" y="1898650"/>
          <p14:tracePt t="40135" x="6483350" y="1884363"/>
          <p14:tracePt t="40137" x="6497638" y="1871663"/>
          <p14:tracePt t="40148" x="6510338" y="1857375"/>
          <p14:tracePt t="40158" x="6524625" y="1836738"/>
          <p14:tracePt t="40168" x="6524625" y="1824038"/>
          <p14:tracePt t="40170" x="6545263" y="1809750"/>
          <p14:tracePt t="40184" x="6557963" y="1795463"/>
          <p14:tracePt t="40193" x="6557963" y="1782763"/>
          <p14:tracePt t="40210" x="6557963" y="1768475"/>
          <p14:tracePt t="40224" x="6557963" y="1755775"/>
          <p14:tracePt t="40240" x="6557963" y="1741488"/>
          <p14:tracePt t="40249" x="6557963" y="1728788"/>
          <p14:tracePt t="40265" x="6557963" y="1708150"/>
          <p14:tracePt t="40273" x="6545263" y="1693863"/>
          <p14:tracePt t="40284" x="6524625" y="1681163"/>
          <p14:tracePt t="40292" x="6510338" y="1666875"/>
          <p14:tracePt t="40301" x="6470650" y="1639888"/>
          <p14:tracePt t="40308" x="6443663" y="1625600"/>
          <p14:tracePt t="40316" x="6429375" y="1612900"/>
          <p14:tracePt t="40325" x="6396038" y="1598613"/>
          <p14:tracePt t="40332" x="6367463" y="1577975"/>
          <p14:tracePt t="40344" x="6327775" y="1565275"/>
          <p14:tracePt t="40346" x="6300788" y="1550988"/>
          <p14:tracePt t="40356" x="6265863" y="1550988"/>
          <p14:tracePt t="40366" x="6238875" y="1550988"/>
          <p14:tracePt t="40372" x="6211888" y="1538288"/>
          <p14:tracePt t="40380" x="6197600" y="1538288"/>
          <p14:tracePt t="40388" x="6184900" y="1538288"/>
          <p14:tracePt t="40396" x="6149975" y="1538288"/>
          <p14:tracePt t="40407" x="6137275" y="1538288"/>
          <p14:tracePt t="40409" x="6122988" y="1538288"/>
          <p14:tracePt t="40419" x="6110288" y="1550988"/>
          <p14:tracePt t="40427" x="6096000" y="1565275"/>
          <p14:tracePt t="40437" x="6096000" y="1577975"/>
          <p14:tracePt t="40443" x="6081713" y="1598613"/>
          <p14:tracePt t="40453" x="6069013" y="1612900"/>
          <p14:tracePt t="40461" x="6069013" y="1625600"/>
          <p14:tracePt t="40471" x="6054725" y="1639888"/>
          <p14:tracePt t="40475" x="6042025" y="1666875"/>
          <p14:tracePt t="40485" x="6042025" y="1681163"/>
          <p14:tracePt t="40490" x="6042025" y="1693863"/>
          <p14:tracePt t="40501" x="6021388" y="1728788"/>
          <p14:tracePt t="40516" x="6021388" y="1755775"/>
          <p14:tracePt t="40524" x="6021388" y="1768475"/>
          <p14:tracePt t="40534" x="6021388" y="1782763"/>
          <p14:tracePt t="40536" x="6021388" y="1795463"/>
          <p14:tracePt t="40545" x="6021388" y="1809750"/>
          <p14:tracePt t="40559" x="6021388" y="1824038"/>
          <p14:tracePt t="40569" x="6042025" y="1836738"/>
          <p14:tracePt t="40584" x="6054725" y="1857375"/>
          <p14:tracePt t="40593" x="6069013" y="1857375"/>
          <p14:tracePt t="40601" x="6081713" y="1871663"/>
          <p14:tracePt t="40611" x="6110288" y="1884363"/>
          <p14:tracePt t="40618" x="6122988" y="1898650"/>
          <p14:tracePt t="40631" x="6170613" y="1898650"/>
          <p14:tracePt t="40633" x="6197600" y="1911350"/>
          <p14:tracePt t="40643" x="6224588" y="1911350"/>
          <p14:tracePt t="40652" x="6238875" y="1925638"/>
          <p14:tracePt t="40659" x="6280150" y="1925638"/>
          <p14:tracePt t="40672" x="6327775" y="1938338"/>
          <p14:tracePt t="40674" x="6354763" y="1938338"/>
          <p14:tracePt t="40685" x="6381750" y="1938338"/>
          <p14:tracePt t="40691" x="6408738" y="1938338"/>
          <p14:tracePt t="40699" x="6443663" y="1938338"/>
          <p14:tracePt t="40708" x="6470650" y="1938338"/>
          <p14:tracePt t="40716" x="6497638" y="1938338"/>
          <p14:tracePt t="40723" x="6524625" y="1938338"/>
          <p14:tracePt t="40733" x="6557963" y="1938338"/>
          <p14:tracePt t="40741" x="6572250" y="1925638"/>
          <p14:tracePt t="40749" x="6586538" y="1911350"/>
          <p14:tracePt t="40758" x="6613525" y="1898650"/>
          <p14:tracePt t="40768" x="6626225" y="1871663"/>
          <p14:tracePt t="40771" x="6653213" y="1857375"/>
          <p14:tracePt t="40782" x="6673850" y="1824038"/>
          <p14:tracePt t="40784" x="6688138" y="1809750"/>
          <p14:tracePt t="40794" x="6715125" y="1795463"/>
          <p14:tracePt t="40801" x="6729413" y="1768475"/>
          <p14:tracePt t="40812" x="6742113" y="1755775"/>
          <p14:tracePt t="40820" x="6742113" y="1741488"/>
          <p14:tracePt t="40827" x="6756400" y="1741488"/>
          <p14:tracePt t="40836" x="6756400" y="1728788"/>
          <p14:tracePt t="40852" x="6769100" y="1708150"/>
          <p14:tracePt t="40869" x="6769100" y="1693863"/>
          <p14:tracePt t="40883" x="6756400" y="1681163"/>
          <p14:tracePt t="40894" x="6742113" y="1666875"/>
          <p14:tracePt t="40897" x="6715125" y="1652588"/>
          <p14:tracePt t="40907" x="6700838" y="1652588"/>
          <p14:tracePt t="40917" x="6653213" y="1625600"/>
          <p14:tracePt t="40919" x="6626225" y="1625600"/>
          <p14:tracePt t="40929" x="6586538" y="1612900"/>
          <p14:tracePt t="40938" x="6557963" y="1598613"/>
          <p14:tracePt t="40949" x="6510338" y="1598613"/>
          <p14:tracePt t="40955" x="6470650" y="1598613"/>
          <p14:tracePt t="40966" x="6429375" y="1598613"/>
          <p14:tracePt t="40968" x="6396038" y="1598613"/>
          <p14:tracePt t="40978" x="6354763" y="1598613"/>
          <p14:tracePt t="40987" x="6313488" y="1598613"/>
          <p14:tracePt t="40995" x="6280150" y="1598613"/>
          <p14:tracePt t="41002" x="6253163" y="1598613"/>
          <p14:tracePt t="41012" x="6238875" y="1598613"/>
          <p14:tracePt t="41022" x="6211888" y="1598613"/>
          <p14:tracePt t="41034" x="6197600" y="1598613"/>
          <p14:tracePt t="41042" x="6184900" y="1598613"/>
          <p14:tracePt t="41052" x="6170613" y="1598613"/>
          <p14:tracePt t="41073" x="6149975" y="1598613"/>
          <p14:tracePt t="41085" x="6137275" y="1598613"/>
          <p14:tracePt t="41101" x="6122988" y="1612900"/>
          <p14:tracePt t="41107" x="6122988" y="1625600"/>
          <p14:tracePt t="41117" x="6110288" y="1625600"/>
          <p14:tracePt t="41119" x="6096000" y="1639888"/>
          <p14:tracePt t="41129" x="6081713" y="1652588"/>
          <p14:tracePt t="41140" x="6081713" y="1666875"/>
          <p14:tracePt t="41151" x="6069013" y="1681163"/>
          <p14:tracePt t="41152" x="6069013" y="1693863"/>
          <p14:tracePt t="41162" x="6054725" y="1708150"/>
          <p14:tracePt t="41172" x="6054725" y="1728788"/>
          <p14:tracePt t="41178" x="6042025" y="1741488"/>
          <p14:tracePt t="41187" x="6042025" y="1755775"/>
          <p14:tracePt t="41195" x="6021388" y="1755775"/>
          <p14:tracePt t="41204" x="6021388" y="1768475"/>
          <p14:tracePt t="41218" x="6021388" y="1782763"/>
          <p14:tracePt t="41228" x="6021388" y="1795463"/>
          <p14:tracePt t="41242" x="6021388" y="1809750"/>
          <p14:tracePt t="41251" x="6007100" y="1824038"/>
          <p14:tracePt t="41271" x="6007100" y="1836738"/>
          <p14:tracePt t="41294" x="6007100" y="1857375"/>
          <p14:tracePt t="41319" x="6007100" y="1871663"/>
          <p14:tracePt t="41358" x="6007100" y="1884363"/>
          <p14:tracePt t="41878" x="5980113" y="1884363"/>
          <p14:tracePt t="41887" x="5967413" y="1884363"/>
          <p14:tracePt t="41895" x="5938838" y="1884363"/>
          <p14:tracePt t="41904" x="5891213" y="1884363"/>
          <p14:tracePt t="41912" x="5851525" y="1898650"/>
          <p14:tracePt t="41921" x="5810250" y="1911350"/>
          <p14:tracePt t="41931" x="5735638" y="1938338"/>
          <p14:tracePt t="41940" x="5667375" y="1985963"/>
          <p14:tracePt t="41946" x="5592763" y="2014538"/>
          <p14:tracePt t="41954" x="5518150" y="2041525"/>
          <p14:tracePt t="41964" x="5491163" y="2054225"/>
          <p14:tracePt t="41972" x="5435600" y="2081213"/>
          <p14:tracePt t="41985" x="5387975" y="2116138"/>
          <p14:tracePt t="41987" x="5348288" y="2128838"/>
          <p14:tracePt t="41995" x="5319713" y="2143125"/>
          <p14:tracePt t="42003" x="5292725" y="2143125"/>
          <p14:tracePt t="42015" x="5280025" y="2157413"/>
          <p14:tracePt t="42017" x="5245100" y="2157413"/>
          <p14:tracePt t="42026" x="5232400" y="2170113"/>
          <p14:tracePt t="42044" x="5218113" y="2170113"/>
          <p14:tracePt t="42050" x="5218113" y="2184400"/>
          <p14:tracePt t="42060" x="5205413" y="2184400"/>
          <p14:tracePt t="42072" x="5191125" y="2184400"/>
          <p14:tracePt t="42090" x="5176838" y="2184400"/>
          <p14:tracePt t="42108" x="5164138" y="2184400"/>
          <p14:tracePt t="42129" x="5149850" y="2184400"/>
          <p14:tracePt t="42143" x="5129213" y="2184400"/>
          <p14:tracePt t="42152" x="5129213" y="2197100"/>
          <p14:tracePt t="42162" x="5116513" y="2197100"/>
          <p14:tracePt t="42171" x="5102225" y="2197100"/>
          <p14:tracePt t="42178" x="5089525" y="2197100"/>
          <p14:tracePt t="42195" x="5075238" y="2197100"/>
          <p14:tracePt t="42202" x="5062538" y="2197100"/>
          <p14:tracePt t="42211" x="5048250" y="2197100"/>
          <p14:tracePt t="42219" x="5033963" y="2197100"/>
          <p14:tracePt t="42225" x="5000625" y="2197100"/>
          <p14:tracePt t="42237" x="4986338" y="2197100"/>
          <p14:tracePt t="42240" x="4973638" y="2197100"/>
          <p14:tracePt t="42249" x="4959350" y="2197100"/>
          <p14:tracePt t="42259" x="4932363" y="2184400"/>
          <p14:tracePt t="42268" x="4919663" y="2184400"/>
          <p14:tracePt t="42277" x="4905375" y="2170113"/>
          <p14:tracePt t="42279" x="4872038" y="2157413"/>
          <p14:tracePt t="42290" x="4857750" y="2157413"/>
          <p14:tracePt t="42299" x="4843463" y="2143125"/>
          <p14:tracePt t="42309" x="4830763" y="2143125"/>
          <p14:tracePt t="42311" x="4816475" y="2128838"/>
          <p14:tracePt t="42326" x="4803775" y="2128838"/>
          <p14:tracePt t="42335" x="4803775" y="2116138"/>
          <p14:tracePt t="42352" x="4789488" y="2116138"/>
          <p14:tracePt t="42406" x="4776788" y="2116138"/>
          <p14:tracePt t="42549" x="4756150" y="2116138"/>
          <p14:tracePt t="42573" x="4741863" y="2116138"/>
          <p14:tracePt t="42629" x="4729163" y="2116138"/>
          <p14:tracePt t="42662" x="4714875" y="2116138"/>
          <p14:tracePt t="42678" x="4700588" y="2116138"/>
          <p14:tracePt t="42694" x="4687888" y="2116138"/>
          <p14:tracePt t="42717" x="4673600" y="2116138"/>
          <p14:tracePt t="42749" x="4660900" y="2116138"/>
          <p14:tracePt t="42871" x="4646613" y="2116138"/>
          <p14:tracePt t="42909" x="4625975" y="2116138"/>
          <p14:tracePt t="42941" x="4613275" y="2116138"/>
          <p14:tracePt t="43341" x="4625975" y="2116138"/>
          <p14:tracePt t="43350" x="4646613" y="2128838"/>
          <p14:tracePt t="43357" x="4660900" y="2128838"/>
          <p14:tracePt t="43365" x="4700588" y="2128838"/>
          <p14:tracePt t="43374" x="4714875" y="2128838"/>
          <p14:tracePt t="43382" x="4741863" y="2128838"/>
          <p14:tracePt t="43390" x="4776788" y="2128838"/>
          <p14:tracePt t="43398" x="4789488" y="2128838"/>
          <p14:tracePt t="43406" x="4816475" y="2128838"/>
          <p14:tracePt t="43414" x="4843463" y="2128838"/>
          <p14:tracePt t="43423" x="4857750" y="2128838"/>
          <p14:tracePt t="43433" x="4872038" y="2128838"/>
          <p14:tracePt t="43441" x="4884738" y="2128838"/>
          <p14:tracePt t="43449" x="4905375" y="2128838"/>
          <p14:tracePt t="43466" x="4919663" y="2128838"/>
          <p14:tracePt t="43474" x="4932363" y="2128838"/>
          <p14:tracePt t="43497" x="4946650" y="2128838"/>
          <p14:tracePt t="43518" x="4959350" y="2128838"/>
          <p14:tracePt t="43534" x="4973638" y="2128838"/>
          <p14:tracePt t="44414" x="4986338" y="2128838"/>
          <p14:tracePt t="44422" x="5000625" y="2128838"/>
          <p14:tracePt t="44436" x="5021263" y="2128838"/>
          <p14:tracePt t="44445" x="5033963" y="2128838"/>
          <p14:tracePt t="44453" x="5048250" y="2128838"/>
          <p14:tracePt t="44469" x="5062538" y="2128838"/>
          <p14:tracePt t="44477" x="5075238" y="2128838"/>
          <p14:tracePt t="44500" x="5089525" y="2128838"/>
          <p14:tracePt t="45125" x="5102225" y="2128838"/>
          <p14:tracePt t="45135" x="5129213" y="2128838"/>
          <p14:tracePt t="45140" x="5176838" y="2128838"/>
          <p14:tracePt t="45151" x="5218113" y="2128838"/>
          <p14:tracePt t="45158" x="5292725" y="2128838"/>
          <p14:tracePt t="45165" x="5360988" y="2128838"/>
          <p14:tracePt t="45173" x="5435600" y="2128838"/>
          <p14:tracePt t="45180" x="5491163" y="2128838"/>
          <p14:tracePt t="45189" x="5538788" y="2128838"/>
          <p14:tracePt t="45197" x="5592763" y="2128838"/>
          <p14:tracePt t="45205" x="5634038" y="2128838"/>
          <p14:tracePt t="45213" x="5681663" y="2128838"/>
          <p14:tracePt t="45221" x="5708650" y="2128838"/>
          <p14:tracePt t="45621" x="5721350" y="2128838"/>
          <p14:tracePt t="45628" x="5735638" y="2128838"/>
          <p14:tracePt t="45636" x="5762625" y="2128838"/>
          <p14:tracePt t="45645" x="5783263" y="2128838"/>
          <p14:tracePt t="45652" x="5810250" y="2128838"/>
          <p14:tracePt t="45660" x="5837238" y="2128838"/>
          <p14:tracePt t="45669" x="5864225" y="2128838"/>
          <p14:tracePt t="45677" x="5891213" y="2128838"/>
          <p14:tracePt t="45685" x="5926138" y="2128838"/>
          <p14:tracePt t="45692" x="5938838" y="2128838"/>
          <p14:tracePt t="45701" x="5953125" y="2128838"/>
          <p14:tracePt t="45709" x="5967413" y="2128838"/>
          <p14:tracePt t="45718" x="5980113" y="2128838"/>
          <p14:tracePt t="45726" x="5994400" y="2128838"/>
          <p14:tracePt t="45736" x="6007100" y="2128838"/>
          <p14:tracePt t="45750" x="6021388" y="2128838"/>
          <p14:tracePt t="45783" x="6042025" y="2128838"/>
          <p14:tracePt t="46162" x="6054725" y="2128838"/>
          <p14:tracePt t="46187" x="6069013" y="2128838"/>
          <p14:tracePt t="46203" x="6081713" y="2128838"/>
          <p14:tracePt t="46219" x="6096000" y="2128838"/>
          <p14:tracePt t="46235" x="6110288" y="2128838"/>
          <p14:tracePt t="46244" x="6110288" y="2143125"/>
          <p14:tracePt t="46253" x="6122988" y="2143125"/>
          <p14:tracePt t="46268" x="6137275" y="2143125"/>
          <p14:tracePt t="46307" x="6149975" y="2143125"/>
          <p14:tracePt t="46660" x="6170613" y="2143125"/>
          <p14:tracePt t="46668" x="6197600" y="2143125"/>
          <p14:tracePt t="46678" x="6211888" y="2143125"/>
          <p14:tracePt t="46684" x="6238875" y="2143125"/>
          <p14:tracePt t="46694" x="6265863" y="2143125"/>
          <p14:tracePt t="46700" x="6280150" y="2143125"/>
          <p14:tracePt t="46708" x="6300788" y="2143125"/>
          <p14:tracePt t="46715" x="6327775" y="2143125"/>
          <p14:tracePt t="46724" x="6340475" y="2143125"/>
          <p14:tracePt t="46739" x="6354763" y="2143125"/>
          <p14:tracePt t="46762" x="6367463" y="2143125"/>
          <p14:tracePt t="46964" x="6381750" y="2143125"/>
          <p14:tracePt t="47002" x="6396038" y="2143125"/>
          <p14:tracePt t="47282" x="6408738" y="2143125"/>
          <p14:tracePt t="47298" x="6408738" y="2157413"/>
          <p14:tracePt t="47314" x="6429375" y="2157413"/>
          <p14:tracePt t="47362" x="6443663" y="2157413"/>
          <p14:tracePt t="47426" x="6456363" y="2157413"/>
          <p14:tracePt t="47458" x="6470650" y="2157413"/>
          <p14:tracePt t="47474" x="6483350" y="2157413"/>
          <p14:tracePt t="47483" x="6497638" y="2157413"/>
          <p14:tracePt t="47491" x="6510338" y="2157413"/>
          <p14:tracePt t="47506" x="6524625" y="2157413"/>
          <p14:tracePt t="47515" x="6545263" y="2157413"/>
          <p14:tracePt t="47523" x="6557963" y="2157413"/>
          <p14:tracePt t="47530" x="6572250" y="2157413"/>
          <p14:tracePt t="47546" x="6586538" y="2157413"/>
          <p14:tracePt t="47570" x="6599238" y="2157413"/>
          <p14:tracePt t="47594" x="6613525" y="2157413"/>
          <p14:tracePt t="47618" x="6613525" y="2143125"/>
          <p14:tracePt t="47627" x="6626225" y="2143125"/>
          <p14:tracePt t="47658" x="6640513" y="2143125"/>
          <p14:tracePt t="47690" x="6653213" y="2143125"/>
          <p14:tracePt t="47706" x="6673850" y="2143125"/>
          <p14:tracePt t="47722" x="6688138" y="2143125"/>
          <p14:tracePt t="47746" x="6700838" y="2143125"/>
          <p14:tracePt t="47754" x="6715125" y="2143125"/>
          <p14:tracePt t="47778" x="6729413" y="2143125"/>
          <p14:tracePt t="47802" x="6742113" y="2143125"/>
          <p14:tracePt t="47826" x="6756400" y="2143125"/>
          <p14:tracePt t="47858" x="6769100" y="2143125"/>
          <p14:tracePt t="48001" x="6756400" y="2143125"/>
          <p14:tracePt t="48018" x="6742113" y="2143125"/>
          <p14:tracePt t="48026" x="6715125" y="2143125"/>
          <p14:tracePt t="48034" x="6700838" y="2143125"/>
          <p14:tracePt t="48042" x="6673850" y="2143125"/>
          <p14:tracePt t="48050" x="6653213" y="2143125"/>
          <p14:tracePt t="48058" x="6626225" y="2143125"/>
          <p14:tracePt t="48067" x="6599238" y="2143125"/>
          <p14:tracePt t="48074" x="6572250" y="2143125"/>
          <p14:tracePt t="48082" x="6545263" y="2143125"/>
          <p14:tracePt t="48091" x="6510338" y="2143125"/>
          <p14:tracePt t="48100" x="6497638" y="2143125"/>
          <p14:tracePt t="48107" x="6483350" y="2143125"/>
          <p14:tracePt t="48117" x="6470650" y="2143125"/>
          <p14:tracePt t="48122" x="6456363" y="2143125"/>
          <p14:tracePt t="48132" x="6443663" y="2157413"/>
          <p14:tracePt t="48139" x="6429375" y="2157413"/>
          <p14:tracePt t="48157" x="6408738" y="2157413"/>
          <p14:tracePt t="48171" x="6396038" y="2157413"/>
          <p14:tracePt t="48187" x="6396038" y="2170113"/>
          <p14:tracePt t="48201" x="6381750" y="2170113"/>
          <p14:tracePt t="48210" x="6367463" y="2170113"/>
          <p14:tracePt t="48249" x="6354763" y="2170113"/>
          <p14:tracePt t="48529" x="6367463" y="2170113"/>
          <p14:tracePt t="48561" x="6381750" y="2170113"/>
          <p14:tracePt t="48577" x="6396038" y="2170113"/>
          <p14:tracePt t="48593" x="6408738" y="2170113"/>
          <p14:tracePt t="48601" x="6429375" y="2170113"/>
          <p14:tracePt t="48610" x="6443663" y="2170113"/>
          <p14:tracePt t="48625" x="6456363" y="2170113"/>
          <p14:tracePt t="48636" x="6470650" y="2170113"/>
          <p14:tracePt t="48642" x="6483350" y="2170113"/>
          <p14:tracePt t="48658" x="6497638" y="2170113"/>
          <p14:tracePt t="48669" x="6510338" y="2170113"/>
          <p14:tracePt t="48674" x="6524625" y="2170113"/>
          <p14:tracePt t="48685" x="6545263" y="2170113"/>
          <p14:tracePt t="48690" x="6557963" y="2170113"/>
          <p14:tracePt t="48698" x="6572250" y="2170113"/>
          <p14:tracePt t="48706" x="6586538" y="2170113"/>
          <p14:tracePt t="48722" x="6599238" y="2170113"/>
          <p14:tracePt t="48731" x="6613525" y="2170113"/>
          <p14:tracePt t="48738" x="6626225" y="2170113"/>
          <p14:tracePt t="48753" x="6640513" y="2170113"/>
          <p14:tracePt t="48763" x="6653213" y="2170113"/>
          <p14:tracePt t="48770" x="6673850" y="2170113"/>
          <p14:tracePt t="48786" x="6688138" y="2170113"/>
          <p14:tracePt t="48794" x="6700838" y="2170113"/>
          <p14:tracePt t="48802" x="6715125" y="2170113"/>
          <p14:tracePt t="48818" x="6729413" y="2170113"/>
          <p14:tracePt t="48834" x="6742113" y="2170113"/>
          <p14:tracePt t="48843" x="6756400" y="2170113"/>
          <p14:tracePt t="48857" x="6769100" y="2170113"/>
          <p14:tracePt t="48868" x="6769100" y="2184400"/>
          <p14:tracePt t="48875" x="6783388" y="2184400"/>
          <p14:tracePt t="48882" x="6804025" y="2184400"/>
          <p14:tracePt t="48897" x="6816725" y="2184400"/>
          <p14:tracePt t="48907" x="6831013" y="2184400"/>
          <p14:tracePt t="48921" x="6843713" y="2184400"/>
          <p14:tracePt t="48937" x="6858000" y="2184400"/>
          <p14:tracePt t="48953" x="6872288" y="2184400"/>
          <p14:tracePt t="48962" x="6884988" y="2197100"/>
          <p14:tracePt t="48985" x="6899275" y="2197100"/>
          <p14:tracePt t="50529" x="6899275" y="2184400"/>
          <p14:tracePt t="50536" x="6899275" y="2170113"/>
          <p14:tracePt t="50545" x="6899275" y="2157413"/>
          <p14:tracePt t="50553" x="6899275" y="2128838"/>
          <p14:tracePt t="50562" x="6911975" y="2116138"/>
          <p14:tracePt t="50569" x="6911975" y="2081213"/>
          <p14:tracePt t="50576" x="6911975" y="2068513"/>
          <p14:tracePt t="50584" x="6911975" y="2041525"/>
          <p14:tracePt t="50592" x="6911975" y="2027238"/>
          <p14:tracePt t="50601" x="6911975" y="2014538"/>
          <p14:tracePt t="50608" x="6911975" y="2000250"/>
          <p14:tracePt t="50617" x="6899275" y="1985963"/>
          <p14:tracePt t="50625" x="6884988" y="1973263"/>
          <p14:tracePt t="50634" x="6872288" y="1952625"/>
          <p14:tracePt t="50643" x="6843713" y="1925638"/>
          <p14:tracePt t="50654" x="6831013" y="1925638"/>
          <p14:tracePt t="50657" x="6816725" y="1911350"/>
          <p14:tracePt t="50666" x="6783388" y="1898650"/>
          <p14:tracePt t="50674" x="6756400" y="1884363"/>
          <p14:tracePt t="50683" x="6729413" y="1871663"/>
          <p14:tracePt t="50693" x="6688138" y="1857375"/>
          <p14:tracePt t="50701" x="6673850" y="1836738"/>
          <p14:tracePt t="50710" x="6613525" y="1824038"/>
          <p14:tracePt t="50720" x="6586538" y="1824038"/>
          <p14:tracePt t="50722" x="6557963" y="1824038"/>
          <p14:tracePt t="50730" x="6510338" y="1824038"/>
          <p14:tracePt t="50738" x="6483350" y="1824038"/>
          <p14:tracePt t="50746" x="6456363" y="1824038"/>
          <p14:tracePt t="50754" x="6429375" y="1824038"/>
          <p14:tracePt t="50762" x="6396038" y="1824038"/>
          <p14:tracePt t="50773" x="6367463" y="1824038"/>
          <p14:tracePt t="50778" x="6354763" y="1824038"/>
          <p14:tracePt t="50788" x="6327775" y="1836738"/>
          <p14:tracePt t="50801" x="6313488" y="1836738"/>
          <p14:tracePt t="50804" x="6300788" y="1836738"/>
          <p14:tracePt t="50812" x="6280150" y="1857375"/>
          <p14:tracePt t="50822" x="6280150" y="1871663"/>
          <p14:tracePt t="50829" x="6265863" y="1871663"/>
          <p14:tracePt t="50838" x="6253163" y="1871663"/>
          <p14:tracePt t="50845" x="6238875" y="1884363"/>
          <p14:tracePt t="50854" x="6224588" y="1884363"/>
          <p14:tracePt t="50861" x="6211888" y="1898650"/>
          <p14:tracePt t="50870" x="6197600" y="1898650"/>
          <p14:tracePt t="50875" x="6184900" y="1911350"/>
          <p14:tracePt t="50885" x="6170613" y="1925638"/>
          <p14:tracePt t="50891" x="6149975" y="1925638"/>
          <p14:tracePt t="50903" x="6137275" y="1938338"/>
          <p14:tracePt t="50915" x="6122988" y="1952625"/>
          <p14:tracePt t="50923" x="6110288" y="1973263"/>
          <p14:tracePt t="50938" x="6110288" y="1985963"/>
          <p14:tracePt t="50948" x="6096000" y="1985963"/>
          <p14:tracePt t="50956" x="6096000" y="2000250"/>
          <p14:tracePt t="50972" x="6096000" y="2014538"/>
          <p14:tracePt t="50986" x="6096000" y="2027238"/>
          <p14:tracePt t="51002" x="6096000" y="2041525"/>
          <p14:tracePt t="51013" x="6096000" y="2054225"/>
          <p14:tracePt t="51019" x="6096000" y="2068513"/>
          <p14:tracePt t="51026" x="6110288" y="2068513"/>
          <p14:tracePt t="51036" x="6110288" y="2081213"/>
          <p14:tracePt t="51042" x="6137275" y="2101850"/>
          <p14:tracePt t="51052" x="6149975" y="2116138"/>
          <p14:tracePt t="51060" x="6170613" y="2116138"/>
          <p14:tracePt t="51069" x="6197600" y="2143125"/>
          <p14:tracePt t="51076" x="6211888" y="2143125"/>
          <p14:tracePt t="51085" x="6238875" y="2157413"/>
          <p14:tracePt t="51090" x="6253163" y="2170113"/>
          <p14:tracePt t="51101" x="6265863" y="2170113"/>
          <p14:tracePt t="51106" x="6300788" y="2184400"/>
          <p14:tracePt t="51119" x="6313488" y="2184400"/>
          <p14:tracePt t="51121" x="6340475" y="2184400"/>
          <p14:tracePt t="51129" x="6354763" y="2197100"/>
          <p14:tracePt t="51139" x="6367463" y="2197100"/>
          <p14:tracePt t="51149" x="6396038" y="2197100"/>
          <p14:tracePt t="51154" x="6408738" y="2197100"/>
          <p14:tracePt t="51163" x="6429375" y="2197100"/>
          <p14:tracePt t="51172" x="6456363" y="2197100"/>
          <p14:tracePt t="51178" x="6483350" y="2197100"/>
          <p14:tracePt t="51187" x="6497638" y="2197100"/>
          <p14:tracePt t="51195" x="6524625" y="2197100"/>
          <p14:tracePt t="51204" x="6557963" y="2197100"/>
          <p14:tracePt t="51208" x="6586538" y="2197100"/>
          <p14:tracePt t="51219" x="6599238" y="2197100"/>
          <p14:tracePt t="51227" x="6626225" y="2197100"/>
          <p14:tracePt t="51236" x="6653213" y="2184400"/>
          <p14:tracePt t="51245" x="6673850" y="2184400"/>
          <p14:tracePt t="51252" x="6700838" y="2170113"/>
          <p14:tracePt t="51260" x="6715125" y="2170113"/>
          <p14:tracePt t="51269" x="6729413" y="2157413"/>
          <p14:tracePt t="51277" x="6742113" y="2157413"/>
          <p14:tracePt t="51286" x="6769100" y="2143125"/>
          <p14:tracePt t="51294" x="6783388" y="2143125"/>
          <p14:tracePt t="51303" x="6783388" y="2128838"/>
          <p14:tracePt t="51306" x="6804025" y="2116138"/>
          <p14:tracePt t="51317" x="6816725" y="2116138"/>
          <p14:tracePt t="51334" x="6831013" y="2101850"/>
          <p14:tracePt t="51340" x="6831013" y="2081213"/>
          <p14:tracePt t="51347" x="6843713" y="2081213"/>
          <p14:tracePt t="51355" x="6843713" y="2068513"/>
          <p14:tracePt t="51367" x="6843713" y="2054225"/>
          <p14:tracePt t="51368" x="6858000" y="2054225"/>
          <p14:tracePt t="51378" x="6858000" y="2041525"/>
          <p14:tracePt t="51385" x="6858000" y="2027238"/>
          <p14:tracePt t="51394" x="6872288" y="2014538"/>
          <p14:tracePt t="51408" x="6872288" y="2000250"/>
          <p14:tracePt t="51418" x="6872288" y="1985963"/>
          <p14:tracePt t="51437" x="6872288" y="1973263"/>
          <p14:tracePt t="51445" x="6872288" y="1952625"/>
          <p14:tracePt t="51453" x="6872288" y="1938338"/>
          <p14:tracePt t="51460" x="6858000" y="1925638"/>
          <p14:tracePt t="51468" x="6843713" y="1925638"/>
          <p14:tracePt t="51476" x="6831013" y="1898650"/>
          <p14:tracePt t="51485" x="6816725" y="1898650"/>
          <p14:tracePt t="51489" x="6804025" y="1884363"/>
          <p14:tracePt t="51500" x="6769100" y="1857375"/>
          <p14:tracePt t="51508" x="6756400" y="1836738"/>
          <p14:tracePt t="51516" x="6742113" y="1836738"/>
          <p14:tracePt t="51524" x="6715125" y="1824038"/>
          <p14:tracePt t="51533" x="6688138" y="1824038"/>
          <p14:tracePt t="51541" x="6673850" y="1809750"/>
          <p14:tracePt t="51550" x="6613525" y="1795463"/>
          <p14:tracePt t="51557" x="6586538" y="1795463"/>
          <p14:tracePt t="51568" x="6545263" y="1795463"/>
          <p14:tracePt t="51570" x="6524625" y="1795463"/>
          <p14:tracePt t="51579" x="6483350" y="1795463"/>
          <p14:tracePt t="51589" x="6456363" y="1795463"/>
          <p14:tracePt t="51597" x="6429375" y="1795463"/>
          <p14:tracePt t="51603" x="6396038" y="1795463"/>
          <p14:tracePt t="51610" x="6367463" y="1795463"/>
          <p14:tracePt t="51619" x="6340475" y="1795463"/>
          <p14:tracePt t="51626" x="6313488" y="1795463"/>
          <p14:tracePt t="51637" x="6300788" y="1809750"/>
          <p14:tracePt t="51644" x="6280150" y="1824038"/>
          <p14:tracePt t="51655" x="6253163" y="1824038"/>
          <p14:tracePt t="51657" x="6238875" y="1836738"/>
          <p14:tracePt t="51668" x="6224588" y="1857375"/>
          <p14:tracePt t="51677" x="6211888" y="1857375"/>
          <p14:tracePt t="51683" x="6197600" y="1871663"/>
          <p14:tracePt t="51691" x="6184900" y="1884363"/>
          <p14:tracePt t="51702" x="6170613" y="1884363"/>
          <p14:tracePt t="51704" x="6149975" y="1898650"/>
          <p14:tracePt t="51715" x="6137275" y="1911350"/>
          <p14:tracePt t="51724" x="6122988" y="1925638"/>
          <p14:tracePt t="51734" x="6110288" y="1938338"/>
          <p14:tracePt t="51745" x="6096000" y="1952625"/>
          <p14:tracePt t="51755" x="6081713" y="1973263"/>
          <p14:tracePt t="51763" x="6081713" y="1985963"/>
          <p14:tracePt t="51772" x="6081713" y="2000250"/>
          <p14:tracePt t="51783" x="6069013" y="2014538"/>
          <p14:tracePt t="51785" x="6069013" y="2027238"/>
          <p14:tracePt t="51794" x="6069013" y="2054225"/>
          <p14:tracePt t="51810" x="6069013" y="2081213"/>
          <p14:tracePt t="51819" x="6069013" y="2101850"/>
          <p14:tracePt t="51828" x="6069013" y="2116138"/>
          <p14:tracePt t="51835" x="6069013" y="2128838"/>
          <p14:tracePt t="51845" x="6069013" y="2143125"/>
          <p14:tracePt t="51850" x="6081713" y="2157413"/>
          <p14:tracePt t="51861" x="6096000" y="2170113"/>
          <p14:tracePt t="51877" x="6110288" y="2184400"/>
          <p14:tracePt t="51883" x="6122988" y="2197100"/>
          <p14:tracePt t="51893" x="6137275" y="2197100"/>
          <p14:tracePt t="51900" x="6170613" y="2211388"/>
          <p14:tracePt t="51909" x="6184900" y="2211388"/>
          <p14:tracePt t="51916" x="6197600" y="2232025"/>
          <p14:tracePt t="51925" x="6211888" y="2232025"/>
          <p14:tracePt t="51929" x="6224588" y="2244725"/>
          <p14:tracePt t="51939" x="6253163" y="2244725"/>
          <p14:tracePt t="51947" x="6265863" y="2244725"/>
          <p14:tracePt t="51956" x="6280150" y="2259013"/>
          <p14:tracePt t="51966" x="6300788" y="2259013"/>
          <p14:tracePt t="51968" x="6327775" y="2259013"/>
          <p14:tracePt t="51978" x="6354763" y="2259013"/>
          <p14:tracePt t="51985" x="6367463" y="2259013"/>
          <p14:tracePt t="51995" x="6396038" y="2259013"/>
          <p14:tracePt t="52002" x="6429375" y="2259013"/>
          <p14:tracePt t="52012" x="6443663" y="2259013"/>
          <p14:tracePt t="52022" x="6470650" y="2259013"/>
          <p14:tracePt t="52024" x="6510338" y="2259013"/>
          <p14:tracePt t="52034" x="6524625" y="2244725"/>
          <p14:tracePt t="52043" x="6557963" y="2232025"/>
          <p14:tracePt t="52052" x="6586538" y="2232025"/>
          <p14:tracePt t="52058" x="6599238" y="2211388"/>
          <p14:tracePt t="52070" x="6626225" y="2197100"/>
          <p14:tracePt t="52077" x="6640513" y="2184400"/>
          <p14:tracePt t="52086" x="6653213" y="2170113"/>
          <p14:tracePt t="52090" x="6673850" y="2157413"/>
          <p14:tracePt t="52101" x="6688138" y="2157413"/>
          <p14:tracePt t="52103" x="6700838" y="2143125"/>
          <p14:tracePt t="52113" x="6715125" y="2143125"/>
          <p14:tracePt t="52122" x="6715125" y="2128838"/>
          <p14:tracePt t="52130" x="6729413" y="2128838"/>
          <p14:tracePt t="52140" x="6729413" y="2116138"/>
          <p14:tracePt t="52150" x="6742113" y="2116138"/>
          <p14:tracePt t="52160" x="6756400" y="2116138"/>
          <p14:tracePt t="52424" x="6742113" y="2116138"/>
          <p14:tracePt t="52433" x="6729413" y="2116138"/>
          <p14:tracePt t="52441" x="6688138" y="2116138"/>
          <p14:tracePt t="52452" x="6640513" y="2116138"/>
          <p14:tracePt t="52460" x="6613525" y="2116138"/>
          <p14:tracePt t="52466" x="6557963" y="2128838"/>
          <p14:tracePt t="52477" x="6470650" y="2128838"/>
          <p14:tracePt t="52479" x="6313488" y="2157413"/>
          <p14:tracePt t="52488" x="6197600" y="2170113"/>
          <p14:tracePt t="52496" x="6122988" y="2170113"/>
          <p14:tracePt t="52505" x="6007100" y="2184400"/>
          <p14:tracePt t="52513" x="5911850" y="2197100"/>
          <p14:tracePt t="52523" x="5810250" y="2211388"/>
          <p14:tracePt t="52531" x="5721350" y="2211388"/>
          <p14:tracePt t="52538" x="5646738" y="2232025"/>
          <p14:tracePt t="52548" x="5619750" y="2244725"/>
          <p14:tracePt t="52556" x="5565775" y="2259013"/>
          <p14:tracePt t="52566" x="5503863" y="2259013"/>
          <p14:tracePt t="52573" x="5476875" y="2259013"/>
          <p14:tracePt t="52584" x="5449888" y="2271713"/>
          <p14:tracePt t="52586" x="5422900" y="2271713"/>
          <p14:tracePt t="52596" x="5387975" y="2286000"/>
          <p14:tracePt t="52612" x="5360988" y="2286000"/>
          <p14:tracePt t="52618" x="5348288" y="2286000"/>
          <p14:tracePt t="52629" x="5334000" y="2300288"/>
          <p14:tracePt t="52636" x="5319713" y="2300288"/>
          <p14:tracePt t="52639" x="5307013" y="2300288"/>
          <p14:tracePt t="52649" x="5292725" y="2300288"/>
          <p14:tracePt t="52658" x="5259388" y="2312988"/>
          <p14:tracePt t="52669" x="5245100" y="2312988"/>
          <p14:tracePt t="52671" x="5205413" y="2312988"/>
          <p14:tracePt t="52680" x="5176838" y="2327275"/>
          <p14:tracePt t="52690" x="5129213" y="2327275"/>
          <p14:tracePt t="52699" x="5089525" y="2339975"/>
          <p14:tracePt t="52708" x="5048250" y="2339975"/>
          <p14:tracePt t="52715" x="5033963" y="2360613"/>
          <p14:tracePt t="52723" x="4986338" y="2374900"/>
          <p14:tracePt t="52733" x="4946650" y="2374900"/>
          <p14:tracePt t="52740" x="4919663" y="2387600"/>
          <p14:tracePt t="52750" x="4884738" y="2401888"/>
          <p14:tracePt t="52753" x="4857750" y="2401888"/>
          <p14:tracePt t="52764" x="4843463" y="2414588"/>
          <p14:tracePt t="52779" x="4830763" y="2414588"/>
          <p14:tracePt t="52787" x="4816475" y="2414588"/>
          <p14:tracePt t="52794" x="4816475" y="2428875"/>
          <p14:tracePt t="52830" x="4830763" y="2428875"/>
          <p14:tracePt t="52839" x="4857750" y="2428875"/>
          <p14:tracePt t="52848" x="4905375" y="2428875"/>
          <p14:tracePt t="52857" x="4973638" y="2428875"/>
          <p14:tracePt t="52866" x="5033963" y="2428875"/>
          <p14:tracePt t="52874" x="5102225" y="2428875"/>
          <p14:tracePt t="52884" x="5176838" y="2428875"/>
          <p14:tracePt t="52886" x="5245100" y="2428875"/>
          <p14:tracePt t="52896" x="5319713" y="2428875"/>
          <p14:tracePt t="52905" x="5387975" y="2428875"/>
          <p14:tracePt t="52913" x="5449888" y="2428875"/>
          <p14:tracePt t="52922" x="5518150" y="2428875"/>
          <p14:tracePt t="52931" x="5551488" y="2428875"/>
          <p14:tracePt t="52937" x="5592763" y="2428875"/>
          <p14:tracePt t="52946" x="5634038" y="2428875"/>
          <p14:tracePt t="52953" x="5667375" y="2428875"/>
          <p14:tracePt t="52962" x="5694363" y="2428875"/>
          <p14:tracePt t="52970" x="5708650" y="2428875"/>
          <p14:tracePt t="52981" x="5735638" y="2428875"/>
          <p14:tracePt t="53255" x="5721350" y="2428875"/>
          <p14:tracePt t="53265" x="5694363" y="2428875"/>
          <p14:tracePt t="53273" x="5681663" y="2428875"/>
          <p14:tracePt t="53282" x="5634038" y="2414588"/>
          <p14:tracePt t="53291" x="5592763" y="2414588"/>
          <p14:tracePt t="53296" x="5551488" y="2401888"/>
          <p14:tracePt t="53308" x="5503863" y="2401888"/>
          <p14:tracePt t="53313" x="5449888" y="2401888"/>
          <p14:tracePt t="53321" x="5387975" y="2401888"/>
          <p14:tracePt t="53330" x="5348288" y="2401888"/>
          <p14:tracePt t="53341" x="5307013" y="2401888"/>
          <p14:tracePt t="53343" x="5280025" y="2414588"/>
          <p14:tracePt t="53353" x="5205413" y="2428875"/>
          <p14:tracePt t="53360" x="5191125" y="2428875"/>
          <p14:tracePt t="53371" x="5149850" y="2428875"/>
          <p14:tracePt t="53381" x="5102225" y="2443163"/>
          <p14:tracePt t="53383" x="5075238" y="2443163"/>
          <p14:tracePt t="53394" x="5048250" y="2455863"/>
          <p14:tracePt t="53404" x="5021263" y="2455863"/>
          <p14:tracePt t="53409" x="4986338" y="2455863"/>
          <p14:tracePt t="53420" x="4973638" y="2455863"/>
          <p14:tracePt t="53425" x="4959350" y="2455863"/>
          <p14:tracePt t="53437" x="4932363" y="2455863"/>
          <p14:tracePt t="53438" x="4905375" y="2455863"/>
          <p14:tracePt t="53449" x="4884738" y="2455863"/>
          <p14:tracePt t="53459" x="4872038" y="2455863"/>
          <p14:tracePt t="53467" x="4843463" y="2455863"/>
          <p14:tracePt t="53477" x="4830763" y="2455863"/>
          <p14:tracePt t="53479" x="4816475" y="2455863"/>
          <p14:tracePt t="53488" x="4803775" y="2455863"/>
          <p14:tracePt t="53496" x="4789488" y="2455863"/>
          <p14:tracePt t="53505" x="4776788" y="2455863"/>
          <p14:tracePt t="53513" x="4756150" y="2455863"/>
          <p14:tracePt t="53531" x="4741863" y="2455863"/>
          <p14:tracePt t="53539" x="4729163" y="2455863"/>
          <p14:tracePt t="53552" x="4714875" y="2455863"/>
          <p14:tracePt t="53560" x="4700588" y="2455863"/>
          <p14:tracePt t="53571" x="4687888" y="2455863"/>
          <p14:tracePt t="53584" x="4673600" y="2455863"/>
          <p14:tracePt t="53594" x="4660900" y="2455863"/>
          <p14:tracePt t="53611" x="4646613" y="2455863"/>
          <p14:tracePt t="53617" x="4625975" y="2443163"/>
          <p14:tracePt t="53633" x="4613275" y="2443163"/>
          <p14:tracePt t="53643" x="4598988" y="2443163"/>
          <p14:tracePt t="53656" x="4586288" y="2443163"/>
          <p14:tracePt t="53667" x="4572000" y="2428875"/>
          <p14:tracePt t="53676" x="4557713" y="2428875"/>
          <p14:tracePt t="53688" x="4545013" y="2428875"/>
          <p14:tracePt t="53696" x="4530725" y="2428875"/>
          <p14:tracePt t="53705" x="4530725" y="2414588"/>
          <p14:tracePt t="53721" x="4518025" y="2414588"/>
          <p14:tracePt t="53853" x="4530725" y="2414588"/>
          <p14:tracePt t="53869" x="4545013" y="2414588"/>
          <p14:tracePt t="53877" x="4572000" y="2414588"/>
          <p14:tracePt t="53887" x="4586288" y="2414588"/>
          <p14:tracePt t="53895" x="4598988" y="2414588"/>
          <p14:tracePt t="53905" x="4625975" y="2414588"/>
          <p14:tracePt t="53912" x="4673600" y="2414588"/>
          <p14:tracePt t="53919" x="4700588" y="2414588"/>
          <p14:tracePt t="53929" x="4714875" y="2414588"/>
          <p14:tracePt t="53936" x="4756150" y="2414588"/>
          <p14:tracePt t="53946" x="4789488" y="2414588"/>
          <p14:tracePt t="53956" x="4830763" y="2414588"/>
          <p14:tracePt t="53958" x="4843463" y="2414588"/>
          <p14:tracePt t="53969" x="4872038" y="2414588"/>
          <p14:tracePt t="53976" x="4905375" y="2414588"/>
          <p14:tracePt t="53986" x="4919663" y="2414588"/>
          <p14:tracePt t="53994" x="4946650" y="2414588"/>
          <p14:tracePt t="54004" x="4959350" y="2414588"/>
          <p14:tracePt t="54012" x="4973638" y="2414588"/>
          <p14:tracePt t="54016" x="4986338" y="2414588"/>
          <p14:tracePt t="54025" x="5000625" y="2414588"/>
          <p14:tracePt t="54040" x="5021263" y="2414588"/>
          <p14:tracePt t="54052" x="5033963" y="2401888"/>
          <p14:tracePt t="54055" x="5048250" y="2401888"/>
          <p14:tracePt t="54074" x="5062538" y="2401888"/>
          <p14:tracePt t="54087" x="5075238" y="2387600"/>
          <p14:tracePt t="54107" x="5089525" y="2387600"/>
          <p14:tracePt t="54113" x="5102225" y="2387600"/>
          <p14:tracePt t="54406" x="5089525" y="2387600"/>
          <p14:tracePt t="54416" x="5075238" y="2387600"/>
          <p14:tracePt t="54423" x="5048250" y="2387600"/>
          <p14:tracePt t="54437" x="5033963" y="2387600"/>
          <p14:tracePt t="54446" x="5000625" y="2374900"/>
          <p14:tracePt t="54455" x="4986338" y="2374900"/>
          <p14:tracePt t="54469" x="4973638" y="2374900"/>
          <p14:tracePt t="54501" x="4986338" y="2374900"/>
          <p14:tracePt t="54511" x="5021263" y="2374900"/>
          <p14:tracePt t="54519" x="5048250" y="2387600"/>
          <p14:tracePt t="54528" x="5089525" y="2387600"/>
          <p14:tracePt t="54536" x="5129213" y="2387600"/>
          <p14:tracePt t="54546" x="5176838" y="2387600"/>
          <p14:tracePt t="54553" x="5218113" y="2401888"/>
          <p14:tracePt t="54561" x="5259388" y="2401888"/>
          <p14:tracePt t="54568" x="5292725" y="2401888"/>
          <p14:tracePt t="54580" x="5334000" y="2401888"/>
          <p14:tracePt t="54582" x="5375275" y="2401888"/>
          <p14:tracePt t="54592" x="5408613" y="2401888"/>
          <p14:tracePt t="54600" x="5435600" y="2401888"/>
          <p14:tracePt t="54610" x="5462588" y="2401888"/>
          <p14:tracePt t="54618" x="5476875" y="2401888"/>
          <p14:tracePt t="54624" x="5491163" y="2401888"/>
          <p14:tracePt t="54632" x="5518150" y="2401888"/>
          <p14:tracePt t="54640" x="5538788" y="2401888"/>
          <p14:tracePt t="54649" x="5551488" y="2401888"/>
          <p14:tracePt t="54667" x="5565775" y="2401888"/>
          <p14:tracePt t="54673" x="5578475" y="2401888"/>
          <p14:tracePt t="54682" x="5578475" y="2387600"/>
          <p14:tracePt t="54689" x="5592763" y="2387600"/>
          <p14:tracePt t="54704" x="5605463" y="2387600"/>
          <p14:tracePt t="54712" x="5619750" y="2387600"/>
          <p14:tracePt t="54737" x="5634038" y="2387600"/>
          <p14:tracePt t="54746" x="5646738" y="2387600"/>
          <p14:tracePt t="54752" x="5667375" y="2387600"/>
          <p14:tracePt t="54761" x="5681663" y="2387600"/>
          <p14:tracePt t="54768" x="5694363" y="2387600"/>
          <p14:tracePt t="54777" x="5708650" y="2387600"/>
          <p14:tracePt t="54784" x="5721350" y="2387600"/>
          <p14:tracePt t="54793" x="5735638" y="2387600"/>
          <p14:tracePt t="54801" x="5748338" y="2387600"/>
          <p14:tracePt t="54811" x="5783263" y="2387600"/>
          <p14:tracePt t="54814" x="5795963" y="2387600"/>
          <p14:tracePt t="54826" x="5810250" y="2387600"/>
          <p14:tracePt t="54834" x="5824538" y="2387600"/>
          <p14:tracePt t="54844" x="5837238" y="2387600"/>
          <p14:tracePt t="54849" x="5851525" y="2387600"/>
          <p14:tracePt t="54856" x="5878513" y="2387600"/>
          <p14:tracePt t="54865" x="5891213" y="2387600"/>
          <p14:tracePt t="54883" x="5911850" y="2387600"/>
          <p14:tracePt t="54885" x="5926138" y="2387600"/>
          <p14:tracePt t="54895" x="5938838" y="2387600"/>
          <p14:tracePt t="54912" x="5953125" y="2387600"/>
          <p14:tracePt t="54921" x="5967413" y="2387600"/>
          <p14:tracePt t="54928" x="5980113" y="2387600"/>
          <p14:tracePt t="54943" x="5994400" y="2387600"/>
          <p14:tracePt t="54954" x="6007100" y="2387600"/>
          <p14:tracePt t="54970" x="6021388" y="2387600"/>
          <p14:tracePt t="54977" x="6042025" y="2387600"/>
          <p14:tracePt t="54984" x="6054725" y="2387600"/>
          <p14:tracePt t="54996" x="6069013" y="2387600"/>
          <p14:tracePt t="54998" x="6081713" y="2387600"/>
          <p14:tracePt t="55008" x="6096000" y="2387600"/>
          <p14:tracePt t="55018" x="6110288" y="2387600"/>
          <p14:tracePt t="55028" x="6122988" y="2387600"/>
          <p14:tracePt t="55033" x="6137275" y="2387600"/>
          <p14:tracePt t="55040" x="6149975" y="2387600"/>
          <p14:tracePt t="55049" x="6170613" y="2387600"/>
          <p14:tracePt t="55056" x="6184900" y="2387600"/>
          <p14:tracePt t="55065" x="6197600" y="2387600"/>
          <p14:tracePt t="55083" x="6211888" y="2387600"/>
          <p14:tracePt t="55089" x="6224588" y="2387600"/>
          <p14:tracePt t="55100" x="6238875" y="2387600"/>
          <p14:tracePt t="55112" x="6253163" y="2387600"/>
          <p14:tracePt t="55120" x="6265863" y="2387600"/>
          <p14:tracePt t="55136" x="6280150" y="2387600"/>
          <p14:tracePt t="55153" x="6300788" y="2387600"/>
          <p14:tracePt t="55177" x="6313488" y="2387600"/>
          <p14:tracePt t="55185" x="6313488" y="2374900"/>
          <p14:tracePt t="55196" x="6327775" y="2374900"/>
          <p14:tracePt t="55213" x="6340475" y="2374900"/>
          <p14:tracePt t="55236" x="6354763" y="2374900"/>
          <p14:tracePt t="55252" x="6367463" y="2374900"/>
          <p14:tracePt t="55284" x="6381750" y="2374900"/>
          <p14:tracePt t="55308" x="6396038" y="2374900"/>
          <p14:tracePt t="55332" x="6408738" y="2374900"/>
          <p14:tracePt t="55342" x="6429375" y="2374900"/>
          <p14:tracePt t="55356" x="6443663" y="2374900"/>
          <p14:tracePt t="55366" x="6456363" y="2374900"/>
          <p14:tracePt t="55380" x="6470650" y="2374900"/>
          <p14:tracePt t="55389" x="6483350" y="2374900"/>
          <p14:tracePt t="55399" x="6497638" y="2374900"/>
          <p14:tracePt t="55410" x="6510338" y="2374900"/>
          <p14:tracePt t="55415" x="6524625" y="2374900"/>
          <p14:tracePt t="55423" x="6545263" y="2374900"/>
          <p14:tracePt t="55433" x="6557963" y="2374900"/>
          <p14:tracePt t="55441" x="6572250" y="2374900"/>
          <p14:tracePt t="55456" x="6586538" y="2387600"/>
          <p14:tracePt t="55467" x="6599238" y="2387600"/>
          <p14:tracePt t="55480" x="6613525" y="2387600"/>
          <p14:tracePt t="55488" x="6626225" y="2387600"/>
          <p14:tracePt t="55511" x="6640513" y="2387600"/>
          <p14:tracePt t="55526" x="6653213" y="2387600"/>
          <p14:tracePt t="55565" x="6673850" y="2387600"/>
          <p14:tracePt t="55756" x="6688138" y="2387600"/>
          <p14:tracePt t="55772" x="6700838" y="2387600"/>
          <p14:tracePt t="55788" x="6715125" y="2387600"/>
          <p14:tracePt t="55812" x="6729413" y="2387600"/>
          <p14:tracePt t="55852" x="6742113" y="2387600"/>
          <p14:tracePt t="55931" x="6729413" y="2387600"/>
          <p14:tracePt t="55941" x="6715125" y="2387600"/>
          <p14:tracePt t="55950" x="6700838" y="2387600"/>
          <p14:tracePt t="55957" x="6653213" y="2387600"/>
          <p14:tracePt t="55966" x="6626225" y="2387600"/>
          <p14:tracePt t="55973" x="6613525" y="2387600"/>
          <p14:tracePt t="55981" x="6572250" y="2387600"/>
          <p14:tracePt t="55990" x="6524625" y="2387600"/>
          <p14:tracePt t="55998" x="6510338" y="2387600"/>
          <p14:tracePt t="56006" x="6470650" y="2387600"/>
          <p14:tracePt t="56016" x="6443663" y="2387600"/>
          <p14:tracePt t="56022" x="6408738" y="2387600"/>
          <p14:tracePt t="56033" x="6381750" y="2387600"/>
          <p14:tracePt t="56039" x="6354763" y="2387600"/>
          <p14:tracePt t="56050" x="6340475" y="2401888"/>
          <p14:tracePt t="56055" x="6327775" y="2401888"/>
          <p14:tracePt t="56074" x="6313488" y="2401888"/>
          <p14:tracePt t="56077" x="6300788" y="2401888"/>
          <p14:tracePt t="56108" x="6280150" y="2401888"/>
          <p14:tracePt t="56131" x="6265863" y="2401888"/>
          <p14:tracePt t="56148" x="6253163" y="2401888"/>
          <p14:tracePt t="56171" x="6238875" y="2401888"/>
          <p14:tracePt t="56180" x="6224588" y="2401888"/>
          <p14:tracePt t="56195" x="6211888" y="2401888"/>
          <p14:tracePt t="56220" x="6197600" y="2401888"/>
          <p14:tracePt t="56237" x="6184900" y="2401888"/>
          <p14:tracePt t="56259" x="6170613" y="2401888"/>
          <p14:tracePt t="56371" x="6184900" y="2401888"/>
          <p14:tracePt t="56395" x="6197600" y="2414588"/>
          <p14:tracePt t="56406" x="6211888" y="2414588"/>
          <p14:tracePt t="56413" x="6224588" y="2414588"/>
          <p14:tracePt t="56420" x="6238875" y="2414588"/>
          <p14:tracePt t="56429" x="6253163" y="2414588"/>
          <p14:tracePt t="56436" x="6280150" y="2428875"/>
          <p14:tracePt t="56444" x="6300788" y="2428875"/>
          <p14:tracePt t="56453" x="6327775" y="2428875"/>
          <p14:tracePt t="56460" x="6340475" y="2428875"/>
          <p14:tracePt t="56470" x="6367463" y="2428875"/>
          <p14:tracePt t="56480" x="6396038" y="2428875"/>
          <p14:tracePt t="56486" x="6429375" y="2443163"/>
          <p14:tracePt t="56494" x="6470650" y="2443163"/>
          <p14:tracePt t="56503" x="6497638" y="2443163"/>
          <p14:tracePt t="56510" x="6524625" y="2443163"/>
          <p14:tracePt t="56520" x="6557963" y="2443163"/>
          <p14:tracePt t="56527" x="6572250" y="2443163"/>
          <p14:tracePt t="56537" x="6599238" y="2443163"/>
          <p14:tracePt t="56544" x="6626225" y="2443163"/>
          <p14:tracePt t="56552" x="6640513" y="2443163"/>
          <p14:tracePt t="56562" x="6653213" y="2443163"/>
          <p14:tracePt t="56568" x="6673850" y="2443163"/>
          <p14:tracePt t="56579" x="6688138" y="2443163"/>
          <p14:tracePt t="56590" x="6700838" y="2443163"/>
          <p14:tracePt t="56598" x="6715125" y="2443163"/>
          <p14:tracePt t="56607" x="6715125" y="2428875"/>
          <p14:tracePt t="56630" x="6729413" y="2428875"/>
          <p14:tracePt t="59485" x="6729413" y="2414588"/>
          <p14:tracePt t="59502" x="6729413" y="2401888"/>
          <p14:tracePt t="59511" x="6715125" y="2401888"/>
          <p14:tracePt t="59520" x="6715125" y="2387600"/>
          <p14:tracePt t="59526" x="6700838" y="2387600"/>
          <p14:tracePt t="59533" x="6700838" y="2374900"/>
          <p14:tracePt t="59550" x="6688138" y="2360613"/>
          <p14:tracePt t="59566" x="6688138" y="2339975"/>
          <p14:tracePt t="59575" x="6673850" y="2339975"/>
          <p14:tracePt t="59589" x="6653213" y="2339975"/>
          <p14:tracePt t="59600" x="6653213" y="2327275"/>
          <p14:tracePt t="59606" x="6640513" y="2327275"/>
          <p14:tracePt t="59617" x="6640513" y="2312988"/>
          <p14:tracePt t="59622" x="6626225" y="2312988"/>
          <p14:tracePt t="59633" x="6613525" y="2312988"/>
          <p14:tracePt t="59639" x="6599238" y="2300288"/>
          <p14:tracePt t="59648" x="6586538" y="2300288"/>
          <p14:tracePt t="59655" x="6572250" y="2286000"/>
          <p14:tracePt t="59667" x="6557963" y="2286000"/>
          <p14:tracePt t="59671" x="6545263" y="2271713"/>
          <p14:tracePt t="59682" x="6510338" y="2271713"/>
          <p14:tracePt t="59689" x="6497638" y="2259013"/>
          <p14:tracePt t="59699" x="6483350" y="2259013"/>
          <p14:tracePt t="59706" x="6470650" y="2244725"/>
          <p14:tracePt t="59715" x="6456363" y="2232025"/>
          <p14:tracePt t="59722" x="6429375" y="2232025"/>
          <p14:tracePt t="59729" x="6408738" y="2232025"/>
          <p14:tracePt t="59739" x="6396038" y="2211388"/>
          <p14:tracePt t="59750" x="6381750" y="2211388"/>
          <p14:tracePt t="59760" x="6367463" y="2197100"/>
          <p14:tracePt t="59766" x="6354763" y="2197100"/>
          <p14:tracePt t="59776" x="6340475" y="2197100"/>
          <p14:tracePt t="59783" x="6327775" y="2197100"/>
          <p14:tracePt t="59792" x="6313488" y="2197100"/>
          <p14:tracePt t="59800" x="6300788" y="2197100"/>
          <p14:tracePt t="59810" x="6280150" y="2197100"/>
          <p14:tracePt t="59817" x="6265863" y="2197100"/>
          <p14:tracePt t="59826" x="6253163" y="2197100"/>
          <p14:tracePt t="59841" x="6238875" y="2197100"/>
          <p14:tracePt t="59851" x="6211888" y="2197100"/>
          <p14:tracePt t="59857" x="6197600" y="2197100"/>
          <p14:tracePt t="59866" x="6184900" y="2197100"/>
          <p14:tracePt t="59873" x="6170613" y="2197100"/>
          <p14:tracePt t="59885" x="6137275" y="2197100"/>
          <p14:tracePt t="59887" x="6122988" y="2197100"/>
          <p14:tracePt t="59897" x="6110288" y="2197100"/>
          <p14:tracePt t="59905" x="6096000" y="2197100"/>
          <p14:tracePt t="59913" x="6081713" y="2197100"/>
          <p14:tracePt t="59922" x="6069013" y="2211388"/>
          <p14:tracePt t="59933" x="6054725" y="2232025"/>
          <p14:tracePt t="59944" x="6042025" y="2244725"/>
          <p14:tracePt t="59951" x="6021388" y="2244725"/>
          <p14:tracePt t="59961" x="6021388" y="2259013"/>
          <p14:tracePt t="59967" x="6021388" y="2271713"/>
          <p14:tracePt t="59977" x="6007100" y="2286000"/>
          <p14:tracePt t="59984" x="6007100" y="2300288"/>
          <p14:tracePt t="59992" x="6007100" y="2312988"/>
          <p14:tracePt t="60001" x="6007100" y="2327275"/>
          <p14:tracePt t="60008" x="6007100" y="2360613"/>
          <p14:tracePt t="60020" x="6007100" y="2374900"/>
          <p14:tracePt t="60022" x="6007100" y="2401888"/>
          <p14:tracePt t="60033" x="6007100" y="2414588"/>
          <p14:tracePt t="60040" x="6007100" y="2428875"/>
          <p14:tracePt t="60050" x="6007100" y="2443163"/>
          <p14:tracePt t="60055" x="6021388" y="2455863"/>
          <p14:tracePt t="60070" x="6042025" y="2470150"/>
          <p14:tracePt t="60085" x="6054725" y="2470150"/>
          <p14:tracePt t="60101" x="6069013" y="2470150"/>
          <p14:tracePt t="60110" x="6081713" y="2470150"/>
          <p14:tracePt t="60119" x="6110288" y="2470150"/>
          <p14:tracePt t="60127" x="6122988" y="2470150"/>
          <p14:tracePt t="60135" x="6137275" y="2470150"/>
          <p14:tracePt t="60145" x="6170613" y="2470150"/>
          <p14:tracePt t="60154" x="6184900" y="2470150"/>
          <p14:tracePt t="60157" x="6197600" y="2470150"/>
          <p14:tracePt t="60167" x="6224588" y="2470150"/>
          <p14:tracePt t="60176" x="6238875" y="2470150"/>
          <p14:tracePt t="60184" x="6265863" y="2470150"/>
          <p14:tracePt t="60203" x="6300788" y="2470150"/>
          <p14:tracePt t="60208" x="6313488" y="2455863"/>
          <p14:tracePt t="60217" x="6327775" y="2455863"/>
          <p14:tracePt t="60224" x="6340475" y="2455863"/>
          <p14:tracePt t="60233" x="6367463" y="2443163"/>
          <p14:tracePt t="60241" x="6381750" y="2443163"/>
          <p14:tracePt t="60249" x="6408738" y="2428875"/>
          <p14:tracePt t="60257" x="6429375" y="2428875"/>
          <p14:tracePt t="60266" x="6443663" y="2414588"/>
          <p14:tracePt t="60274" x="6456363" y="2414588"/>
          <p14:tracePt t="60282" x="6470650" y="2401888"/>
          <p14:tracePt t="60290" x="6497638" y="2401888"/>
          <p14:tracePt t="60299" x="6497638" y="2387600"/>
          <p14:tracePt t="60304" x="6510338" y="2387600"/>
          <p14:tracePt t="60312" x="6524625" y="2374900"/>
          <p14:tracePt t="60322" x="6545263" y="2374900"/>
          <p14:tracePt t="60328" x="6557963" y="2360613"/>
          <p14:tracePt t="60337" x="6572250" y="2360613"/>
          <p14:tracePt t="60344" x="6586538" y="2339975"/>
          <p14:tracePt t="60357" x="6586538" y="2327275"/>
          <p14:tracePt t="60358" x="6599238" y="2327275"/>
          <p14:tracePt t="60375" x="6613525" y="2312988"/>
          <p14:tracePt t="60385" x="6626225" y="2300288"/>
          <p14:tracePt t="60406" x="6626225" y="2286000"/>
          <p14:tracePt t="60417" x="6640513" y="2286000"/>
          <p14:tracePt t="60445" x="6640513" y="2271713"/>
          <p14:tracePt t="60469" x="6640513" y="2259013"/>
          <p14:tracePt t="60484" x="6640513" y="2244725"/>
          <p14:tracePt t="60493" x="6626225" y="2232025"/>
          <p14:tracePt t="60503" x="6613525" y="2232025"/>
          <p14:tracePt t="60511" x="6599238" y="2211388"/>
          <p14:tracePt t="60519" x="6572250" y="2197100"/>
          <p14:tracePt t="60529" x="6557963" y="2184400"/>
          <p14:tracePt t="60536" x="6545263" y="2170113"/>
          <p14:tracePt t="60544" x="6510338" y="2157413"/>
          <p14:tracePt t="60553" x="6483350" y="2157413"/>
          <p14:tracePt t="60557" x="6456363" y="2143125"/>
          <p14:tracePt t="60568" x="6443663" y="2128838"/>
          <p14:tracePt t="60576" x="6408738" y="2128838"/>
          <p14:tracePt t="60584" x="6381750" y="2116138"/>
          <p14:tracePt t="60594" x="6367463" y="2101850"/>
          <p14:tracePt t="60601" x="6354763" y="2101850"/>
          <p14:tracePt t="60608" x="6327775" y="2081213"/>
          <p14:tracePt t="60618" x="6313488" y="2081213"/>
          <p14:tracePt t="60626" x="6300788" y="2081213"/>
          <p14:tracePt t="60636" x="6280150" y="2081213"/>
          <p14:tracePt t="60640" x="6265863" y="2081213"/>
          <p14:tracePt t="60652" x="6253163" y="2081213"/>
          <p14:tracePt t="60653" x="6238875" y="2081213"/>
          <p14:tracePt t="60662" x="6224588" y="2081213"/>
          <p14:tracePt t="60671" x="6211888" y="2081213"/>
          <p14:tracePt t="60682" x="6197600" y="2081213"/>
          <p14:tracePt t="60687" x="6184900" y="2081213"/>
          <p14:tracePt t="60699" x="6170613" y="2081213"/>
          <p14:tracePt t="60701" x="6149975" y="2081213"/>
          <p14:tracePt t="60711" x="6137275" y="2081213"/>
          <p14:tracePt t="60720" x="6122988" y="2081213"/>
          <p14:tracePt t="60729" x="6110288" y="2081213"/>
          <p14:tracePt t="60736" x="6096000" y="2101850"/>
          <p14:tracePt t="60752" x="6081713" y="2116138"/>
          <p14:tracePt t="60768" x="6069013" y="2128838"/>
          <p14:tracePt t="60784" x="6054725" y="2128838"/>
          <p14:tracePt t="60794" x="6054725" y="2143125"/>
          <p14:tracePt t="60801" x="6054725" y="2157413"/>
          <p14:tracePt t="60808" x="6042025" y="2157413"/>
          <p14:tracePt t="60816" x="6042025" y="2170113"/>
          <p14:tracePt t="60827" x="6042025" y="2184400"/>
          <p14:tracePt t="60832" x="6021388" y="2184400"/>
          <p14:tracePt t="60843" x="6021388" y="2197100"/>
          <p14:tracePt t="60858" x="6021388" y="2211388"/>
          <p14:tracePt t="60872" x="6021388" y="2232025"/>
          <p14:tracePt t="60884" x="6021388" y="2244725"/>
          <p14:tracePt t="60886" x="6021388" y="2259013"/>
          <p14:tracePt t="60901" x="6021388" y="2271713"/>
          <p14:tracePt t="60916" x="6021388" y="2286000"/>
          <p14:tracePt t="60932" x="6021388" y="2300288"/>
          <p14:tracePt t="60941" x="6042025" y="2300288"/>
          <p14:tracePt t="60951" x="6042025" y="2312988"/>
          <p14:tracePt t="60959" x="6054725" y="2312988"/>
          <p14:tracePt t="60968" x="6054725" y="2327275"/>
          <p14:tracePt t="60977" x="6054725" y="2339975"/>
          <p14:tracePt t="60984" x="6069013" y="2339975"/>
          <p14:tracePt t="60993" x="6081713" y="2360613"/>
          <p14:tracePt t="61007" x="6096000" y="2374900"/>
          <p14:tracePt t="61017" x="6110288" y="2374900"/>
          <p14:tracePt t="61024" x="6137275" y="2387600"/>
          <p14:tracePt t="61032" x="6149975" y="2401888"/>
          <p14:tracePt t="61043" x="6170613" y="2401888"/>
          <p14:tracePt t="61049" x="6184900" y="2401888"/>
          <p14:tracePt t="61057" x="6211888" y="2414588"/>
          <p14:tracePt t="61066" x="6224588" y="2414588"/>
          <p14:tracePt t="61074" x="6238875" y="2428875"/>
          <p14:tracePt t="61085" x="6265863" y="2428875"/>
          <p14:tracePt t="61088" x="6280150" y="2428875"/>
          <p14:tracePt t="61098" x="6313488" y="2443163"/>
          <p14:tracePt t="61110" x="6340475" y="2443163"/>
          <p14:tracePt t="61119" x="6354763" y="2443163"/>
          <p14:tracePt t="61129" x="6367463" y="2443163"/>
          <p14:tracePt t="61137" x="6396038" y="2443163"/>
          <p14:tracePt t="61144" x="6408738" y="2443163"/>
          <p14:tracePt t="61152" x="6429375" y="2443163"/>
          <p14:tracePt t="61157" x="6456363" y="2443163"/>
          <p14:tracePt t="61168" x="6470650" y="2443163"/>
          <p14:tracePt t="61176" x="6497638" y="2428875"/>
          <p14:tracePt t="61184" x="6510338" y="2414588"/>
          <p14:tracePt t="61192" x="6545263" y="2401888"/>
          <p14:tracePt t="61199" x="6557963" y="2387600"/>
          <p14:tracePt t="61211" x="6572250" y="2387600"/>
          <p14:tracePt t="61216" x="6586538" y="2374900"/>
          <p14:tracePt t="61225" x="6599238" y="2360613"/>
          <p14:tracePt t="61233" x="6613525" y="2339975"/>
          <p14:tracePt t="61242" x="6626225" y="2327275"/>
          <p14:tracePt t="61245" x="6640513" y="2312988"/>
          <p14:tracePt t="61255" x="6640513" y="2300288"/>
          <p14:tracePt t="61265" x="6653213" y="2300288"/>
          <p14:tracePt t="61271" x="6653213" y="2286000"/>
          <p14:tracePt t="61285" x="6673850" y="2286000"/>
          <p14:tracePt t="61294" x="6673850" y="2271713"/>
          <p14:tracePt t="61515" x="6673850" y="2259013"/>
          <p14:tracePt t="61555" x="6653213" y="2259013"/>
          <p14:tracePt t="69365" x="6653213" y="2244725"/>
          <p14:tracePt t="69372" x="6640513" y="2232025"/>
          <p14:tracePt t="69379" x="6626225" y="2211388"/>
          <p14:tracePt t="69389" x="6613525" y="2197100"/>
          <p14:tracePt t="69396" x="6586538" y="2184400"/>
          <p14:tracePt t="69404" x="6572250" y="2170113"/>
          <p14:tracePt t="69414" x="6557963" y="2170113"/>
          <p14:tracePt t="69423" x="6545263" y="2157413"/>
          <p14:tracePt t="69436" x="6510338" y="2143125"/>
          <p14:tracePt t="69452" x="6470650" y="2128838"/>
          <p14:tracePt t="69460" x="6456363" y="2116138"/>
          <p14:tracePt t="69473" x="6443663" y="2116138"/>
          <p14:tracePt t="69486" x="6429375" y="2101850"/>
          <p14:tracePt t="69493" x="6408738" y="2101850"/>
          <p14:tracePt t="69503" x="6396038" y="2101850"/>
          <p14:tracePt t="69510" x="6381750" y="2101850"/>
          <p14:tracePt t="69524" x="6367463" y="2101850"/>
          <p14:tracePt t="69533" x="6354763" y="2101850"/>
          <p14:tracePt t="69548" x="6340475" y="2101850"/>
          <p14:tracePt t="69557" x="6327775" y="2101850"/>
          <p14:tracePt t="69564" x="6313488" y="2101850"/>
          <p14:tracePt t="69573" x="6300788" y="2101850"/>
          <p14:tracePt t="69589" x="6280150" y="2101850"/>
          <p14:tracePt t="69597" x="6265863" y="2101850"/>
          <p14:tracePt t="69605" x="6253163" y="2101850"/>
          <p14:tracePt t="69613" x="6238875" y="2101850"/>
          <p14:tracePt t="69622" x="6224588" y="2101850"/>
          <p14:tracePt t="69630" x="6211888" y="2116138"/>
          <p14:tracePt t="69639" x="6184900" y="2116138"/>
          <p14:tracePt t="69647" x="6184900" y="2128838"/>
          <p14:tracePt t="69655" x="6149975" y="2128838"/>
          <p14:tracePt t="69664" x="6137275" y="2143125"/>
          <p14:tracePt t="69674" x="6122988" y="2143125"/>
          <p14:tracePt t="69677" x="6110288" y="2143125"/>
          <p14:tracePt t="69688" x="6096000" y="2157413"/>
          <p14:tracePt t="69695" x="6081713" y="2157413"/>
          <p14:tracePt t="69710" x="6069013" y="2170113"/>
          <p14:tracePt t="69728" x="6054725" y="2170113"/>
          <p14:tracePt t="69736" x="6054725" y="2184400"/>
          <p14:tracePt t="69744" x="6042025" y="2184400"/>
          <p14:tracePt t="69771" x="6021388" y="2184400"/>
          <p14:tracePt t="69773" x="6021388" y="2197100"/>
          <p14:tracePt t="69787" x="6007100" y="2197100"/>
          <p14:tracePt t="69811" x="6007100" y="2211388"/>
          <p14:tracePt t="69827" x="5994400" y="2211388"/>
          <p14:tracePt t="69836" x="5994400" y="2232025"/>
          <p14:tracePt t="69845" x="5994400" y="2244725"/>
          <p14:tracePt t="69862" x="5994400" y="2259013"/>
          <p14:tracePt t="69876" x="5994400" y="2271713"/>
          <p14:tracePt t="69886" x="5980113" y="2286000"/>
          <p14:tracePt t="69904" x="5980113" y="2300288"/>
          <p14:tracePt t="69910" x="5980113" y="2312988"/>
          <p14:tracePt t="69927" x="5980113" y="2327275"/>
          <p14:tracePt t="69937" x="5980113" y="2339975"/>
          <p14:tracePt t="69942" x="5980113" y="2360613"/>
          <p14:tracePt t="69967" x="5980113" y="2374900"/>
          <p14:tracePt t="69983" x="5980113" y="2387600"/>
          <p14:tracePt t="69998" x="5994400" y="2401888"/>
          <p14:tracePt t="70016" x="6007100" y="2401888"/>
          <p14:tracePt t="70023" x="6007100" y="2414588"/>
          <p14:tracePt t="70038" x="6021388" y="2428875"/>
          <p14:tracePt t="70048" x="6042025" y="2428875"/>
          <p14:tracePt t="70060" x="6054725" y="2443163"/>
          <p14:tracePt t="70075" x="6069013" y="2443163"/>
          <p14:tracePt t="70086" x="6069013" y="2455863"/>
          <p14:tracePt t="70094" x="6081713" y="2455863"/>
          <p14:tracePt t="70103" x="6096000" y="2455863"/>
          <p14:tracePt t="70121" x="6110288" y="2455863"/>
          <p14:tracePt t="70126" x="6122988" y="2455863"/>
          <p14:tracePt t="70139" x="6137275" y="2470150"/>
          <p14:tracePt t="70140" x="6149975" y="2470150"/>
          <p14:tracePt t="70155" x="6170613" y="2470150"/>
          <p14:tracePt t="70164" x="6184900" y="2470150"/>
          <p14:tracePt t="70173" x="6197600" y="2470150"/>
          <p14:tracePt t="70182" x="6224588" y="2470150"/>
          <p14:tracePt t="70188" x="6238875" y="2470150"/>
          <p14:tracePt t="70197" x="6253163" y="2470150"/>
          <p14:tracePt t="70207" x="6280150" y="2470150"/>
          <p14:tracePt t="70215" x="6313488" y="2470150"/>
          <p14:tracePt t="70224" x="6327775" y="2490788"/>
          <p14:tracePt t="70231" x="6340475" y="2490788"/>
          <p14:tracePt t="70240" x="6354763" y="2490788"/>
          <p14:tracePt t="70246" x="6381750" y="2490788"/>
          <p14:tracePt t="70256" x="6396038" y="2490788"/>
          <p14:tracePt t="70270" x="6429375" y="2490788"/>
          <p14:tracePt t="70281" x="6443663" y="2490788"/>
          <p14:tracePt t="70286" x="6456363" y="2490788"/>
          <p14:tracePt t="70297" x="6470650" y="2490788"/>
          <p14:tracePt t="70302" x="6483350" y="2490788"/>
          <p14:tracePt t="70313" x="6497638" y="2490788"/>
          <p14:tracePt t="70328" x="6510338" y="2490788"/>
          <p14:tracePt t="70337" x="6524625" y="2490788"/>
          <p14:tracePt t="70340" x="6545263" y="2490788"/>
          <p14:tracePt t="70349" x="6557963" y="2490788"/>
          <p14:tracePt t="70358" x="6572250" y="2490788"/>
          <p14:tracePt t="70366" x="6586538" y="2490788"/>
          <p14:tracePt t="70375" x="6599238" y="2490788"/>
          <p14:tracePt t="70385" x="6613525" y="2490788"/>
          <p14:tracePt t="70391" x="6626225" y="2470150"/>
          <p14:tracePt t="70399" x="6640513" y="2470150"/>
          <p14:tracePt t="70413" x="6653213" y="2455863"/>
          <p14:tracePt t="70429" x="6673850" y="2443163"/>
          <p14:tracePt t="70457" x="6688138" y="2428875"/>
          <p14:tracePt t="70477" x="6688138" y="2414588"/>
          <p14:tracePt t="70487" x="6700838" y="2414588"/>
          <p14:tracePt t="70494" x="6700838" y="2401888"/>
          <p14:tracePt t="70513" x="6700838" y="2387600"/>
          <p14:tracePt t="70519" x="6700838" y="2374900"/>
          <p14:tracePt t="70536" x="6700838" y="2360613"/>
          <p14:tracePt t="70555" x="6700838" y="2339975"/>
          <p14:tracePt t="70566" x="6700838" y="2327275"/>
          <p14:tracePt t="70575" x="6700838" y="2312988"/>
          <p14:tracePt t="70585" x="6700838" y="2300288"/>
          <p14:tracePt t="70597" x="6700838" y="2286000"/>
          <p14:tracePt t="70609" x="6688138" y="2271713"/>
          <p14:tracePt t="70623" x="6673850" y="2259013"/>
          <p14:tracePt t="70631" x="6653213" y="2259013"/>
          <p14:tracePt t="70640" x="6653213" y="2244725"/>
          <p14:tracePt t="70643" x="6640513" y="2244725"/>
          <p14:tracePt t="70654" x="6626225" y="2232025"/>
          <p14:tracePt t="70663" x="6613525" y="2232025"/>
          <p14:tracePt t="70680" x="6599238" y="2211388"/>
          <p14:tracePt t="70686" x="6586538" y="2211388"/>
          <p14:tracePt t="70697" x="6572250" y="2197100"/>
          <p14:tracePt t="70702" x="6557963" y="2197100"/>
          <p14:tracePt t="70715" x="6545263" y="2197100"/>
          <p14:tracePt t="70718" x="6524625" y="2184400"/>
          <p14:tracePt t="70726" x="6510338" y="2184400"/>
          <p14:tracePt t="70736" x="6497638" y="2184400"/>
          <p14:tracePt t="70742" x="6483350" y="2184400"/>
          <p14:tracePt t="70754" x="6470650" y="2184400"/>
          <p14:tracePt t="70759" x="6456363" y="2170113"/>
          <p14:tracePt t="70770" x="6443663" y="2170113"/>
          <p14:tracePt t="70772" x="6408738" y="2170113"/>
          <p14:tracePt t="70781" x="6396038" y="2170113"/>
          <p14:tracePt t="70790" x="6381750" y="2170113"/>
          <p14:tracePt t="70798" x="6354763" y="2170113"/>
          <p14:tracePt t="70808" x="6340475" y="2170113"/>
          <p14:tracePt t="70816" x="6313488" y="2170113"/>
          <p14:tracePt t="70823" x="6300788" y="2170113"/>
          <p14:tracePt t="70830" x="6265863" y="2170113"/>
          <p14:tracePt t="70839" x="6238875" y="2170113"/>
          <p14:tracePt t="70846" x="6211888" y="2170113"/>
          <p14:tracePt t="70854" x="6197600" y="2170113"/>
          <p14:tracePt t="70864" x="6170613" y="2170113"/>
          <p14:tracePt t="70871" x="6137275" y="2184400"/>
          <p14:tracePt t="70879" x="6122988" y="2184400"/>
          <p14:tracePt t="70886" x="6096000" y="2184400"/>
          <p14:tracePt t="70897" x="6081713" y="2197100"/>
          <p14:tracePt t="70902" x="6069013" y="2197100"/>
          <p14:tracePt t="70912" x="6054725" y="2197100"/>
          <p14:tracePt t="70919" x="6042025" y="2211388"/>
          <p14:tracePt t="70931" x="6021388" y="2211388"/>
          <p14:tracePt t="70942" x="6007100" y="2232025"/>
          <p14:tracePt t="70953" x="5994400" y="2232025"/>
          <p14:tracePt t="70973" x="5994400" y="2244725"/>
          <p14:tracePt t="70985" x="5980113" y="2244725"/>
          <p14:tracePt t="70991" x="5980113" y="2259013"/>
          <p14:tracePt t="71015" x="5980113" y="2271713"/>
          <p14:tracePt t="71029" x="5967413" y="2286000"/>
          <p14:tracePt t="71045" x="5967413" y="2300288"/>
          <p14:tracePt t="71054" x="5967413" y="2312988"/>
          <p14:tracePt t="71072" x="5967413" y="2327275"/>
          <p14:tracePt t="71078" x="5967413" y="2339975"/>
          <p14:tracePt t="71093" x="5967413" y="2360613"/>
          <p14:tracePt t="71105" x="5967413" y="2374900"/>
          <p14:tracePt t="71111" x="5967413" y="2387600"/>
          <p14:tracePt t="71119" x="5980113" y="2401888"/>
          <p14:tracePt t="71134" x="5994400" y="2414588"/>
          <p14:tracePt t="71152" x="6007100" y="2428875"/>
          <p14:tracePt t="71158" x="6021388" y="2428875"/>
          <p14:tracePt t="71170" x="6042025" y="2428875"/>
          <p14:tracePt t="71172" x="6069013" y="2443163"/>
          <p14:tracePt t="71181" x="6081713" y="2443163"/>
          <p14:tracePt t="71190" x="6096000" y="2443163"/>
          <p14:tracePt t="71198" x="6122988" y="2455863"/>
          <p14:tracePt t="71206" x="6149975" y="2455863"/>
          <p14:tracePt t="71215" x="6170613" y="2455863"/>
          <p14:tracePt t="71222" x="6197600" y="2470150"/>
          <p14:tracePt t="71232" x="6211888" y="2470150"/>
          <p14:tracePt t="71240" x="6238875" y="2470150"/>
          <p14:tracePt t="71244" x="6253163" y="2470150"/>
          <p14:tracePt t="71254" x="6265863" y="2470150"/>
          <p14:tracePt t="71262" x="6280150" y="2470150"/>
          <p14:tracePt t="71272" x="6300788" y="2470150"/>
          <p14:tracePt t="71277" x="6327775" y="2470150"/>
          <p14:tracePt t="71293" x="6340475" y="2470150"/>
          <p14:tracePt t="71305" x="6354763" y="2470150"/>
          <p14:tracePt t="71311" x="6367463" y="2470150"/>
          <p14:tracePt t="71319" x="6381750" y="2470150"/>
          <p14:tracePt t="71327" x="6396038" y="2455863"/>
          <p14:tracePt t="71336" x="6408738" y="2455863"/>
          <p14:tracePt t="71340" x="6429375" y="2443163"/>
          <p14:tracePt t="71351" x="6443663" y="2443163"/>
          <p14:tracePt t="71359" x="6470650" y="2428875"/>
          <p14:tracePt t="71370" x="6483350" y="2428875"/>
          <p14:tracePt t="71372" x="6497638" y="2414588"/>
          <p14:tracePt t="71381" x="6510338" y="2414588"/>
          <p14:tracePt t="71389" x="6545263" y="2401888"/>
          <p14:tracePt t="71401" x="6557963" y="2387600"/>
          <p14:tracePt t="71407" x="6572250" y="2387600"/>
          <p14:tracePt t="71415" x="6586538" y="2374900"/>
          <p14:tracePt t="71424" x="6599238" y="2374900"/>
          <p14:tracePt t="71431" x="6613525" y="2360613"/>
          <p14:tracePt t="71442" x="6626225" y="2360613"/>
          <p14:tracePt t="71451" x="6640513" y="2360613"/>
          <p14:tracePt t="71459" x="6640513" y="2339975"/>
          <p14:tracePt t="71462" x="6653213" y="2339975"/>
          <p14:tracePt t="71477" x="6673850" y="2327275"/>
          <p14:tracePt t="74268" x="6640513" y="2327275"/>
          <p14:tracePt t="74277" x="6599238" y="2327275"/>
          <p14:tracePt t="74287" x="6557963" y="2339975"/>
          <p14:tracePt t="74295" x="6497638" y="2360613"/>
          <p14:tracePt t="74305" x="6381750" y="2387600"/>
          <p14:tracePt t="74312" x="6300788" y="2414588"/>
          <p14:tracePt t="74319" x="6224588" y="2428875"/>
          <p14:tracePt t="74329" x="6122988" y="2455863"/>
          <p14:tracePt t="74336" x="6021388" y="2490788"/>
          <p14:tracePt t="74346" x="5926138" y="2503488"/>
          <p14:tracePt t="74353" x="5810250" y="2530475"/>
          <p14:tracePt t="74360" x="5721350" y="2544763"/>
          <p14:tracePt t="74370" x="5634038" y="2544763"/>
          <p14:tracePt t="74380" x="5565775" y="2557463"/>
          <p14:tracePt t="74387" x="5518150" y="2557463"/>
          <p14:tracePt t="74394" x="5476875" y="2557463"/>
          <p14:tracePt t="74406" x="5435600" y="2571750"/>
          <p14:tracePt t="74408" x="5408613" y="2571750"/>
          <p14:tracePt t="74418" x="5375275" y="2571750"/>
          <p14:tracePt t="74423" x="5360988" y="2571750"/>
          <p14:tracePt t="74435" x="5348288" y="2571750"/>
          <p14:tracePt t="74440" x="5334000" y="2571750"/>
          <p14:tracePt t="74449" x="5319713" y="2571750"/>
          <p14:tracePt t="74457" x="5307013" y="2571750"/>
          <p14:tracePt t="74471" x="5292725" y="2571750"/>
          <p14:tracePt t="74481" x="5280025" y="2571750"/>
          <p14:tracePt t="74490" x="5259388" y="2571750"/>
          <p14:tracePt t="74504" x="5245100" y="2571750"/>
          <p14:tracePt t="74512" x="5232400" y="2571750"/>
          <p14:tracePt t="74525" x="5232400" y="2557463"/>
          <p14:tracePt t="74527" x="5218113" y="2557463"/>
          <p14:tracePt t="74535" x="5205413" y="2557463"/>
          <p14:tracePt t="74551" x="5191125" y="2557463"/>
          <p14:tracePt t="74562" x="5176838" y="2557463"/>
          <p14:tracePt t="74574" x="5164138" y="2557463"/>
          <p14:tracePt t="74585" x="5129213" y="2557463"/>
          <p14:tracePt t="74593" x="5116513" y="2557463"/>
          <p14:tracePt t="74601" x="5102225" y="2557463"/>
          <p14:tracePt t="74609" x="5089525" y="2557463"/>
          <p14:tracePt t="74615" x="5075238" y="2557463"/>
          <p14:tracePt t="74627" x="5048250" y="2571750"/>
          <p14:tracePt t="74634" x="5033963" y="2571750"/>
          <p14:tracePt t="74642" x="5000625" y="2586038"/>
          <p14:tracePt t="74650" x="4986338" y="2598738"/>
          <p14:tracePt t="74662" x="4959350" y="2598738"/>
          <p14:tracePt t="74665" x="4946650" y="2619375"/>
          <p14:tracePt t="74674" x="4919663" y="2633663"/>
          <p14:tracePt t="74685" x="4872038" y="2633663"/>
          <p14:tracePt t="74687" x="4843463" y="2646363"/>
          <p14:tracePt t="74698" x="4830763" y="2646363"/>
          <p14:tracePt t="74704" x="4789488" y="2660650"/>
          <p14:tracePt t="74716" x="4756150" y="2660650"/>
          <p14:tracePt t="74718" x="4729163" y="2660650"/>
          <p14:tracePt t="74727" x="4700588" y="2660650"/>
          <p14:tracePt t="74736" x="4687888" y="2660650"/>
          <p14:tracePt t="74745" x="4660900" y="2673350"/>
          <p14:tracePt t="74759" x="4646613" y="2673350"/>
          <p14:tracePt t="74769" x="4625975" y="2687638"/>
          <p14:tracePt t="74777" x="4613275" y="2687638"/>
          <p14:tracePt t="74787" x="4613275" y="2700338"/>
          <p14:tracePt t="74812" x="4613275" y="2714625"/>
          <p14:tracePt t="74822" x="4598988" y="2714625"/>
          <p14:tracePt t="74902" x="4613275" y="2714625"/>
          <p14:tracePt t="74911" x="4646613" y="2714625"/>
          <p14:tracePt t="74919" x="4687888" y="2735263"/>
          <p14:tracePt t="74928" x="4729163" y="2735263"/>
          <p14:tracePt t="74934" x="4789488" y="2735263"/>
          <p14:tracePt t="74946" x="4857750" y="2735263"/>
          <p14:tracePt t="74952" x="4932363" y="2747963"/>
          <p14:tracePt t="74961" x="5021263" y="2747963"/>
          <p14:tracePt t="74969" x="5176838" y="2762250"/>
          <p14:tracePt t="74981" x="5232400" y="2776538"/>
          <p14:tracePt t="74983" x="5334000" y="2776538"/>
          <p14:tracePt t="74991" x="5449888" y="2789238"/>
          <p14:tracePt t="75001" x="5551488" y="2789238"/>
          <p14:tracePt t="75008" x="5619750" y="2803525"/>
          <p14:tracePt t="75017" x="5708650" y="2816225"/>
          <p14:tracePt t="75023" x="5795963" y="2830513"/>
          <p14:tracePt t="75032" x="5864225" y="2843213"/>
          <p14:tracePt t="75041" x="5891213" y="2843213"/>
          <p14:tracePt t="75049" x="5953125" y="2863850"/>
          <p14:tracePt t="75059" x="5994400" y="2863850"/>
          <p14:tracePt t="75063" x="6021388" y="2863850"/>
          <p14:tracePt t="75073" x="6069013" y="2863850"/>
          <p14:tracePt t="75081" x="6081713" y="2863850"/>
          <p14:tracePt t="75091" x="6110288" y="2863850"/>
          <p14:tracePt t="75093" x="6122988" y="2863850"/>
          <p14:tracePt t="75104" x="6137275" y="2863850"/>
          <p14:tracePt t="75112" x="6170613" y="2863850"/>
          <p14:tracePt t="75123" x="6184900" y="2863850"/>
          <p14:tracePt t="75129" x="6197600" y="2863850"/>
          <p14:tracePt t="75140" x="6211888" y="2863850"/>
          <p14:tracePt t="75143" x="6224588" y="2863850"/>
          <p14:tracePt t="75154" x="6238875" y="2863850"/>
          <p14:tracePt t="75157" x="6253163" y="2863850"/>
          <p14:tracePt t="75166" x="6265863" y="2863850"/>
          <p14:tracePt t="75177" x="6300788" y="2863850"/>
          <p14:tracePt t="75185" x="6313488" y="2863850"/>
          <p14:tracePt t="75192" x="6327775" y="2843213"/>
          <p14:tracePt t="75201" x="6340475" y="2830513"/>
          <p14:tracePt t="75210" x="6354763" y="2830513"/>
          <p14:tracePt t="75218" x="6381750" y="2816225"/>
          <p14:tracePt t="75228" x="6396038" y="2816225"/>
          <p14:tracePt t="75231" x="6396038" y="2803525"/>
          <p14:tracePt t="75241" x="6429375" y="2803525"/>
          <p14:tracePt t="75249" x="6429375" y="2789238"/>
          <p14:tracePt t="75255" x="6443663" y="2789238"/>
          <p14:tracePt t="75266" x="6456363" y="2776538"/>
          <p14:tracePt t="75282" x="6470650" y="2776538"/>
          <p14:tracePt t="75289" x="6470650" y="2762250"/>
          <p14:tracePt t="75296" x="6470650" y="2747963"/>
          <p14:tracePt t="75305" x="6483350" y="2747963"/>
          <p14:tracePt t="75313" x="6483350" y="2735263"/>
          <p14:tracePt t="75322" x="6483350" y="2714625"/>
          <p14:tracePt t="75329" x="6483350" y="2700338"/>
          <p14:tracePt t="75340" x="6483350" y="2687638"/>
          <p14:tracePt t="75342" x="6483350" y="2673350"/>
          <p14:tracePt t="75351" x="6483350" y="2660650"/>
          <p14:tracePt t="75359" x="6483350" y="2633663"/>
          <p14:tracePt t="75371" x="6483350" y="2619375"/>
          <p14:tracePt t="75377" x="6483350" y="2598738"/>
          <p14:tracePt t="75384" x="6483350" y="2571750"/>
          <p14:tracePt t="75393" x="6470650" y="2557463"/>
          <p14:tracePt t="75401" x="6470650" y="2544763"/>
          <p14:tracePt t="75412" x="6443663" y="2530475"/>
          <p14:tracePt t="75414" x="6429375" y="2517775"/>
          <p14:tracePt t="75425" x="6408738" y="2503488"/>
          <p14:tracePt t="75435" x="6408738" y="2490788"/>
          <p14:tracePt t="75443" x="6396038" y="2470150"/>
          <p14:tracePt t="75453" x="6381750" y="2455863"/>
          <p14:tracePt t="75457" x="6367463" y="2455863"/>
          <p14:tracePt t="75465" x="6354763" y="2443163"/>
          <p14:tracePt t="75473" x="6340475" y="2443163"/>
          <p14:tracePt t="75490" x="6327775" y="2428875"/>
          <p14:tracePt t="75502" x="6313488" y="2428875"/>
          <p14:tracePt t="75505" x="6300788" y="2414588"/>
          <p14:tracePt t="75513" x="6280150" y="2414588"/>
          <p14:tracePt t="75522" x="6265863" y="2401888"/>
          <p14:tracePt t="75531" x="6253163" y="2401888"/>
          <p14:tracePt t="75549" x="6238875" y="2401888"/>
          <p14:tracePt t="75550" x="6238875" y="2387600"/>
          <p14:tracePt t="75560" x="6224588" y="2387600"/>
          <p14:tracePt t="75575" x="6211888" y="2387600"/>
          <p14:tracePt t="75605" x="6197600" y="2387600"/>
          <p14:tracePt t="75636" x="6184900" y="2387600"/>
          <p14:tracePt t="75660" x="6170613" y="2387600"/>
          <p14:tracePt t="75676" x="6149975" y="2387600"/>
          <p14:tracePt t="75692" x="6137275" y="2387600"/>
          <p14:tracePt t="75701" x="6137275" y="2401888"/>
          <p14:tracePt t="75710" x="6122988" y="2414588"/>
          <p14:tracePt t="75728" x="6110288" y="2428875"/>
          <p14:tracePt t="75739" x="6110288" y="2443163"/>
          <p14:tracePt t="75741" x="6096000" y="2443163"/>
          <p14:tracePt t="75750" x="6096000" y="2455863"/>
          <p14:tracePt t="75760" x="6096000" y="2470150"/>
          <p14:tracePt t="75768" x="6081713" y="2503488"/>
          <p14:tracePt t="75784" x="6081713" y="2530475"/>
          <p14:tracePt t="75795" x="6081713" y="2544763"/>
          <p14:tracePt t="75802" x="6081713" y="2557463"/>
          <p14:tracePt t="75811" x="6081713" y="2571750"/>
          <p14:tracePt t="75815" x="6081713" y="2586038"/>
          <p14:tracePt t="75825" x="6081713" y="2598738"/>
          <p14:tracePt t="75831" x="6081713" y="2619375"/>
          <p14:tracePt t="75848" x="6081713" y="2633663"/>
          <p14:tracePt t="75855" x="6081713" y="2646363"/>
          <p14:tracePt t="75871" x="6096000" y="2646363"/>
          <p14:tracePt t="75880" x="6110288" y="2660650"/>
          <p14:tracePt t="75893" x="6122988" y="2660650"/>
          <p14:tracePt t="75905" x="6122988" y="2673350"/>
          <p14:tracePt t="75914" x="6137275" y="2673350"/>
          <p14:tracePt t="75923" x="6149975" y="2673350"/>
          <p14:tracePt t="75934" x="6170613" y="2673350"/>
          <p14:tracePt t="75951" x="6184900" y="2673350"/>
          <p14:tracePt t="75959" x="6197600" y="2673350"/>
          <p14:tracePt t="75972" x="6211888" y="2673350"/>
          <p14:tracePt t="75974" x="6211888" y="2660650"/>
          <p14:tracePt t="75983" x="6224588" y="2646363"/>
          <p14:tracePt t="75999" x="6238875" y="2633663"/>
          <p14:tracePt t="76008" x="6253163" y="2619375"/>
          <p14:tracePt t="76016" x="6253163" y="2598738"/>
          <p14:tracePt t="76024" x="6265863" y="2586038"/>
          <p14:tracePt t="76032" x="6265863" y="2571750"/>
          <p14:tracePt t="76041" x="6280150" y="2557463"/>
          <p14:tracePt t="76050" x="6280150" y="2544763"/>
          <p14:tracePt t="76061" x="6300788" y="2530475"/>
          <p14:tracePt t="76063" x="6300788" y="2517775"/>
          <p14:tracePt t="76075" x="6300788" y="2503488"/>
          <p14:tracePt t="76077" x="6300788" y="2490788"/>
          <p14:tracePt t="76088" x="6300788" y="2470150"/>
          <p14:tracePt t="76096" x="6300788" y="2455863"/>
          <p14:tracePt t="76107" x="6300788" y="2443163"/>
          <p14:tracePt t="76109" x="6300788" y="2428875"/>
          <p14:tracePt t="76121" x="6280150" y="2414588"/>
          <p14:tracePt t="76135" x="6265863" y="2401888"/>
          <p14:tracePt t="76152" x="6253163" y="2387600"/>
          <p14:tracePt t="76167" x="6238875" y="2374900"/>
          <p14:tracePt t="76174" x="6224588" y="2374900"/>
          <p14:tracePt t="76185" x="6211888" y="2374900"/>
          <p14:tracePt t="76199" x="6197600" y="2374900"/>
          <p14:tracePt t="76210" x="6184900" y="2374900"/>
          <p14:tracePt t="76224" x="6170613" y="2374900"/>
          <p14:tracePt t="76232" x="6149975" y="2374900"/>
          <p14:tracePt t="76241" x="6137275" y="2374900"/>
          <p14:tracePt t="76258" x="6122988" y="2374900"/>
          <p14:tracePt t="76260" x="6110288" y="2374900"/>
          <p14:tracePt t="76270" x="6110288" y="2387600"/>
          <p14:tracePt t="76280" x="6096000" y="2387600"/>
          <p14:tracePt t="76290" x="6096000" y="2401888"/>
          <p14:tracePt t="76296" x="6081713" y="2414588"/>
          <p14:tracePt t="76306" x="6081713" y="2428875"/>
          <p14:tracePt t="76313" x="6069013" y="2428875"/>
          <p14:tracePt t="76322" x="6069013" y="2443163"/>
          <p14:tracePt t="76331" x="6069013" y="2455863"/>
          <p14:tracePt t="76335" x="6069013" y="2470150"/>
          <p14:tracePt t="76344" x="6054725" y="2490788"/>
          <p14:tracePt t="76353" x="6054725" y="2503488"/>
          <p14:tracePt t="76370" x="6054725" y="2517775"/>
          <p14:tracePt t="76381" x="6054725" y="2530475"/>
          <p14:tracePt t="76392" x="6054725" y="2544763"/>
          <p14:tracePt t="76401" x="6054725" y="2557463"/>
          <p14:tracePt t="76416" x="6054725" y="2571750"/>
          <p14:tracePt t="76426" x="6069013" y="2586038"/>
          <p14:tracePt t="76441" x="6081713" y="2598738"/>
          <p14:tracePt t="76469" x="6096000" y="2619375"/>
          <p14:tracePt t="76539" x="6110288" y="2633663"/>
          <p14:tracePt t="80978" x="6096000" y="2633663"/>
          <p14:tracePt t="80992" x="6081713" y="2633663"/>
          <p14:tracePt t="81001" x="6069013" y="2633663"/>
          <p14:tracePt t="81009" x="6054725" y="2646363"/>
          <p14:tracePt t="81017" x="6021388" y="2660650"/>
          <p14:tracePt t="81024" x="5994400" y="2673350"/>
          <p14:tracePt t="81033" x="5980113" y="2687638"/>
          <p14:tracePt t="81041" x="5938838" y="2714625"/>
          <p14:tracePt t="81051" x="5891213" y="2747963"/>
          <p14:tracePt t="81057" x="5864225" y="2776538"/>
          <p14:tracePt t="81065" x="5824538" y="2803525"/>
          <p14:tracePt t="81073" x="5810250" y="2816225"/>
          <p14:tracePt t="81082" x="5762625" y="2830513"/>
          <p14:tracePt t="81089" x="5735638" y="2863850"/>
          <p14:tracePt t="81099" x="5708650" y="2890838"/>
          <p14:tracePt t="81106" x="5681663" y="2919413"/>
          <p14:tracePt t="81115" x="5667375" y="2932113"/>
          <p14:tracePt t="81121" x="5646738" y="2946400"/>
          <p14:tracePt t="81131" x="5634038" y="2973388"/>
          <p14:tracePt t="81138" x="5619750" y="2994025"/>
          <p14:tracePt t="81148" x="5605463" y="2994025"/>
          <p14:tracePt t="81154" x="5605463" y="3006725"/>
          <p14:tracePt t="81171" x="5592763" y="3021013"/>
          <p14:tracePt t="81248" x="5592763" y="3033713"/>
          <p14:tracePt t="81256" x="5578475" y="3033713"/>
          <p14:tracePt t="81280" x="5565775" y="3033713"/>
          <p14:tracePt t="81297" x="5551488" y="3048000"/>
          <p14:tracePt t="81313" x="5538788" y="3048000"/>
          <p14:tracePt t="81322" x="5518150" y="3062288"/>
          <p14:tracePt t="81331" x="5503863" y="3062288"/>
          <p14:tracePt t="81337" x="5491163" y="3074988"/>
          <p14:tracePt t="81345" x="5462588" y="3089275"/>
          <p14:tracePt t="81353" x="5435600" y="3089275"/>
          <p14:tracePt t="81361" x="5422900" y="3101975"/>
          <p14:tracePt t="81369" x="5387975" y="3122613"/>
          <p14:tracePt t="81377" x="5360988" y="3136900"/>
          <p14:tracePt t="81385" x="5334000" y="3149600"/>
          <p14:tracePt t="81393" x="5319713" y="3163888"/>
          <p14:tracePt t="81401" x="5292725" y="3163888"/>
          <p14:tracePt t="81410" x="5280025" y="3176588"/>
          <p14:tracePt t="81418" x="5259388" y="3176588"/>
          <p14:tracePt t="81426" x="5245100" y="3190875"/>
          <p14:tracePt t="81434" x="5232400" y="3190875"/>
          <p14:tracePt t="81442" x="5218113" y="3205163"/>
          <p14:tracePt t="81474" x="5218113" y="3217863"/>
          <p14:tracePt t="82047" x="5205413" y="3217863"/>
          <p14:tracePt t="82056" x="5176838" y="3217863"/>
          <p14:tracePt t="82066" x="5164138" y="3217863"/>
          <p14:tracePt t="82074" x="5129213" y="3217863"/>
          <p14:tracePt t="82083" x="5116513" y="3217863"/>
          <p14:tracePt t="82091" x="5089525" y="3217863"/>
          <p14:tracePt t="82097" x="5075238" y="3217863"/>
          <p14:tracePt t="82112" x="5062538" y="3217863"/>
          <p14:tracePt t="82128" x="5048250" y="3217863"/>
          <p14:tracePt t="82191" x="5062538" y="3217863"/>
          <p14:tracePt t="82200" x="5089525" y="3217863"/>
          <p14:tracePt t="82210" x="5116513" y="3217863"/>
          <p14:tracePt t="82218" x="5149850" y="3232150"/>
          <p14:tracePt t="82227" x="5164138" y="3232150"/>
          <p14:tracePt t="82234" x="5191125" y="3252788"/>
          <p14:tracePt t="82242" x="5232400" y="3252788"/>
          <p14:tracePt t="82251" x="5259388" y="3252788"/>
          <p14:tracePt t="82260" x="5292725" y="3265488"/>
          <p14:tracePt t="82269" x="5319713" y="3265488"/>
          <p14:tracePt t="82274" x="5360988" y="3265488"/>
          <p14:tracePt t="82283" x="5375275" y="3265488"/>
          <p14:tracePt t="82294" x="5408613" y="3265488"/>
          <p14:tracePt t="82302" x="5435600" y="3265488"/>
          <p14:tracePt t="82304" x="5462588" y="3265488"/>
          <p14:tracePt t="82314" x="5476875" y="3265488"/>
          <p14:tracePt t="82323" x="5503863" y="3265488"/>
          <p14:tracePt t="82330" x="5538788" y="3265488"/>
          <p14:tracePt t="82339" x="5551488" y="3265488"/>
          <p14:tracePt t="82346" x="5578475" y="3265488"/>
          <p14:tracePt t="82356" x="5592763" y="3265488"/>
          <p14:tracePt t="82363" x="5619750" y="3265488"/>
          <p14:tracePt t="82370" x="5634038" y="3265488"/>
          <p14:tracePt t="82381" x="5667375" y="3252788"/>
          <p14:tracePt t="82388" x="5681663" y="3252788"/>
          <p14:tracePt t="82395" x="5694363" y="3232150"/>
          <p14:tracePt t="82408" x="5708650" y="3232150"/>
          <p14:tracePt t="82410" x="5721350" y="3232150"/>
          <p14:tracePt t="82419" x="5735638" y="3232150"/>
          <p14:tracePt t="82429" x="5748338" y="3232150"/>
          <p14:tracePt t="82437" x="5783263" y="3217863"/>
          <p14:tracePt t="82448" x="5795963" y="3217863"/>
          <p14:tracePt t="82458" x="5824538" y="3205163"/>
          <p14:tracePt t="82468" x="5837238" y="3205163"/>
          <p14:tracePt t="82478" x="5851525" y="3205163"/>
          <p14:tracePt t="82480" x="5864225" y="3190875"/>
          <p14:tracePt t="82489" x="5891213" y="3176588"/>
          <p14:tracePt t="82497" x="5911850" y="3176588"/>
          <p14:tracePt t="82506" x="5938838" y="3163888"/>
          <p14:tracePt t="82513" x="5953125" y="3149600"/>
          <p14:tracePt t="82525" x="5967413" y="3136900"/>
          <p14:tracePt t="82532" x="5980113" y="3136900"/>
          <p14:tracePt t="82539" x="5994400" y="3122613"/>
          <p14:tracePt t="82548" x="6007100" y="3101975"/>
          <p14:tracePt t="82556" x="6021388" y="3101975"/>
          <p14:tracePt t="82565" x="6021388" y="3089275"/>
          <p14:tracePt t="82572" x="6042025" y="3074988"/>
          <p14:tracePt t="82581" x="6042025" y="3062288"/>
          <p14:tracePt t="82596" x="6054725" y="3048000"/>
          <p14:tracePt t="82604" x="6054725" y="3033713"/>
          <p14:tracePt t="82611" x="6054725" y="3021013"/>
          <p14:tracePt t="82623" x="6054725" y="3006725"/>
          <p14:tracePt t="82629" x="6054725" y="2994025"/>
          <p14:tracePt t="82636" x="6054725" y="2973388"/>
          <p14:tracePt t="82641" x="6054725" y="2959100"/>
          <p14:tracePt t="82650" x="6054725" y="2946400"/>
          <p14:tracePt t="82661" x="6042025" y="2932113"/>
          <p14:tracePt t="82670" x="6021388" y="2932113"/>
          <p14:tracePt t="82672" x="6021388" y="2919413"/>
          <p14:tracePt t="82682" x="6007100" y="2919413"/>
          <p14:tracePt t="82690" x="5994400" y="2905125"/>
          <p14:tracePt t="82696" x="5980113" y="2905125"/>
          <p14:tracePt t="82707" x="5967413" y="2905125"/>
          <p14:tracePt t="82714" x="5953125" y="2905125"/>
          <p14:tracePt t="82725" x="5926138" y="2905125"/>
          <p14:tracePt t="82738" x="5911850" y="2905125"/>
          <p14:tracePt t="82747" x="5891213" y="2905125"/>
          <p14:tracePt t="82757" x="5878513" y="2905125"/>
          <p14:tracePt t="82763" x="5864225" y="2919413"/>
          <p14:tracePt t="82771" x="5851525" y="2932113"/>
          <p14:tracePt t="82781" x="5837238" y="2946400"/>
          <p14:tracePt t="82786" x="5824538" y="2959100"/>
          <p14:tracePt t="82796" x="5810250" y="2973388"/>
          <p14:tracePt t="82804" x="5810250" y="2994025"/>
          <p14:tracePt t="82814" x="5795963" y="3006725"/>
          <p14:tracePt t="82816" x="5795963" y="3033713"/>
          <p14:tracePt t="82825" x="5795963" y="3048000"/>
          <p14:tracePt t="82835" x="5795963" y="3062288"/>
          <p14:tracePt t="82844" x="5795963" y="3074988"/>
          <p14:tracePt t="82852" x="5795963" y="3089275"/>
          <p14:tracePt t="82862" x="5795963" y="3101975"/>
          <p14:tracePt t="82868" x="5795963" y="3122613"/>
          <p14:tracePt t="82883" x="5795963" y="3136900"/>
          <p14:tracePt t="82890" x="5795963" y="3149600"/>
          <p14:tracePt t="82900" x="5810250" y="3149600"/>
          <p14:tracePt t="82911" x="5824538" y="3163888"/>
          <p14:tracePt t="82922" x="5837238" y="3163888"/>
          <p14:tracePt t="82931" x="5851525" y="3163888"/>
          <p14:tracePt t="82940" x="5864225" y="3176588"/>
          <p14:tracePt t="82947" x="5878513" y="3176588"/>
          <p14:tracePt t="82962" x="5891213" y="3176588"/>
          <p14:tracePt t="82973" x="5911850" y="3176588"/>
          <p14:tracePt t="82978" x="5926138" y="3163888"/>
          <p14:tracePt t="82990" x="5938838" y="3163888"/>
          <p14:tracePt t="82995" x="5953125" y="3149600"/>
          <p14:tracePt t="83008" x="5953125" y="3136900"/>
          <p14:tracePt t="83010" x="5967413" y="3122613"/>
          <p14:tracePt t="83020" x="5967413" y="3101975"/>
          <p14:tracePt t="83030" x="5980113" y="3089275"/>
          <p14:tracePt t="83032" x="5980113" y="3074988"/>
          <p14:tracePt t="83041" x="5980113" y="3048000"/>
          <p14:tracePt t="83051" x="5980113" y="3033713"/>
          <p14:tracePt t="83059" x="5980113" y="3006725"/>
          <p14:tracePt t="83068" x="5980113" y="2994025"/>
          <p14:tracePt t="83078" x="5967413" y="2973388"/>
          <p14:tracePt t="83080" x="5953125" y="2959100"/>
          <p14:tracePt t="83090" x="5938838" y="2946400"/>
          <p14:tracePt t="83096" x="5926138" y="2932113"/>
          <p14:tracePt t="83108" x="5891213" y="2932113"/>
          <p14:tracePt t="83115" x="5878513" y="2919413"/>
          <p14:tracePt t="83125" x="5851525" y="2919413"/>
          <p14:tracePt t="83132" x="5824538" y="2919413"/>
          <p14:tracePt t="83142" x="5810250" y="2919413"/>
          <p14:tracePt t="83149" x="5795963" y="2932113"/>
          <p14:tracePt t="83156" x="5762625" y="2946400"/>
          <p14:tracePt t="83169" x="5748338" y="2973388"/>
          <p14:tracePt t="83170" x="5735638" y="2994025"/>
          <p14:tracePt t="83182" x="5721350" y="3021013"/>
          <p14:tracePt t="83183" x="5721350" y="3033713"/>
          <p14:tracePt t="83195" x="5708650" y="3048000"/>
          <p14:tracePt t="83203" x="5708650" y="3074988"/>
          <p14:tracePt t="83213" x="5708650" y="3089275"/>
          <p14:tracePt t="83218" x="5708650" y="3101975"/>
          <p14:tracePt t="83230" x="5708650" y="3122613"/>
          <p14:tracePt t="83241" x="5708650" y="3136900"/>
          <p14:tracePt t="83253" x="5708650" y="3149600"/>
          <p14:tracePt t="83266" x="5708650" y="3163888"/>
          <p14:tracePt t="83280" x="5721350" y="3176588"/>
          <p14:tracePt t="83295" x="5735638" y="3176588"/>
          <p14:tracePt t="83304" x="5748338" y="3190875"/>
          <p14:tracePt t="83314" x="5762625" y="3190875"/>
          <p14:tracePt t="83322" x="5783263" y="3190875"/>
          <p14:tracePt t="83331" x="5795963" y="3190875"/>
          <p14:tracePt t="83340" x="5810250" y="3190875"/>
          <p14:tracePt t="83346" x="5824538" y="3190875"/>
          <p14:tracePt t="83365" x="5837238" y="3190875"/>
          <p14:tracePt t="84080" x="5824538" y="3190875"/>
          <p14:tracePt t="84088" x="5810250" y="3190875"/>
          <p14:tracePt t="84097" x="5795963" y="3190875"/>
          <p14:tracePt t="84105" x="5762625" y="3190875"/>
          <p14:tracePt t="84114" x="5735638" y="3190875"/>
          <p14:tracePt t="84121" x="5708650" y="3205163"/>
          <p14:tracePt t="84129" x="5694363" y="3217863"/>
          <p14:tracePt t="84140" x="5667375" y="3232150"/>
          <p14:tracePt t="84148" x="5646738" y="3252788"/>
          <p14:tracePt t="84156" x="5619750" y="3265488"/>
          <p14:tracePt t="84160" x="5605463" y="3265488"/>
          <p14:tracePt t="84170" x="5605463" y="3279775"/>
          <p14:tracePt t="84178" x="5592763" y="3279775"/>
          <p14:tracePt t="84185" x="5592763" y="3292475"/>
          <p14:tracePt t="84202" x="5578475" y="3292475"/>
          <p14:tracePt t="84211" x="5578475" y="3306763"/>
          <p14:tracePt t="84262" x="5565775" y="3306763"/>
          <p14:tracePt t="84270" x="5565775" y="3319463"/>
          <p14:tracePt t="84302" x="5551488" y="3319463"/>
          <p14:tracePt t="84326" x="5538788" y="3319463"/>
          <p14:tracePt t="84342" x="5518150" y="3319463"/>
          <p14:tracePt t="84358" x="5503863" y="3319463"/>
          <p14:tracePt t="84368" x="5491163" y="3319463"/>
          <p14:tracePt t="84377" x="5476875" y="3319463"/>
          <p14:tracePt t="84386" x="5449888" y="3319463"/>
          <p14:tracePt t="84394" x="5435600" y="3319463"/>
          <p14:tracePt t="84404" x="5422900" y="3319463"/>
          <p14:tracePt t="84409" x="5387975" y="3306763"/>
          <p14:tracePt t="84418" x="5375275" y="3306763"/>
          <p14:tracePt t="84426" x="5360988" y="3292475"/>
          <p14:tracePt t="84434" x="5348288" y="3292475"/>
          <p14:tracePt t="84446" x="5334000" y="3292475"/>
          <p14:tracePt t="84451" x="5319713" y="3279775"/>
          <p14:tracePt t="84468" x="5307013" y="3265488"/>
          <p14:tracePt t="84500" x="5307013" y="3252788"/>
          <p14:tracePt t="84506" x="5292725" y="3252788"/>
          <p14:tracePt t="84613" x="5292725" y="3232150"/>
          <p14:tracePt t="84630" x="5280025" y="3232150"/>
          <p14:tracePt t="84646" x="5259388" y="3232150"/>
          <p14:tracePt t="84656" x="5245100" y="3232150"/>
          <p14:tracePt t="84665" x="5245100" y="3217863"/>
          <p14:tracePt t="84671" x="5232400" y="3217863"/>
          <p14:tracePt t="84680" x="5218113" y="3217863"/>
          <p14:tracePt t="84694" x="5205413" y="3217863"/>
          <p14:tracePt t="84710" x="5191125" y="3205163"/>
          <p14:tracePt t="84734" x="5176838" y="3205163"/>
          <p14:tracePt t="86165" x="5164138" y="3205163"/>
          <p14:tracePt t="86176" x="5129213" y="3217863"/>
          <p14:tracePt t="86183" x="5089525" y="3232150"/>
          <p14:tracePt t="86190" x="5048250" y="3252788"/>
          <p14:tracePt t="86198" x="4986338" y="3279775"/>
          <p14:tracePt t="86206" x="4932363" y="3306763"/>
          <p14:tracePt t="86214" x="4919663" y="3306763"/>
          <p14:tracePt t="86222" x="4816475" y="3348038"/>
          <p14:tracePt t="86230" x="4803775" y="3360738"/>
          <p14:tracePt t="86239" x="4776788" y="3381375"/>
          <p14:tracePt t="86248" x="4741863" y="3395663"/>
          <p14:tracePt t="86256" x="4714875" y="3408363"/>
          <p14:tracePt t="86265" x="4700588" y="3408363"/>
          <p14:tracePt t="86281" x="4687888" y="3408363"/>
          <p14:tracePt t="86291" x="4687888" y="3422650"/>
          <p14:tracePt t="86299" x="4673600" y="3422650"/>
          <p14:tracePt t="86438" x="4673600" y="3408363"/>
          <p14:tracePt t="86485" x="4660900" y="3408363"/>
          <p14:tracePt t="86494" x="4646613" y="3408363"/>
          <p14:tracePt t="86503" x="4625975" y="3395663"/>
          <p14:tracePt t="86510" x="4613275" y="3395663"/>
          <p14:tracePt t="86520" x="4598988" y="3395663"/>
          <p14:tracePt t="86526" x="4586288" y="3395663"/>
          <p14:tracePt t="86536" x="4572000" y="3395663"/>
          <p14:tracePt t="86565" x="4557713" y="3395663"/>
          <p14:tracePt t="86613" x="4572000" y="3395663"/>
          <p14:tracePt t="86622" x="4586288" y="3395663"/>
          <p14:tracePt t="86631" x="4598988" y="3395663"/>
          <p14:tracePt t="86641" x="4613275" y="3395663"/>
          <p14:tracePt t="86646" x="4625975" y="3395663"/>
          <p14:tracePt t="86654" x="4660900" y="3395663"/>
          <p14:tracePt t="86663" x="4687888" y="3395663"/>
          <p14:tracePt t="86671" x="4700588" y="3395663"/>
          <p14:tracePt t="86679" x="4729163" y="3395663"/>
          <p14:tracePt t="86687" x="4756150" y="3381375"/>
          <p14:tracePt t="86699" x="4789488" y="3381375"/>
          <p14:tracePt t="86704" x="4803775" y="3381375"/>
          <p14:tracePt t="86712" x="4816475" y="3381375"/>
          <p14:tracePt t="86721" x="4843463" y="3381375"/>
          <p14:tracePt t="86728" x="4857750" y="3360738"/>
          <p14:tracePt t="86738" x="4872038" y="3360738"/>
          <p14:tracePt t="86745" x="4884738" y="3360738"/>
          <p14:tracePt t="86752" x="4905375" y="3360738"/>
          <p14:tracePt t="86769" x="4919663" y="3360738"/>
          <p14:tracePt t="86775" x="4932363" y="3360738"/>
          <p14:tracePt t="86792" x="4946650" y="3360738"/>
          <p14:tracePt t="86803" x="4959350" y="3360738"/>
          <p14:tracePt t="86818" x="4959350" y="3348038"/>
          <p14:tracePt t="86830" x="4973638" y="3348038"/>
          <p14:tracePt t="86924" x="4986338" y="3348038"/>
          <p14:tracePt t="86957" x="5000625" y="3333750"/>
          <p14:tracePt t="86966" x="5021263" y="3333750"/>
          <p14:tracePt t="86980" x="5033963" y="3333750"/>
          <p14:tracePt t="86989" x="5033963" y="3319463"/>
          <p14:tracePt t="86999" x="5048250" y="3319463"/>
          <p14:tracePt t="87012" x="5062538" y="3319463"/>
          <p14:tracePt t="87029" x="5062538" y="3306763"/>
          <p14:tracePt t="87045" x="5075238" y="3306763"/>
          <p14:tracePt t="87076" x="5075238" y="3292475"/>
          <p14:tracePt t="87101" x="5062538" y="3279775"/>
          <p14:tracePt t="87111" x="5048250" y="3279775"/>
          <p14:tracePt t="87118" x="5021263" y="3265488"/>
          <p14:tracePt t="87128" x="5000625" y="3265488"/>
          <p14:tracePt t="87136" x="4973638" y="3252788"/>
          <p14:tracePt t="87144" x="4946650" y="3252788"/>
          <p14:tracePt t="87153" x="4905375" y="3252788"/>
          <p14:tracePt t="87160" x="4857750" y="3252788"/>
          <p14:tracePt t="87168" x="4843463" y="3252788"/>
          <p14:tracePt t="87179" x="4803775" y="3252788"/>
          <p14:tracePt t="87181" x="4776788" y="3252788"/>
          <p14:tracePt t="87190" x="4729163" y="3252788"/>
          <p14:tracePt t="87200" x="4714875" y="3252788"/>
          <p14:tracePt t="87207" x="4687888" y="3265488"/>
          <p14:tracePt t="87216" x="4660900" y="3265488"/>
          <p14:tracePt t="87223" x="4625975" y="3279775"/>
          <p14:tracePt t="87234" x="4625975" y="3292475"/>
          <p14:tracePt t="87237" x="4613275" y="3292475"/>
          <p14:tracePt t="87246" x="4598988" y="3306763"/>
          <p14:tracePt t="87255" x="4586288" y="3319463"/>
          <p14:tracePt t="87262" x="4586288" y="3333750"/>
          <p14:tracePt t="87271" x="4572000" y="3333750"/>
          <p14:tracePt t="87278" x="4572000" y="3348038"/>
          <p14:tracePt t="87288" x="4572000" y="3360738"/>
          <p14:tracePt t="87294" x="4572000" y="3381375"/>
          <p14:tracePt t="87305" x="4572000" y="3395663"/>
          <p14:tracePt t="87311" x="4572000" y="3422650"/>
          <p14:tracePt t="87321" x="4572000" y="3435350"/>
          <p14:tracePt t="87328" x="4572000" y="3449638"/>
          <p14:tracePt t="87338" x="4572000" y="3462338"/>
          <p14:tracePt t="87352" x="4572000" y="3476625"/>
          <p14:tracePt t="87362" x="4586288" y="3497263"/>
          <p14:tracePt t="87369" x="4598988" y="3497263"/>
          <p14:tracePt t="87377" x="4613275" y="3497263"/>
          <p14:tracePt t="87385" x="4625975" y="3509963"/>
          <p14:tracePt t="87394" x="4660900" y="3509963"/>
          <p14:tracePt t="87405" x="4673600" y="3509963"/>
          <p14:tracePt t="87406" x="4700588" y="3509963"/>
          <p14:tracePt t="87416" x="4714875" y="3509963"/>
          <p14:tracePt t="87424" x="4741863" y="3509963"/>
          <p14:tracePt t="87433" x="4756150" y="3476625"/>
          <p14:tracePt t="87441" x="4789488" y="3462338"/>
          <p14:tracePt t="87451" x="4803775" y="3449638"/>
          <p14:tracePt t="87461" x="4830763" y="3435350"/>
          <p14:tracePt t="87464" x="4843463" y="3408363"/>
          <p14:tracePt t="87474" x="4857750" y="3395663"/>
          <p14:tracePt t="87484" x="4857750" y="3381375"/>
          <p14:tracePt t="87486" x="4872038" y="3360738"/>
          <p14:tracePt t="87503" x="4872038" y="3348038"/>
          <p14:tracePt t="87514" x="4872038" y="3333750"/>
          <p14:tracePt t="87519" x="4872038" y="3319463"/>
          <p14:tracePt t="87537" x="4872038" y="3306763"/>
          <p14:tracePt t="87545" x="4857750" y="3292475"/>
          <p14:tracePt t="87553" x="4830763" y="3292475"/>
          <p14:tracePt t="87560" x="4816475" y="3279775"/>
          <p14:tracePt t="87571" x="4789488" y="3279775"/>
          <p14:tracePt t="87573" x="4776788" y="3279775"/>
          <p14:tracePt t="87583" x="4756150" y="3279775"/>
          <p14:tracePt t="87593" x="4729163" y="3279775"/>
          <p14:tracePt t="87601" x="4714875" y="3279775"/>
          <p14:tracePt t="87610" x="4687888" y="3279775"/>
          <p14:tracePt t="87616" x="4673600" y="3279775"/>
          <p14:tracePt t="87632" x="4660900" y="3279775"/>
          <p14:tracePt t="87639" x="4660900" y="3292475"/>
          <p14:tracePt t="87648" x="4646613" y="3292475"/>
          <p14:tracePt t="87655" x="4646613" y="3306763"/>
          <p14:tracePt t="87667" x="4646613" y="3319463"/>
          <p14:tracePt t="87679" x="4646613" y="3333750"/>
          <p14:tracePt t="87687" x="4646613" y="3348038"/>
          <p14:tracePt t="87697" x="4660900" y="3360738"/>
          <p14:tracePt t="87706" x="4687888" y="3381375"/>
          <p14:tracePt t="87714" x="4729163" y="3395663"/>
          <p14:tracePt t="87721" x="4756150" y="3395663"/>
          <p14:tracePt t="87730" x="4803775" y="3408363"/>
          <p14:tracePt t="87738" x="4816475" y="3408363"/>
          <p14:tracePt t="87747" x="4857750" y="3408363"/>
          <p14:tracePt t="87755" x="4905375" y="3408363"/>
          <p14:tracePt t="87760" x="4932363" y="3422650"/>
          <p14:tracePt t="87769" x="4959350" y="3422650"/>
          <p14:tracePt t="87780" x="4986338" y="3422650"/>
          <p14:tracePt t="87782" x="5021263" y="3422650"/>
          <p14:tracePt t="87792" x="5048250" y="3422650"/>
          <p14:tracePt t="87800" x="5062538" y="3422650"/>
          <p14:tracePt t="89179" x="5075238" y="3422650"/>
          <p14:tracePt t="89189" x="5116513" y="3422650"/>
          <p14:tracePt t="89197" x="5164138" y="3422650"/>
          <p14:tracePt t="89206" x="5205413" y="3422650"/>
          <p14:tracePt t="89213" x="5307013" y="3422650"/>
          <p14:tracePt t="89223" x="5360988" y="3422650"/>
          <p14:tracePt t="89231" x="5476875" y="3422650"/>
          <p14:tracePt t="89240" x="5667375" y="3422650"/>
          <p14:tracePt t="89248" x="5735638" y="3422650"/>
          <p14:tracePt t="89258" x="5864225" y="3422650"/>
          <p14:tracePt t="89263" x="5967413" y="3422650"/>
          <p14:tracePt t="89273" x="6069013" y="3422650"/>
          <p14:tracePt t="89276" x="6110288" y="3422650"/>
          <p14:tracePt t="89287" x="6170613" y="3422650"/>
          <p14:tracePt t="89295" x="6224588" y="3422650"/>
          <p14:tracePt t="89303" x="6265863" y="3422650"/>
          <p14:tracePt t="89311" x="6313488" y="3422650"/>
          <p14:tracePt t="89320" x="6327775" y="3422650"/>
          <p14:tracePt t="89326" x="6354763" y="3435350"/>
          <p14:tracePt t="90394" x="6340475" y="3435350"/>
          <p14:tracePt t="90403" x="6327775" y="3435350"/>
          <p14:tracePt t="90412" x="6313488" y="3435350"/>
          <p14:tracePt t="90426" x="6300788" y="3435350"/>
          <p14:tracePt t="90436" x="6280150" y="3435350"/>
          <p14:tracePt t="90445" x="6265863" y="3435350"/>
          <p14:tracePt t="90453" x="6253163" y="3435350"/>
          <p14:tracePt t="90469" x="6238875" y="3435350"/>
          <p14:tracePt t="90477" x="6224588" y="3435350"/>
          <p14:tracePt t="90493" x="6211888" y="3435350"/>
          <p14:tracePt t="90500" x="6197600" y="3435350"/>
          <p14:tracePt t="90514" x="6184900" y="3435350"/>
          <p14:tracePt t="90524" x="6170613" y="3435350"/>
          <p14:tracePt t="90533" x="6149975" y="3435350"/>
          <p14:tracePt t="90549" x="6137275" y="3435350"/>
          <p14:tracePt t="90557" x="6122988" y="3435350"/>
          <p14:tracePt t="90566" x="6110288" y="3435350"/>
          <p14:tracePt t="90582" x="6096000" y="3422650"/>
          <p14:tracePt t="90591" x="6081713" y="3422650"/>
          <p14:tracePt t="90603" x="6069013" y="3422650"/>
          <p14:tracePt t="90634" x="6054725" y="3422650"/>
          <p14:tracePt t="90666" x="6042025" y="3422650"/>
          <p14:tracePt t="90698" x="6021388" y="3422650"/>
          <p14:tracePt t="91401" x="6021388" y="3435350"/>
          <p14:tracePt t="91411" x="6042025" y="3435350"/>
          <p14:tracePt t="91426" x="6054725" y="3435350"/>
          <p14:tracePt t="91436" x="6054725" y="3449638"/>
          <p14:tracePt t="91444" x="6069013" y="3449638"/>
          <p14:tracePt t="91459" x="6081713" y="3462338"/>
          <p14:tracePt t="91467" x="6096000" y="3462338"/>
          <p14:tracePt t="91474" x="6110288" y="3462338"/>
          <p14:tracePt t="91483" x="6122988" y="3476625"/>
          <p14:tracePt t="91493" x="6137275" y="3476625"/>
          <p14:tracePt t="91500" x="6170613" y="3476625"/>
          <p14:tracePt t="91509" x="6184900" y="3497263"/>
          <p14:tracePt t="91517" x="6211888" y="3497263"/>
          <p14:tracePt t="91525" x="6224588" y="3497263"/>
          <p14:tracePt t="91534" x="6253163" y="3509963"/>
          <p14:tracePt t="91541" x="6280150" y="3509963"/>
          <p14:tracePt t="91549" x="6300788" y="3509963"/>
          <p14:tracePt t="91557" x="6313488" y="3524250"/>
          <p14:tracePt t="91568" x="6327775" y="3524250"/>
          <p14:tracePt t="91574" x="6354763" y="3524250"/>
          <p14:tracePt t="91584" x="6367463" y="3524250"/>
          <p14:tracePt t="91599" x="6381750" y="3524250"/>
          <p14:tracePt t="91603" x="6396038" y="3524250"/>
          <p14:tracePt t="91612" x="6408738" y="3524250"/>
          <p14:tracePt t="91629" x="6429375" y="3524250"/>
          <p14:tracePt t="91637" x="6443663" y="3509963"/>
          <p14:tracePt t="91650" x="6456363" y="3497263"/>
          <p14:tracePt t="91660" x="6470650" y="3497263"/>
          <p14:tracePt t="91677" x="6483350" y="3476625"/>
          <p14:tracePt t="91687" x="6483350" y="3462338"/>
          <p14:tracePt t="91700" x="6497638" y="3449638"/>
          <p14:tracePt t="91718" x="6497638" y="3435350"/>
          <p14:tracePt t="91726" x="6510338" y="3422650"/>
          <p14:tracePt t="91734" x="6510338" y="3408363"/>
          <p14:tracePt t="91740" x="6510338" y="3395663"/>
          <p14:tracePt t="91751" x="6510338" y="3381375"/>
          <p14:tracePt t="91757" x="6510338" y="3348038"/>
          <p14:tracePt t="91768" x="6510338" y="3319463"/>
          <p14:tracePt t="91774" x="6510338" y="3306763"/>
          <p14:tracePt t="91782" x="6510338" y="3279775"/>
          <p14:tracePt t="91791" x="6497638" y="3252788"/>
          <p14:tracePt t="91798" x="6483350" y="3217863"/>
          <p14:tracePt t="91808" x="6470650" y="3205163"/>
          <p14:tracePt t="91815" x="6456363" y="3190875"/>
          <p14:tracePt t="91824" x="6443663" y="3176588"/>
          <p14:tracePt t="91829" x="6429375" y="3163888"/>
          <p14:tracePt t="91840" x="6408738" y="3149600"/>
          <p14:tracePt t="91846" x="6396038" y="3149600"/>
          <p14:tracePt t="91853" x="6381750" y="3136900"/>
          <p14:tracePt t="91869" x="6367463" y="3136900"/>
          <p14:tracePt t="91880" x="6354763" y="3136900"/>
          <p14:tracePt t="91882" x="6340475" y="3136900"/>
          <p14:tracePt t="91893" x="6327775" y="3136900"/>
          <p14:tracePt t="91901" x="6300788" y="3136900"/>
          <p14:tracePt t="91910" x="6280150" y="3136900"/>
          <p14:tracePt t="91918" x="6265863" y="3136900"/>
          <p14:tracePt t="91925" x="6238875" y="3136900"/>
          <p14:tracePt t="91932" x="6211888" y="3136900"/>
          <p14:tracePt t="91941" x="6197600" y="3136900"/>
          <p14:tracePt t="91952" x="6170613" y="3149600"/>
          <p14:tracePt t="91957" x="6149975" y="3149600"/>
          <p14:tracePt t="91969" x="6137275" y="3163888"/>
          <p14:tracePt t="91970" x="6122988" y="3163888"/>
          <p14:tracePt t="91981" x="6110288" y="3176588"/>
          <p14:tracePt t="91990" x="6096000" y="3176588"/>
          <p14:tracePt t="91996" x="6096000" y="3190875"/>
          <p14:tracePt t="92008" x="6081713" y="3190875"/>
          <p14:tracePt t="92010" x="6069013" y="3205163"/>
          <p14:tracePt t="92026" x="6054725" y="3217863"/>
          <p14:tracePt t="92035" x="6054725" y="3232150"/>
          <p14:tracePt t="92044" x="6042025" y="3232150"/>
          <p14:tracePt t="92052" x="6042025" y="3252788"/>
          <p14:tracePt t="92059" x="6021388" y="3265488"/>
          <p14:tracePt t="92069" x="6021388" y="3279775"/>
          <p14:tracePt t="92086" x="6021388" y="3292475"/>
          <p14:tracePt t="92094" x="6007100" y="3306763"/>
          <p14:tracePt t="92101" x="6007100" y="3319463"/>
          <p14:tracePt t="92116" x="6007100" y="3333750"/>
          <p14:tracePt t="92126" x="6007100" y="3348038"/>
          <p14:tracePt t="92141" x="6007100" y="3360738"/>
          <p14:tracePt t="92161" x="6007100" y="3381375"/>
          <p14:tracePt t="92173" x="6007100" y="3395663"/>
          <p14:tracePt t="92181" x="6007100" y="3408363"/>
          <p14:tracePt t="92190" x="6021388" y="3408363"/>
          <p14:tracePt t="92207" x="6021388" y="3422650"/>
          <p14:tracePt t="92212" x="6042025" y="3435350"/>
          <p14:tracePt t="92226" x="6054725" y="3435350"/>
          <p14:tracePt t="92235" x="6054725" y="3449638"/>
          <p14:tracePt t="92243" x="6081713" y="3449638"/>
          <p14:tracePt t="92253" x="6081713" y="3462338"/>
          <p14:tracePt t="92261" x="6110288" y="3462338"/>
          <p14:tracePt t="92271" x="6122988" y="3462338"/>
          <p14:tracePt t="92280" x="6137275" y="3462338"/>
          <p14:tracePt t="92282" x="6149975" y="3462338"/>
          <p14:tracePt t="92293" x="6184900" y="3462338"/>
          <p14:tracePt t="92301" x="6197600" y="3462338"/>
          <p14:tracePt t="92310" x="6211888" y="3462338"/>
          <p14:tracePt t="92318" x="6238875" y="3462338"/>
          <p14:tracePt t="92326" x="6253163" y="3462338"/>
          <p14:tracePt t="92333" x="6265863" y="3462338"/>
          <p14:tracePt t="92341" x="6280150" y="3462338"/>
          <p14:tracePt t="92349" x="6313488" y="3462338"/>
          <p14:tracePt t="92358" x="6327775" y="3462338"/>
          <p14:tracePt t="92365" x="6340475" y="3449638"/>
          <p14:tracePt t="92374" x="6354763" y="3449638"/>
          <p14:tracePt t="92382" x="6367463" y="3435350"/>
          <p14:tracePt t="92391" x="6396038" y="3422650"/>
          <p14:tracePt t="92399" x="6408738" y="3408363"/>
          <p14:tracePt t="92403" x="6429375" y="3395663"/>
          <p14:tracePt t="92414" x="6443663" y="3381375"/>
          <p14:tracePt t="92424" x="6443663" y="3360738"/>
          <p14:tracePt t="92426" x="6456363" y="3348038"/>
          <p14:tracePt t="92436" x="6456363" y="3333750"/>
          <p14:tracePt t="92444" x="6470650" y="3306763"/>
          <p14:tracePt t="92456" x="6470650" y="3292475"/>
          <p14:tracePt t="92458" x="6470650" y="3279775"/>
          <p14:tracePt t="92467" x="6470650" y="3265488"/>
          <p14:tracePt t="92478" x="6470650" y="3232150"/>
          <p14:tracePt t="92486" x="6456363" y="3217863"/>
          <p14:tracePt t="92494" x="6443663" y="3205163"/>
          <p14:tracePt t="92502" x="6429375" y="3190875"/>
          <p14:tracePt t="92514" x="6396038" y="3176588"/>
          <p14:tracePt t="92516" x="6381750" y="3163888"/>
          <p14:tracePt t="92526" x="6354763" y="3149600"/>
          <p14:tracePt t="92532" x="6340475" y="3149600"/>
          <p14:tracePt t="92543" x="6313488" y="3149600"/>
          <p14:tracePt t="92549" x="6265863" y="3149600"/>
          <p14:tracePt t="92559" x="6238875" y="3149600"/>
          <p14:tracePt t="92561" x="6211888" y="3149600"/>
          <p14:tracePt t="92573" x="6197600" y="3149600"/>
          <p14:tracePt t="92581" x="6149975" y="3149600"/>
          <p14:tracePt t="92591" x="6122988" y="3176588"/>
          <p14:tracePt t="92597" x="6110288" y="3190875"/>
          <p14:tracePt t="92605" x="6081713" y="3205163"/>
          <p14:tracePt t="92614" x="6054725" y="3232150"/>
          <p14:tracePt t="92622" x="6021388" y="3252788"/>
          <p14:tracePt t="92631" x="6007100" y="3279775"/>
          <p14:tracePt t="92642" x="5980113" y="3292475"/>
          <p14:tracePt t="92644" x="5967413" y="3319463"/>
          <p14:tracePt t="92654" x="5967413" y="3333750"/>
          <p14:tracePt t="92663" x="5953125" y="3348038"/>
          <p14:tracePt t="92665" x="5953125" y="3381375"/>
          <p14:tracePt t="92677" x="5938838" y="3408363"/>
          <p14:tracePt t="92686" x="5938838" y="3422650"/>
          <p14:tracePt t="92694" x="5938838" y="3435350"/>
          <p14:tracePt t="92701" x="5938838" y="3449638"/>
          <p14:tracePt t="92708" x="5938838" y="3462338"/>
          <p14:tracePt t="92719" x="5938838" y="3476625"/>
          <p14:tracePt t="92726" x="5938838" y="3497263"/>
          <p14:tracePt t="92742" x="5938838" y="3509963"/>
          <p14:tracePt t="92764" x="5938838" y="3524250"/>
          <p14:tracePt t="92777" x="5953125" y="3524250"/>
          <p14:tracePt t="92787" x="5953125" y="3538538"/>
          <p14:tracePt t="92797" x="5967413" y="3538538"/>
          <p14:tracePt t="92807" x="5980113" y="3538538"/>
          <p14:tracePt t="92819" x="5994400" y="3538538"/>
          <p14:tracePt t="92835" x="6007100" y="3538538"/>
          <p14:tracePt t="92853" x="6021388" y="3538538"/>
          <p14:tracePt t="92869" x="6042025" y="3538538"/>
          <p14:tracePt t="92885" x="6054725" y="3538538"/>
          <p14:tracePt t="92893" x="6069013" y="3538538"/>
          <p14:tracePt t="92910" x="6081713" y="3538538"/>
          <p14:tracePt t="92916" x="6096000" y="3538538"/>
          <p14:tracePt t="92924" x="6110288" y="3538538"/>
          <p14:tracePt t="92941" x="6122988" y="3538538"/>
          <p14:tracePt t="92949" x="6137275" y="3538538"/>
          <p14:tracePt t="92965" x="6149975" y="3538538"/>
          <p14:tracePt t="92975" x="6170613" y="3538538"/>
          <p14:tracePt t="92978" x="6184900" y="3538538"/>
          <p14:tracePt t="92993" x="6197600" y="3538538"/>
          <p14:tracePt t="93002" x="6211888" y="3538538"/>
          <p14:tracePt t="93032" x="6224588" y="3538538"/>
          <p14:tracePt t="93056" x="6224588" y="3524250"/>
          <p14:tracePt t="93089" x="6224588" y="3509963"/>
          <p14:tracePt t="93106" x="6211888" y="3497263"/>
          <p14:tracePt t="93120" x="6197600" y="3476625"/>
          <p14:tracePt t="93130" x="6184900" y="3462338"/>
          <p14:tracePt t="93140" x="6170613" y="3462338"/>
          <p14:tracePt t="93165" x="6170613" y="3449638"/>
          <p14:tracePt t="93175" x="6149975" y="3449638"/>
          <p14:tracePt t="93259" x="6170613" y="3449638"/>
          <p14:tracePt t="93273" x="6184900" y="3449638"/>
          <p14:tracePt t="93282" x="6197600" y="3449638"/>
          <p14:tracePt t="93296" x="6211888" y="3449638"/>
          <p14:tracePt t="93320" x="6224588" y="3449638"/>
          <p14:tracePt t="93392" x="6211888" y="3449638"/>
          <p14:tracePt t="93401" x="6211888" y="3435350"/>
          <p14:tracePt t="93409" x="6197600" y="3435350"/>
          <p14:tracePt t="93419" x="6170613" y="3435350"/>
          <p14:tracePt t="93428" x="6149975" y="3435350"/>
          <p14:tracePt t="93436" x="6137275" y="3435350"/>
          <p14:tracePt t="93444" x="6122988" y="3435350"/>
          <p14:tracePt t="93454" x="6110288" y="3435350"/>
          <p14:tracePt t="93459" x="6096000" y="3435350"/>
          <p14:tracePt t="93469" x="6081713" y="3435350"/>
          <p14:tracePt t="93486" x="6069013" y="3435350"/>
          <p14:tracePt t="93576" x="6081713" y="3435350"/>
          <p14:tracePt t="93584" x="6096000" y="3435350"/>
          <p14:tracePt t="93593" x="6122988" y="3435350"/>
          <p14:tracePt t="93603" x="6149975" y="3435350"/>
          <p14:tracePt t="93612" x="6170613" y="3435350"/>
          <p14:tracePt t="93620" x="6197600" y="3435350"/>
          <p14:tracePt t="93627" x="6224588" y="3435350"/>
          <p14:tracePt t="93634" x="6253163" y="3435350"/>
          <p14:tracePt t="93644" x="6280150" y="3435350"/>
          <p14:tracePt t="93651" x="6300788" y="3435350"/>
          <p14:tracePt t="93661" x="6313488" y="3435350"/>
          <p14:tracePt t="93671" x="6327775" y="3435350"/>
          <p14:tracePt t="93676" x="6340475" y="3435350"/>
          <p14:tracePt t="93686" x="6354763" y="3435350"/>
          <p14:tracePt t="93700" x="6367463" y="3435350"/>
          <p14:tracePt t="93710" x="6381750" y="3435350"/>
          <p14:tracePt t="93734" x="6396038" y="3435350"/>
          <p14:tracePt t="93748" x="6408738" y="3435350"/>
          <p14:tracePt t="93777" x="6429375" y="3435350"/>
          <p14:tracePt t="93816" x="6443663" y="3435350"/>
          <p14:tracePt t="93848" x="6456363" y="3435350"/>
          <p14:tracePt t="94823" x="6443663" y="3435350"/>
          <p14:tracePt t="94832" x="6429375" y="3435350"/>
          <p14:tracePt t="94840" x="6408738" y="3435350"/>
          <p14:tracePt t="94849" x="6396038" y="3435350"/>
          <p14:tracePt t="94856" x="6381750" y="3435350"/>
          <p14:tracePt t="94866" x="6367463" y="3435350"/>
          <p14:tracePt t="94872" x="6354763" y="3435350"/>
          <p14:tracePt t="94903" x="6340475" y="3435350"/>
          <p14:tracePt t="95094" x="6327775" y="3435350"/>
          <p14:tracePt t="95127" x="6327775" y="3422650"/>
          <p14:tracePt t="95137" x="6313488" y="3422650"/>
          <p14:tracePt t="95168" x="6300788" y="3422650"/>
          <p14:tracePt t="95206" x="6280150" y="3422650"/>
          <p14:tracePt t="95271" x="6265863" y="3422650"/>
          <p14:tracePt t="95326" x="6253163" y="3422650"/>
          <p14:tracePt t="95374" x="6238875" y="3422650"/>
          <p14:tracePt t="95430" x="6224588" y="3422650"/>
          <p14:tracePt t="95974" x="6211888" y="3422650"/>
          <p14:tracePt t="96022" x="6197600" y="3422650"/>
          <p14:tracePt t="96070" x="6184900" y="3422650"/>
          <p14:tracePt t="96630" x="6170613" y="3422650"/>
          <p14:tracePt t="96677" x="6149975" y="3422650"/>
          <p14:tracePt t="97101" x="6137275" y="3422650"/>
          <p14:tracePt t="97125" x="6122988" y="3422650"/>
          <p14:tracePt t="97150" x="6110288" y="3408363"/>
          <p14:tracePt t="97526" x="6096000" y="3408363"/>
          <p14:tracePt t="97533" x="6081713" y="3408363"/>
          <p14:tracePt t="97549" x="6054725" y="3422650"/>
          <p14:tracePt t="97558" x="6042025" y="3422650"/>
          <p14:tracePt t="97565" x="6007100" y="3422650"/>
          <p14:tracePt t="97574" x="5980113" y="3422650"/>
          <p14:tracePt t="97582" x="5953125" y="3435350"/>
          <p14:tracePt t="97591" x="5911850" y="3435350"/>
          <p14:tracePt t="97599" x="5891213" y="3435350"/>
          <p14:tracePt t="97605" x="5851525" y="3449638"/>
          <p14:tracePt t="97615" x="5824538" y="3449638"/>
          <p14:tracePt t="97622" x="5810250" y="3449638"/>
          <p14:tracePt t="97630" x="5795963" y="3449638"/>
          <p14:tracePt t="97638" x="5762625" y="3462338"/>
          <p14:tracePt t="97647" x="5748338" y="3462338"/>
          <p14:tracePt t="97657" x="5735638" y="3462338"/>
          <p14:tracePt t="97665" x="5721350" y="3476625"/>
          <p14:tracePt t="97677" x="5708650" y="3476625"/>
          <p14:tracePt t="97681" x="5694363" y="3476625"/>
          <p14:tracePt t="97694" x="5681663" y="3476625"/>
          <p14:tracePt t="97711" x="5667375" y="3497263"/>
          <p14:tracePt t="97727" x="5646738" y="3497263"/>
          <p14:tracePt t="97744" x="5634038" y="3509963"/>
          <p14:tracePt t="97769" x="5619750" y="3509963"/>
          <p14:tracePt t="98061" x="5605463" y="3509963"/>
          <p14:tracePt t="98070" x="5578475" y="3509963"/>
          <p14:tracePt t="98080" x="5551488" y="3497263"/>
          <p14:tracePt t="98086" x="5503863" y="3476625"/>
          <p14:tracePt t="98097" x="5491163" y="3462338"/>
          <p14:tracePt t="98103" x="5449888" y="3449638"/>
          <p14:tracePt t="98113" x="5408613" y="3435350"/>
          <p14:tracePt t="98119" x="5375275" y="3435350"/>
          <p14:tracePt t="98128" x="5334000" y="3422650"/>
          <p14:tracePt t="98141" x="5307013" y="3422650"/>
          <p14:tracePt t="98143" x="5280025" y="3422650"/>
          <p14:tracePt t="98151" x="5245100" y="3422650"/>
          <p14:tracePt t="98162" x="5218113" y="3422650"/>
          <p14:tracePt t="98170" x="5191125" y="3422650"/>
          <p14:tracePt t="98175" x="5176838" y="3422650"/>
          <p14:tracePt t="98186" x="5149850" y="3422650"/>
          <p14:tracePt t="98191" x="5116513" y="3422650"/>
          <p14:tracePt t="98202" x="5102225" y="3422650"/>
          <p14:tracePt t="98207" x="5089525" y="3422650"/>
          <p14:tracePt t="98219" x="5075238" y="3422650"/>
          <p14:tracePt t="98224" x="5062538" y="3422650"/>
          <p14:tracePt t="98235" x="5048250" y="3422650"/>
          <p14:tracePt t="98241" x="5033963" y="3422650"/>
          <p14:tracePt t="98252" x="5021263" y="3422650"/>
          <p14:tracePt t="98268" x="5000625" y="3422650"/>
          <p14:tracePt t="98270" x="4986338" y="3422650"/>
          <p14:tracePt t="98285" x="4973638" y="3422650"/>
          <p14:tracePt t="98301" x="4959350" y="3408363"/>
          <p14:tracePt t="98310" x="4946650" y="3408363"/>
          <p14:tracePt t="98326" x="4932363" y="3408363"/>
          <p14:tracePt t="98341" x="4919663" y="3395663"/>
          <p14:tracePt t="98351" x="4905375" y="3395663"/>
          <p14:tracePt t="98365" x="4884738" y="3395663"/>
          <p14:tracePt t="98376" x="4872038" y="3395663"/>
          <p14:tracePt t="98384" x="4857750" y="3395663"/>
          <p14:tracePt t="98401" x="4843463" y="3395663"/>
          <p14:tracePt t="98408" x="4830763" y="3395663"/>
          <p14:tracePt t="98418" x="4816475" y="3395663"/>
          <p14:tracePt t="98434" x="4803775" y="3395663"/>
          <p14:tracePt t="98441" x="4789488" y="3395663"/>
          <p14:tracePt t="98450" x="4776788" y="3395663"/>
          <p14:tracePt t="98458" x="4741863" y="3395663"/>
          <p14:tracePt t="98465" x="4729163" y="3395663"/>
          <p14:tracePt t="98474" x="4714875" y="3395663"/>
          <p14:tracePt t="98482" x="4687888" y="3395663"/>
          <p14:tracePt t="98493" x="4673600" y="3395663"/>
          <p14:tracePt t="98495" x="4646613" y="3395663"/>
          <p14:tracePt t="98503" x="4625975" y="3395663"/>
          <p14:tracePt t="98512" x="4598988" y="3395663"/>
          <p14:tracePt t="98521" x="4586288" y="3395663"/>
          <p14:tracePt t="98528" x="4572000" y="3408363"/>
          <p14:tracePt t="98540" x="4557713" y="3408363"/>
          <p14:tracePt t="98542" x="4545013" y="3408363"/>
          <p14:tracePt t="98551" x="4530725" y="3408363"/>
          <p14:tracePt t="98560" x="4518025" y="3422650"/>
          <p14:tracePt t="98569" x="4497388" y="3422650"/>
          <p14:tracePt t="98581" x="4483100" y="3422650"/>
          <p14:tracePt t="98597" x="4483100" y="3435350"/>
          <p14:tracePt t="98613" x="4470400" y="3435350"/>
          <p14:tracePt t="98628" x="4470400" y="3449638"/>
          <p14:tracePt t="98660" x="4470400" y="3462338"/>
          <p14:tracePt t="98684" x="4470400" y="3476625"/>
          <p14:tracePt t="98694" x="4456113" y="3497263"/>
          <p14:tracePt t="98710" x="4456113" y="3509963"/>
          <p14:tracePt t="98719" x="4456113" y="3524250"/>
          <p14:tracePt t="98725" x="4456113" y="3538538"/>
          <p14:tracePt t="98735" x="4456113" y="3551238"/>
          <p14:tracePt t="98749" x="4456113" y="3565525"/>
          <p14:tracePt t="98759" x="4456113" y="3578225"/>
          <p14:tracePt t="98767" x="4456113" y="3592513"/>
          <p14:tracePt t="98777" x="4456113" y="3605213"/>
          <p14:tracePt t="98785" x="4456113" y="3625850"/>
          <p14:tracePt t="98792" x="4456113" y="3640138"/>
          <p14:tracePt t="98805" x="4456113" y="3652838"/>
          <p14:tracePt t="98815" x="4456113" y="3667125"/>
          <p14:tracePt t="98825" x="4470400" y="3681413"/>
          <p14:tracePt t="98841" x="4483100" y="3694113"/>
          <p14:tracePt t="98855" x="4483100" y="3708400"/>
          <p14:tracePt t="98866" x="4497388" y="3708400"/>
          <p14:tracePt t="98871" x="4497388" y="3721100"/>
          <p14:tracePt t="98885" x="4518025" y="3721100"/>
          <p14:tracePt t="98901" x="4530725" y="3735388"/>
          <p14:tracePt t="98924" x="4545013" y="3735388"/>
          <p14:tracePt t="98948" x="4557713" y="3735388"/>
          <p14:tracePt t="98964" x="4572000" y="3735388"/>
          <p14:tracePt t="98980" x="4586288" y="3735388"/>
          <p14:tracePt t="98990" x="4598988" y="3735388"/>
          <p14:tracePt t="98998" x="4613275" y="3735388"/>
          <p14:tracePt t="99012" x="4625975" y="3735388"/>
          <p14:tracePt t="99023" x="4646613" y="3735388"/>
          <p14:tracePt t="99031" x="4660900" y="3735388"/>
          <p14:tracePt t="99040" x="4673600" y="3735388"/>
          <p14:tracePt t="99048" x="4700588" y="3735388"/>
          <p14:tracePt t="99063" x="4714875" y="3735388"/>
          <p14:tracePt t="99072" x="4729163" y="3735388"/>
          <p14:tracePt t="99081" x="4741863" y="3735388"/>
          <p14:tracePt t="99095" x="4756150" y="3735388"/>
          <p14:tracePt t="99113" x="4776788" y="3735388"/>
          <p14:tracePt t="99142" x="4789488" y="3735388"/>
          <p14:tracePt t="99189" x="4803775" y="3735388"/>
          <p14:tracePt t="99260" x="4789488" y="3735388"/>
          <p14:tracePt t="99269" x="4776788" y="3735388"/>
          <p14:tracePt t="99278" x="4741863" y="3721100"/>
          <p14:tracePt t="99286" x="4714875" y="3708400"/>
          <p14:tracePt t="99293" x="4687888" y="3694113"/>
          <p14:tracePt t="99302" x="4660900" y="3681413"/>
          <p14:tracePt t="99310" x="4625975" y="3681413"/>
          <p14:tracePt t="99320" x="4598988" y="3652838"/>
          <p14:tracePt t="99326" x="4572000" y="3640138"/>
          <p14:tracePt t="99338" x="4545013" y="3625850"/>
          <p14:tracePt t="99342" x="4530725" y="3605213"/>
          <p14:tracePt t="99352" x="4518025" y="3605213"/>
          <p14:tracePt t="99359" x="4497388" y="3605213"/>
          <p14:tracePt t="99371" x="4483100" y="3592513"/>
          <p14:tracePt t="99524" x="4483100" y="3605213"/>
          <p14:tracePt t="99668" x="4483100" y="3625850"/>
          <p14:tracePt t="99676" x="4497388" y="3625850"/>
          <p14:tracePt t="99700" x="4518025" y="3625850"/>
          <p14:tracePt t="99716" x="4530725" y="3625850"/>
          <p14:tracePt t="99732" x="4545013" y="3625850"/>
          <p14:tracePt t="99748" x="4557713" y="3625850"/>
          <p14:tracePt t="99764" x="4572000" y="3625850"/>
          <p14:tracePt t="99788" x="4586288" y="3625850"/>
          <p14:tracePt t="99798" x="4598988" y="3625850"/>
          <p14:tracePt t="99813" x="4613275" y="3625850"/>
          <p14:tracePt t="99821" x="4625975" y="3625850"/>
          <p14:tracePt t="99831" x="4646613" y="3625850"/>
          <p14:tracePt t="99837" x="4660900" y="3625850"/>
          <p14:tracePt t="99847" x="4673600" y="3625850"/>
          <p14:tracePt t="99853" x="4687888" y="3625850"/>
          <p14:tracePt t="99861" x="4714875" y="3625850"/>
          <p14:tracePt t="99870" x="4729163" y="3625850"/>
          <p14:tracePt t="99881" x="4741863" y="3625850"/>
          <p14:tracePt t="99884" x="4776788" y="3625850"/>
          <p14:tracePt t="99893" x="4803775" y="3625850"/>
          <p14:tracePt t="99901" x="4816475" y="3625850"/>
          <p14:tracePt t="99910" x="4843463" y="3625850"/>
          <p14:tracePt t="99917" x="4872038" y="3625850"/>
          <p14:tracePt t="99927" x="4884738" y="3625850"/>
          <p14:tracePt t="99935" x="4905375" y="3625850"/>
          <p14:tracePt t="99943" x="4932363" y="3640138"/>
          <p14:tracePt t="99951" x="4946650" y="3640138"/>
          <p14:tracePt t="99967" x="4959350" y="3640138"/>
          <p14:tracePt t="99982" x="4973638" y="3640138"/>
          <p14:tracePt t="100827" x="4959350" y="3640138"/>
          <p14:tracePt t="100836" x="4946650" y="3640138"/>
          <p14:tracePt t="100844" x="4932363" y="3640138"/>
          <p14:tracePt t="100859" x="4919663" y="3640138"/>
          <p14:tracePt t="100868" x="4905375" y="3640138"/>
          <p14:tracePt t="100891" x="4884738" y="3640138"/>
          <p14:tracePt t="101170" x="4905375" y="3640138"/>
          <p14:tracePt t="101194" x="4919663" y="3652838"/>
          <p14:tracePt t="101204" x="4932363" y="3652838"/>
          <p14:tracePt t="101212" x="4946650" y="3667125"/>
          <p14:tracePt t="101219" x="4959350" y="3681413"/>
          <p14:tracePt t="101228" x="4973638" y="3681413"/>
          <p14:tracePt t="101236" x="4986338" y="3694113"/>
          <p14:tracePt t="101244" x="5000625" y="3694113"/>
          <p14:tracePt t="101253" x="5033963" y="3708400"/>
          <p14:tracePt t="101260" x="5062538" y="3708400"/>
          <p14:tracePt t="101269" x="5102225" y="3708400"/>
          <p14:tracePt t="101281" x="5116513" y="3708400"/>
          <p14:tracePt t="101287" x="5149850" y="3708400"/>
          <p14:tracePt t="101297" x="5176838" y="3708400"/>
          <p14:tracePt t="101304" x="5205413" y="3708400"/>
          <p14:tracePt t="101311" x="5232400" y="3708400"/>
          <p14:tracePt t="101319" x="5245100" y="3708400"/>
          <p14:tracePt t="101328" x="5280025" y="3694113"/>
          <p14:tracePt t="101335" x="5292725" y="3694113"/>
          <p14:tracePt t="101344" x="5307013" y="3681413"/>
          <p14:tracePt t="101351" x="5307013" y="3667125"/>
          <p14:tracePt t="101360" x="5319713" y="3667125"/>
          <p14:tracePt t="101369" x="5319713" y="3652838"/>
          <p14:tracePt t="101374" x="5319713" y="3640138"/>
          <p14:tracePt t="101382" x="5334000" y="3640138"/>
          <p14:tracePt t="101391" x="5334000" y="3625850"/>
          <p14:tracePt t="101402" x="5334000" y="3605213"/>
          <p14:tracePt t="101407" x="5334000" y="3592513"/>
          <p14:tracePt t="101425" x="5334000" y="3565525"/>
          <p14:tracePt t="101427" x="5319713" y="3551238"/>
          <p14:tracePt t="101436" x="5307013" y="3524250"/>
          <p14:tracePt t="101447" x="5292725" y="3509963"/>
          <p14:tracePt t="101455" x="5259388" y="3476625"/>
          <p14:tracePt t="101463" x="5245100" y="3462338"/>
          <p14:tracePt t="101472" x="5218113" y="3449638"/>
          <p14:tracePt t="101483" x="5191125" y="3435350"/>
          <p14:tracePt t="101490" x="5164138" y="3422650"/>
          <p14:tracePt t="101497" x="5129213" y="3408363"/>
          <p14:tracePt t="101507" x="5102225" y="3408363"/>
          <p14:tracePt t="101511" x="5075238" y="3395663"/>
          <p14:tracePt t="101521" x="5048250" y="3395663"/>
          <p14:tracePt t="101523" x="5033963" y="3395663"/>
          <p14:tracePt t="101533" x="5000625" y="3395663"/>
          <p14:tracePt t="101541" x="4986338" y="3395663"/>
          <p14:tracePt t="101551" x="4973638" y="3395663"/>
          <p14:tracePt t="101559" x="4959350" y="3395663"/>
          <p14:tracePt t="101569" x="4946650" y="3395663"/>
          <p14:tracePt t="101575" x="4932363" y="3395663"/>
          <p14:tracePt t="101583" x="4919663" y="3408363"/>
          <p14:tracePt t="101592" x="4919663" y="3422650"/>
          <p14:tracePt t="101603" x="4905375" y="3435350"/>
          <p14:tracePt t="101605" x="4884738" y="3449638"/>
          <p14:tracePt t="101614" x="4884738" y="3462338"/>
          <p14:tracePt t="101621" x="4872038" y="3497263"/>
          <p14:tracePt t="101631" x="4872038" y="3524250"/>
          <p14:tracePt t="101638" x="4857750" y="3538538"/>
          <p14:tracePt t="101646" x="4857750" y="3565525"/>
          <p14:tracePt t="101655" x="4843463" y="3592513"/>
          <p14:tracePt t="101668" x="4843463" y="3605213"/>
          <p14:tracePt t="101670" x="4843463" y="3640138"/>
          <p14:tracePt t="101678" x="4843463" y="3652838"/>
          <p14:tracePt t="101687" x="4843463" y="3667125"/>
          <p14:tracePt t="101694" x="4843463" y="3694113"/>
          <p14:tracePt t="101709" x="4843463" y="3708400"/>
          <p14:tracePt t="101721" x="4857750" y="3721100"/>
          <p14:tracePt t="101723" x="4857750" y="3735388"/>
          <p14:tracePt t="101734" x="4872038" y="3735388"/>
          <p14:tracePt t="101741" x="4884738" y="3735388"/>
          <p14:tracePt t="101751" x="4905375" y="3735388"/>
          <p14:tracePt t="101759" x="4919663" y="3735388"/>
          <p14:tracePt t="101769" x="4946650" y="3735388"/>
          <p14:tracePt t="101771" x="4959350" y="3735388"/>
          <p14:tracePt t="101780" x="4973638" y="3735388"/>
          <p14:tracePt t="101789" x="4986338" y="3735388"/>
          <p14:tracePt t="101798" x="5021263" y="3735388"/>
          <p14:tracePt t="101805" x="5033963" y="3721100"/>
          <p14:tracePt t="101818" x="5048250" y="3721100"/>
          <p14:tracePt t="101820" x="5062538" y="3708400"/>
          <p14:tracePt t="101835" x="5075238" y="3694113"/>
          <p14:tracePt t="101851" x="5089525" y="3694113"/>
          <p14:tracePt t="101859" x="5089525" y="3681413"/>
          <p14:tracePt t="101869" x="5102225" y="3681413"/>
          <p14:tracePt t="103705" x="5102225" y="3652838"/>
          <p14:tracePt t="103714" x="5116513" y="3652838"/>
          <p14:tracePt t="103722" x="5129213" y="3625850"/>
          <p14:tracePt t="103730" x="5129213" y="3605213"/>
          <p14:tracePt t="103739" x="5149850" y="3578225"/>
          <p14:tracePt t="103747" x="5149850" y="3565525"/>
          <p14:tracePt t="103754" x="5164138" y="3551238"/>
          <p14:tracePt t="103764" x="5164138" y="3524250"/>
          <p14:tracePt t="103770" x="5164138" y="3497263"/>
          <p14:tracePt t="103781" x="5164138" y="3476625"/>
          <p14:tracePt t="103786" x="5164138" y="3462338"/>
          <p14:tracePt t="103796" x="5164138" y="3449638"/>
          <p14:tracePt t="103806" x="5164138" y="3435350"/>
          <p14:tracePt t="103814" x="5149850" y="3422650"/>
          <p14:tracePt t="103821" x="5149850" y="3408363"/>
          <p14:tracePt t="103831" x="5129213" y="3395663"/>
          <p14:tracePt t="103837" x="5116513" y="3395663"/>
          <p14:tracePt t="103848" x="5116513" y="3381375"/>
          <p14:tracePt t="103852" x="5102225" y="3381375"/>
          <p14:tracePt t="103863" x="5089525" y="3360738"/>
          <p14:tracePt t="103880" x="5075238" y="3360738"/>
          <p14:tracePt t="103882" x="5062538" y="3360738"/>
          <p14:tracePt t="103892" x="5048250" y="3348038"/>
          <p14:tracePt t="103905" x="5033963" y="3348038"/>
          <p14:tracePt t="103914" x="5021263" y="3348038"/>
          <p14:tracePt t="103929" x="5000625" y="3348038"/>
          <p14:tracePt t="103938" x="4986338" y="3348038"/>
          <p14:tracePt t="103947" x="4973638" y="3348038"/>
          <p14:tracePt t="103964" x="4959350" y="3360738"/>
          <p14:tracePt t="103970" x="4946650" y="3360738"/>
          <p14:tracePt t="103981" x="4932363" y="3381375"/>
          <p14:tracePt t="103989" x="4919663" y="3395663"/>
          <p14:tracePt t="104005" x="4905375" y="3408363"/>
          <p14:tracePt t="104013" x="4884738" y="3408363"/>
          <p14:tracePt t="104025" x="4884738" y="3422650"/>
          <p14:tracePt t="104027" x="4872038" y="3422650"/>
          <p14:tracePt t="104038" x="4872038" y="3435350"/>
          <p14:tracePt t="104054" x="4857750" y="3435350"/>
          <p14:tracePt t="104062" x="4857750" y="3449638"/>
          <p14:tracePt t="104076" x="4857750" y="3462338"/>
          <p14:tracePt t="104103" x="4857750" y="3476625"/>
          <p14:tracePt t="104120" x="4857750" y="3497263"/>
          <p14:tracePt t="104125" x="4857750" y="3509963"/>
          <p14:tracePt t="104133" x="4857750" y="3524250"/>
          <p14:tracePt t="104149" x="4857750" y="3538538"/>
          <p14:tracePt t="104165" x="4872038" y="3551238"/>
          <p14:tracePt t="104171" x="4884738" y="3551238"/>
          <p14:tracePt t="104186" x="4884738" y="3565525"/>
          <p14:tracePt t="104194" x="4905375" y="3565525"/>
          <p14:tracePt t="104204" x="4919663" y="3565525"/>
          <p14:tracePt t="104212" x="4919663" y="3578225"/>
          <p14:tracePt t="104221" x="4932363" y="3578225"/>
          <p14:tracePt t="104238" x="4946650" y="3592513"/>
          <p14:tracePt t="104255" x="4959350" y="3592513"/>
          <p14:tracePt t="104258" x="4973638" y="3605213"/>
          <p14:tracePt t="104273" x="4986338" y="3605213"/>
          <p14:tracePt t="104281" x="5000625" y="3605213"/>
          <p14:tracePt t="104297" x="5021263" y="3605213"/>
          <p14:tracePt t="104307" x="5033963" y="3605213"/>
          <p14:tracePt t="104315" x="5048250" y="3605213"/>
          <p14:tracePt t="104325" x="5062538" y="3605213"/>
          <p14:tracePt t="104333" x="5075238" y="3605213"/>
          <p14:tracePt t="104349" x="5089525" y="3605213"/>
          <p14:tracePt t="104355" x="5102225" y="3605213"/>
          <p14:tracePt t="104365" x="5116513" y="3592513"/>
          <p14:tracePt t="104377" x="5129213" y="3592513"/>
          <p14:tracePt t="104387" x="5149850" y="3578225"/>
          <p14:tracePt t="104396" x="5149850" y="3565525"/>
          <p14:tracePt t="104406" x="5164138" y="3565525"/>
          <p14:tracePt t="104422" x="5176838" y="3551238"/>
          <p14:tracePt t="104428" x="5176838" y="3538538"/>
          <p14:tracePt t="104446" x="5191125" y="3538538"/>
          <p14:tracePt t="104453" x="5191125" y="3524250"/>
          <p14:tracePt t="104469" x="5191125" y="3509963"/>
          <p14:tracePt t="104482" x="5191125" y="3497263"/>
          <p14:tracePt t="104492" x="5191125" y="3476625"/>
          <p14:tracePt t="104509" x="5191125" y="3462338"/>
          <p14:tracePt t="104520" x="5191125" y="3449638"/>
          <p14:tracePt t="104522" x="5191125" y="3435350"/>
          <p14:tracePt t="104531" x="5191125" y="3422650"/>
          <p14:tracePt t="104539" x="5191125" y="3408363"/>
          <p14:tracePt t="104547" x="5176838" y="3408363"/>
          <p14:tracePt t="104558" x="5176838" y="3395663"/>
          <p14:tracePt t="104566" x="5164138" y="3395663"/>
          <p14:tracePt t="104573" x="5164138" y="3381375"/>
          <p14:tracePt t="104580" x="5149850" y="3381375"/>
          <p14:tracePt t="104595" x="5149850" y="3360738"/>
          <p14:tracePt t="104604" x="5129213" y="3360738"/>
          <p14:tracePt t="104760" x="5129213" y="3381375"/>
          <p14:tracePt t="104774" x="5129213" y="3395663"/>
          <p14:tracePt t="104788" x="5129213" y="3408363"/>
          <p14:tracePt t="104807" x="5129213" y="3422650"/>
          <p14:tracePt t="104822" x="5129213" y="3435350"/>
          <p14:tracePt t="104832" x="5129213" y="3449638"/>
          <p14:tracePt t="104843" x="5129213" y="3462338"/>
          <p14:tracePt t="104845" x="5129213" y="3476625"/>
          <p14:tracePt t="104853" x="5129213" y="3497263"/>
          <p14:tracePt t="104867" x="5149850" y="3509963"/>
          <p14:tracePt t="104879" x="5149850" y="3524250"/>
          <p14:tracePt t="104881" x="5164138" y="3538538"/>
          <p14:tracePt t="104892" x="5164138" y="3551238"/>
          <p14:tracePt t="104909" x="5176838" y="3565525"/>
          <p14:tracePt t="104926" x="5191125" y="3578225"/>
          <p14:tracePt t="104942" x="5205413" y="3592513"/>
          <p14:tracePt t="104961" x="5218113" y="3592513"/>
          <p14:tracePt t="104977" x="5218113" y="3605213"/>
          <p14:tracePt t="105857" x="5232400" y="3605213"/>
          <p14:tracePt t="105871" x="5245100" y="3605213"/>
          <p14:tracePt t="105880" x="5245100" y="3625850"/>
          <p14:tracePt t="105904" x="5259388" y="3640138"/>
          <p14:tracePt t="108037" x="5259388" y="3605213"/>
          <p14:tracePt t="108047" x="5259388" y="3592513"/>
          <p14:tracePt t="108057" x="5259388" y="3578225"/>
          <p14:tracePt t="108062" x="5259388" y="3565525"/>
          <p14:tracePt t="108070" x="5280025" y="3551238"/>
          <p14:tracePt t="108079" x="5280025" y="3538538"/>
          <p14:tracePt t="108095" x="5280025" y="3524250"/>
          <p14:tracePt t="108118" x="5280025" y="3509963"/>
          <p14:tracePt t="108150" x="5259388" y="3497263"/>
          <p14:tracePt t="108160" x="5245100" y="3497263"/>
          <p14:tracePt t="108169" x="5245100" y="3476625"/>
          <p14:tracePt t="108175" x="5232400" y="3476625"/>
          <p14:tracePt t="108186" x="5232400" y="3462338"/>
          <p14:tracePt t="108192" x="5218113" y="3462338"/>
          <p14:tracePt t="108202" x="5205413" y="3449638"/>
          <p14:tracePt t="108215" x="5191125" y="3435350"/>
          <p14:tracePt t="108224" x="5176838" y="3435350"/>
          <p14:tracePt t="108232" x="5164138" y="3422650"/>
          <p14:tracePt t="108242" x="5149850" y="3422650"/>
          <p14:tracePt t="108252" x="5149850" y="3408363"/>
          <p14:tracePt t="108255" x="5129213" y="3395663"/>
          <p14:tracePt t="108264" x="5116513" y="3395663"/>
          <p14:tracePt t="108271" x="5102225" y="3381375"/>
          <p14:tracePt t="108280" x="5089525" y="3381375"/>
          <p14:tracePt t="108287" x="5075238" y="3381375"/>
          <p14:tracePt t="108296" x="5062538" y="3360738"/>
          <p14:tracePt t="108304" x="5048250" y="3360738"/>
          <p14:tracePt t="108312" x="5033963" y="3360738"/>
          <p14:tracePt t="108320" x="5021263" y="3360738"/>
          <p14:tracePt t="108337" x="5000625" y="3348038"/>
          <p14:tracePt t="108347" x="4986338" y="3348038"/>
          <p14:tracePt t="108354" x="4973638" y="3348038"/>
          <p14:tracePt t="108361" x="4959350" y="3348038"/>
          <p14:tracePt t="108368" x="4946650" y="3348038"/>
          <p14:tracePt t="108380" x="4932363" y="3348038"/>
          <p14:tracePt t="108383" x="4919663" y="3348038"/>
          <p14:tracePt t="108393" x="4905375" y="3348038"/>
          <p14:tracePt t="108402" x="4884738" y="3348038"/>
          <p14:tracePt t="108420" x="4872038" y="3348038"/>
          <p14:tracePt t="108425" x="4872038" y="3360738"/>
          <p14:tracePt t="108438" x="4857750" y="3360738"/>
          <p14:tracePt t="108454" x="4843463" y="3381375"/>
          <p14:tracePt t="108464" x="4843463" y="3395663"/>
          <p14:tracePt t="108470" x="4843463" y="3408363"/>
          <p14:tracePt t="108480" x="4830763" y="3408363"/>
          <p14:tracePt t="108489" x="4830763" y="3422650"/>
          <p14:tracePt t="108498" x="4830763" y="3435350"/>
          <p14:tracePt t="108508" x="4830763" y="3449638"/>
          <p14:tracePt t="108513" x="4816475" y="3462338"/>
          <p14:tracePt t="108523" x="4816475" y="3476625"/>
          <p14:tracePt t="108530" x="4816475" y="3509963"/>
          <p14:tracePt t="108539" x="4816475" y="3524250"/>
          <p14:tracePt t="108546" x="4816475" y="3538538"/>
          <p14:tracePt t="108555" x="4816475" y="3551238"/>
          <p14:tracePt t="108562" x="4816475" y="3578225"/>
          <p14:tracePt t="108570" x="4816475" y="3592513"/>
          <p14:tracePt t="108582" x="4816475" y="3605213"/>
          <p14:tracePt t="108584" x="4816475" y="3625850"/>
          <p14:tracePt t="108592" x="4816475" y="3640138"/>
          <p14:tracePt t="108609" x="4816475" y="3652838"/>
          <p14:tracePt t="108619" x="4816475" y="3667125"/>
          <p14:tracePt t="108625" x="4830763" y="3681413"/>
          <p14:tracePt t="108640" x="4843463" y="3694113"/>
          <p14:tracePt t="108657" x="4857750" y="3708400"/>
          <p14:tracePt t="108668" x="4872038" y="3708400"/>
          <p14:tracePt t="108670" x="4884738" y="3721100"/>
          <p14:tracePt t="108680" x="4905375" y="3721100"/>
          <p14:tracePt t="108688" x="4919663" y="3721100"/>
          <p14:tracePt t="108696" x="4946650" y="3721100"/>
          <p14:tracePt t="108703" x="4959350" y="3721100"/>
          <p14:tracePt t="108713" x="4973638" y="3735388"/>
          <p14:tracePt t="108720" x="4986338" y="3735388"/>
          <p14:tracePt t="108731" x="5021263" y="3735388"/>
          <p14:tracePt t="108738" x="5033963" y="3735388"/>
          <p14:tracePt t="108745" x="5062538" y="3735388"/>
          <p14:tracePt t="108754" x="5075238" y="3735388"/>
          <p14:tracePt t="108761" x="5102225" y="3735388"/>
          <p14:tracePt t="108770" x="5116513" y="3735388"/>
          <p14:tracePt t="108781" x="5129213" y="3721100"/>
          <p14:tracePt t="108784" x="5149850" y="3721100"/>
          <p14:tracePt t="108793" x="5164138" y="3708400"/>
          <p14:tracePt t="108803" x="5176838" y="3708400"/>
          <p14:tracePt t="108810" x="5191125" y="3694113"/>
          <p14:tracePt t="108821" x="5205413" y="3681413"/>
          <p14:tracePt t="108823" x="5218113" y="3667125"/>
          <p14:tracePt t="108832" x="5218113" y="3652838"/>
          <p14:tracePt t="108841" x="5232400" y="3652838"/>
          <p14:tracePt t="108849" x="5232400" y="3640138"/>
          <p14:tracePt t="108858" x="5245100" y="3625850"/>
          <p14:tracePt t="108873" x="5259388" y="3605213"/>
          <p14:tracePt t="108888" x="5259388" y="3592513"/>
          <p14:tracePt t="108896" x="5259388" y="3578225"/>
          <p14:tracePt t="108903" x="5280025" y="3578225"/>
          <p14:tracePt t="108913" x="5280025" y="3565525"/>
          <p14:tracePt t="108921" x="5280025" y="3551238"/>
          <p14:tracePt t="108931" x="5292725" y="3551238"/>
          <p14:tracePt t="108938" x="5292725" y="3538538"/>
          <p14:tracePt t="108954" x="5292725" y="3524250"/>
          <p14:tracePt t="108971" x="5292725" y="3509963"/>
          <p14:tracePt t="108987" x="5292725" y="3497263"/>
          <p14:tracePt t="109000" x="5292725" y="3476625"/>
          <p14:tracePt t="109018" x="5280025" y="3462338"/>
          <p14:tracePt t="109027" x="5259388" y="3462338"/>
          <p14:tracePt t="109036" x="5245100" y="3449638"/>
          <p14:tracePt t="109038" x="5232400" y="3435350"/>
          <p14:tracePt t="109054" x="5218113" y="3435350"/>
          <p14:tracePt t="109063" x="5191125" y="3422650"/>
          <p14:tracePt t="109071" x="5176838" y="3422650"/>
          <p14:tracePt t="109080" x="5149850" y="3422650"/>
          <p14:tracePt t="109088" x="5129213" y="3422650"/>
          <p14:tracePt t="109097" x="5102225" y="3422650"/>
          <p14:tracePt t="109106" x="5075238" y="3422650"/>
          <p14:tracePt t="109115" x="5048250" y="3422650"/>
          <p14:tracePt t="109122" x="5021263" y="3422650"/>
          <p14:tracePt t="109129" x="4986338" y="3422650"/>
          <p14:tracePt t="109140" x="4973638" y="3422650"/>
          <p14:tracePt t="109146" x="4946650" y="3422650"/>
          <p14:tracePt t="109155" x="4932363" y="3422650"/>
          <p14:tracePt t="109160" x="4919663" y="3435350"/>
          <p14:tracePt t="109171" x="4884738" y="3435350"/>
          <p14:tracePt t="109176" x="4872038" y="3449638"/>
          <p14:tracePt t="109186" x="4857750" y="3449638"/>
          <p14:tracePt t="109194" x="4843463" y="3462338"/>
          <p14:tracePt t="109201" x="4830763" y="3476625"/>
          <p14:tracePt t="109213" x="4816475" y="3476625"/>
          <p14:tracePt t="109215" x="4816475" y="3497263"/>
          <p14:tracePt t="109225" x="4803775" y="3497263"/>
          <p14:tracePt t="109235" x="4803775" y="3509963"/>
          <p14:tracePt t="109240" x="4789488" y="3509963"/>
          <p14:tracePt t="109252" x="4789488" y="3524250"/>
          <p14:tracePt t="109254" x="4776788" y="3538538"/>
          <p14:tracePt t="109270" x="4756150" y="3551238"/>
          <p14:tracePt t="109279" x="4756150" y="3565525"/>
          <p14:tracePt t="109289" x="4756150" y="3578225"/>
          <p14:tracePt t="109305" x="4756150" y="3592513"/>
          <p14:tracePt t="109313" x="4756150" y="3605213"/>
          <p14:tracePt t="109321" x="4756150" y="3625850"/>
          <p14:tracePt t="109330" x="4756150" y="3640138"/>
          <p14:tracePt t="109336" x="4756150" y="3652838"/>
          <p14:tracePt t="109353" x="4756150" y="3667125"/>
          <p14:tracePt t="109360" x="4756150" y="3681413"/>
          <p14:tracePt t="109373" x="4756150" y="3694113"/>
          <p14:tracePt t="109374" x="4776788" y="3694113"/>
          <p14:tracePt t="109385" x="4789488" y="3708400"/>
          <p14:tracePt t="109404" x="4803775" y="3721100"/>
          <p14:tracePt t="109406" x="4816475" y="3735388"/>
          <p14:tracePt t="109422" x="4830763" y="3735388"/>
          <p14:tracePt t="109430" x="4843463" y="3735388"/>
          <p14:tracePt t="109440" x="4857750" y="3756025"/>
          <p14:tracePt t="109450" x="4872038" y="3756025"/>
          <p14:tracePt t="109456" x="4884738" y="3756025"/>
          <p14:tracePt t="109468" x="4905375" y="3756025"/>
          <p14:tracePt t="109473" x="4919663" y="3756025"/>
          <p14:tracePt t="109480" x="4946650" y="3756025"/>
          <p14:tracePt t="109489" x="4959350" y="3756025"/>
          <p14:tracePt t="109496" x="4973638" y="3756025"/>
          <p14:tracePt t="109505" x="4986338" y="3756025"/>
          <p14:tracePt t="109512" x="5021263" y="3756025"/>
          <p14:tracePt t="109524" x="5033963" y="3756025"/>
          <p14:tracePt t="109530" x="5048250" y="3756025"/>
          <p14:tracePt t="109539" x="5062538" y="3735388"/>
          <p14:tracePt t="109547" x="5089525" y="3735388"/>
          <p14:tracePt t="109556" x="5102225" y="3721100"/>
          <p14:tracePt t="109563" x="5116513" y="3708400"/>
          <p14:tracePt t="109574" x="5129213" y="3708400"/>
          <p14:tracePt t="109578" x="5149850" y="3694113"/>
          <p14:tracePt t="109593" x="5164138" y="3681413"/>
          <p14:tracePt t="109602" x="5176838" y="3681413"/>
          <p14:tracePt t="109612" x="5176838" y="3667125"/>
          <p14:tracePt t="109623" x="5191125" y="3652838"/>
          <p14:tracePt t="109641" x="5205413" y="3640138"/>
          <p14:tracePt t="109654" x="5205413" y="3625850"/>
          <p14:tracePt t="109663" x="5218113" y="3605213"/>
          <p14:tracePt t="109681" x="5218113" y="3592513"/>
          <p14:tracePt t="109688" x="5218113" y="3578225"/>
          <p14:tracePt t="109698" x="5218113" y="3565525"/>
          <p14:tracePt t="109705" x="5218113" y="3551238"/>
          <p14:tracePt t="109712" x="5218113" y="3538538"/>
          <p14:tracePt t="109722" x="5218113" y="3509963"/>
          <p14:tracePt t="109729" x="5205413" y="3497263"/>
          <p14:tracePt t="109740" x="5191125" y="3462338"/>
          <p14:tracePt t="109747" x="5176838" y="3435350"/>
          <p14:tracePt t="109757" x="5164138" y="3408363"/>
          <p14:tracePt t="109760" x="5149850" y="3395663"/>
          <p14:tracePt t="109771" x="5116513" y="3381375"/>
          <p14:tracePt t="109777" x="5116513" y="3360738"/>
          <p14:tracePt t="109785" x="5102225" y="3348038"/>
          <p14:tracePt t="109791" x="5089525" y="3333750"/>
          <p14:tracePt t="109802" x="5075238" y="3333750"/>
          <p14:tracePt t="109810" x="5062538" y="3333750"/>
          <p14:tracePt t="109821" x="5048250" y="3333750"/>
          <p14:tracePt t="109823" x="5033963" y="3333750"/>
          <p14:tracePt t="109837" x="5021263" y="3333750"/>
          <p14:tracePt t="109846" x="5000625" y="3333750"/>
          <p14:tracePt t="109855" x="4986338" y="3333750"/>
          <p14:tracePt t="109863" x="4973638" y="3333750"/>
          <p14:tracePt t="109870" x="4959350" y="3333750"/>
          <p14:tracePt t="109881" x="4946650" y="3348038"/>
          <p14:tracePt t="109889" x="4932363" y="3360738"/>
          <p14:tracePt t="109896" x="4932363" y="3381375"/>
          <p14:tracePt t="109906" x="4919663" y="3395663"/>
          <p14:tracePt t="109910" x="4905375" y="3408363"/>
          <p14:tracePt t="109921" x="4884738" y="3422650"/>
          <p14:tracePt t="109938" x="4872038" y="3435350"/>
          <p14:tracePt t="109944" x="4872038" y="3449638"/>
          <p14:tracePt t="109952" x="4872038" y="3462338"/>
          <p14:tracePt t="109963" x="4872038" y="3476625"/>
          <p14:tracePt t="109969" x="4872038" y="3497263"/>
          <p14:tracePt t="109982" x="4872038" y="3509963"/>
          <p14:tracePt t="109991" x="4872038" y="3524250"/>
          <p14:tracePt t="110001" x="4872038" y="3538538"/>
          <p14:tracePt t="110010" x="4872038" y="3551238"/>
          <p14:tracePt t="110019" x="4872038" y="3565525"/>
          <p14:tracePt t="110021" x="4872038" y="3578225"/>
          <p14:tracePt t="110037" x="4884738" y="3592513"/>
          <p14:tracePt t="110046" x="4919663" y="3625850"/>
          <p14:tracePt t="110055" x="4946650" y="3640138"/>
          <p14:tracePt t="110065" x="4959350" y="3640138"/>
          <p14:tracePt t="110071" x="4986338" y="3652838"/>
          <p14:tracePt t="110082" x="5021263" y="3667125"/>
          <p14:tracePt t="110090" x="5033963" y="3681413"/>
          <p14:tracePt t="110098" x="5062538" y="3694113"/>
          <p14:tracePt t="110107" x="5089525" y="3694113"/>
          <p14:tracePt t="110114" x="5116513" y="3694113"/>
          <p14:tracePt t="110124" x="5129213" y="3708400"/>
          <p14:tracePt t="110132" x="5149850" y="3708400"/>
          <p14:tracePt t="110144" x="5191125" y="3708400"/>
          <p14:tracePt t="110156" x="5205413" y="3708400"/>
          <p14:tracePt t="110157" x="5218113" y="3708400"/>
          <p14:tracePt t="110173" x="5232400" y="3708400"/>
          <p14:tracePt t="110182" x="5245100" y="3694113"/>
          <p14:tracePt t="110191" x="5259388" y="3681413"/>
          <p14:tracePt t="110209" x="5280025" y="3667125"/>
          <p14:tracePt t="110219" x="5280025" y="3652838"/>
          <p14:tracePt t="110225" x="5292725" y="3652838"/>
          <p14:tracePt t="110232" x="5292725" y="3640138"/>
          <p14:tracePt t="110247" x="5292725" y="3625850"/>
          <p14:tracePt t="110257" x="5307013" y="3625850"/>
          <p14:tracePt t="110268" x="5307013" y="3605213"/>
          <p14:tracePt t="110278" x="5307013" y="3592513"/>
          <p14:tracePt t="110317" x="5307013" y="3578225"/>
          <p14:tracePt t="110340" x="5307013" y="3565525"/>
          <p14:tracePt t="110357" x="5292725" y="3551238"/>
          <p14:tracePt t="110367" x="5280025" y="3551238"/>
          <p14:tracePt t="110376" x="5280025" y="3538538"/>
          <p14:tracePt t="110386" x="5245100" y="3538538"/>
          <p14:tracePt t="110391" x="5245100" y="3524250"/>
          <p14:tracePt t="110404" x="5232400" y="3524250"/>
          <p14:tracePt t="110406" x="5218113" y="3524250"/>
          <p14:tracePt t="110414" x="5205413" y="3509963"/>
          <p14:tracePt t="110424" x="5191125" y="3509963"/>
          <p14:tracePt t="110432" x="5176838" y="3509963"/>
          <p14:tracePt t="110441" x="5164138" y="3509963"/>
          <p14:tracePt t="110451" x="5149850" y="3509963"/>
          <p14:tracePt t="110454" x="5129213" y="3509963"/>
          <p14:tracePt t="110463" x="5116513" y="3509963"/>
          <p14:tracePt t="110470" x="5102225" y="3509963"/>
          <p14:tracePt t="110480" x="5089525" y="3509963"/>
          <p14:tracePt t="110486" x="5075238" y="3509963"/>
          <p14:tracePt t="110497" x="5062538" y="3509963"/>
          <p14:tracePt t="110505" x="5048250" y="3509963"/>
          <p14:tracePt t="110522" x="5033963" y="3509963"/>
          <p14:tracePt t="110539" x="5021263" y="3509963"/>
          <p14:tracePt t="110877" x="5021263" y="3524250"/>
          <p14:tracePt t="110892" x="5021263" y="3538538"/>
          <p14:tracePt t="110908" x="5021263" y="3551238"/>
          <p14:tracePt t="110932" x="5033963" y="3565525"/>
          <p14:tracePt t="110948" x="5062538" y="3565525"/>
          <p14:tracePt t="110957" x="5075238" y="3578225"/>
          <p14:tracePt t="110966" x="5102225" y="3578225"/>
          <p14:tracePt t="110974" x="5116513" y="3578225"/>
          <p14:tracePt t="110982" x="5129213" y="3578225"/>
          <p14:tracePt t="110991" x="5164138" y="3578225"/>
          <p14:tracePt t="110999" x="5176838" y="3578225"/>
          <p14:tracePt t="112740" x="5191125" y="3578225"/>
          <p14:tracePt t="112748" x="5205413" y="3578225"/>
          <p14:tracePt t="112762" x="5218113" y="3578225"/>
          <p14:tracePt t="112771" x="5232400" y="3578225"/>
          <p14:tracePt t="112779" x="5245100" y="3578225"/>
          <p14:tracePt t="112789" x="5280025" y="3578225"/>
          <p14:tracePt t="112795" x="5307013" y="3578225"/>
          <p14:tracePt t="112803" x="5348288" y="3592513"/>
          <p14:tracePt t="112812" x="5360988" y="3592513"/>
          <p14:tracePt t="112820" x="5387975" y="3592513"/>
          <p14:tracePt t="112828" x="5422900" y="3592513"/>
          <p14:tracePt t="112837" x="5449888" y="3592513"/>
          <p14:tracePt t="112844" x="5491163" y="3592513"/>
          <p14:tracePt t="112855" x="5503863" y="3592513"/>
          <p14:tracePt t="112861" x="5538788" y="3592513"/>
          <p14:tracePt t="112872" x="5551488" y="3592513"/>
          <p14:tracePt t="112876" x="5565775" y="3592513"/>
          <p14:tracePt t="112888" x="5578475" y="3592513"/>
          <p14:tracePt t="112894" x="5592763" y="3592513"/>
          <p14:tracePt t="112905" x="5605463" y="3592513"/>
          <p14:tracePt t="112917" x="5619750" y="3592513"/>
          <p14:tracePt t="112926" x="5634038" y="3592513"/>
          <p14:tracePt t="112934" x="5634038" y="3578225"/>
          <p14:tracePt t="112944" x="5646738" y="3578225"/>
          <p14:tracePt t="112956" x="5667375" y="3565525"/>
          <p14:tracePt t="112968" x="5681663" y="3565525"/>
          <p14:tracePt t="112974" x="5681663" y="3551238"/>
          <p14:tracePt t="112982" x="5694363" y="3551238"/>
          <p14:tracePt t="112989" x="5694363" y="3538538"/>
          <p14:tracePt t="112998" x="5708650" y="3524250"/>
          <p14:tracePt t="113017" x="5721350" y="3509963"/>
          <p14:tracePt t="113019" x="5735638" y="3509963"/>
          <p14:tracePt t="113029" x="5735638" y="3497263"/>
          <p14:tracePt t="113039" x="5748338" y="3476625"/>
          <p14:tracePt t="113055" x="5762625" y="3462338"/>
          <p14:tracePt t="113062" x="5783263" y="3449638"/>
          <p14:tracePt t="113071" x="5783263" y="3435350"/>
          <p14:tracePt t="113083" x="5795963" y="3435350"/>
          <p14:tracePt t="113085" x="5810250" y="3422650"/>
          <p14:tracePt t="113102" x="5824538" y="3408363"/>
          <p14:tracePt t="113125" x="5837238" y="3408363"/>
          <p14:tracePt t="113138" x="5837238" y="3395663"/>
          <p14:tracePt t="113178" x="5824538" y="3381375"/>
          <p14:tracePt t="113187" x="5810250" y="3381375"/>
          <p14:tracePt t="113202" x="5795963" y="3381375"/>
          <p14:tracePt t="113211" x="5783263" y="3360738"/>
          <p14:tracePt t="113221" x="5762625" y="3360738"/>
          <p14:tracePt t="113228" x="5748338" y="3360738"/>
          <p14:tracePt t="113246" x="5735638" y="3360738"/>
          <p14:tracePt t="113253" x="5721350" y="3360738"/>
          <p14:tracePt t="113279" x="5708650" y="3360738"/>
          <p14:tracePt t="113294" x="5694363" y="3360738"/>
          <p14:tracePt t="113311" x="5681663" y="3360738"/>
          <p14:tracePt t="113328" x="5667375" y="3360738"/>
          <p14:tracePt t="113344" x="5646738" y="3360738"/>
          <p14:tracePt t="113350" x="5646738" y="3381375"/>
          <p14:tracePt t="113361" x="5634038" y="3381375"/>
          <p14:tracePt t="113366" x="5619750" y="3395663"/>
          <p14:tracePt t="113374" x="5619750" y="3408363"/>
          <p14:tracePt t="113383" x="5605463" y="3422650"/>
          <p14:tracePt t="113387" x="5592763" y="3435350"/>
          <p14:tracePt t="113395" x="5578475" y="3435350"/>
          <p14:tracePt t="113406" x="5565775" y="3449638"/>
          <p14:tracePt t="113413" x="5551488" y="3462338"/>
          <p14:tracePt t="113424" x="5538788" y="3476625"/>
          <p14:tracePt t="113431" x="5538788" y="3497263"/>
          <p14:tracePt t="113439" x="5518150" y="3497263"/>
          <p14:tracePt t="113449" x="5518150" y="3509963"/>
          <p14:tracePt t="113457" x="5503863" y="3524250"/>
          <p14:tracePt t="113467" x="5503863" y="3538538"/>
          <p14:tracePt t="113470" x="5503863" y="3551238"/>
          <p14:tracePt t="113480" x="5491163" y="3565525"/>
          <p14:tracePt t="113487" x="5491163" y="3578225"/>
          <p14:tracePt t="113492" x="5491163" y="3592513"/>
          <p14:tracePt t="113501" x="5491163" y="3605213"/>
          <p14:tracePt t="113519" x="5491163" y="3625850"/>
          <p14:tracePt t="113528" x="5491163" y="3640138"/>
          <p14:tracePt t="113534" x="5491163" y="3652838"/>
          <p14:tracePt t="113544" x="5503863" y="3652838"/>
          <p14:tracePt t="113546" x="5518150" y="3667125"/>
          <p14:tracePt t="113562" x="5538788" y="3681413"/>
          <p14:tracePt t="113572" x="5551488" y="3681413"/>
          <p14:tracePt t="113581" x="5565775" y="3681413"/>
          <p14:tracePt t="113589" x="5578475" y="3681413"/>
          <p14:tracePt t="113596" x="5592763" y="3681413"/>
          <p14:tracePt t="113612" x="5605463" y="3681413"/>
          <p14:tracePt t="113623" x="5619750" y="3681413"/>
          <p14:tracePt t="113630" x="5634038" y="3681413"/>
          <p14:tracePt t="113637" x="5646738" y="3681413"/>
          <p14:tracePt t="113649" x="5667375" y="3681413"/>
          <p14:tracePt t="113651" x="5681663" y="3681413"/>
          <p14:tracePt t="113662" x="5694363" y="3667125"/>
          <p14:tracePt t="113671" x="5694363" y="3652838"/>
          <p14:tracePt t="113681" x="5708650" y="3640138"/>
          <p14:tracePt t="113683" x="5721350" y="3625850"/>
          <p14:tracePt t="113694" x="5735638" y="3605213"/>
          <p14:tracePt t="113703" x="5735638" y="3578225"/>
          <p14:tracePt t="113712" x="5748338" y="3565525"/>
          <p14:tracePt t="113719" x="5748338" y="3551238"/>
          <p14:tracePt t="113723" x="5762625" y="3538538"/>
          <p14:tracePt t="113733" x="5762625" y="3524250"/>
          <p14:tracePt t="113741" x="5762625" y="3509963"/>
          <p14:tracePt t="113757" x="5762625" y="3497263"/>
          <p14:tracePt t="113767" x="5762625" y="3476625"/>
          <p14:tracePt t="113777" x="5762625" y="3462338"/>
          <p14:tracePt t="113794" x="5762625" y="3449638"/>
          <p14:tracePt t="113803" x="5748338" y="3449638"/>
          <p14:tracePt t="114626" x="5748338" y="3462338"/>
          <p14:tracePt t="114635" x="5735638" y="3476625"/>
          <p14:tracePt t="114643" x="5735638" y="3509963"/>
          <p14:tracePt t="114651" x="5721350" y="3551238"/>
          <p14:tracePt t="114660" x="5708650" y="3551238"/>
          <p14:tracePt t="114667" x="5694363" y="3592513"/>
          <p14:tracePt t="114676" x="5681663" y="3625850"/>
          <p14:tracePt t="114686" x="5667375" y="3652838"/>
          <p14:tracePt t="114697" x="5667375" y="3667125"/>
          <p14:tracePt t="114699" x="5634038" y="3694113"/>
          <p14:tracePt t="114708" x="5634038" y="3708400"/>
          <p14:tracePt t="114715" x="5619750" y="3735388"/>
          <p14:tracePt t="114725" x="5605463" y="3756025"/>
          <p14:tracePt t="114733" x="5592763" y="3768725"/>
          <p14:tracePt t="114737" x="5592763" y="3783013"/>
          <p14:tracePt t="114748" x="5578475" y="3795713"/>
          <p14:tracePt t="114757" x="5565775" y="3810000"/>
          <p14:tracePt t="114773" x="5565775" y="3824288"/>
          <p14:tracePt t="114783" x="5551488" y="3824288"/>
          <p14:tracePt t="114788" x="5551488" y="3836988"/>
          <p14:tracePt t="114873" x="5551488" y="3851275"/>
          <p14:tracePt t="114986" x="5538788" y="3851275"/>
          <p14:tracePt t="115000" x="5518150" y="3851275"/>
          <p14:tracePt t="115009" x="5503863" y="3836988"/>
          <p14:tracePt t="115019" x="5491163" y="3836988"/>
          <p14:tracePt t="115027" x="5476875" y="3836988"/>
          <p14:tracePt t="115035" x="5449888" y="3836988"/>
          <p14:tracePt t="115042" x="5435600" y="3836988"/>
          <p14:tracePt t="115051" x="5422900" y="3836988"/>
          <p14:tracePt t="115058" x="5408613" y="3836988"/>
          <p14:tracePt t="115068" x="5387975" y="3836988"/>
          <p14:tracePt t="115074" x="5375275" y="3836988"/>
          <p14:tracePt t="115084" x="5360988" y="3836988"/>
          <p14:tracePt t="115091" x="5348288" y="3836988"/>
          <p14:tracePt t="115106" x="5334000" y="3836988"/>
          <p14:tracePt t="115122" x="5319713" y="3836988"/>
          <p14:tracePt t="115131" x="5319713" y="3851275"/>
          <p14:tracePt t="115145" x="5307013" y="3851275"/>
          <p14:tracePt t="115249" x="5319713" y="3851275"/>
          <p14:tracePt t="115264" x="5334000" y="3851275"/>
          <p14:tracePt t="115274" x="5360988" y="3836988"/>
          <p14:tracePt t="115283" x="5375275" y="3824288"/>
          <p14:tracePt t="115289" x="5408613" y="3810000"/>
          <p14:tracePt t="115299" x="5422900" y="3795713"/>
          <p14:tracePt t="115307" x="5435600" y="3783013"/>
          <p14:tracePt t="115316" x="5449888" y="3783013"/>
          <p14:tracePt t="115323" x="5476875" y="3768725"/>
          <p14:tracePt t="115333" x="5491163" y="3756025"/>
          <p14:tracePt t="115340" x="5503863" y="3735388"/>
          <p14:tracePt t="115351" x="5518150" y="3721100"/>
          <p14:tracePt t="115357" x="5538788" y="3708400"/>
          <p14:tracePt t="115362" x="5551488" y="3694113"/>
          <p14:tracePt t="115371" x="5565775" y="3681413"/>
          <p14:tracePt t="115381" x="5578475" y="3667125"/>
          <p14:tracePt t="115388" x="5592763" y="3640138"/>
          <p14:tracePt t="115398" x="5605463" y="3625850"/>
          <p14:tracePt t="115406" x="5619750" y="3592513"/>
          <p14:tracePt t="115422" x="5634038" y="3565525"/>
          <p14:tracePt t="115430" x="5634038" y="3551238"/>
          <p14:tracePt t="115437" x="5646738" y="3538538"/>
          <p14:tracePt t="115447" x="5646738" y="3524250"/>
          <p14:tracePt t="115460" x="5646738" y="3509963"/>
          <p14:tracePt t="115475" x="5646738" y="3497263"/>
          <p14:tracePt t="115488" x="5646738" y="3476625"/>
          <p14:tracePt t="115498" x="5646738" y="3462338"/>
          <p14:tracePt t="115513" x="5634038" y="3449638"/>
          <p14:tracePt t="115531" x="5619750" y="3449638"/>
          <p14:tracePt t="115547" x="5605463" y="3449638"/>
          <p14:tracePt t="115556" x="5592763" y="3449638"/>
          <p14:tracePt t="115564" x="5578475" y="3449638"/>
          <p14:tracePt t="115572" x="5565775" y="3462338"/>
          <p14:tracePt t="115583" x="5538788" y="3497263"/>
          <p14:tracePt t="115589" x="5518150" y="3524250"/>
          <p14:tracePt t="115597" x="5503863" y="3538538"/>
          <p14:tracePt t="115607" x="5491163" y="3551238"/>
          <p14:tracePt t="115615" x="5476875" y="3578225"/>
          <p14:tracePt t="115625" x="5476875" y="3592513"/>
          <p14:tracePt t="115628" x="5462588" y="3605213"/>
          <p14:tracePt t="115640" x="5462588" y="3625850"/>
          <p14:tracePt t="115642" x="5462588" y="3640138"/>
          <p14:tracePt t="115652" x="5462588" y="3652838"/>
          <p14:tracePt t="115661" x="5462588" y="3667125"/>
          <p14:tracePt t="115675" x="5462588" y="3681413"/>
          <p14:tracePt t="115687" x="5476875" y="3681413"/>
          <p14:tracePt t="115690" x="5491163" y="3681413"/>
          <p14:tracePt t="115699" x="5503863" y="3694113"/>
          <p14:tracePt t="115706" x="5518150" y="3694113"/>
          <p14:tracePt t="115715" x="5538788" y="3694113"/>
          <p14:tracePt t="115723" x="5551488" y="3694113"/>
          <p14:tracePt t="115733" x="5565775" y="3694113"/>
          <p14:tracePt t="115749" x="5578475" y="3694113"/>
          <p14:tracePt t="115756" x="5592763" y="3694113"/>
          <p14:tracePt t="115766" x="5605463" y="3681413"/>
          <p14:tracePt t="115773" x="5619750" y="3667125"/>
          <p14:tracePt t="115784" x="5619750" y="3640138"/>
          <p14:tracePt t="115790" x="5634038" y="3625850"/>
          <p14:tracePt t="115798" x="5634038" y="3605213"/>
          <p14:tracePt t="115807" x="5646738" y="3578225"/>
          <p14:tracePt t="115815" x="5646738" y="3565525"/>
          <p14:tracePt t="115825" x="5667375" y="3538538"/>
          <p14:tracePt t="115838" x="5667375" y="3524250"/>
          <p14:tracePt t="115843" x="5667375" y="3509963"/>
          <p14:tracePt t="115855" x="5667375" y="3497263"/>
          <p14:tracePt t="115871" x="5667375" y="3476625"/>
          <p14:tracePt t="115889" x="5646738" y="3476625"/>
          <p14:tracePt t="115912" x="5634038" y="3476625"/>
          <p14:tracePt t="115928" x="5619750" y="3497263"/>
          <p14:tracePt t="115939" x="5619750" y="3509963"/>
          <p14:tracePt t="115947" x="5619750" y="3524250"/>
          <p14:tracePt t="115956" x="5605463" y="3524250"/>
          <p14:tracePt t="115964" x="5605463" y="3538538"/>
          <p14:tracePt t="115973" x="5605463" y="3551238"/>
          <p14:tracePt t="115981" x="5605463" y="3565525"/>
          <p14:tracePt t="115994" x="5605463" y="3578225"/>
          <p14:tracePt t="116056" x="5619750" y="3578225"/>
          <p14:tracePt t="116111" x="5619750" y="3592513"/>
          <p14:tracePt t="116123" x="5605463" y="3592513"/>
          <p14:tracePt t="116131" x="5605463" y="3605213"/>
          <p14:tracePt t="116140" x="5592763" y="3605213"/>
          <p14:tracePt t="116148" x="5578475" y="3625850"/>
          <p14:tracePt t="116158" x="5565775" y="3640138"/>
          <p14:tracePt t="116160" x="5551488" y="3652838"/>
          <p14:tracePt t="116172" x="5503863" y="3681413"/>
          <p14:tracePt t="116181" x="5491163" y="3694113"/>
          <p14:tracePt t="116188" x="5462588" y="3721100"/>
          <p14:tracePt t="116196" x="5449888" y="3735388"/>
          <p14:tracePt t="116203" x="5408613" y="3768725"/>
          <p14:tracePt t="116215" x="5387975" y="3783013"/>
          <p14:tracePt t="116220" x="5360988" y="3795713"/>
          <p14:tracePt t="116232" x="5334000" y="3824288"/>
          <p14:tracePt t="116236" x="5307013" y="3836988"/>
          <p14:tracePt t="116245" x="5280025" y="3851275"/>
          <p14:tracePt t="116255" x="5259388" y="3863975"/>
          <p14:tracePt t="116257" x="5232400" y="3863975"/>
          <p14:tracePt t="116266" x="5218113" y="3884613"/>
          <p14:tracePt t="116276" x="5191125" y="3898900"/>
          <p14:tracePt t="116287" x="5176838" y="3898900"/>
          <p14:tracePt t="116289" x="5164138" y="3898900"/>
          <p14:tracePt t="116298" x="5149850" y="3911600"/>
          <p14:tracePt t="116305" x="5116513" y="3911600"/>
          <p14:tracePt t="116315" x="5102225" y="3911600"/>
          <p14:tracePt t="116322" x="5089525" y="3911600"/>
          <p14:tracePt t="116331" x="5062538" y="3925888"/>
          <p14:tracePt t="116341" x="5048250" y="3925888"/>
          <p14:tracePt t="116347" x="5033963" y="3925888"/>
          <p14:tracePt t="116356" x="5021263" y="3925888"/>
          <p14:tracePt t="116363" x="4986338" y="3925888"/>
          <p14:tracePt t="116372" x="4973638" y="3925888"/>
          <p14:tracePt t="116390" x="4959350" y="3925888"/>
          <p14:tracePt t="116392" x="4946650" y="3925888"/>
          <p14:tracePt t="116403" x="4932363" y="3925888"/>
          <p14:tracePt t="116420" x="4919663" y="3925888"/>
          <p14:tracePt t="116429" x="4905375" y="3925888"/>
          <p14:tracePt t="116441" x="4884738" y="3925888"/>
          <p14:tracePt t="116452" x="4884738" y="3911600"/>
          <p14:tracePt t="116461" x="4872038" y="3911600"/>
          <p14:tracePt t="116471" x="4857750" y="3911600"/>
          <p14:tracePt t="116488" x="4843463" y="3911600"/>
          <p14:tracePt t="116497" x="4830763" y="3911600"/>
          <p14:tracePt t="116520" x="4816475" y="3911600"/>
          <p14:tracePt t="116529" x="4803775" y="3911600"/>
          <p14:tracePt t="116544" x="4789488" y="3911600"/>
          <p14:tracePt t="116568" x="4776788" y="3911600"/>
          <p14:tracePt t="116577" x="4756150" y="3911600"/>
          <p14:tracePt t="116592" x="4741863" y="3911600"/>
          <p14:tracePt t="116608" x="4729163" y="3911600"/>
          <p14:tracePt t="116631" x="4714875" y="3911600"/>
          <p14:tracePt t="116679" x="4700588" y="3911600"/>
          <p14:tracePt t="117375" x="4687888" y="3911600"/>
          <p14:tracePt t="117391" x="4673600" y="3911600"/>
          <p14:tracePt t="117407" x="4660900" y="3911600"/>
          <p14:tracePt t="117431" x="4646613" y="3911600"/>
          <p14:tracePt t="117543" x="4660900" y="3911600"/>
          <p14:tracePt t="117552" x="4673600" y="3911600"/>
          <p14:tracePt t="117561" x="4687888" y="3911600"/>
          <p14:tracePt t="117569" x="4714875" y="3925888"/>
          <p14:tracePt t="117577" x="4729163" y="3925888"/>
          <p14:tracePt t="117584" x="4756150" y="3925888"/>
          <p14:tracePt t="117592" x="4776788" y="3925888"/>
          <p14:tracePt t="117601" x="4803775" y="3925888"/>
          <p14:tracePt t="117607" x="4830763" y="3925888"/>
          <p14:tracePt t="117617" x="4857750" y="3925888"/>
          <p14:tracePt t="117624" x="4884738" y="3925888"/>
          <p14:tracePt t="117633" x="4919663" y="3925888"/>
          <p14:tracePt t="117641" x="4959350" y="3925888"/>
          <p14:tracePt t="117652" x="4973638" y="3925888"/>
          <p14:tracePt t="117662" x="5021263" y="3925888"/>
          <p14:tracePt t="117665" x="5033963" y="3911600"/>
          <p14:tracePt t="117676" x="5075238" y="3911600"/>
          <p14:tracePt t="117684" x="5102225" y="3911600"/>
          <p14:tracePt t="117691" x="5129213" y="3898900"/>
          <p14:tracePt t="117701" x="5164138" y="3898900"/>
          <p14:tracePt t="117706" x="5191125" y="3898900"/>
          <p14:tracePt t="117715" x="5218113" y="3898900"/>
          <p14:tracePt t="117723" x="5232400" y="3898900"/>
          <p14:tracePt t="117731" x="5259388" y="3884613"/>
          <p14:tracePt t="117740" x="5292725" y="3884613"/>
          <p14:tracePt t="118190" x="5307013" y="3884613"/>
          <p14:tracePt t="118199" x="5334000" y="3884613"/>
          <p14:tracePt t="118207" x="5375275" y="3884613"/>
          <p14:tracePt t="118217" x="5408613" y="3884613"/>
          <p14:tracePt t="118226" x="5462588" y="3884613"/>
          <p14:tracePt t="118232" x="5503863" y="3884613"/>
          <p14:tracePt t="118242" x="5551488" y="3884613"/>
          <p14:tracePt t="118249" x="5565775" y="3884613"/>
          <p14:tracePt t="118257" x="5605463" y="3884613"/>
          <p14:tracePt t="118267" x="5634038" y="3884613"/>
          <p14:tracePt t="118274" x="5681663" y="3884613"/>
          <p14:tracePt t="118283" x="5694363" y="3884613"/>
          <p14:tracePt t="118291" x="5721350" y="3884613"/>
          <p14:tracePt t="118298" x="5735638" y="3884613"/>
          <p14:tracePt t="118305" x="5748338" y="3884613"/>
          <p14:tracePt t="118314" x="5762625" y="3884613"/>
          <p14:tracePt t="118321" x="5783263" y="3884613"/>
          <p14:tracePt t="118330" x="5795963" y="3863975"/>
          <p14:tracePt t="118338" x="5810250" y="3863975"/>
          <p14:tracePt t="118347" x="5824538" y="3863975"/>
          <p14:tracePt t="118354" x="5837238" y="3851275"/>
          <p14:tracePt t="118364" x="5851525" y="3851275"/>
          <p14:tracePt t="118378" x="5864225" y="3836988"/>
          <p14:tracePt t="118389" x="5878513" y="3836988"/>
          <p14:tracePt t="118405" x="5891213" y="3836988"/>
          <p14:tracePt t="118407" x="5911850" y="3824288"/>
          <p14:tracePt t="118431" x="5926138" y="3824288"/>
          <p14:tracePt t="118447" x="5938838" y="3824288"/>
          <p14:tracePt t="118455" x="5953125" y="3824288"/>
          <p14:tracePt t="118471" x="5967413" y="3824288"/>
          <p14:tracePt t="118486" x="5980113" y="3824288"/>
          <p14:tracePt t="118496" x="5994400" y="3824288"/>
          <p14:tracePt t="118510" x="6007100" y="3824288"/>
          <p14:tracePt t="118519" x="6021388" y="3824288"/>
          <p14:tracePt t="118529" x="6042025" y="3836988"/>
          <p14:tracePt t="118546" x="6054725" y="3836988"/>
          <p14:tracePt t="118554" x="6069013" y="3836988"/>
          <p14:tracePt t="118562" x="6081713" y="3851275"/>
          <p14:tracePt t="118581" x="6096000" y="3851275"/>
          <p14:tracePt t="118583" x="6110288" y="3851275"/>
          <p14:tracePt t="118599" x="6122988" y="3863975"/>
          <p14:tracePt t="118614" x="6137275" y="3863975"/>
          <p14:tracePt t="118623" x="6149975" y="3863975"/>
          <p14:tracePt t="118638" x="6170613" y="3863975"/>
          <p14:tracePt t="118648" x="6184900" y="3863975"/>
          <p14:tracePt t="118662" x="6197600" y="3863975"/>
          <p14:tracePt t="118671" x="6211888" y="3863975"/>
          <p14:tracePt t="118680" x="6224588" y="3863975"/>
          <p14:tracePt t="118688" x="6238875" y="3863975"/>
          <p14:tracePt t="118695" x="6253163" y="3863975"/>
          <p14:tracePt t="118705" x="6265863" y="3863975"/>
          <p14:tracePt t="118712" x="6300788" y="3863975"/>
          <p14:tracePt t="118721" x="6313488" y="3863975"/>
          <p14:tracePt t="118728" x="6327775" y="3863975"/>
          <p14:tracePt t="118738" x="6340475" y="3863975"/>
          <p14:tracePt t="118745" x="6367463" y="3863975"/>
          <p14:tracePt t="118755" x="6381750" y="3851275"/>
          <p14:tracePt t="118771" x="6396038" y="3851275"/>
          <p14:tracePt t="118778" x="6408738" y="3851275"/>
          <p14:tracePt t="118801" x="6429375" y="3851275"/>
          <p14:tracePt t="118817" x="6443663" y="3851275"/>
          <p14:tracePt t="118846" x="6456363" y="3851275"/>
          <p14:tracePt t="118857" x="6470650" y="3851275"/>
          <p14:tracePt t="118873" x="6483350" y="3863975"/>
          <p14:tracePt t="118888" x="6497638" y="3863975"/>
          <p14:tracePt t="118900" x="6510338" y="3863975"/>
          <p14:tracePt t="118902" x="6524625" y="3884613"/>
          <p14:tracePt t="118918" x="6545263" y="3884613"/>
          <p14:tracePt t="118928" x="6557963" y="3898900"/>
          <p14:tracePt t="118937" x="6586538" y="3898900"/>
          <p14:tracePt t="118946" x="6599238" y="3898900"/>
          <p14:tracePt t="118954" x="6613525" y="3911600"/>
          <p14:tracePt t="118962" x="6626225" y="3911600"/>
          <p14:tracePt t="118969" x="6640513" y="3911600"/>
          <p14:tracePt t="118977" x="6653213" y="3925888"/>
          <p14:tracePt t="118989" x="6673850" y="3925888"/>
          <p14:tracePt t="118994" x="6688138" y="3925888"/>
          <p14:tracePt t="119013" x="6700838" y="3925888"/>
          <p14:tracePt t="119015" x="6715125" y="3925888"/>
          <p14:tracePt t="119030" x="6729413" y="3925888"/>
          <p14:tracePt t="119039" x="6742113" y="3925888"/>
          <p14:tracePt t="119049" x="6756400" y="3925888"/>
          <p14:tracePt t="119057" x="6769100" y="3925888"/>
          <p14:tracePt t="119074" x="6783388" y="3925888"/>
          <p14:tracePt t="119088" x="6804025" y="3925888"/>
          <p14:tracePt t="119098" x="6816725" y="3925888"/>
          <p14:tracePt t="119107" x="6831013" y="3911600"/>
          <p14:tracePt t="119121" x="6843713" y="3911600"/>
          <p14:tracePt t="119132" x="6858000" y="3911600"/>
          <p14:tracePt t="119144" x="6872288" y="3911600"/>
          <p14:tracePt t="119153" x="6884988" y="3911600"/>
          <p14:tracePt t="119164" x="6899275" y="3911600"/>
          <p14:tracePt t="119181" x="6911975" y="3911600"/>
          <p14:tracePt t="119182" x="6932613" y="3911600"/>
          <p14:tracePt t="119194" x="6946900" y="3911600"/>
          <p14:tracePt t="119201" x="6959600" y="3911600"/>
          <p14:tracePt t="119211" x="6973888" y="3911600"/>
          <p14:tracePt t="119217" x="6986588" y="3911600"/>
          <p14:tracePt t="119233" x="7000875" y="3911600"/>
          <p14:tracePt t="119244" x="7015163" y="3911600"/>
          <p14:tracePt t="119250" x="7027863" y="3911600"/>
          <p14:tracePt t="119274" x="7042150" y="3911600"/>
          <p14:tracePt t="119288" x="7062788" y="3911600"/>
          <p14:tracePt t="119302" x="7075488" y="3911600"/>
          <p14:tracePt t="119326" x="7089775" y="3911600"/>
          <p14:tracePt t="119342" x="7102475" y="3911600"/>
          <p14:tracePt t="119366" x="7116763" y="3911600"/>
          <p14:tracePt t="119374" x="7116763" y="3925888"/>
          <p14:tracePt t="119384" x="7129463" y="3925888"/>
          <p14:tracePt t="119414" x="7143750" y="3925888"/>
          <p14:tracePt t="119453" x="7158038" y="3925888"/>
          <p14:tracePt t="119631" x="7143750" y="3925888"/>
          <p14:tracePt t="119645" x="7129463" y="3925888"/>
          <p14:tracePt t="119654" x="7116763" y="3911600"/>
          <p14:tracePt t="119663" x="7089775" y="3911600"/>
          <p14:tracePt t="119672" x="7062788" y="3898900"/>
          <p14:tracePt t="119680" x="7027863" y="3898900"/>
          <p14:tracePt t="119686" x="6986588" y="3884613"/>
          <p14:tracePt t="119695" x="6959600" y="3863975"/>
          <p14:tracePt t="119702" x="6932613" y="3863975"/>
          <p14:tracePt t="119712" x="6899275" y="3851275"/>
          <p14:tracePt t="119719" x="6858000" y="3851275"/>
          <p14:tracePt t="119729" x="6816725" y="3851275"/>
          <p14:tracePt t="119736" x="6783388" y="3836988"/>
          <p14:tracePt t="119747" x="6756400" y="3836988"/>
          <p14:tracePt t="119754" x="6729413" y="3836988"/>
          <p14:tracePt t="119762" x="6700838" y="3836988"/>
          <p14:tracePt t="119771" x="6673850" y="3836988"/>
          <p14:tracePt t="119782" x="6653213" y="3836988"/>
          <p14:tracePt t="119788" x="6640513" y="3836988"/>
          <p14:tracePt t="119802" x="6626225" y="3836988"/>
          <p14:tracePt t="119818" x="6613525" y="3836988"/>
          <p14:tracePt t="120062" x="6613525" y="3851275"/>
          <p14:tracePt t="120077" x="6599238" y="3851275"/>
          <p14:tracePt t="120086" x="6586538" y="3851275"/>
          <p14:tracePt t="120094" x="6572250" y="3863975"/>
          <p14:tracePt t="120103" x="6557963" y="3863975"/>
          <p14:tracePt t="120112" x="6545263" y="3863975"/>
          <p14:tracePt t="120119" x="6524625" y="3863975"/>
          <p14:tracePt t="120128" x="6497638" y="3863975"/>
          <p14:tracePt t="120134" x="6483350" y="3863975"/>
          <p14:tracePt t="120145" x="6470650" y="3863975"/>
          <p14:tracePt t="120151" x="6443663" y="3863975"/>
          <p14:tracePt t="120167" x="6429375" y="3863975"/>
          <p14:tracePt t="120176" x="6408738" y="3863975"/>
          <p14:tracePt t="120202" x="6396038" y="3863975"/>
          <p14:tracePt t="120366" x="6381750" y="3863975"/>
          <p14:tracePt t="120421" x="6367463" y="3863975"/>
          <p14:tracePt t="120469" x="6354763" y="3863975"/>
          <p14:tracePt t="121436" x="6367463" y="3863975"/>
          <p14:tracePt t="121492" x="6381750" y="3863975"/>
          <p14:tracePt t="121684" x="6396038" y="3863975"/>
          <p14:tracePt t="121701" x="6408738" y="3863975"/>
          <p14:tracePt t="121724" x="6429375" y="3863975"/>
          <p14:tracePt t="121756" x="6443663" y="3863975"/>
          <p14:tracePt t="122051" x="6456363" y="3863975"/>
          <p14:tracePt t="122076" x="6470650" y="3863975"/>
          <p14:tracePt t="122100" x="6483350" y="3863975"/>
          <p14:tracePt t="122131" x="6497638" y="3863975"/>
          <p14:tracePt t="122347" x="6510338" y="3863975"/>
          <p14:tracePt t="122356" x="6510338" y="3851275"/>
          <p14:tracePt t="122387" x="6524625" y="3851275"/>
          <p14:tracePt t="122397" x="6524625" y="3836988"/>
          <p14:tracePt t="122419" x="6545263" y="3836988"/>
          <p14:tracePt t="122428" x="6545263" y="3824288"/>
          <p14:tracePt t="122452" x="6557963" y="3824288"/>
          <p14:tracePt t="122460" x="6557963" y="3810000"/>
          <p14:tracePt t="122476" x="6557963" y="3795713"/>
          <p14:tracePt t="122486" x="6572250" y="3795713"/>
          <p14:tracePt t="122491" x="6572250" y="3783013"/>
          <p14:tracePt t="122500" x="6572250" y="3768725"/>
          <p14:tracePt t="122509" x="6586538" y="3756025"/>
          <p14:tracePt t="122523" x="6586538" y="3735388"/>
          <p14:tracePt t="122532" x="6586538" y="3721100"/>
          <p14:tracePt t="122540" x="6599238" y="3708400"/>
          <p14:tracePt t="122549" x="6599238" y="3694113"/>
          <p14:tracePt t="122556" x="6599238" y="3681413"/>
          <p14:tracePt t="122564" x="6599238" y="3667125"/>
          <p14:tracePt t="122580" x="6599238" y="3652838"/>
          <p14:tracePt t="122588" x="6599238" y="3640138"/>
          <p14:tracePt t="122611" x="6599238" y="3625850"/>
          <p14:tracePt t="122635" x="6586538" y="3605213"/>
          <p14:tracePt t="122653" x="6572250" y="3592513"/>
          <p14:tracePt t="122668" x="6557963" y="3578225"/>
          <p14:tracePt t="122676" x="6545263" y="3578225"/>
          <p14:tracePt t="122686" x="6524625" y="3578225"/>
          <p14:tracePt t="122692" x="6524625" y="3565525"/>
          <p14:tracePt t="122700" x="6510338" y="3565525"/>
          <p14:tracePt t="122715" x="6497638" y="3565525"/>
          <p14:tracePt t="122739" x="6483350" y="3565525"/>
          <p14:tracePt t="122771" x="6470650" y="3565525"/>
          <p14:tracePt t="122811" x="6470650" y="3578225"/>
          <p14:tracePt t="122821" x="6456363" y="3578225"/>
          <p14:tracePt t="122828" x="6456363" y="3592513"/>
          <p14:tracePt t="122843" x="6456363" y="3605213"/>
          <p14:tracePt t="122854" x="6456363" y="3625850"/>
          <p14:tracePt t="122860" x="6443663" y="3640138"/>
          <p14:tracePt t="122875" x="6443663" y="3652838"/>
          <p14:tracePt t="122891" x="6443663" y="3667125"/>
          <p14:tracePt t="122907" x="6443663" y="3681413"/>
          <p14:tracePt t="122931" x="6443663" y="3694113"/>
          <p14:tracePt t="122947" x="6443663" y="3708400"/>
          <p14:tracePt t="122963" x="6443663" y="3721100"/>
          <p14:tracePt t="122971" x="6456363" y="3721100"/>
          <p14:tracePt t="122988" x="6470650" y="3721100"/>
          <p14:tracePt t="122996" x="6470650" y="3735388"/>
          <p14:tracePt t="123003" x="6483350" y="3735388"/>
          <p14:tracePt t="123019" x="6497638" y="3735388"/>
          <p14:tracePt t="123036" x="6510338" y="3735388"/>
          <p14:tracePt t="123059" x="6524625" y="3735388"/>
          <p14:tracePt t="123075" x="6545263" y="3735388"/>
          <p14:tracePt t="123099" x="6557963" y="3721100"/>
          <p14:tracePt t="123109" x="6557963" y="3708400"/>
          <p14:tracePt t="123115" x="6572250" y="3694113"/>
          <p14:tracePt t="123123" x="6572250" y="3681413"/>
          <p14:tracePt t="123132" x="6586538" y="3667125"/>
          <p14:tracePt t="123139" x="6586538" y="3652838"/>
          <p14:tracePt t="123149" x="6586538" y="3625850"/>
          <p14:tracePt t="123159" x="6599238" y="3625850"/>
          <p14:tracePt t="123167" x="6599238" y="3605213"/>
          <p14:tracePt t="123174" x="6599238" y="3592513"/>
          <p14:tracePt t="123188" x="6599238" y="3578225"/>
          <p14:tracePt t="123205" x="6599238" y="3565525"/>
          <p14:tracePt t="123222" x="6586538" y="3565525"/>
          <p14:tracePt t="123244" x="6572250" y="3565525"/>
          <p14:tracePt t="123259" x="6557963" y="3565525"/>
          <p14:tracePt t="123283" x="6557963" y="3578225"/>
          <p14:tracePt t="123292" x="6545263" y="3592513"/>
          <p14:tracePt t="123307" x="6545263" y="3605213"/>
          <p14:tracePt t="123338" x="6545263" y="3625850"/>
          <p14:tracePt t="123371" x="6545263" y="3640138"/>
          <p14:tracePt t="123403" x="6545263" y="3652838"/>
          <p14:tracePt t="123412" x="6557963" y="3652838"/>
          <p14:tracePt t="123426" x="6557963" y="3667125"/>
          <p14:tracePt t="123451" x="6572250" y="3667125"/>
          <p14:tracePt t="123460" x="6572250" y="3681413"/>
          <p14:tracePt t="123469" x="6572250" y="3694113"/>
          <p14:tracePt t="123483" x="6572250" y="3721100"/>
          <p14:tracePt t="123491" x="6586538" y="3721100"/>
          <p14:tracePt t="123499" x="6586538" y="3735388"/>
          <p14:tracePt t="123507" x="6586538" y="3756025"/>
          <p14:tracePt t="123516" x="6586538" y="3768725"/>
          <p14:tracePt t="123524" x="6599238" y="3768725"/>
          <p14:tracePt t="123533" x="6599238" y="3783013"/>
          <p14:tracePt t="123549" x="6599238" y="3795713"/>
          <p14:tracePt t="123658" x="6599238" y="3810000"/>
          <p14:tracePt t="123738" x="6599238" y="3824288"/>
          <p14:tracePt t="123770" x="6599238" y="3836988"/>
          <p14:tracePt t="123802" x="6599238" y="3851275"/>
          <p14:tracePt t="123850" x="6613525" y="3851275"/>
          <p14:tracePt t="123874" x="6626225" y="3851275"/>
          <p14:tracePt t="123883" x="6640513" y="3851275"/>
          <p14:tracePt t="123898" x="6653213" y="3851275"/>
          <p14:tracePt t="123907" x="6673850" y="3851275"/>
          <p14:tracePt t="123915" x="6700838" y="3851275"/>
          <p14:tracePt t="123923" x="6715125" y="3851275"/>
          <p14:tracePt t="123930" x="6729413" y="3851275"/>
          <p14:tracePt t="123938" x="6742113" y="3851275"/>
          <p14:tracePt t="123947" x="6756400" y="3851275"/>
          <p14:tracePt t="123954" x="6769100" y="3851275"/>
          <p14:tracePt t="123963" x="6783388" y="3851275"/>
          <p14:tracePt t="123971" x="6804025" y="3851275"/>
          <p14:tracePt t="123987" x="6816725" y="3851275"/>
          <p14:tracePt t="124011" x="6831013" y="3851275"/>
          <p14:tracePt t="124082" x="6816725" y="3851275"/>
          <p14:tracePt t="124098" x="6804025" y="3836988"/>
          <p14:tracePt t="124106" x="6783388" y="3836988"/>
          <p14:tracePt t="124115" x="6769100" y="3836988"/>
          <p14:tracePt t="124123" x="6756400" y="3836988"/>
          <p14:tracePt t="124131" x="6742113" y="3836988"/>
          <p14:tracePt t="124140" x="6729413" y="3836988"/>
          <p14:tracePt t="124148" x="6715125" y="3836988"/>
          <p14:tracePt t="124165" x="6700838" y="3836988"/>
          <p14:tracePt t="124187" x="6688138" y="3836988"/>
          <p14:tracePt t="124276" x="6700838" y="3836988"/>
          <p14:tracePt t="124284" x="6715125" y="3836988"/>
          <p14:tracePt t="124291" x="6729413" y="3836988"/>
          <p14:tracePt t="124299" x="6756400" y="3836988"/>
          <p14:tracePt t="124314" x="6783388" y="3836988"/>
          <p14:tracePt t="124324" x="6804025" y="3836988"/>
          <p14:tracePt t="124331" x="6816725" y="3836988"/>
          <p14:tracePt t="124347" x="6831013" y="3836988"/>
          <p14:tracePt t="124370" x="6843713" y="3836988"/>
          <p14:tracePt t="124561" x="6858000" y="3836988"/>
          <p14:tracePt t="124578" x="6872288" y="3836988"/>
          <p14:tracePt t="124587" x="6884988" y="3836988"/>
          <p14:tracePt t="124602" x="6899275" y="3836988"/>
          <p14:tracePt t="124626" x="6911975" y="3836988"/>
          <p14:tracePt t="126464" x="6899275" y="3836988"/>
          <p14:tracePt t="126480" x="6884988" y="3836988"/>
          <p14:tracePt t="126496" x="6872288" y="3836988"/>
          <p14:tracePt t="126512" x="6858000" y="3836988"/>
          <p14:tracePt t="126521" x="6843713" y="3851275"/>
          <p14:tracePt t="126537" x="6831013" y="3851275"/>
          <p14:tracePt t="126545" x="6816725" y="3851275"/>
          <p14:tracePt t="126561" x="6804025" y="3851275"/>
          <p14:tracePt t="126576" x="6783388" y="3851275"/>
          <p14:tracePt t="126587" x="6769100" y="3851275"/>
          <p14:tracePt t="126600" x="6756400" y="3851275"/>
          <p14:tracePt t="126608" x="6742113" y="3851275"/>
          <p14:tracePt t="126617" x="6729413" y="3851275"/>
          <p14:tracePt t="126633" x="6715125" y="3851275"/>
          <p14:tracePt t="126640" x="6700838" y="3851275"/>
          <p14:tracePt t="126650" x="6688138" y="3851275"/>
          <p14:tracePt t="126657" x="6673850" y="3851275"/>
          <p14:tracePt t="126665" x="6653213" y="3851275"/>
          <p14:tracePt t="126674" x="6626225" y="3851275"/>
          <p14:tracePt t="126683" x="6613525" y="3851275"/>
          <p14:tracePt t="126691" x="6599238" y="3851275"/>
          <p14:tracePt t="126699" x="6572250" y="3851275"/>
          <p14:tracePt t="126707" x="6557963" y="3851275"/>
          <p14:tracePt t="126716" x="6545263" y="3851275"/>
          <p14:tracePt t="126723" x="6510338" y="3851275"/>
          <p14:tracePt t="126732" x="6497638" y="3851275"/>
          <p14:tracePt t="126740" x="6483350" y="3851275"/>
          <p14:tracePt t="126749" x="6470650" y="3851275"/>
          <p14:tracePt t="126757" x="6456363" y="3851275"/>
          <p14:tracePt t="126765" x="6443663" y="3851275"/>
          <p14:tracePt t="126772" x="6429375" y="3851275"/>
          <p14:tracePt t="126782" x="6408738" y="3851275"/>
          <p14:tracePt t="126787" x="6396038" y="3836988"/>
          <p14:tracePt t="126794" x="6381750" y="3836988"/>
          <p14:tracePt t="126804" x="6367463" y="3836988"/>
          <p14:tracePt t="126812" x="6354763" y="3824288"/>
          <p14:tracePt t="126820" x="6340475" y="3824288"/>
          <p14:tracePt t="126838" x="6327775" y="3824288"/>
          <p14:tracePt t="126843" x="6313488" y="3810000"/>
          <p14:tracePt t="126856" x="6300788" y="3810000"/>
          <p14:tracePt t="126858" x="6280150" y="3810000"/>
          <p14:tracePt t="126866" x="6265863" y="3810000"/>
          <p14:tracePt t="126874" x="6238875" y="3810000"/>
          <p14:tracePt t="126883" x="6224588" y="3810000"/>
          <p14:tracePt t="126893" x="6211888" y="3810000"/>
          <p14:tracePt t="126903" x="6197600" y="3810000"/>
          <p14:tracePt t="126905" x="6184900" y="3810000"/>
          <p14:tracePt t="126914" x="6149975" y="3810000"/>
          <p14:tracePt t="126930" x="6137275" y="3810000"/>
          <p14:tracePt t="126940" x="6122988" y="3810000"/>
          <p14:tracePt t="126948" x="6110288" y="3810000"/>
          <p14:tracePt t="126955" x="6096000" y="3810000"/>
          <p14:tracePt t="126980" x="6081713" y="3810000"/>
          <p14:tracePt t="127072" x="6096000" y="3824288"/>
          <p14:tracePt t="127081" x="6137275" y="3824288"/>
          <p14:tracePt t="127090" x="6184900" y="3824288"/>
          <p14:tracePt t="127098" x="6224588" y="3836988"/>
          <p14:tracePt t="127105" x="6300788" y="3836988"/>
          <p14:tracePt t="127115" x="6354763" y="3851275"/>
          <p14:tracePt t="127121" x="6429375" y="3851275"/>
          <p14:tracePt t="127131" x="6497638" y="3851275"/>
          <p14:tracePt t="127139" x="6510338" y="3863975"/>
          <p14:tracePt t="127149" x="6586538" y="3863975"/>
          <p14:tracePt t="127159" x="6626225" y="3863975"/>
          <p14:tracePt t="127161" x="6673850" y="3863975"/>
          <p14:tracePt t="127171" x="6700838" y="3863975"/>
          <p14:tracePt t="127179" x="6729413" y="3863975"/>
          <p14:tracePt t="127189" x="6742113" y="3863975"/>
          <p14:tracePt t="127197" x="6756400" y="3863975"/>
          <p14:tracePt t="127204" x="6769100" y="3863975"/>
          <p14:tracePt t="127211" x="6783388" y="3863975"/>
          <p14:tracePt t="127240" x="6804025" y="3863975"/>
          <p14:tracePt t="127295" x="6804025" y="3851275"/>
          <p14:tracePt t="127312" x="6804025" y="3836988"/>
          <p14:tracePt t="127322" x="6783388" y="3824288"/>
          <p14:tracePt t="127330" x="6756400" y="3810000"/>
          <p14:tracePt t="127337" x="6729413" y="3795713"/>
          <p14:tracePt t="127346" x="6700838" y="3783013"/>
          <p14:tracePt t="127354" x="6688138" y="3768725"/>
          <p14:tracePt t="127364" x="6640513" y="3756025"/>
          <p14:tracePt t="127370" x="6613525" y="3756025"/>
          <p14:tracePt t="127382" x="6572250" y="3735388"/>
          <p14:tracePt t="127387" x="6545263" y="3735388"/>
          <p14:tracePt t="127398" x="6510338" y="3735388"/>
          <p14:tracePt t="127402" x="6483350" y="3735388"/>
          <p14:tracePt t="127410" x="6443663" y="3735388"/>
          <p14:tracePt t="127420" x="6429375" y="3735388"/>
          <p14:tracePt t="127428" x="6396038" y="3735388"/>
          <p14:tracePt t="127438" x="6367463" y="3735388"/>
          <p14:tracePt t="127441" x="6340475" y="3756025"/>
          <p14:tracePt t="127452" x="6313488" y="3768725"/>
          <p14:tracePt t="127461" x="6280150" y="3795713"/>
          <p14:tracePt t="127471" x="6238875" y="3810000"/>
          <p14:tracePt t="127473" x="6211888" y="3836988"/>
          <p14:tracePt t="127482" x="6170613" y="3851275"/>
          <p14:tracePt t="127489" x="6137275" y="3863975"/>
          <p14:tracePt t="127500" x="6096000" y="3884613"/>
          <p14:tracePt t="127511" x="6054725" y="3911600"/>
          <p14:tracePt t="127512" x="6007100" y="3925888"/>
          <p14:tracePt t="127523" x="5953125" y="3952875"/>
          <p14:tracePt t="127531" x="5878513" y="3979863"/>
          <p14:tracePt t="127539" x="5810250" y="3994150"/>
          <p14:tracePt t="127547" x="5735638" y="4027488"/>
          <p14:tracePt t="127558" x="5667375" y="4054475"/>
          <p14:tracePt t="127566" x="5592763" y="4068763"/>
          <p14:tracePt t="127576" x="5538788" y="4095750"/>
          <p14:tracePt t="127580" x="5503863" y="4095750"/>
          <p14:tracePt t="127588" x="5449888" y="4122738"/>
          <p14:tracePt t="127596" x="5408613" y="4143375"/>
          <p14:tracePt t="127606" x="5360988" y="4143375"/>
          <p14:tracePt t="127611" x="5334000" y="4157663"/>
          <p14:tracePt t="127622" x="5307013" y="4157663"/>
          <p14:tracePt t="127627" x="5292725" y="4170363"/>
          <p14:tracePt t="127641" x="5280025" y="4170363"/>
          <p14:tracePt t="127643" x="5259388" y="4170363"/>
          <p14:tracePt t="127653" x="5245100" y="4184650"/>
          <p14:tracePt t="127671" x="5232400" y="4184650"/>
          <p14:tracePt t="127695" x="5218113" y="4184650"/>
          <p14:tracePt t="127727" x="5205413" y="4184650"/>
          <p14:tracePt t="127752" x="5191125" y="4184650"/>
          <p14:tracePt t="127768" x="5176838" y="4184650"/>
          <p14:tracePt t="127783" x="5164138" y="4184650"/>
          <p14:tracePt t="127793" x="5149850" y="4184650"/>
          <p14:tracePt t="127815" x="5129213" y="4184650"/>
          <p14:tracePt t="127831" x="5116513" y="4184650"/>
          <p14:tracePt t="127847" x="5102225" y="4184650"/>
          <p14:tracePt t="127864" x="5089525" y="4184650"/>
          <p14:tracePt t="127888" x="5089525" y="4170363"/>
          <p14:tracePt t="129479" x="5075238" y="4170363"/>
          <p14:tracePt t="129486" x="5048250" y="4170363"/>
          <p14:tracePt t="129502" x="5033963" y="4170363"/>
          <p14:tracePt t="129513" x="5000625" y="4170363"/>
          <p14:tracePt t="129519" x="4986338" y="4170363"/>
          <p14:tracePt t="129527" x="4959350" y="4184650"/>
          <p14:tracePt t="129534" x="4946650" y="4197350"/>
          <p14:tracePt t="129543" x="4919663" y="4211638"/>
          <p14:tracePt t="129551" x="4884738" y="4224338"/>
          <p14:tracePt t="129560" x="4872038" y="4238625"/>
          <p14:tracePt t="129567" x="4857750" y="4238625"/>
          <p14:tracePt t="129575" x="4857750" y="4259263"/>
          <p14:tracePt t="129584" x="4843463" y="4271963"/>
          <p14:tracePt t="129618" x="4843463" y="4286250"/>
          <p14:tracePt t="129662" x="4872038" y="4286250"/>
          <p14:tracePt t="129671" x="4884738" y="4286250"/>
          <p14:tracePt t="129680" x="4905375" y="4271963"/>
          <p14:tracePt t="129687" x="4932363" y="4271963"/>
          <p14:tracePt t="129695" x="4946650" y="4238625"/>
          <p14:tracePt t="129703" x="4973638" y="4238625"/>
          <p14:tracePt t="129712" x="4986338" y="4224338"/>
          <p14:tracePt t="129721" x="5000625" y="4211638"/>
          <p14:tracePt t="129729" x="5033963" y="4197350"/>
          <p14:tracePt t="129745" x="5048250" y="4184650"/>
          <p14:tracePt t="129768" x="5062538" y="4184650"/>
          <p14:tracePt t="129779" x="5062538" y="4170363"/>
          <p14:tracePt t="129822" x="5033963" y="4170363"/>
          <p14:tracePt t="129832" x="5021263" y="4170363"/>
          <p14:tracePt t="129840" x="4986338" y="4157663"/>
          <p14:tracePt t="129849" x="4946650" y="4157663"/>
          <p14:tracePt t="129855" x="4905375" y="4157663"/>
          <p14:tracePt t="129866" x="4857750" y="4143375"/>
          <p14:tracePt t="129874" x="4816475" y="4143375"/>
          <p14:tracePt t="129884" x="4789488" y="4143375"/>
          <p14:tracePt t="129892" x="4729163" y="4122738"/>
          <p14:tracePt t="129899" x="4687888" y="4110038"/>
          <p14:tracePt t="129906" x="4660900" y="4095750"/>
          <p14:tracePt t="129918" x="4625975" y="4095750"/>
          <p14:tracePt t="129923" x="4598988" y="4081463"/>
          <p14:tracePt t="129933" x="4557713" y="4068763"/>
          <p14:tracePt t="129937" x="4545013" y="4068763"/>
          <p14:tracePt t="129946" x="4530725" y="4054475"/>
          <p14:tracePt t="129956" x="4518025" y="4054475"/>
          <p14:tracePt t="129961" x="4497388" y="4054475"/>
          <p14:tracePt t="129972" x="4483100" y="4054475"/>
          <p14:tracePt t="129974" x="4483100" y="4041775"/>
          <p14:tracePt t="130013" x="4497388" y="4054475"/>
          <p14:tracePt t="130023" x="4530725" y="4068763"/>
          <p14:tracePt t="130033" x="4545013" y="4081463"/>
          <p14:tracePt t="130041" x="4557713" y="4095750"/>
          <p14:tracePt t="130052" x="4586288" y="4110038"/>
          <p14:tracePt t="130057" x="4613275" y="4122738"/>
          <p14:tracePt t="130069" x="4646613" y="4143375"/>
          <p14:tracePt t="130074" x="4687888" y="4157663"/>
          <p14:tracePt t="130083" x="4714875" y="4170363"/>
          <p14:tracePt t="130091" x="4776788" y="4170363"/>
          <p14:tracePt t="130099" x="4803775" y="4170363"/>
          <p14:tracePt t="130106" x="4843463" y="4170363"/>
          <p14:tracePt t="130114" x="4857750" y="4170363"/>
          <p14:tracePt t="130122" x="4932363" y="4170363"/>
          <p14:tracePt t="130130" x="4946650" y="4170363"/>
          <p14:tracePt t="130141" x="4973638" y="4170363"/>
          <p14:tracePt t="130143" x="5000625" y="4170363"/>
          <p14:tracePt t="130153" x="5033963" y="4157663"/>
          <p14:tracePt t="130163" x="5048250" y="4143375"/>
          <p14:tracePt t="130171" x="5075238" y="4122738"/>
          <p14:tracePt t="130183" x="5089525" y="4110038"/>
          <p14:tracePt t="130185" x="5102225" y="4095750"/>
          <p14:tracePt t="130194" x="5102225" y="4081463"/>
          <p14:tracePt t="130202" x="5116513" y="4068763"/>
          <p14:tracePt t="130212" x="5116513" y="4054475"/>
          <p14:tracePt t="130216" x="5116513" y="4041775"/>
          <p14:tracePt t="130228" x="5129213" y="4027488"/>
          <p14:tracePt t="130244" x="5129213" y="4014788"/>
          <p14:tracePt t="130257" x="5129213" y="3994150"/>
          <p14:tracePt t="130272" x="5129213" y="3979863"/>
          <p14:tracePt t="130282" x="5129213" y="3967163"/>
          <p14:tracePt t="130299" x="5116513" y="3967163"/>
          <p14:tracePt t="130305" x="5116513" y="3952875"/>
          <p14:tracePt t="130317" x="5102225" y="3938588"/>
          <p14:tracePt t="130328" x="5089525" y="3938588"/>
          <p14:tracePt t="130337" x="5075238" y="3925888"/>
          <p14:tracePt t="130345" x="5062538" y="3925888"/>
          <p14:tracePt t="130352" x="5048250" y="3925888"/>
          <p14:tracePt t="130362" x="5021263" y="3925888"/>
          <p14:tracePt t="130369" x="5000625" y="3925888"/>
          <p14:tracePt t="130376" x="4959350" y="3925888"/>
          <p14:tracePt t="130385" x="4932363" y="3925888"/>
          <p14:tracePt t="130393" x="4919663" y="3925888"/>
          <p14:tracePt t="130405" x="4872038" y="3925888"/>
          <p14:tracePt t="130407" x="4843463" y="3925888"/>
          <p14:tracePt t="130418" x="4816475" y="3925888"/>
          <p14:tracePt t="130426" x="4789488" y="3925888"/>
          <p14:tracePt t="130437" x="4756150" y="3938588"/>
          <p14:tracePt t="130438" x="4729163" y="3952875"/>
          <p14:tracePt t="130450" x="4714875" y="3952875"/>
          <p14:tracePt t="130459" x="4687888" y="3967163"/>
          <p14:tracePt t="130470" x="4673600" y="3979863"/>
          <p14:tracePt t="130472" x="4646613" y="3994150"/>
          <p14:tracePt t="130483" x="4625975" y="4014788"/>
          <p14:tracePt t="130490" x="4613275" y="4041775"/>
          <p14:tracePt t="130497" x="4598988" y="4054475"/>
          <p14:tracePt t="130506" x="4586288" y="4068763"/>
          <p14:tracePt t="130514" x="4572000" y="4095750"/>
          <p14:tracePt t="130526" x="4572000" y="4122738"/>
          <p14:tracePt t="130527" x="4557713" y="4143375"/>
          <p14:tracePt t="130536" x="4557713" y="4170363"/>
          <p14:tracePt t="130545" x="4545013" y="4211638"/>
          <p14:tracePt t="130553" x="4545013" y="4224338"/>
          <p14:tracePt t="130560" x="4545013" y="4259263"/>
          <p14:tracePt t="130569" x="4545013" y="4286250"/>
          <p14:tracePt t="130577" x="4545013" y="4313238"/>
          <p14:tracePt t="130586" x="4557713" y="4340225"/>
          <p14:tracePt t="130594" x="4572000" y="4367213"/>
          <p14:tracePt t="130604" x="4586288" y="4387850"/>
          <p14:tracePt t="130611" x="4598988" y="4414838"/>
          <p14:tracePt t="130621" x="4613275" y="4429125"/>
          <p14:tracePt t="130624" x="4646613" y="4443413"/>
          <p14:tracePt t="130635" x="4660900" y="4456113"/>
          <p14:tracePt t="130644" x="4673600" y="4456113"/>
          <p14:tracePt t="130646" x="4687888" y="4470400"/>
          <p14:tracePt t="130656" x="4700588" y="4483100"/>
          <p14:tracePt t="130666" x="4714875" y="4483100"/>
          <p14:tracePt t="130675" x="4741863" y="4483100"/>
          <p14:tracePt t="130681" x="4756150" y="4497388"/>
          <p14:tracePt t="130690" x="4776788" y="4497388"/>
          <p14:tracePt t="130696" x="4803775" y="4497388"/>
          <p14:tracePt t="130706" x="4830763" y="4497388"/>
          <p14:tracePt t="130713" x="4843463" y="4497388"/>
          <p14:tracePt t="130722" x="4872038" y="4497388"/>
          <p14:tracePt t="130729" x="4905375" y="4497388"/>
          <p14:tracePt t="130737" x="4919663" y="4497388"/>
          <p14:tracePt t="130745" x="4946650" y="4497388"/>
          <p14:tracePt t="130754" x="4973638" y="4497388"/>
          <p14:tracePt t="130760" x="5000625" y="4497388"/>
          <p14:tracePt t="130770" x="5021263" y="4483100"/>
          <p14:tracePt t="130777" x="5048250" y="4483100"/>
          <p14:tracePt t="130786" x="5062538" y="4470400"/>
          <p14:tracePt t="130794" x="5089525" y="4470400"/>
          <p14:tracePt t="130804" x="5102225" y="4456113"/>
          <p14:tracePt t="130807" x="5129213" y="4456113"/>
          <p14:tracePt t="130818" x="5149850" y="4443413"/>
          <p14:tracePt t="130827" x="5176838" y="4443413"/>
          <p14:tracePt t="130834" x="5191125" y="4429125"/>
          <p14:tracePt t="130842" x="5218113" y="4414838"/>
          <p14:tracePt t="130850" x="5232400" y="4402138"/>
          <p14:tracePt t="130859" x="5245100" y="4387850"/>
          <p14:tracePt t="130869" x="5259388" y="4367213"/>
          <p14:tracePt t="130872" x="5280025" y="4354513"/>
          <p14:tracePt t="130883" x="5292725" y="4340225"/>
          <p14:tracePt t="130890" x="5307013" y="4327525"/>
          <p14:tracePt t="130901" x="5307013" y="4313238"/>
          <p14:tracePt t="130903" x="5319713" y="4313238"/>
          <p14:tracePt t="130911" x="5319713" y="4300538"/>
          <p14:tracePt t="130921" x="5334000" y="4286250"/>
          <p14:tracePt t="130930" x="5334000" y="4271963"/>
          <p14:tracePt t="130937" x="5334000" y="4259263"/>
          <p14:tracePt t="130944" x="5348288" y="4238625"/>
          <p14:tracePt t="130960" x="5348288" y="4224338"/>
          <p14:tracePt t="130969" x="5348288" y="4211638"/>
          <p14:tracePt t="130987" x="5348288" y="4197350"/>
          <p14:tracePt t="130992" x="5334000" y="4184650"/>
          <p14:tracePt t="131002" x="5319713" y="4170363"/>
          <p14:tracePt t="131016" x="5307013" y="4157663"/>
          <p14:tracePt t="131034" x="5292725" y="4143375"/>
          <p14:tracePt t="131049" x="5280025" y="4143375"/>
          <p14:tracePt t="131057" x="5259388" y="4143375"/>
          <p14:tracePt t="131066" x="5245100" y="4143375"/>
          <p14:tracePt t="131072" x="5232400" y="4122738"/>
          <p14:tracePt t="131087" x="5218113" y="4122738"/>
          <p14:tracePt t="131095" x="5205413" y="4122738"/>
          <p14:tracePt t="131104" x="5191125" y="4122738"/>
          <p14:tracePt t="131113" x="5176838" y="4122738"/>
          <p14:tracePt t="131130" x="5164138" y="4122738"/>
          <p14:tracePt t="131137" x="5149850" y="4122738"/>
          <p14:tracePt t="131145" x="5149850" y="4110038"/>
          <p14:tracePt t="131154" x="5129213" y="4110038"/>
          <p14:tracePt t="131159" x="5116513" y="4110038"/>
          <p14:tracePt t="131169" x="5102225" y="4095750"/>
          <p14:tracePt t="131179" x="5089525" y="4095750"/>
          <p14:tracePt t="131193" x="5075238" y="4081463"/>
          <p14:tracePt t="131201" x="5062538" y="4081463"/>
          <p14:tracePt t="131210" x="5048250" y="4081463"/>
          <p14:tracePt t="131217" x="5048250" y="4068763"/>
          <p14:tracePt t="131226" x="5033963" y="4068763"/>
          <p14:tracePt t="131234" x="5021263" y="4054475"/>
          <p14:tracePt t="131243" x="5000625" y="4054475"/>
          <p14:tracePt t="131250" x="4986338" y="4054475"/>
          <p14:tracePt t="131256" x="4973638" y="4054475"/>
          <p14:tracePt t="131274" x="4959350" y="4054475"/>
          <p14:tracePt t="131284" x="4946650" y="4054475"/>
          <p14:tracePt t="131296" x="4932363" y="4054475"/>
          <p14:tracePt t="131314" x="4919663" y="4068763"/>
          <p14:tracePt t="131321" x="4919663" y="4081463"/>
          <p14:tracePt t="131329" x="4905375" y="4095750"/>
          <p14:tracePt t="131339" x="4905375" y="4122738"/>
          <p14:tracePt t="131347" x="4905375" y="4157663"/>
          <p14:tracePt t="131356" x="4884738" y="4170363"/>
          <p14:tracePt t="131360" x="4884738" y="4197350"/>
          <p14:tracePt t="131372" x="4884738" y="4211638"/>
          <p14:tracePt t="131373" x="4884738" y="4224338"/>
          <p14:tracePt t="131384" x="4884738" y="4238625"/>
          <p14:tracePt t="131392" x="4884738" y="4259263"/>
          <p14:tracePt t="131403" x="4884738" y="4271963"/>
          <p14:tracePt t="131405" x="4884738" y="4286250"/>
          <p14:tracePt t="131416" x="4905375" y="4286250"/>
          <p14:tracePt t="131424" x="4919663" y="4300538"/>
          <p14:tracePt t="131436" x="4932363" y="4300538"/>
          <p14:tracePt t="131438" x="4932363" y="4313238"/>
          <p14:tracePt t="131449" x="4946650" y="4313238"/>
          <p14:tracePt t="131458" x="4959350" y="4313238"/>
          <p14:tracePt t="131469" x="4973638" y="4313238"/>
          <p14:tracePt t="131471" x="4986338" y="4313238"/>
          <p14:tracePt t="131485" x="5000625" y="4313238"/>
          <p14:tracePt t="131494" x="5021263" y="4313238"/>
          <p14:tracePt t="131504" x="5033963" y="4313238"/>
          <p14:tracePt t="131515" x="5048250" y="4313238"/>
          <p14:tracePt t="131526" x="5062538" y="4300538"/>
          <p14:tracePt t="131536" x="5075238" y="4300538"/>
          <p14:tracePt t="131544" x="5089525" y="4286250"/>
          <p14:tracePt t="131554" x="5102225" y="4271963"/>
          <p14:tracePt t="131561" x="5116513" y="4259263"/>
          <p14:tracePt t="131571" x="5129213" y="4238625"/>
          <p14:tracePt t="131575" x="5129213" y="4224338"/>
          <p14:tracePt t="131586" x="5149850" y="4197350"/>
          <p14:tracePt t="131593" x="5149850" y="4184650"/>
          <p14:tracePt t="131602" x="5164138" y="4170363"/>
          <p14:tracePt t="131611" x="5164138" y="4157663"/>
          <p14:tracePt t="131616" x="5176838" y="4143375"/>
          <p14:tracePt t="131625" x="5176838" y="4110038"/>
          <p14:tracePt t="131635" x="5176838" y="4095750"/>
          <p14:tracePt t="131637" x="5176838" y="4068763"/>
          <p14:tracePt t="131646" x="5176838" y="4054475"/>
          <p14:tracePt t="131656" x="5176838" y="4027488"/>
          <p14:tracePt t="131667" x="5176838" y="4014788"/>
          <p14:tracePt t="131669" x="5176838" y="3979863"/>
          <p14:tracePt t="131678" x="5164138" y="3967163"/>
          <p14:tracePt t="131688" x="5164138" y="3952875"/>
          <p14:tracePt t="131697" x="5149850" y="3938588"/>
          <p14:tracePt t="131707" x="5129213" y="3925888"/>
          <p14:tracePt t="131713" x="5116513" y="3925888"/>
          <p14:tracePt t="131722" x="5116513" y="3911600"/>
          <p14:tracePt t="131735" x="5102225" y="3911600"/>
          <p14:tracePt t="131744" x="5089525" y="3911600"/>
          <p14:tracePt t="131761" x="5075238" y="3911600"/>
          <p14:tracePt t="131775" x="5062538" y="3925888"/>
          <p14:tracePt t="131785" x="5048250" y="3938588"/>
          <p14:tracePt t="131793" x="5048250" y="3952875"/>
          <p14:tracePt t="131800" x="5033963" y="3979863"/>
          <p14:tracePt t="131810" x="5033963" y="4014788"/>
          <p14:tracePt t="131818" x="5021263" y="4041775"/>
          <p14:tracePt t="131827" x="5021263" y="4068763"/>
          <p14:tracePt t="131834" x="5021263" y="4095750"/>
          <p14:tracePt t="131842" x="5021263" y="4122738"/>
          <p14:tracePt t="131851" x="5021263" y="4157663"/>
          <p14:tracePt t="131859" x="5021263" y="4197350"/>
          <p14:tracePt t="131867" x="5021263" y="4211638"/>
          <p14:tracePt t="131875" x="5033963" y="4238625"/>
          <p14:tracePt t="131878" x="5062538" y="4271963"/>
          <p14:tracePt t="131888" x="5075238" y="4300538"/>
          <p14:tracePt t="131899" x="5116513" y="4327525"/>
          <p14:tracePt t="131902" x="5149850" y="4340225"/>
          <p14:tracePt t="131911" x="5176838" y="4367213"/>
          <p14:tracePt t="131920" x="5218113" y="4387850"/>
          <p14:tracePt t="131930" x="5280025" y="4402138"/>
          <p14:tracePt t="131938" x="5334000" y="4402138"/>
          <p14:tracePt t="131945" x="5387975" y="4414838"/>
          <p14:tracePt t="131955" x="5462588" y="4414838"/>
          <p14:tracePt t="131958" x="5518150" y="4414838"/>
          <p14:tracePt t="131969" x="5538788" y="4414838"/>
          <p14:tracePt t="131978" x="5592763" y="4414838"/>
          <p14:tracePt t="131984" x="5619750" y="4414838"/>
          <p14:tracePt t="131995" x="5646738" y="4402138"/>
          <p14:tracePt t="132001" x="5681663" y="4387850"/>
          <p14:tracePt t="132007" x="5694363" y="4367213"/>
          <p14:tracePt t="132018" x="5708650" y="4367213"/>
          <p14:tracePt t="132024" x="5721350" y="4354513"/>
          <p14:tracePt t="132299" x="5748338" y="4327525"/>
          <p14:tracePt t="132308" x="5783263" y="4300538"/>
          <p14:tracePt t="132317" x="5824538" y="4286250"/>
          <p14:tracePt t="132327" x="5851525" y="4259263"/>
          <p14:tracePt t="132337" x="5878513" y="4238625"/>
          <p14:tracePt t="132347" x="5926138" y="4224338"/>
          <p14:tracePt t="132354" x="5967413" y="4184650"/>
          <p14:tracePt t="132367" x="5994400" y="4184650"/>
          <p14:tracePt t="132370" x="6042025" y="4157663"/>
          <p14:tracePt t="132399" x="6096000" y="4110038"/>
          <p14:tracePt t="132401" x="6149975" y="4081463"/>
          <p14:tracePt t="132424" x="6170613" y="4068763"/>
          <p14:tracePt t="132426" x="6184900" y="4068763"/>
          <p14:tracePt t="132540" x="6170613" y="4068763"/>
          <p14:tracePt t="132556" x="6149975" y="4068763"/>
          <p14:tracePt t="132567" x="6137275" y="4068763"/>
          <p14:tracePt t="132574" x="6122988" y="4068763"/>
          <p14:tracePt t="132591" x="6110288" y="4068763"/>
          <p14:tracePt t="132599" x="6096000" y="4068763"/>
          <p14:tracePt t="132608" x="6096000" y="4081463"/>
          <p14:tracePt t="132624" x="6081713" y="4081463"/>
          <p14:tracePt t="132877" x="6081713" y="4095750"/>
          <p14:tracePt t="132907" x="6081713" y="4110038"/>
          <p14:tracePt t="132939" x="6081713" y="4122738"/>
          <p14:tracePt t="132987" x="6081713" y="4143375"/>
          <p14:tracePt t="133019" x="6096000" y="4157663"/>
          <p14:tracePt t="133043" x="6110288" y="4157663"/>
          <p14:tracePt t="133075" x="6122988" y="4157663"/>
          <p14:tracePt t="133099" x="6122988" y="4170363"/>
          <p14:tracePt t="133108" x="6137275" y="4170363"/>
          <p14:tracePt t="133139" x="6149975" y="4170363"/>
          <p14:tracePt t="133156" x="6170613" y="4170363"/>
          <p14:tracePt t="133179" x="6184900" y="4170363"/>
          <p14:tracePt t="133203" x="6197600" y="4170363"/>
          <p14:tracePt t="133227" x="6211888" y="4170363"/>
          <p14:tracePt t="133251" x="6224588" y="4170363"/>
          <p14:tracePt t="133283" x="6238875" y="4170363"/>
          <p14:tracePt t="133315" x="6253163" y="4170363"/>
          <p14:tracePt t="133347" x="6265863" y="4170363"/>
          <p14:tracePt t="133684" x="6280150" y="4170363"/>
          <p14:tracePt t="133691" x="6300788" y="4170363"/>
          <p14:tracePt t="133699" x="6313488" y="4170363"/>
          <p14:tracePt t="133707" x="6327775" y="4170363"/>
          <p14:tracePt t="133715" x="6340475" y="4170363"/>
          <p14:tracePt t="133723" x="6354763" y="4170363"/>
          <p14:tracePt t="133731" x="6367463" y="4170363"/>
          <p14:tracePt t="133739" x="6381750" y="4170363"/>
          <p14:tracePt t="133747" x="6381750" y="4157663"/>
          <p14:tracePt t="133756" x="6396038" y="4157663"/>
          <p14:tracePt t="133773" x="6408738" y="4157663"/>
          <p14:tracePt t="133789" x="6429375" y="4157663"/>
          <p14:tracePt t="133812" x="6443663" y="4157663"/>
          <p14:tracePt t="133821" x="6443663" y="4143375"/>
          <p14:tracePt t="133972" x="6443663" y="4157663"/>
          <p14:tracePt t="134170" x="6443663" y="4143375"/>
          <p14:tracePt t="134187" x="6456363" y="4122738"/>
          <p14:tracePt t="134195" x="6470650" y="4122738"/>
          <p14:tracePt t="134211" x="6470650" y="4110038"/>
          <p14:tracePt t="134219" x="6483350" y="4110038"/>
          <p14:tracePt t="134227" x="6483350" y="4095750"/>
          <p14:tracePt t="134236" x="6497638" y="4095750"/>
          <p14:tracePt t="134243" x="6497638" y="4081463"/>
          <p14:tracePt t="134251" x="6510338" y="4081463"/>
          <p14:tracePt t="134259" x="6510338" y="4068763"/>
          <p14:tracePt t="134268" x="6524625" y="4068763"/>
          <p14:tracePt t="134276" x="6524625" y="4054475"/>
          <p14:tracePt t="134292" x="6545263" y="4041775"/>
          <p14:tracePt t="134317" x="6557963" y="4014788"/>
          <p14:tracePt t="134339" x="6572250" y="3994150"/>
          <p14:tracePt t="134363" x="6572250" y="3979863"/>
          <p14:tracePt t="134378" x="6572250" y="3967163"/>
          <p14:tracePt t="134402" x="6572250" y="3952875"/>
          <p14:tracePt t="134459" x="6572250" y="3938588"/>
          <p14:tracePt t="134506" x="6572250" y="3925888"/>
          <p14:tracePt t="134522" x="6557963" y="3925888"/>
          <p14:tracePt t="134547" x="6557963" y="3911600"/>
          <p14:tracePt t="134555" x="6545263" y="3911600"/>
          <p14:tracePt t="134587" x="6524625" y="3911600"/>
          <p14:tracePt t="134626" x="6524625" y="3898900"/>
          <p14:tracePt t="134635" x="6510338" y="3898900"/>
          <p14:tracePt t="134666" x="6497638" y="3898900"/>
          <p14:tracePt t="134683" x="6483350" y="3898900"/>
          <p14:tracePt t="134698" x="6470650" y="3898900"/>
          <p14:tracePt t="134715" x="6456363" y="3898900"/>
          <p14:tracePt t="134723" x="6443663" y="3898900"/>
          <p14:tracePt t="134739" x="6429375" y="3898900"/>
          <p14:tracePt t="134746" x="6429375" y="3911600"/>
          <p14:tracePt t="134755" x="6408738" y="3911600"/>
          <p14:tracePt t="134770" x="6396038" y="3911600"/>
          <p14:tracePt t="134779" x="6396038" y="3925888"/>
          <p14:tracePt t="134810" x="6396038" y="3938588"/>
          <p14:tracePt t="134834" x="6396038" y="3952875"/>
          <p14:tracePt t="134858" x="6396038" y="3967163"/>
          <p14:tracePt t="134883" x="6396038" y="3979863"/>
          <p14:tracePt t="134906" x="6396038" y="3994150"/>
          <p14:tracePt t="134922" x="6408738" y="4014788"/>
          <p14:tracePt t="134938" x="6429375" y="4014788"/>
          <p14:tracePt t="134947" x="6429375" y="4027488"/>
          <p14:tracePt t="134954" x="6443663" y="4027488"/>
          <p14:tracePt t="134971" x="6456363" y="4041775"/>
          <p14:tracePt t="134986" x="6470650" y="4041775"/>
          <p14:tracePt t="135010" x="6483350" y="4041775"/>
          <p14:tracePt t="135026" x="6497638" y="4041775"/>
          <p14:tracePt t="135042" x="6510338" y="4027488"/>
          <p14:tracePt t="135054" x="6510338" y="4014788"/>
          <p14:tracePt t="135058" x="6524625" y="4014788"/>
          <p14:tracePt t="135068" x="6524625" y="3994150"/>
          <p14:tracePt t="135075" x="6545263" y="3994150"/>
          <p14:tracePt t="135085" x="6545263" y="3979863"/>
          <p14:tracePt t="135092" x="6557963" y="3967163"/>
          <p14:tracePt t="135107" x="6557963" y="3952875"/>
          <p14:tracePt t="135119" x="6572250" y="3938588"/>
          <p14:tracePt t="135140" x="6572250" y="3925888"/>
          <p14:tracePt t="135164" x="6572250" y="3911600"/>
          <p14:tracePt t="135178" x="6572250" y="3898900"/>
          <p14:tracePt t="135194" x="6557963" y="3898900"/>
          <p14:tracePt t="135202" x="6557963" y="3884613"/>
          <p14:tracePt t="135212" x="6545263" y="3884613"/>
          <p14:tracePt t="135219" x="6524625" y="3863975"/>
          <p14:tracePt t="135235" x="6510338" y="3863975"/>
          <p14:tracePt t="135243" x="6497638" y="3863975"/>
          <p14:tracePt t="135260" x="6483350" y="3863975"/>
          <p14:tracePt t="135279" x="6470650" y="3863975"/>
          <p14:tracePt t="135294" x="6456363" y="3863975"/>
          <p14:tracePt t="135302" x="6443663" y="3863975"/>
          <p14:tracePt t="135321" x="6429375" y="3884613"/>
          <p14:tracePt t="135323" x="6429375" y="3898900"/>
          <p14:tracePt t="135334" x="6408738" y="3898900"/>
          <p14:tracePt t="135341" x="6408738" y="3911600"/>
          <p14:tracePt t="135349" x="6408738" y="3925888"/>
          <p14:tracePt t="135358" x="6408738" y="3938588"/>
          <p14:tracePt t="135371" x="6396038" y="3952875"/>
          <p14:tracePt t="135380" x="6396038" y="3967163"/>
          <p14:tracePt t="135394" x="6396038" y="3979863"/>
          <p14:tracePt t="135404" x="6396038" y="3994150"/>
          <p14:tracePt t="135418" x="6396038" y="4014788"/>
          <p14:tracePt t="135427" x="6396038" y="4027488"/>
          <p14:tracePt t="135442" x="6396038" y="4041775"/>
          <p14:tracePt t="135452" x="6408738" y="4041775"/>
          <p14:tracePt t="135460" x="6408738" y="4054475"/>
          <p14:tracePt t="135475" x="6429375" y="4054475"/>
          <p14:tracePt t="135485" x="6429375" y="4068763"/>
          <p14:tracePt t="135492" x="6443663" y="4068763"/>
          <p14:tracePt t="135502" x="6456363" y="4068763"/>
          <p14:tracePt t="135522" x="6470650" y="4068763"/>
          <p14:tracePt t="135538" x="6483350" y="4068763"/>
          <p14:tracePt t="135561" x="6497638" y="4068763"/>
          <p14:tracePt t="135571" x="6497638" y="4054475"/>
          <p14:tracePt t="135580" x="6510338" y="4054475"/>
          <p14:tracePt t="135586" x="6510338" y="4041775"/>
          <p14:tracePt t="135595" x="6510338" y="4027488"/>
          <p14:tracePt t="135602" x="6510338" y="4014788"/>
          <p14:tracePt t="135611" x="6510338" y="3994150"/>
          <p14:tracePt t="135619" x="6510338" y="3979863"/>
          <p14:tracePt t="135628" x="6510338" y="3967163"/>
          <p14:tracePt t="135640" x="6510338" y="3952875"/>
          <p14:tracePt t="135645" x="6510338" y="3938588"/>
          <p14:tracePt t="135653" x="6510338" y="3925888"/>
          <p14:tracePt t="135664" x="6510338" y="3911600"/>
          <p14:tracePt t="135667" x="6510338" y="3898900"/>
          <p14:tracePt t="135677" x="6497638" y="3898900"/>
          <p14:tracePt t="135686" x="6497638" y="3884613"/>
          <p14:tracePt t="135692" x="6483350" y="3884613"/>
          <p14:tracePt t="135702" x="6483350" y="3863975"/>
          <p14:tracePt t="135722" x="6470650" y="3863975"/>
          <p14:tracePt t="135745" x="6456363" y="3863975"/>
          <p14:tracePt t="135762" x="6443663" y="3863975"/>
          <p14:tracePt t="135778" x="6429375" y="3863975"/>
          <p14:tracePt t="135787" x="6408738" y="3863975"/>
          <p14:tracePt t="135802" x="6396038" y="3884613"/>
          <p14:tracePt t="135811" x="6396038" y="3898900"/>
          <p14:tracePt t="135820" x="6381750" y="3898900"/>
          <p14:tracePt t="135834" x="6381750" y="3911600"/>
          <p14:tracePt t="135850" x="6367463" y="3911600"/>
          <p14:tracePt t="135867" x="6367463" y="3925888"/>
          <p14:tracePt t="135897" x="6367463" y="3938588"/>
          <p14:tracePt t="135921" x="6367463" y="3952875"/>
          <p14:tracePt t="135930" x="6381750" y="3952875"/>
          <p14:tracePt t="135938" x="6396038" y="3967163"/>
          <p14:tracePt t="135954" x="6408738" y="3979863"/>
          <p14:tracePt t="135963" x="6429375" y="3979863"/>
          <p14:tracePt t="135969" x="6443663" y="3979863"/>
          <p14:tracePt t="135979" x="6456363" y="3994150"/>
          <p14:tracePt t="135995" x="6470650" y="3994150"/>
          <p14:tracePt t="136004" x="6483350" y="3994150"/>
          <p14:tracePt t="136012" x="6497638" y="3994150"/>
          <p14:tracePt t="136034" x="6510338" y="3994150"/>
          <p14:tracePt t="136050" x="6524625" y="3994150"/>
          <p14:tracePt t="136065" x="6524625" y="3979863"/>
          <p14:tracePt t="136075" x="6545263" y="3967163"/>
          <p14:tracePt t="136085" x="6545263" y="3952875"/>
          <p14:tracePt t="136101" x="6557963" y="3938588"/>
          <p14:tracePt t="136108" x="6557963" y="3925888"/>
          <p14:tracePt t="136118" x="6557963" y="3911600"/>
          <p14:tracePt t="136124" x="6557963" y="3898900"/>
          <p14:tracePt t="136133" x="6557963" y="3884613"/>
          <p14:tracePt t="136148" x="6557963" y="3863975"/>
          <p14:tracePt t="136159" x="6545263" y="3851275"/>
          <p14:tracePt t="136179" x="6524625" y="3836988"/>
          <p14:tracePt t="136195" x="6510338" y="3836988"/>
          <p14:tracePt t="136212" x="6497638" y="3836988"/>
          <p14:tracePt t="136229" x="6483350" y="3836988"/>
          <p14:tracePt t="136245" x="6470650" y="3836988"/>
          <p14:tracePt t="136261" x="6456363" y="3851275"/>
          <p14:tracePt t="136269" x="6443663" y="3851275"/>
          <p14:tracePt t="136280" x="6443663" y="3863975"/>
          <p14:tracePt t="136285" x="6429375" y="3884613"/>
          <p14:tracePt t="136297" x="6429375" y="3898900"/>
          <p14:tracePt t="136302" x="6429375" y="3911600"/>
          <p14:tracePt t="136311" x="6408738" y="3911600"/>
          <p14:tracePt t="136318" x="6408738" y="3925888"/>
          <p14:tracePt t="136327" x="6408738" y="3938588"/>
          <p14:tracePt t="136336" x="6408738" y="3952875"/>
          <p14:tracePt t="136343" x="6408738" y="3967163"/>
          <p14:tracePt t="136353" x="6408738" y="3979863"/>
          <p14:tracePt t="136364" x="6408738" y="3994150"/>
          <p14:tracePt t="136372" x="6429375" y="4014788"/>
          <p14:tracePt t="136381" x="6443663" y="4014788"/>
          <p14:tracePt t="136389" x="6456363" y="4027488"/>
          <p14:tracePt t="136405" x="6470650" y="4027488"/>
          <p14:tracePt t="136414" x="6483350" y="4041775"/>
          <p14:tracePt t="136422" x="6497638" y="4041775"/>
          <p14:tracePt t="136429" x="6510338" y="4041775"/>
          <p14:tracePt t="136440" x="6524625" y="4041775"/>
          <p14:tracePt t="136443" x="6545263" y="4041775"/>
          <p14:tracePt t="136454" x="6557963" y="4041775"/>
          <p14:tracePt t="136470" x="6572250" y="4041775"/>
          <p14:tracePt t="136478" x="6572250" y="4027488"/>
          <p14:tracePt t="136486" x="6586538" y="4027488"/>
          <p14:tracePt t="136495" x="6586538" y="4014788"/>
          <p14:tracePt t="136502" x="6599238" y="3994150"/>
          <p14:tracePt t="136523" x="6599238" y="3979863"/>
          <p14:tracePt t="136525" x="6599238" y="3967163"/>
          <p14:tracePt t="136540" x="6599238" y="3952875"/>
          <p14:tracePt t="136553" x="6599238" y="3938588"/>
          <p14:tracePt t="136555" x="6586538" y="3938588"/>
          <p14:tracePt t="136564" x="6572250" y="3925888"/>
          <p14:tracePt t="136572" x="6557963" y="3925888"/>
          <p14:tracePt t="136582" x="6545263" y="3925888"/>
          <p14:tracePt t="136589" x="6524625" y="3911600"/>
          <p14:tracePt t="136602" x="6497638" y="3911600"/>
          <p14:tracePt t="136604" x="6470650" y="3911600"/>
          <p14:tracePt t="136612" x="6443663" y="3911600"/>
          <p14:tracePt t="136621" x="6429375" y="3911600"/>
          <p14:tracePt t="136629" x="6396038" y="3911600"/>
          <p14:tracePt t="136640" x="6381750" y="3925888"/>
          <p14:tracePt t="136642" x="6367463" y="3938588"/>
          <p14:tracePt t="136653" x="6354763" y="3952875"/>
          <p14:tracePt t="136662" x="6340475" y="3952875"/>
          <p14:tracePt t="136672" x="6340475" y="3967163"/>
          <p14:tracePt t="136675" x="6340475" y="3979863"/>
          <p14:tracePt t="136685" x="6340475" y="3994150"/>
          <p14:tracePt t="136693" x="6340475" y="4014788"/>
          <p14:tracePt t="136708" x="6340475" y="4027488"/>
          <p14:tracePt t="136719" x="6340475" y="4041775"/>
          <p14:tracePt t="136731" x="6367463" y="4041775"/>
          <p14:tracePt t="136743" x="6381750" y="4054475"/>
          <p14:tracePt t="136749" x="6396038" y="4054475"/>
          <p14:tracePt t="136754" x="6429375" y="4054475"/>
          <p14:tracePt t="136763" x="6443663" y="4054475"/>
          <p14:tracePt t="136773" x="6456363" y="4054475"/>
          <p14:tracePt t="136781" x="6483350" y="4054475"/>
          <p14:tracePt t="136789" x="6497638" y="4054475"/>
          <p14:tracePt t="136803" x="6510338" y="4041775"/>
          <p14:tracePt t="136814" x="6524625" y="4041775"/>
          <p14:tracePt t="136821" x="6545263" y="4027488"/>
          <p14:tracePt t="136837" x="6545263" y="4014788"/>
          <p14:tracePt t="136853" x="6557963" y="3994150"/>
          <p14:tracePt t="136872" x="6557963" y="3979863"/>
          <p14:tracePt t="136890" x="6557963" y="3967163"/>
          <p14:tracePt t="136928" x="6545263" y="3952875"/>
          <p14:tracePt t="136945" x="6524625" y="3952875"/>
          <p14:tracePt t="136954" x="6510338" y="3952875"/>
          <p14:tracePt t="136963" x="6497638" y="3952875"/>
          <p14:tracePt t="136979" x="6483350" y="3952875"/>
          <p14:tracePt t="136988" x="6470650" y="3952875"/>
          <p14:tracePt t="136995" x="6456363" y="3952875"/>
          <p14:tracePt t="137013" x="6443663" y="3952875"/>
          <p14:tracePt t="137027" x="6429375" y="3952875"/>
          <p14:tracePt t="137037" x="6429375" y="3967163"/>
          <p14:tracePt t="137055" x="6429375" y="3979863"/>
          <p14:tracePt t="137061" x="6429375" y="3994150"/>
          <p14:tracePt t="137069" x="6429375" y="4014788"/>
          <p14:tracePt t="137078" x="6429375" y="4027488"/>
          <p14:tracePt t="137094" x="6429375" y="4041775"/>
          <p14:tracePt t="137102" x="6429375" y="4054475"/>
          <p14:tracePt t="137107" x="6429375" y="4068763"/>
          <p14:tracePt t="137125" x="6429375" y="4081463"/>
          <p14:tracePt t="137136" x="6443663" y="4081463"/>
          <p14:tracePt t="137138" x="6456363" y="4081463"/>
          <p14:tracePt t="137147" x="6456363" y="4095750"/>
          <p14:tracePt t="137158" x="6470650" y="4095750"/>
          <p14:tracePt t="137173" x="6483350" y="4095750"/>
          <p14:tracePt t="137196" x="6497638" y="4095750"/>
          <p14:tracePt t="137206" x="6497638" y="4081463"/>
          <p14:tracePt t="137213" x="6510338" y="4068763"/>
          <p14:tracePt t="137227" x="6510338" y="4054475"/>
          <p14:tracePt t="137238" x="6510338" y="4041775"/>
          <p14:tracePt t="137244" x="6510338" y="4027488"/>
          <p14:tracePt t="137254" x="6510338" y="3994150"/>
          <p14:tracePt t="137263" x="6510338" y="3979863"/>
          <p14:tracePt t="137268" x="6510338" y="3967163"/>
          <p14:tracePt t="137280" x="6510338" y="3952875"/>
          <p14:tracePt t="137290" x="6510338" y="3938588"/>
          <p14:tracePt t="137301" x="6497638" y="3925888"/>
          <p14:tracePt t="137319" x="6483350" y="3925888"/>
          <p14:tracePt t="137330" x="6470650" y="3911600"/>
          <p14:tracePt t="137345" x="6456363" y="3911600"/>
          <p14:tracePt t="137376" x="6443663" y="3911600"/>
          <p14:tracePt t="137424" x="6443663" y="3925888"/>
          <p14:tracePt t="137448" x="6443663" y="3938588"/>
          <p14:tracePt t="137464" x="6443663" y="3952875"/>
          <p14:tracePt t="137475" x="6443663" y="3967163"/>
          <p14:tracePt t="137496" x="6443663" y="3979863"/>
          <p14:tracePt t="137513" x="6443663" y="3994150"/>
          <p14:tracePt t="137552" x="6456363" y="3994150"/>
          <p14:tracePt t="137568" x="6470650" y="3994150"/>
          <p14:tracePt t="137584" x="6483350" y="3994150"/>
          <p14:tracePt t="137601" x="6497638" y="3979863"/>
          <p14:tracePt t="137610" x="6497638" y="3967163"/>
          <p14:tracePt t="137620" x="6510338" y="3967163"/>
          <p14:tracePt t="137627" x="6510338" y="3952875"/>
          <p14:tracePt t="137639" x="6510338" y="3938588"/>
          <p14:tracePt t="137640" x="6524625" y="3938588"/>
          <p14:tracePt t="137651" x="6524625" y="3925888"/>
          <p14:tracePt t="137659" x="6524625" y="3911600"/>
          <p14:tracePt t="137680" x="6524625" y="3898900"/>
          <p14:tracePt t="137696" x="6510338" y="3884613"/>
          <p14:tracePt t="137705" x="6497638" y="3884613"/>
          <p14:tracePt t="137720" x="6483350" y="3884613"/>
          <p14:tracePt t="137729" x="6470650" y="3884613"/>
          <p14:tracePt t="137737" x="6456363" y="3884613"/>
          <p14:tracePt t="137746" x="6429375" y="3884613"/>
          <p14:tracePt t="137753" x="6408738" y="3884613"/>
          <p14:tracePt t="137762" x="6396038" y="3884613"/>
          <p14:tracePt t="137769" x="6381750" y="3898900"/>
          <p14:tracePt t="137781" x="6367463" y="3925888"/>
          <p14:tracePt t="137788" x="6367463" y="3938588"/>
          <p14:tracePt t="137796" x="6354763" y="3952875"/>
          <p14:tracePt t="137816" x="6354763" y="3967163"/>
          <p14:tracePt t="137823" x="6354763" y="3994150"/>
          <p14:tracePt t="137827" x="6354763" y="4014788"/>
          <p14:tracePt t="137841" x="6354763" y="4027488"/>
          <p14:tracePt t="137851" x="6354763" y="4041775"/>
          <p14:tracePt t="137859" x="6367463" y="4054475"/>
          <p14:tracePt t="137870" x="6381750" y="4054475"/>
          <p14:tracePt t="137874" x="6408738" y="4068763"/>
          <p14:tracePt t="137887" x="6429375" y="4068763"/>
          <p14:tracePt t="137889" x="6443663" y="4081463"/>
          <p14:tracePt t="137898" x="6470650" y="4081463"/>
          <p14:tracePt t="137906" x="6483350" y="4081463"/>
          <p14:tracePt t="137915" x="6510338" y="4081463"/>
          <p14:tracePt t="137924" x="6524625" y="4081463"/>
          <p14:tracePt t="137932" x="6545263" y="4081463"/>
          <p14:tracePt t="137940" x="6557963" y="4081463"/>
          <p14:tracePt t="137949" x="6572250" y="4068763"/>
          <p14:tracePt t="137957" x="6586538" y="4068763"/>
          <p14:tracePt t="137964" x="6586538" y="4054475"/>
          <p14:tracePt t="137973" x="6599238" y="4054475"/>
          <p14:tracePt t="137980" x="6599238" y="4041775"/>
          <p14:tracePt t="137989" x="6613525" y="4041775"/>
          <p14:tracePt t="138004" x="6626225" y="4027488"/>
          <p14:tracePt t="138080" x="6626225" y="4014788"/>
          <p14:tracePt t="138401" x="6626225" y="4027488"/>
          <p14:tracePt t="138409" x="6640513" y="4027488"/>
          <p14:tracePt t="138418" x="6640513" y="4041775"/>
          <p14:tracePt t="138432" x="6640513" y="4054475"/>
          <p14:tracePt t="138441" x="6653213" y="4054475"/>
          <p14:tracePt t="138450" x="6653213" y="4068763"/>
          <p14:tracePt t="138463" x="6673850" y="4068763"/>
          <p14:tracePt t="138473" x="6673850" y="4081463"/>
          <p14:tracePt t="138488" x="6673850" y="4095750"/>
          <p14:tracePt t="138496" x="6688138" y="4095750"/>
          <p14:tracePt t="138512" x="6688138" y="4110038"/>
          <p14:tracePt t="138536" x="6700838" y="4122738"/>
          <p14:tracePt t="138552" x="6700838" y="4143375"/>
          <p14:tracePt t="138575" x="6700838" y="4157663"/>
          <p14:tracePt t="138592" x="6715125" y="4157663"/>
          <p14:tracePt t="138999" x="6688138" y="4157663"/>
          <p14:tracePt t="139007" x="6673850" y="4157663"/>
          <p14:tracePt t="139017" x="6653213" y="4157663"/>
          <p14:tracePt t="139024" x="6626225" y="4170363"/>
          <p14:tracePt t="139031" x="6613525" y="4170363"/>
          <p14:tracePt t="139040" x="6599238" y="4170363"/>
          <p14:tracePt t="139048" x="6586538" y="4184650"/>
          <p14:tracePt t="139056" x="6572250" y="4184650"/>
          <p14:tracePt t="139064" x="6557963" y="4184650"/>
          <p14:tracePt t="139079" x="6557963" y="4197350"/>
          <p14:tracePt t="139089" x="6545263" y="4197350"/>
          <p14:tracePt t="139286" x="6557963" y="4197350"/>
          <p14:tracePt t="139303" x="6572250" y="4197350"/>
          <p14:tracePt t="139319" x="6586538" y="4197350"/>
          <p14:tracePt t="139328" x="6599238" y="4197350"/>
          <p14:tracePt t="139335" x="6599238" y="4184650"/>
          <p14:tracePt t="139345" x="6613525" y="4184650"/>
          <p14:tracePt t="139359" x="6626225" y="4184650"/>
          <p14:tracePt t="139375" x="6626225" y="4170363"/>
          <p14:tracePt t="139385" x="6640513" y="4170363"/>
          <p14:tracePt t="139415" x="6653213" y="4170363"/>
          <p14:tracePt t="139510" x="6673850" y="4170363"/>
          <p14:tracePt t="139527" x="6688138" y="4170363"/>
          <p14:tracePt t="139543" x="6700838" y="4170363"/>
          <p14:tracePt t="139553" x="6715125" y="4157663"/>
          <p14:tracePt t="139560" x="6729413" y="4157663"/>
          <p14:tracePt t="139568" x="6742113" y="4157663"/>
          <p14:tracePt t="139576" x="6756400" y="4157663"/>
          <p14:tracePt t="139585" x="6756400" y="4143375"/>
          <p14:tracePt t="139592" x="6769100" y="4143375"/>
          <p14:tracePt t="139608" x="6783388" y="4143375"/>
          <p14:tracePt t="139619" x="6804025" y="4143375"/>
          <p14:tracePt t="139625" x="6804025" y="4122738"/>
          <p14:tracePt t="139636" x="6816725" y="4122738"/>
          <p14:tracePt t="139653" x="6831013" y="4110038"/>
          <p14:tracePt t="139675" x="6843713" y="4110038"/>
          <p14:tracePt t="139682" x="6843713" y="4095750"/>
          <p14:tracePt t="139699" x="6858000" y="4095750"/>
          <p14:tracePt t="139706" x="6858000" y="4081463"/>
          <p14:tracePt t="139715" x="6872288" y="4081463"/>
          <p14:tracePt t="139731" x="6872288" y="4068763"/>
          <p14:tracePt t="139738" x="6884988" y="4068763"/>
          <p14:tracePt t="139763" x="6884988" y="4054475"/>
          <p14:tracePt t="139769" x="6899275" y="4054475"/>
          <p14:tracePt t="139871" x="6884988" y="4054475"/>
          <p14:tracePt t="139880" x="6858000" y="4054475"/>
          <p14:tracePt t="139887" x="6831013" y="4068763"/>
          <p14:tracePt t="139897" x="6769100" y="4081463"/>
          <p14:tracePt t="139904" x="6673850" y="4110038"/>
          <p14:tracePt t="139911" x="6572250" y="4143375"/>
          <p14:tracePt t="139920" x="6470650" y="4170363"/>
          <p14:tracePt t="139932" x="6396038" y="4197350"/>
          <p14:tracePt t="139940" x="6280150" y="4224338"/>
          <p14:tracePt t="139947" x="6170613" y="4259263"/>
          <p14:tracePt t="139954" x="6081713" y="4286250"/>
          <p14:tracePt t="139963" x="5994400" y="4313238"/>
          <p14:tracePt t="139971" x="5926138" y="4327525"/>
          <p14:tracePt t="139981" x="5891213" y="4340225"/>
          <p14:tracePt t="139986" x="5837238" y="4354513"/>
          <p14:tracePt t="139993" x="5795963" y="4367213"/>
          <p14:tracePt t="140004" x="5762625" y="4367213"/>
          <p14:tracePt t="140009" x="5748338" y="4367213"/>
          <p14:tracePt t="140021" x="5735638" y="4387850"/>
          <p14:tracePt t="140024" x="5721350" y="4387850"/>
          <p14:tracePt t="140368" x="5708650" y="4387850"/>
          <p14:tracePt t="140376" x="5681663" y="4387850"/>
          <p14:tracePt t="140384" x="5646738" y="4367213"/>
          <p14:tracePt t="140392" x="5605463" y="4354513"/>
          <p14:tracePt t="140404" x="5565775" y="4327525"/>
          <p14:tracePt t="140406" x="5518150" y="4313238"/>
          <p14:tracePt t="140416" x="5476875" y="4300538"/>
          <p14:tracePt t="140424" x="5449888" y="4286250"/>
          <p14:tracePt t="140433" x="5387975" y="4259263"/>
          <p14:tracePt t="140443" x="5348288" y="4238625"/>
          <p14:tracePt t="140450" x="5319713" y="4238625"/>
          <p14:tracePt t="140459" x="5292725" y="4224338"/>
          <p14:tracePt t="140467" x="5259388" y="4224338"/>
          <p14:tracePt t="140476" x="5245100" y="4224338"/>
          <p14:tracePt t="140480" x="5232400" y="4224338"/>
          <p14:tracePt t="140490" x="5218113" y="4224338"/>
          <p14:tracePt t="140510" x="5205413" y="4224338"/>
          <p14:tracePt t="140693" x="5191125" y="4224338"/>
          <p14:tracePt t="140758" x="5176838" y="4224338"/>
          <p14:tracePt t="140805" x="5164138" y="4224338"/>
          <p14:tracePt t="140821" x="5149850" y="4224338"/>
          <p14:tracePt t="140838" x="5129213" y="4211638"/>
          <p14:tracePt t="140862" x="5116513" y="4211638"/>
          <p14:tracePt t="140901" x="5102225" y="4211638"/>
          <p14:tracePt t="140957" x="5089525" y="4211638"/>
          <p14:tracePt t="140989" x="5075238" y="4224338"/>
          <p14:tracePt t="141014" x="5075238" y="4238625"/>
          <p14:tracePt t="141030" x="5062538" y="4238625"/>
          <p14:tracePt t="141046" x="5062538" y="4259263"/>
          <p14:tracePt t="141062" x="5062538" y="4271963"/>
          <p14:tracePt t="141071" x="5062538" y="4286250"/>
          <p14:tracePt t="141078" x="5048250" y="4286250"/>
          <p14:tracePt t="141086" x="5048250" y="4300538"/>
          <p14:tracePt t="141094" x="5048250" y="4313238"/>
          <p14:tracePt t="141118" x="5048250" y="4327525"/>
          <p14:tracePt t="141134" x="5048250" y="4340225"/>
          <p14:tracePt t="141157" x="5048250" y="4354513"/>
          <p14:tracePt t="141181" x="5048250" y="4367213"/>
          <p14:tracePt t="141205" x="5048250" y="4387850"/>
          <p14:tracePt t="141221" x="5062538" y="4387850"/>
          <p14:tracePt t="141245" x="5062538" y="4402138"/>
          <p14:tracePt t="141269" x="5075238" y="4402138"/>
          <p14:tracePt t="141301" x="5089525" y="4402138"/>
          <p14:tracePt t="141325" x="5102225" y="4402138"/>
          <p14:tracePt t="141342" x="5116513" y="4414838"/>
          <p14:tracePt t="141365" x="5129213" y="4414838"/>
          <p14:tracePt t="141397" x="5149850" y="4414838"/>
          <p14:tracePt t="141445" x="5164138" y="4414838"/>
          <p14:tracePt t="141493" x="5176838" y="4414838"/>
          <p14:tracePt t="141565" x="5191125" y="4414838"/>
          <p14:tracePt t="141613" x="5205413" y="4414838"/>
          <p14:tracePt t="141621" x="5205413" y="4402138"/>
          <p14:tracePt t="141645" x="5218113" y="4402138"/>
          <p14:tracePt t="141661" x="5218113" y="4387850"/>
          <p14:tracePt t="141670" x="5232400" y="4387850"/>
          <p14:tracePt t="141685" x="5245100" y="4387850"/>
          <p14:tracePt t="141702" x="5259388" y="4367213"/>
          <p14:tracePt t="141718" x="5280025" y="4367213"/>
          <p14:tracePt t="141733" x="5292725" y="4354513"/>
          <p14:tracePt t="141757" x="5307013" y="4354513"/>
          <p14:tracePt t="141773" x="5319713" y="4354513"/>
          <p14:tracePt t="141781" x="5319713" y="4340225"/>
          <p14:tracePt t="141805" x="5334000" y="4340225"/>
          <p14:tracePt t="141837" x="5348288" y="4327525"/>
          <p14:tracePt t="141853" x="5360988" y="4327525"/>
          <p14:tracePt t="142908" x="5408613" y="4327525"/>
          <p14:tracePt t="142916" x="5422900" y="4327525"/>
          <p14:tracePt t="142924" x="5462588" y="4327525"/>
          <p14:tracePt t="142933" x="5503863" y="4327525"/>
          <p14:tracePt t="142940" x="5565775" y="4327525"/>
          <p14:tracePt t="142949" x="5578475" y="4340225"/>
          <p14:tracePt t="142957" x="5619750" y="4354513"/>
          <p14:tracePt t="142965" x="5667375" y="4354513"/>
          <p14:tracePt t="142972" x="5708650" y="4367213"/>
          <p14:tracePt t="142981" x="5735638" y="4387850"/>
          <p14:tracePt t="142995" x="5762625" y="4387850"/>
          <p14:tracePt t="143002" x="5783263" y="4402138"/>
          <p14:tracePt t="143014" x="5810250" y="4402138"/>
          <p14:tracePt t="143016" x="5824538" y="4402138"/>
          <p14:tracePt t="143024" x="5837238" y="4414838"/>
          <p14:tracePt t="143045" x="5851525" y="4414838"/>
          <p14:tracePt t="143323" x="5878513" y="4414838"/>
          <p14:tracePt t="143333" x="5926138" y="4414838"/>
          <p14:tracePt t="143340" x="5967413" y="4414838"/>
          <p14:tracePt t="143348" x="6007100" y="4414838"/>
          <p14:tracePt t="143356" x="6069013" y="4414838"/>
          <p14:tracePt t="143366" x="6110288" y="4414838"/>
          <p14:tracePt t="143372" x="6184900" y="4414838"/>
          <p14:tracePt t="143380" x="6238875" y="4414838"/>
          <p14:tracePt t="143388" x="6265863" y="4414838"/>
          <p14:tracePt t="143397" x="6313488" y="4414838"/>
          <p14:tracePt t="143405" x="6367463" y="4414838"/>
          <p14:tracePt t="143413" x="6396038" y="4414838"/>
          <p14:tracePt t="143422" x="6429375" y="4414838"/>
          <p14:tracePt t="143431" x="6456363" y="4414838"/>
          <p14:tracePt t="143446" x="6470650" y="4414838"/>
          <p14:tracePt t="143456" x="6483350" y="4402138"/>
          <p14:tracePt t="143899" x="6470650" y="4402138"/>
          <p14:tracePt t="143907" x="6456363" y="4402138"/>
          <p14:tracePt t="143917" x="6443663" y="4402138"/>
          <p14:tracePt t="143931" x="6443663" y="4387850"/>
          <p14:tracePt t="143940" x="6429375" y="4387850"/>
          <p14:tracePt t="144077" x="6443663" y="4387850"/>
          <p14:tracePt t="144091" x="6456363" y="4387850"/>
          <p14:tracePt t="144101" x="6470650" y="4387850"/>
          <p14:tracePt t="144108" x="6483350" y="4387850"/>
          <p14:tracePt t="144123" x="6497638" y="4387850"/>
          <p14:tracePt t="144139" x="6510338" y="4387850"/>
          <p14:tracePt t="144235" x="6510338" y="4367213"/>
          <p14:tracePt t="144251" x="6497638" y="4367213"/>
          <p14:tracePt t="144260" x="6483350" y="4367213"/>
          <p14:tracePt t="144267" x="6470650" y="4354513"/>
          <p14:tracePt t="144275" x="6456363" y="4354513"/>
          <p14:tracePt t="144285" x="6443663" y="4354513"/>
          <p14:tracePt t="144292" x="6429375" y="4340225"/>
          <p14:tracePt t="144300" x="6408738" y="4340225"/>
          <p14:tracePt t="144316" x="6396038" y="4340225"/>
          <p14:tracePt t="144387" x="6429375" y="4340225"/>
          <p14:tracePt t="144396" x="6443663" y="4340225"/>
          <p14:tracePt t="144406" x="6456363" y="4340225"/>
          <p14:tracePt t="144411" x="6470650" y="4340225"/>
          <p14:tracePt t="144421" x="6483350" y="4340225"/>
          <p14:tracePt t="144427" x="6497638" y="4340225"/>
          <p14:tracePt t="144437" x="6510338" y="4340225"/>
          <p14:tracePt t="144451" x="6524625" y="4340225"/>
          <p14:tracePt t="144523" x="6510338" y="4340225"/>
          <p14:tracePt t="144532" x="6497638" y="4340225"/>
          <p14:tracePt t="144539" x="6483350" y="4340225"/>
          <p14:tracePt t="144547" x="6470650" y="4340225"/>
          <p14:tracePt t="144563" x="6456363" y="4340225"/>
          <p14:tracePt t="144627" x="6470650" y="4340225"/>
          <p14:tracePt t="144637" x="6483350" y="4340225"/>
          <p14:tracePt t="144643" x="6497638" y="4340225"/>
          <p14:tracePt t="144651" x="6524625" y="4340225"/>
          <p14:tracePt t="144659" x="6545263" y="4340225"/>
          <p14:tracePt t="144668" x="6557963" y="4340225"/>
          <p14:tracePt t="144683" x="6572250" y="4340225"/>
          <p14:tracePt t="144699" x="6586538" y="4340225"/>
          <p14:tracePt t="144746" x="6572250" y="4340225"/>
          <p14:tracePt t="144756" x="6545263" y="4340225"/>
          <p14:tracePt t="144764" x="6497638" y="4354513"/>
          <p14:tracePt t="144772" x="6483350" y="4354513"/>
          <p14:tracePt t="144779" x="6456363" y="4367213"/>
          <p14:tracePt t="144788" x="6429375" y="4367213"/>
          <p14:tracePt t="144796" x="6408738" y="4387850"/>
          <p14:tracePt t="144805" x="6396038" y="4387850"/>
          <p14:tracePt t="144812" x="6367463" y="4387850"/>
          <p14:tracePt t="144822" x="6367463" y="4402138"/>
          <p14:tracePt t="144827" x="6354763" y="4402138"/>
          <p14:tracePt t="144874" x="6367463" y="4402138"/>
          <p14:tracePt t="144884" x="6381750" y="4402138"/>
          <p14:tracePt t="144891" x="6396038" y="4402138"/>
          <p14:tracePt t="144899" x="6408738" y="4402138"/>
          <p14:tracePt t="144907" x="6429375" y="4402138"/>
          <p14:tracePt t="144916" x="6443663" y="4402138"/>
          <p14:tracePt t="144923" x="6456363" y="4402138"/>
          <p14:tracePt t="144931" x="6470650" y="4402138"/>
          <p14:tracePt t="144963" x="6483350" y="4402138"/>
          <p14:tracePt t="145026" x="6470650" y="4402138"/>
          <p14:tracePt t="145035" x="6456363" y="4402138"/>
          <p14:tracePt t="145043" x="6443663" y="4402138"/>
          <p14:tracePt t="145052" x="6429375" y="4402138"/>
          <p14:tracePt t="145059" x="6408738" y="4402138"/>
          <p14:tracePt t="145067" x="6396038" y="4402138"/>
          <p14:tracePt t="145075" x="6381750" y="4402138"/>
          <p14:tracePt t="145100" x="6367463" y="4402138"/>
          <p14:tracePt t="145138" x="6381750" y="4387850"/>
          <p14:tracePt t="145156" x="6408738" y="4387850"/>
          <p14:tracePt t="145164" x="6429375" y="4387850"/>
          <p14:tracePt t="145174" x="6456363" y="4387850"/>
          <p14:tracePt t="145179" x="6470650" y="4387850"/>
          <p14:tracePt t="145189" x="6497638" y="4387850"/>
          <p14:tracePt t="145196" x="6524625" y="4387850"/>
          <p14:tracePt t="145206" x="6557963" y="4387850"/>
          <p14:tracePt t="145213" x="6572250" y="4387850"/>
          <p14:tracePt t="145223" x="6599238" y="4402138"/>
          <p14:tracePt t="145230" x="6613525" y="4402138"/>
          <p14:tracePt t="145240" x="6626225" y="4402138"/>
          <p14:tracePt t="145257" x="6640513" y="4402138"/>
          <p14:tracePt t="145270" x="6640513" y="4414838"/>
          <p14:tracePt t="145338" x="6626225" y="4414838"/>
          <p14:tracePt t="145346" x="6599238" y="4414838"/>
          <p14:tracePt t="145357" x="6586538" y="4414838"/>
          <p14:tracePt t="145365" x="6572250" y="4414838"/>
          <p14:tracePt t="145374" x="6545263" y="4414838"/>
          <p14:tracePt t="145380" x="6524625" y="4414838"/>
          <p14:tracePt t="145390" x="6497638" y="4414838"/>
          <p14:tracePt t="145397" x="6483350" y="4414838"/>
          <p14:tracePt t="145413" x="6470650" y="4414838"/>
          <p14:tracePt t="145435" x="6456363" y="4414838"/>
          <p14:tracePt t="145482" x="6483350" y="4414838"/>
          <p14:tracePt t="145491" x="6497638" y="4414838"/>
          <p14:tracePt t="145500" x="6524625" y="4414838"/>
          <p14:tracePt t="145508" x="6545263" y="4402138"/>
          <p14:tracePt t="145518" x="6586538" y="4402138"/>
          <p14:tracePt t="145523" x="6613525" y="4402138"/>
          <p14:tracePt t="145532" x="6640513" y="4402138"/>
          <p14:tracePt t="145540" x="6673850" y="4402138"/>
          <p14:tracePt t="145548" x="6700838" y="4402138"/>
          <p14:tracePt t="145556" x="6729413" y="4402138"/>
          <p14:tracePt t="145565" x="6756400" y="4402138"/>
          <p14:tracePt t="145574" x="6769100" y="4402138"/>
          <p14:tracePt t="145588" x="6783388" y="4402138"/>
          <p14:tracePt t="145606" x="6804025" y="4402138"/>
          <p14:tracePt t="145642" x="6783388" y="4402138"/>
          <p14:tracePt t="145651" x="6769100" y="4387850"/>
          <p14:tracePt t="145660" x="6756400" y="4387850"/>
          <p14:tracePt t="145669" x="6729413" y="4387850"/>
          <p14:tracePt t="145679" x="6700838" y="4387850"/>
          <p14:tracePt t="145685" x="6688138" y="4367213"/>
          <p14:tracePt t="145694" x="6653213" y="4367213"/>
          <p14:tracePt t="145703" x="6640513" y="4367213"/>
          <p14:tracePt t="145710" x="6626225" y="4367213"/>
          <p14:tracePt t="145717" x="6613525" y="4367213"/>
          <p14:tracePt t="145726" x="6599238" y="4367213"/>
          <p14:tracePt t="145733" x="6599238" y="4354513"/>
          <p14:tracePt t="145744" x="6586538" y="4354513"/>
          <p14:tracePt t="145921" x="6572250" y="4354513"/>
          <p14:tracePt t="145938" x="6557963" y="4354513"/>
          <p14:tracePt t="145947" x="6545263" y="4354513"/>
          <p14:tracePt t="145957" x="6524625" y="4354513"/>
          <p14:tracePt t="145964" x="6510338" y="4354513"/>
          <p14:tracePt t="145970" x="6497638" y="4340225"/>
          <p14:tracePt t="145981" x="6483350" y="4340225"/>
          <p14:tracePt t="145990" x="6470650" y="4340225"/>
          <p14:tracePt t="146003" x="6456363" y="4340225"/>
          <p14:tracePt t="146014" x="6443663" y="4340225"/>
          <p14:tracePt t="146915" x="6429375" y="4340225"/>
          <p14:tracePt t="146968" x="6408738" y="4340225"/>
          <p14:tracePt t="147025" x="6408738" y="4354513"/>
          <p14:tracePt t="147338" x="6396038" y="4354513"/>
          <p14:tracePt t="147384" x="6381750" y="4354513"/>
          <p14:tracePt t="147456" x="6367463" y="4354513"/>
          <p14:tracePt t="147473" x="6367463" y="4367213"/>
          <p14:tracePt t="147520" x="6367463" y="4387850"/>
          <p14:tracePt t="148144" x="6367463" y="4402138"/>
          <p14:tracePt t="148433" x="6367463" y="4387850"/>
          <p14:tracePt t="148440" x="6381750" y="4387850"/>
          <p14:tracePt t="148448" x="6381750" y="4367213"/>
          <p14:tracePt t="148456" x="6396038" y="4367213"/>
          <p14:tracePt t="148464" x="6408738" y="4354513"/>
          <p14:tracePt t="148472" x="6429375" y="4354513"/>
          <p14:tracePt t="148480" x="6443663" y="4340225"/>
          <p14:tracePt t="148488" x="6456363" y="4327525"/>
          <p14:tracePt t="148496" x="6470650" y="4313238"/>
          <p14:tracePt t="148511" x="6483350" y="4286250"/>
          <p14:tracePt t="148513" x="6497638" y="4271963"/>
          <p14:tracePt t="148532" x="6510338" y="4224338"/>
          <p14:tracePt t="148546" x="6524625" y="4184650"/>
          <p14:tracePt t="148553" x="6524625" y="4170363"/>
          <p14:tracePt t="148560" x="6524625" y="4157663"/>
          <p14:tracePt t="148569" x="6524625" y="4143375"/>
          <p14:tracePt t="148577" x="6524625" y="4122738"/>
          <p14:tracePt t="148593" x="6524625" y="4110038"/>
          <p14:tracePt t="148609" x="6510338" y="4095750"/>
          <p14:tracePt t="148625" x="6497638" y="4095750"/>
          <p14:tracePt t="148633" x="6483350" y="4095750"/>
          <p14:tracePt t="148642" x="6470650" y="4095750"/>
          <p14:tracePt t="148650" x="6456363" y="4095750"/>
          <p14:tracePt t="148660" x="6443663" y="4095750"/>
          <p14:tracePt t="148668" x="6429375" y="4095750"/>
          <p14:tracePt t="148677" x="6408738" y="4095750"/>
          <p14:tracePt t="148684" x="6396038" y="4110038"/>
          <p14:tracePt t="148691" x="6381750" y="4122738"/>
          <p14:tracePt t="148703" x="6367463" y="4157663"/>
          <p14:tracePt t="148706" x="6340475" y="4170363"/>
          <p14:tracePt t="148714" x="6327775" y="4184650"/>
          <p14:tracePt t="148722" x="6313488" y="4211638"/>
          <p14:tracePt t="148730" x="6313488" y="4238625"/>
          <p14:tracePt t="148738" x="6300788" y="4271963"/>
          <p14:tracePt t="148746" x="6280150" y="4271963"/>
          <p14:tracePt t="148757" x="6280150" y="4300538"/>
          <p14:tracePt t="148764" x="6280150" y="4313238"/>
          <p14:tracePt t="148772" x="6280150" y="4327525"/>
          <p14:tracePt t="148787" x="6280150" y="4340225"/>
          <p14:tracePt t="148805" x="6280150" y="4354513"/>
          <p14:tracePt t="148821" x="6280150" y="4367213"/>
          <p14:tracePt t="148856" x="6280150" y="4387850"/>
          <p14:tracePt t="148888" x="6300788" y="4387850"/>
          <p14:tracePt t="148896" x="6313488" y="4387850"/>
          <p14:tracePt t="148905" x="6327775" y="4387850"/>
          <p14:tracePt t="148920" x="6340475" y="4387850"/>
          <p14:tracePt t="148936" x="6354763" y="4387850"/>
          <p14:tracePt t="148945" x="6354763" y="4367213"/>
          <p14:tracePt t="148955" x="6367463" y="4367213"/>
          <p14:tracePt t="148962" x="6381750" y="4354513"/>
          <p14:tracePt t="148979" x="6381750" y="4340225"/>
          <p14:tracePt t="148989" x="6381750" y="4327525"/>
          <p14:tracePt t="148994" x="6396038" y="4313238"/>
          <p14:tracePt t="149005" x="6396038" y="4300538"/>
          <p14:tracePt t="149016" x="6396038" y="4286250"/>
          <p14:tracePt t="149026" x="6396038" y="4271963"/>
          <p14:tracePt t="149050" x="6381750" y="4259263"/>
          <p14:tracePt t="149088" x="6367463" y="4259263"/>
          <p14:tracePt t="149135" x="6354763" y="4271963"/>
          <p14:tracePt t="149144" x="6354763" y="4286250"/>
          <p14:tracePt t="149159" x="6354763" y="4300538"/>
          <p14:tracePt t="149170" x="6354763" y="4313238"/>
          <p14:tracePt t="149178" x="6354763" y="4327525"/>
          <p14:tracePt t="149187" x="6354763" y="4340225"/>
          <p14:tracePt t="149205" x="6354763" y="4354513"/>
          <p14:tracePt t="149222" x="6354763" y="4367213"/>
          <p14:tracePt t="149303" x="6367463" y="4367213"/>
          <p14:tracePt t="149375" x="6381750" y="4367213"/>
          <p14:tracePt t="149399" x="6396038" y="4367213"/>
          <p14:tracePt t="149423" x="6408738" y="4367213"/>
          <p14:tracePt t="149439" x="6429375" y="4367213"/>
          <p14:tracePt t="149616" x="6443663" y="4367213"/>
          <p14:tracePt t="149647" x="6456363" y="4367213"/>
          <p14:tracePt t="149671" x="6470650" y="4367213"/>
          <p14:tracePt t="149680" x="6470650" y="4354513"/>
          <p14:tracePt t="151765" x="6483350" y="4354513"/>
          <p14:tracePt t="151781" x="6497638" y="4354513"/>
          <p14:tracePt t="151797" x="6510338" y="4354513"/>
          <p14:tracePt t="151805" x="6524625" y="4354513"/>
          <p14:tracePt t="151837" x="6545263" y="4354513"/>
          <p14:tracePt t="151925" x="6524625" y="4354513"/>
          <p14:tracePt t="151941" x="6510338" y="4354513"/>
          <p14:tracePt t="151966" x="6497638" y="4354513"/>
          <p14:tracePt t="152301" x="6510338" y="4354513"/>
          <p14:tracePt t="152332" x="6524625" y="4354513"/>
          <p14:tracePt t="152357" x="6545263" y="4354513"/>
          <p14:tracePt t="152365" x="6557963" y="4354513"/>
          <p14:tracePt t="152734" x="6572250" y="4354513"/>
          <p14:tracePt t="152741" x="6599238" y="4354513"/>
          <p14:tracePt t="152749" x="6613525" y="4354513"/>
          <p14:tracePt t="152756" x="6626225" y="4354513"/>
          <p14:tracePt t="152765" x="6653213" y="4354513"/>
          <p14:tracePt t="152773" x="6688138" y="4367213"/>
          <p14:tracePt t="152781" x="6700838" y="4367213"/>
          <p14:tracePt t="152789" x="6715125" y="4367213"/>
          <p14:tracePt t="152797" x="6742113" y="4367213"/>
          <p14:tracePt t="152805" x="6756400" y="4387850"/>
          <p14:tracePt t="152821" x="6769100" y="4387850"/>
          <p14:tracePt t="152838" x="6783388" y="4387850"/>
          <p14:tracePt t="152870" x="6804025" y="4387850"/>
          <p14:tracePt t="152988" x="6816725" y="4387850"/>
          <p14:tracePt t="153020" x="6831013" y="4387850"/>
          <p14:tracePt t="153044" x="6843713" y="4387850"/>
          <p14:tracePt t="153077" x="6858000" y="4387850"/>
          <p14:tracePt t="153108" x="6872288" y="4387850"/>
          <p14:tracePt t="153140" x="6884988" y="4367213"/>
          <p14:tracePt t="154211" x="6884988" y="4387850"/>
          <p14:tracePt t="154235" x="6884988" y="4402138"/>
          <p14:tracePt t="154252" x="6872288" y="4414838"/>
          <p14:tracePt t="154261" x="6872288" y="4429125"/>
          <p14:tracePt t="154268" x="6858000" y="4429125"/>
          <p14:tracePt t="154276" x="6858000" y="4443413"/>
          <p14:tracePt t="154302" x="6858000" y="4456113"/>
          <p14:tracePt t="154308" x="6843713" y="4456113"/>
          <p14:tracePt t="154316" x="6843713" y="4470400"/>
          <p14:tracePt t="154379" x="6831013" y="4483100"/>
          <p14:tracePt t="154403" x="6816725" y="4483100"/>
          <p14:tracePt t="154419" x="6804025" y="4483100"/>
          <p14:tracePt t="154429" x="6783388" y="4497388"/>
          <p14:tracePt t="154436" x="6769100" y="4497388"/>
          <p14:tracePt t="154446" x="6756400" y="4497388"/>
          <p14:tracePt t="154452" x="6729413" y="4497388"/>
          <p14:tracePt t="154461" x="6729413" y="4518025"/>
          <p14:tracePt t="154468" x="6715125" y="4518025"/>
          <p14:tracePt t="154478" x="6700838" y="4518025"/>
          <p14:tracePt t="154485" x="6688138" y="4518025"/>
          <p14:tracePt t="154492" x="6688138" y="4530725"/>
          <p14:tracePt t="154508" x="6673850" y="4530725"/>
          <p14:tracePt t="154619" x="6688138" y="4530725"/>
          <p14:tracePt t="154651" x="6700838" y="4530725"/>
          <p14:tracePt t="154675" x="6715125" y="4530725"/>
          <p14:tracePt t="154685" x="6729413" y="4530725"/>
          <p14:tracePt t="154715" x="6742113" y="4530725"/>
          <p14:tracePt t="154779" x="6742113" y="4518025"/>
          <p14:tracePt t="154795" x="6742113" y="4497388"/>
          <p14:tracePt t="154803" x="6729413" y="4483100"/>
          <p14:tracePt t="154811" x="6715125" y="4470400"/>
          <p14:tracePt t="154820" x="6700838" y="4443413"/>
          <p14:tracePt t="154828" x="6673850" y="4429125"/>
          <p14:tracePt t="154836" x="6653213" y="4414838"/>
          <p14:tracePt t="154844" x="6640513" y="4387850"/>
          <p14:tracePt t="154853" x="6626225" y="4367213"/>
          <p14:tracePt t="154859" x="6613525" y="4367213"/>
          <p14:tracePt t="154868" x="6586538" y="4354513"/>
          <p14:tracePt t="154876" x="6572250" y="4354513"/>
          <p14:tracePt t="154885" x="6557963" y="4340225"/>
          <p14:tracePt t="154895" x="6545263" y="4340225"/>
          <p14:tracePt t="154903" x="6524625" y="4340225"/>
          <p14:tracePt t="154910" x="6510338" y="4340225"/>
          <p14:tracePt t="154918" x="6497638" y="4340225"/>
          <p14:tracePt t="154926" x="6483350" y="4340225"/>
          <p14:tracePt t="154935" x="6456363" y="4340225"/>
          <p14:tracePt t="154942" x="6443663" y="4340225"/>
          <p14:tracePt t="154952" x="6429375" y="4340225"/>
          <p14:tracePt t="154958" x="6408738" y="4340225"/>
          <p14:tracePt t="154968" x="6396038" y="4340225"/>
          <p14:tracePt t="154975" x="6381750" y="4340225"/>
          <p14:tracePt t="154986" x="6354763" y="4340225"/>
          <p14:tracePt t="154993" x="6340475" y="4340225"/>
          <p14:tracePt t="155002" x="6327775" y="4340225"/>
          <p14:tracePt t="155008" x="6300788" y="4340225"/>
          <p14:tracePt t="155018" x="6280150" y="4354513"/>
          <p14:tracePt t="155021" x="6253163" y="4354513"/>
          <p14:tracePt t="155030" x="6224588" y="4367213"/>
          <p14:tracePt t="155042" x="6211888" y="4367213"/>
          <p14:tracePt t="155048" x="6197600" y="4367213"/>
          <p14:tracePt t="155057" x="6184900" y="4387850"/>
          <p14:tracePt t="155064" x="6170613" y="4387850"/>
          <p14:tracePt t="155073" x="6149975" y="4387850"/>
          <p14:tracePt t="155082" x="6122988" y="4402138"/>
          <p14:tracePt t="155096" x="6110288" y="4414838"/>
          <p14:tracePt t="155106" x="6096000" y="4414838"/>
          <p14:tracePt t="155113" x="6081713" y="4429125"/>
          <p14:tracePt t="155122" x="6081713" y="4443413"/>
          <p14:tracePt t="155126" x="6069013" y="4443413"/>
          <p14:tracePt t="155141" x="6054725" y="4456113"/>
          <p14:tracePt t="155161" x="6054725" y="4470400"/>
          <p14:tracePt t="155177" x="6042025" y="4470400"/>
          <p14:tracePt t="155186" x="6042025" y="4483100"/>
          <p14:tracePt t="155197" x="6042025" y="4497388"/>
          <p14:tracePt t="155207" x="6042025" y="4518025"/>
          <p14:tracePt t="155214" x="6042025" y="4530725"/>
          <p14:tracePt t="155229" x="6042025" y="4545013"/>
          <p14:tracePt t="155238" x="6042025" y="4557713"/>
          <p14:tracePt t="155248" x="6042025" y="4572000"/>
          <p14:tracePt t="155255" x="6042025" y="4586288"/>
          <p14:tracePt t="155263" x="6042025" y="4598988"/>
          <p14:tracePt t="155272" x="6042025" y="4613275"/>
          <p14:tracePt t="155283" x="6042025" y="4625975"/>
          <p14:tracePt t="155285" x="6042025" y="4646613"/>
          <p14:tracePt t="155294" x="6054725" y="4660900"/>
          <p14:tracePt t="155304" x="6069013" y="4673600"/>
          <p14:tracePt t="155310" x="6081713" y="4673600"/>
          <p14:tracePt t="155319" x="6096000" y="4687888"/>
          <p14:tracePt t="155327" x="6110288" y="4700588"/>
          <p14:tracePt t="155334" x="6137275" y="4700588"/>
          <p14:tracePt t="155345" x="6149975" y="4714875"/>
          <p14:tracePt t="155351" x="6184900" y="4714875"/>
          <p14:tracePt t="155362" x="6211888" y="4729163"/>
          <p14:tracePt t="155364" x="6224588" y="4729163"/>
          <p14:tracePt t="155376" x="6253163" y="4729163"/>
          <p14:tracePt t="155386" x="6280150" y="4729163"/>
          <p14:tracePt t="155391" x="6313488" y="4729163"/>
          <p14:tracePt t="155398" x="6327775" y="4729163"/>
          <p14:tracePt t="155407" x="6354763" y="4729163"/>
          <p14:tracePt t="155414" x="6367463" y="4729163"/>
          <p14:tracePt t="155423" x="6396038" y="4729163"/>
          <p14:tracePt t="155430" x="6408738" y="4729163"/>
          <p14:tracePt t="155440" x="6429375" y="4714875"/>
          <p14:tracePt t="155447" x="6456363" y="4714875"/>
          <p14:tracePt t="155456" x="6470650" y="4700588"/>
          <p14:tracePt t="155464" x="6483350" y="4700588"/>
          <p14:tracePt t="155473" x="6483350" y="4687888"/>
          <p14:tracePt t="155484" x="6497638" y="4687888"/>
          <p14:tracePt t="155486" x="6510338" y="4673600"/>
          <p14:tracePt t="155496" x="6510338" y="4660900"/>
          <p14:tracePt t="155511" x="6524625" y="4660900"/>
          <p14:tracePt t="155522" x="6524625" y="4646613"/>
          <p14:tracePt t="155524" x="6524625" y="4625975"/>
          <p14:tracePt t="155539" x="6524625" y="4613275"/>
          <p14:tracePt t="155555" x="6524625" y="4598988"/>
          <p14:tracePt t="155563" x="6524625" y="4586288"/>
          <p14:tracePt t="155573" x="6524625" y="4557713"/>
          <p14:tracePt t="155583" x="6524625" y="4545013"/>
          <p14:tracePt t="155591" x="6524625" y="4530725"/>
          <p14:tracePt t="155600" x="6497638" y="4497388"/>
          <p14:tracePt t="155603" x="6497638" y="4483100"/>
          <p14:tracePt t="155612" x="6483350" y="4456113"/>
          <p14:tracePt t="155621" x="6470650" y="4443413"/>
          <p14:tracePt t="155630" x="6456363" y="4414838"/>
          <p14:tracePt t="155637" x="6443663" y="4402138"/>
          <p14:tracePt t="155648" x="6429375" y="4367213"/>
          <p14:tracePt t="155655" x="6396038" y="4367213"/>
          <p14:tracePt t="155667" x="6381750" y="4354513"/>
          <p14:tracePt t="155669" x="6367463" y="4340225"/>
          <p14:tracePt t="155678" x="6354763" y="4327525"/>
          <p14:tracePt t="155686" x="6340475" y="4327525"/>
          <p14:tracePt t="155696" x="6327775" y="4327525"/>
          <p14:tracePt t="155701" x="6313488" y="4313238"/>
          <p14:tracePt t="155711" x="6300788" y="4313238"/>
          <p14:tracePt t="155718" x="6280150" y="4313238"/>
          <p14:tracePt t="155729" x="6253163" y="4313238"/>
          <p14:tracePt t="155735" x="6238875" y="4313238"/>
          <p14:tracePt t="155743" x="6224588" y="4313238"/>
          <p14:tracePt t="155751" x="6211888" y="4313238"/>
          <p14:tracePt t="155760" x="6184900" y="4313238"/>
          <p14:tracePt t="155768" x="6170613" y="4327525"/>
          <p14:tracePt t="155776" x="6149975" y="4340225"/>
          <p14:tracePt t="155785" x="6137275" y="4354513"/>
          <p14:tracePt t="155794" x="6110288" y="4354513"/>
          <p14:tracePt t="155803" x="6096000" y="4367213"/>
          <p14:tracePt t="155806" x="6081713" y="4387850"/>
          <p14:tracePt t="155817" x="6081713" y="4402138"/>
          <p14:tracePt t="155819" x="6069013" y="4414838"/>
          <p14:tracePt t="155828" x="6054725" y="4429125"/>
          <p14:tracePt t="155836" x="6054725" y="4443413"/>
          <p14:tracePt t="155846" x="6042025" y="4456113"/>
          <p14:tracePt t="155853" x="6042025" y="4470400"/>
          <p14:tracePt t="155863" x="6042025" y="4483100"/>
          <p14:tracePt t="155869" x="6021388" y="4497388"/>
          <p14:tracePt t="155881" x="6021388" y="4518025"/>
          <p14:tracePt t="155888" x="6021388" y="4530725"/>
          <p14:tracePt t="155895" x="6021388" y="4557713"/>
          <p14:tracePt t="155903" x="6021388" y="4572000"/>
          <p14:tracePt t="155911" x="6021388" y="4586288"/>
          <p14:tracePt t="155918" x="6021388" y="4598988"/>
          <p14:tracePt t="155928" x="6021388" y="4613275"/>
          <p14:tracePt t="155934" x="6021388" y="4625975"/>
          <p14:tracePt t="155945" x="6021388" y="4646613"/>
          <p14:tracePt t="155947" x="6042025" y="4646613"/>
          <p14:tracePt t="155957" x="6042025" y="4660900"/>
          <p14:tracePt t="155975" x="6069013" y="4687888"/>
          <p14:tracePt t="155986" x="6081713" y="4700588"/>
          <p14:tracePt t="155988" x="6110288" y="4714875"/>
          <p14:tracePt t="155997" x="6137275" y="4714875"/>
          <p14:tracePt t="156007" x="6149975" y="4729163"/>
          <p14:tracePt t="156017" x="6184900" y="4741863"/>
          <p14:tracePt t="156019" x="6211888" y="4741863"/>
          <p14:tracePt t="156028" x="6238875" y="4756150"/>
          <p14:tracePt t="156039" x="6265863" y="4756150"/>
          <p14:tracePt t="156047" x="6300788" y="4756150"/>
          <p14:tracePt t="156054" x="6327775" y="4756150"/>
          <p14:tracePt t="156063" x="6354763" y="4756150"/>
          <p14:tracePt t="156071" x="6381750" y="4756150"/>
          <p14:tracePt t="156077" x="6408738" y="4756150"/>
          <p14:tracePt t="156086" x="6443663" y="4756150"/>
          <p14:tracePt t="156093" x="6470650" y="4756150"/>
          <p14:tracePt t="156105" x="6497638" y="4756150"/>
          <p14:tracePt t="156111" x="6524625" y="4741863"/>
          <p14:tracePt t="156118" x="6545263" y="4729163"/>
          <p14:tracePt t="156129" x="6572250" y="4729163"/>
          <p14:tracePt t="156131" x="6586538" y="4714875"/>
          <p14:tracePt t="156142" x="6599238" y="4714875"/>
          <p14:tracePt t="156152" x="6613525" y="4700588"/>
          <p14:tracePt t="156158" x="6626225" y="4700588"/>
          <p14:tracePt t="156170" x="6626225" y="4687888"/>
          <p14:tracePt t="156171" x="6640513" y="4687888"/>
          <p14:tracePt t="156181" x="6640513" y="4673600"/>
          <p14:tracePt t="156191" x="6653213" y="4673600"/>
          <p14:tracePt t="156205" x="6653213" y="4660900"/>
          <p14:tracePt t="156220" x="6673850" y="4646613"/>
          <p14:tracePt t="156237" x="6673850" y="4625975"/>
          <p14:tracePt t="156247" x="6673850" y="4613275"/>
          <p14:tracePt t="156261" x="6673850" y="4586288"/>
          <p14:tracePt t="156269" x="6673850" y="4572000"/>
          <p14:tracePt t="156280" x="6673850" y="4557713"/>
          <p14:tracePt t="156288" x="6673850" y="4545013"/>
          <p14:tracePt t="156295" x="6673850" y="4530725"/>
          <p14:tracePt t="156302" x="6653213" y="4518025"/>
          <p14:tracePt t="156312" x="6653213" y="4483100"/>
          <p14:tracePt t="156319" x="6640513" y="4470400"/>
          <p14:tracePt t="156328" x="6626225" y="4456113"/>
          <p14:tracePt t="156335" x="6626225" y="4443413"/>
          <p14:tracePt t="156344" x="6613525" y="4443413"/>
          <p14:tracePt t="156351" x="6613525" y="4429125"/>
          <p14:tracePt t="156359" x="6599238" y="4414838"/>
          <p14:tracePt t="156373" x="6586538" y="4414838"/>
          <p14:tracePt t="156381" x="6586538" y="4402138"/>
          <p14:tracePt t="156391" x="6572250" y="4402138"/>
          <p14:tracePt t="156403" x="6557963" y="4402138"/>
          <p14:tracePt t="156412" x="6545263" y="4387850"/>
          <p14:tracePt t="156420" x="6524625" y="4387850"/>
          <p14:tracePt t="156429" x="6510338" y="4387850"/>
          <p14:tracePt t="156438" x="6497638" y="4387850"/>
          <p14:tracePt t="156447" x="6483350" y="4387850"/>
          <p14:tracePt t="156462" x="6470650" y="4387850"/>
          <p14:tracePt t="156471" x="6443663" y="4387850"/>
          <p14:tracePt t="156475" x="6429375" y="4387850"/>
          <p14:tracePt t="156485" x="6408738" y="4387850"/>
          <p14:tracePt t="156493" x="6381750" y="4387850"/>
          <p14:tracePt t="156503" x="6367463" y="4402138"/>
          <p14:tracePt t="156513" x="6340475" y="4414838"/>
          <p14:tracePt t="156514" x="6327775" y="4414838"/>
          <p14:tracePt t="156524" x="6313488" y="4443413"/>
          <p14:tracePt t="156535" x="6300788" y="4443413"/>
          <p14:tracePt t="156543" x="6265863" y="4470400"/>
          <p14:tracePt t="156554" x="6265863" y="4483100"/>
          <p14:tracePt t="156555" x="6238875" y="4497388"/>
          <p14:tracePt t="156566" x="6238875" y="4518025"/>
          <p14:tracePt t="156574" x="6224588" y="4545013"/>
          <p14:tracePt t="156584" x="6224588" y="4557713"/>
          <p14:tracePt t="156590" x="6211888" y="4586288"/>
          <p14:tracePt t="156602" x="6211888" y="4598988"/>
          <p14:tracePt t="156604" x="6211888" y="4625975"/>
          <p14:tracePt t="156613" x="6211888" y="4646613"/>
          <p14:tracePt t="156620" x="6211888" y="4660900"/>
          <p14:tracePt t="156630" x="6211888" y="4673600"/>
          <p14:tracePt t="156637" x="6211888" y="4687888"/>
          <p14:tracePt t="156645" x="6224588" y="4700588"/>
          <p14:tracePt t="156655" x="6238875" y="4714875"/>
          <p14:tracePt t="156663" x="6253163" y="4729163"/>
          <p14:tracePt t="156675" x="6265863" y="4741863"/>
          <p14:tracePt t="156677" x="6280150" y="4756150"/>
          <p14:tracePt t="156688" x="6300788" y="4756150"/>
          <p14:tracePt t="156693" x="6327775" y="4776788"/>
          <p14:tracePt t="156704" x="6340475" y="4776788"/>
          <p14:tracePt t="156707" x="6354763" y="4776788"/>
          <p14:tracePt t="156718" x="6367463" y="4789488"/>
          <p14:tracePt t="156727" x="6396038" y="4789488"/>
          <p14:tracePt t="156737" x="6408738" y="4789488"/>
          <p14:tracePt t="156738" x="6429375" y="4789488"/>
          <p14:tracePt t="156747" x="6443663" y="4789488"/>
          <p14:tracePt t="156757" x="6456363" y="4789488"/>
          <p14:tracePt t="156766" x="6483350" y="4776788"/>
          <p14:tracePt t="156775" x="6497638" y="4756150"/>
          <p14:tracePt t="156782" x="6510338" y="4756150"/>
          <p14:tracePt t="156791" x="6524625" y="4741863"/>
          <p14:tracePt t="156798" x="6545263" y="4729163"/>
          <p14:tracePt t="156813" x="6557963" y="4714875"/>
          <p14:tracePt t="156830" x="6572250" y="4700588"/>
          <p14:tracePt t="156854" x="6586538" y="4687888"/>
          <p14:tracePt t="156898" x="6586538" y="4673600"/>
          <p14:tracePt t="156908" x="6599238" y="4673600"/>
          <p14:tracePt t="156922" x="6599238" y="4660900"/>
          <p14:tracePt t="156945" x="6599238" y="4646613"/>
          <p14:tracePt t="156977" x="6599238" y="4625975"/>
          <p14:tracePt t="157105" x="6599238" y="4613275"/>
          <p14:tracePt t="157137" x="6599238" y="4598988"/>
          <p14:tracePt t="157155" x="6599238" y="4586288"/>
          <p14:tracePt t="157170" x="6599238" y="4572000"/>
          <p14:tracePt t="157186" x="6599238" y="4557713"/>
          <p14:tracePt t="157203" x="6586538" y="4545013"/>
          <p14:tracePt t="157218" x="6572250" y="4530725"/>
          <p14:tracePt t="157227" x="6572250" y="4518025"/>
          <p14:tracePt t="157237" x="6557963" y="4497388"/>
          <p14:tracePt t="157245" x="6545263" y="4497388"/>
          <p14:tracePt t="157255" x="6524625" y="4483100"/>
          <p14:tracePt t="157262" x="6510338" y="4470400"/>
          <p14:tracePt t="157279" x="6497638" y="4470400"/>
          <p14:tracePt t="157286" x="6497638" y="4456113"/>
          <p14:tracePt t="157293" x="6483350" y="4456113"/>
          <p14:tracePt t="157307" x="6470650" y="4443413"/>
          <p14:tracePt t="157316" x="6456363" y="4443413"/>
          <p14:tracePt t="157325" x="6443663" y="4443413"/>
          <p14:tracePt t="157333" x="6429375" y="4429125"/>
          <p14:tracePt t="157343" x="6408738" y="4429125"/>
          <p14:tracePt t="157349" x="6396038" y="4429125"/>
          <p14:tracePt t="157358" x="6381750" y="4429125"/>
          <p14:tracePt t="157365" x="6367463" y="4429125"/>
          <p14:tracePt t="157374" x="6354763" y="4429125"/>
          <p14:tracePt t="157382" x="6340475" y="4429125"/>
          <p14:tracePt t="157391" x="6327775" y="4429125"/>
          <p14:tracePt t="157398" x="6313488" y="4429125"/>
          <p14:tracePt t="157412" x="6300788" y="4429125"/>
          <p14:tracePt t="157429" x="6280150" y="4443413"/>
          <p14:tracePt t="157444" x="6265863" y="4443413"/>
          <p14:tracePt t="157458" x="6253163" y="4456113"/>
          <p14:tracePt t="157469" x="6253163" y="4470400"/>
          <p14:tracePt t="157477" x="6238875" y="4483100"/>
          <p14:tracePt t="157492" x="6224588" y="4497388"/>
          <p14:tracePt t="157504" x="6224588" y="4518025"/>
          <p14:tracePt t="157507" x="6211888" y="4530725"/>
          <p14:tracePt t="157521" x="6197600" y="4545013"/>
          <p14:tracePt t="157530" x="6197600" y="4557713"/>
          <p14:tracePt t="157540" x="6197600" y="4572000"/>
          <p14:tracePt t="157548" x="6184900" y="4572000"/>
          <p14:tracePt t="157557" x="6184900" y="4586288"/>
          <p14:tracePt t="157573" x="6184900" y="4598988"/>
          <p14:tracePt t="157589" x="6170613" y="4598988"/>
          <p14:tracePt t="157598" x="6170613" y="4613275"/>
          <p14:tracePt t="157613" x="6170613" y="4625975"/>
          <p14:tracePt t="157628" x="6170613" y="4646613"/>
          <p14:tracePt t="157642" x="6170613" y="4660900"/>
          <p14:tracePt t="157653" x="6170613" y="4673600"/>
          <p14:tracePt t="157665" x="6170613" y="4687888"/>
          <p14:tracePt t="157681" x="6170613" y="4700588"/>
          <p14:tracePt t="157691" x="6184900" y="4700588"/>
          <p14:tracePt t="157705" x="6184900" y="4714875"/>
          <p14:tracePt t="157721" x="6197600" y="4714875"/>
          <p14:tracePt t="157730" x="6197600" y="4729163"/>
          <p14:tracePt t="157739" x="6211888" y="4729163"/>
          <p14:tracePt t="157761" x="6224588" y="4729163"/>
          <p14:tracePt t="157771" x="6238875" y="4729163"/>
          <p14:tracePt t="157793" x="6253163" y="4729163"/>
          <p14:tracePt t="157803" x="6265863" y="4729163"/>
          <p14:tracePt t="157817" x="6280150" y="4729163"/>
          <p14:tracePt t="157833" x="6300788" y="4729163"/>
          <p14:tracePt t="157843" x="6313488" y="4729163"/>
          <p14:tracePt t="157857" x="6327775" y="4729163"/>
          <p14:tracePt t="157873" x="6340475" y="4729163"/>
          <p14:tracePt t="157882" x="6354763" y="4729163"/>
          <p14:tracePt t="157897" x="6367463" y="4729163"/>
          <p14:tracePt t="157913" x="6381750" y="4714875"/>
          <p14:tracePt t="157929" x="6396038" y="4714875"/>
          <p14:tracePt t="157945" x="6408738" y="4714875"/>
          <p14:tracePt t="157955" x="6408738" y="4700588"/>
          <p14:tracePt t="157963" x="6429375" y="4700588"/>
          <p14:tracePt t="157979" x="6429375" y="4687888"/>
          <p14:tracePt t="157989" x="6443663" y="4687888"/>
          <p14:tracePt t="157994" x="6443663" y="4673600"/>
          <p14:tracePt t="158003" x="6456363" y="4673600"/>
          <p14:tracePt t="158012" x="6456363" y="4660900"/>
          <p14:tracePt t="158029" x="6470650" y="4646613"/>
          <p14:tracePt t="158043" x="6483350" y="4625975"/>
          <p14:tracePt t="158054" x="6483350" y="4613275"/>
          <p14:tracePt t="158061" x="6497638" y="4598988"/>
          <p14:tracePt t="158075" x="6510338" y="4598988"/>
          <p14:tracePt t="158084" x="6510338" y="4586288"/>
          <p14:tracePt t="158108" x="6524625" y="4572000"/>
          <p14:tracePt t="158145" x="6524625" y="4557713"/>
          <p14:tracePt t="158176" x="6524625" y="4545013"/>
          <p14:tracePt t="158216" x="6524625" y="4530725"/>
          <p14:tracePt t="158458" x="6524625" y="4518025"/>
          <p14:tracePt t="158480" x="6524625" y="4497388"/>
          <p14:tracePt t="158496" x="6524625" y="4483100"/>
          <p14:tracePt t="158512" x="6510338" y="4470400"/>
          <p14:tracePt t="158528" x="6497638" y="4456113"/>
          <p14:tracePt t="158538" x="6497638" y="4443413"/>
          <p14:tracePt t="158545" x="6483350" y="4443413"/>
          <p14:tracePt t="158554" x="6483350" y="4429125"/>
          <p14:tracePt t="158568" x="6470650" y="4429125"/>
          <p14:tracePt t="158579" x="6470650" y="4414838"/>
          <p14:tracePt t="158593" x="6456363" y="4414838"/>
          <p14:tracePt t="158616" x="6443663" y="4414838"/>
          <p14:tracePt t="158640" x="6429375" y="4414838"/>
          <p14:tracePt t="158649" x="6408738" y="4414838"/>
          <p14:tracePt t="158665" x="6396038" y="4414838"/>
          <p14:tracePt t="158674" x="6381750" y="4414838"/>
          <p14:tracePt t="158688" x="6367463" y="4414838"/>
          <p14:tracePt t="158696" x="6354763" y="4414838"/>
          <p14:tracePt t="158713" x="6340475" y="4414838"/>
          <p14:tracePt t="158722" x="6327775" y="4414838"/>
          <p14:tracePt t="158728" x="6313488" y="4414838"/>
          <p14:tracePt t="158737" x="6300788" y="4414838"/>
          <p14:tracePt t="158745" x="6280150" y="4414838"/>
          <p14:tracePt t="158753" x="6265863" y="4414838"/>
          <p14:tracePt t="158762" x="6253163" y="4414838"/>
          <p14:tracePt t="158778" x="6238875" y="4414838"/>
          <p14:tracePt t="158788" x="6224588" y="4414838"/>
          <p14:tracePt t="158796" x="6211888" y="4414838"/>
          <p14:tracePt t="158804" x="6184900" y="4414838"/>
          <p14:tracePt t="158811" x="6170613" y="4414838"/>
          <p14:tracePt t="158820" x="6149975" y="4414838"/>
          <p14:tracePt t="158837" x="6137275" y="4414838"/>
          <p14:tracePt t="158844" x="6122988" y="4414838"/>
          <p14:tracePt t="158853" x="6110288" y="4429125"/>
          <p14:tracePt t="158868" x="6096000" y="4429125"/>
          <p14:tracePt t="158884" x="6081713" y="4443413"/>
          <p14:tracePt t="158902" x="6069013" y="4456113"/>
          <p14:tracePt t="158915" x="6069013" y="4470400"/>
          <p14:tracePt t="158923" x="6054725" y="4483100"/>
          <p14:tracePt t="158930" x="6054725" y="4497388"/>
          <p14:tracePt t="158941" x="6054725" y="4518025"/>
          <p14:tracePt t="158948" x="6054725" y="4530725"/>
          <p14:tracePt t="158955" x="6054725" y="4545013"/>
          <p14:tracePt t="158963" x="6054725" y="4557713"/>
          <p14:tracePt t="158973" x="6054725" y="4572000"/>
          <p14:tracePt t="158980" x="6054725" y="4586288"/>
          <p14:tracePt t="158995" x="6054725" y="4613275"/>
          <p14:tracePt t="159010" x="6054725" y="4625975"/>
          <p14:tracePt t="159019" x="6054725" y="4646613"/>
          <p14:tracePt t="159029" x="6069013" y="4660900"/>
          <p14:tracePt t="159038" x="6081713" y="4673600"/>
          <p14:tracePt t="159045" x="6096000" y="4687888"/>
          <p14:tracePt t="159053" x="6122988" y="4687888"/>
          <p14:tracePt t="159061" x="6149975" y="4700588"/>
          <p14:tracePt t="159069" x="6197600" y="4714875"/>
          <p14:tracePt t="159078" x="6224588" y="4714875"/>
          <p14:tracePt t="159082" x="6238875" y="4714875"/>
          <p14:tracePt t="159091" x="6313488" y="4714875"/>
          <p14:tracePt t="159101" x="6327775" y="4714875"/>
          <p14:tracePt t="159108" x="6354763" y="4714875"/>
          <p14:tracePt t="159116" x="6381750" y="4714875"/>
          <p14:tracePt t="159123" x="6429375" y="4714875"/>
          <p14:tracePt t="159132" x="6443663" y="4700588"/>
          <p14:tracePt t="159140" x="6470650" y="4687888"/>
          <p14:tracePt t="159150" x="6483350" y="4673600"/>
          <p14:tracePt t="159162" x="6497638" y="4673600"/>
          <p14:tracePt t="159164" x="6510338" y="4660900"/>
          <p14:tracePt t="159173" x="6524625" y="4646613"/>
          <p14:tracePt t="159180" x="6524625" y="4625975"/>
          <p14:tracePt t="159188" x="6545263" y="4613275"/>
          <p14:tracePt t="159196" x="6557963" y="4613275"/>
          <p14:tracePt t="159207" x="6557963" y="4598988"/>
          <p14:tracePt t="159210" x="6557963" y="4586288"/>
          <p14:tracePt t="159219" x="6572250" y="4586288"/>
          <p14:tracePt t="159229" x="6572250" y="4572000"/>
          <p14:tracePt t="159237" x="6572250" y="4557713"/>
          <p14:tracePt t="159246" x="6572250" y="4545013"/>
          <p14:tracePt t="159252" x="6572250" y="4530725"/>
          <p14:tracePt t="159262" x="6572250" y="4518025"/>
          <p14:tracePt t="159264" x="6572250" y="4497388"/>
          <p14:tracePt t="159273" x="6572250" y="4483100"/>
          <p14:tracePt t="159282" x="6545263" y="4470400"/>
          <p14:tracePt t="159292" x="6524625" y="4456113"/>
          <p14:tracePt t="159302" x="6510338" y="4429125"/>
          <p14:tracePt t="159307" x="6483350" y="4414838"/>
          <p14:tracePt t="159317" x="6470650" y="4402138"/>
          <p14:tracePt t="159325" x="6456363" y="4387850"/>
          <p14:tracePt t="159334" x="6429375" y="4367213"/>
          <p14:tracePt t="159342" x="6396038" y="4367213"/>
          <p14:tracePt t="159351" x="6381750" y="4367213"/>
          <p14:tracePt t="159354" x="6367463" y="4367213"/>
          <p14:tracePt t="159365" x="6354763" y="4367213"/>
          <p14:tracePt t="159371" x="6340475" y="4367213"/>
          <p14:tracePt t="159379" x="6327775" y="4367213"/>
          <p14:tracePt t="159390" x="6313488" y="4367213"/>
          <p14:tracePt t="159406" x="6300788" y="4367213"/>
          <p14:tracePt t="159412" x="6280150" y="4387850"/>
          <p14:tracePt t="159420" x="6280150" y="4402138"/>
          <p14:tracePt t="159429" x="6265863" y="4414838"/>
          <p14:tracePt t="159437" x="6265863" y="4429125"/>
          <p14:tracePt t="159444" x="6253163" y="4456113"/>
          <p14:tracePt t="159454" x="6253163" y="4483100"/>
          <p14:tracePt t="159463" x="6253163" y="4497388"/>
          <p14:tracePt t="159465" x="6253163" y="4530725"/>
          <p14:tracePt t="159474" x="6238875" y="4572000"/>
          <p14:tracePt t="159482" x="6238875" y="4598988"/>
          <p14:tracePt t="159491" x="6238875" y="4613275"/>
          <p14:tracePt t="159501" x="6238875" y="4646613"/>
          <p14:tracePt t="159507" x="6238875" y="4660900"/>
          <p14:tracePt t="159516" x="6238875" y="4673600"/>
          <p14:tracePt t="159523" x="6253163" y="4687888"/>
          <p14:tracePt t="159533" x="6265863" y="4700588"/>
          <p14:tracePt t="159541" x="6280150" y="4714875"/>
          <p14:tracePt t="159551" x="6313488" y="4714875"/>
          <p14:tracePt t="159557" x="6327775" y="4729163"/>
          <p14:tracePt t="159568" x="6340475" y="4729163"/>
          <p14:tracePt t="159571" x="6367463" y="4729163"/>
          <p14:tracePt t="159582" x="6381750" y="4729163"/>
          <p14:tracePt t="159587" x="6396038" y="4729163"/>
          <p14:tracePt t="159595" x="6408738" y="4729163"/>
          <p14:tracePt t="159604" x="6429375" y="4729163"/>
          <p14:tracePt t="159612" x="6443663" y="4729163"/>
          <p14:tracePt t="159630" x="6456363" y="4729163"/>
          <p14:tracePt t="159640" x="6470650" y="4729163"/>
          <p14:tracePt t="159664" x="6483350" y="4729163"/>
          <p14:tracePt t="159696" x="6483350" y="4714875"/>
          <p14:tracePt t="159929" x="6497638" y="4714875"/>
          <p14:tracePt t="159967" x="6510338" y="4714875"/>
          <p14:tracePt t="159984" x="6510338" y="4700588"/>
          <p14:tracePt t="159992" x="6524625" y="4700588"/>
          <p14:tracePt t="160002" x="6545263" y="4700588"/>
          <p14:tracePt t="160010" x="6545263" y="4687888"/>
          <p14:tracePt t="160018" x="6557963" y="4687888"/>
          <p14:tracePt t="160034" x="6572250" y="4673600"/>
          <p14:tracePt t="160044" x="6586538" y="4673600"/>
          <p14:tracePt t="160050" x="6599238" y="4660900"/>
          <p14:tracePt t="160061" x="6599238" y="4646613"/>
          <p14:tracePt t="160066" x="6613525" y="4646613"/>
          <p14:tracePt t="160082" x="6626225" y="4625975"/>
          <p14:tracePt t="160099" x="6640513" y="4625975"/>
          <p14:tracePt t="160106" x="6640513" y="4613275"/>
          <p14:tracePt t="160122" x="6653213" y="4598988"/>
          <p14:tracePt t="160146" x="6653213" y="4586288"/>
          <p14:tracePt t="160164" x="6653213" y="4572000"/>
          <p14:tracePt t="160182" x="6653213" y="4557713"/>
          <p14:tracePt t="160184" x="6653213" y="4545013"/>
          <p14:tracePt t="160193" x="6653213" y="4530725"/>
          <p14:tracePt t="160201" x="6653213" y="4518025"/>
          <p14:tracePt t="160210" x="6653213" y="4497388"/>
          <p14:tracePt t="160217" x="6653213" y="4483100"/>
          <p14:tracePt t="160227" x="6653213" y="4470400"/>
          <p14:tracePt t="160243" x="6640513" y="4470400"/>
          <p14:tracePt t="160251" x="6640513" y="4456113"/>
          <p14:tracePt t="160260" x="6626225" y="4456113"/>
          <p14:tracePt t="160267" x="6626225" y="4443413"/>
          <p14:tracePt t="160285" x="6613525" y="4443413"/>
          <p14:tracePt t="162463" x="6599238" y="4443413"/>
          <p14:tracePt t="162471" x="6572250" y="4470400"/>
          <p14:tracePt t="162481" x="6524625" y="4497388"/>
          <p14:tracePt t="162486" x="6470650" y="4530725"/>
          <p14:tracePt t="162496" x="6354763" y="4613275"/>
          <p14:tracePt t="162504" x="6265863" y="4687888"/>
          <p14:tracePt t="162514" x="6211888" y="4714875"/>
          <p14:tracePt t="162522" x="6137275" y="4776788"/>
          <p14:tracePt t="162528" x="6054725" y="4843463"/>
          <p14:tracePt t="162537" x="5980113" y="4905375"/>
          <p14:tracePt t="162547" x="5967413" y="4919663"/>
          <p14:tracePt t="162554" x="5911850" y="4959350"/>
          <p14:tracePt t="162562" x="5864225" y="4986338"/>
          <p14:tracePt t="162571" x="5837238" y="5000625"/>
          <p14:tracePt t="162576" x="5824538" y="5033963"/>
          <p14:tracePt t="162585" x="5810250" y="5033963"/>
          <p14:tracePt t="162594" x="5810250" y="5048250"/>
          <p14:tracePt t="162601" x="5795963" y="5048250"/>
          <p14:tracePt t="162608" x="5783263" y="5048250"/>
          <p14:tracePt t="162618" x="5783263" y="5062538"/>
          <p14:tracePt t="162636" x="5762625" y="5062538"/>
          <p14:tracePt t="162646" x="5748338" y="5062538"/>
          <p14:tracePt t="162661" x="5735638" y="5062538"/>
          <p14:tracePt t="162672" x="5721350" y="5062538"/>
          <p14:tracePt t="162680" x="5708650" y="5062538"/>
          <p14:tracePt t="162696" x="5694363" y="5062538"/>
          <p14:tracePt t="162706" x="5681663" y="5062538"/>
          <p14:tracePt t="162720" x="5667375" y="5062538"/>
          <p14:tracePt t="162733" x="5646738" y="5062538"/>
          <p14:tracePt t="162735" x="5634038" y="5062538"/>
          <p14:tracePt t="162743" x="5619750" y="5062538"/>
          <p14:tracePt t="162753" x="5605463" y="5062538"/>
          <p14:tracePt t="162760" x="5592763" y="5062538"/>
          <p14:tracePt t="162769" x="5578475" y="5062538"/>
          <p14:tracePt t="162778" x="5565775" y="5075238"/>
          <p14:tracePt t="162785" x="5551488" y="5075238"/>
          <p14:tracePt t="162794" x="5538788" y="5075238"/>
          <p14:tracePt t="162801" x="5518150" y="5075238"/>
          <p14:tracePt t="162812" x="5503863" y="5075238"/>
          <p14:tracePt t="162817" x="5476875" y="5075238"/>
          <p14:tracePt t="162828" x="5462588" y="5089525"/>
          <p14:tracePt t="162841" x="5449888" y="5089525"/>
          <p14:tracePt t="162850" x="5435600" y="5089525"/>
          <p14:tracePt t="162918" x="5435600" y="5102225"/>
          <p14:tracePt t="162933" x="5449888" y="5102225"/>
          <p14:tracePt t="162942" x="5462588" y="5102225"/>
          <p14:tracePt t="162952" x="5503863" y="5116513"/>
          <p14:tracePt t="162960" x="5578475" y="5129213"/>
          <p14:tracePt t="162969" x="5634038" y="5149850"/>
          <p14:tracePt t="162978" x="5708650" y="5164138"/>
          <p14:tracePt t="162985" x="5795963" y="5164138"/>
          <p14:tracePt t="162993" x="5878513" y="5176838"/>
          <p14:tracePt t="163000" x="5980113" y="5191125"/>
          <p14:tracePt t="163013" x="6054725" y="5191125"/>
          <p14:tracePt t="163015" x="6122988" y="5205413"/>
          <p14:tracePt t="163024" x="6149975" y="5205413"/>
          <p14:tracePt t="163034" x="6211888" y="5218113"/>
          <p14:tracePt t="163043" x="6265863" y="5218113"/>
          <p14:tracePt t="163051" x="6280150" y="5218113"/>
          <p14:tracePt t="163053" x="6313488" y="5218113"/>
          <p14:tracePt t="163374" x="6327775" y="5218113"/>
          <p14:tracePt t="163382" x="6354763" y="5218113"/>
          <p14:tracePt t="163389" x="6367463" y="5218113"/>
          <p14:tracePt t="163400" x="6429375" y="5218113"/>
          <p14:tracePt t="163408" x="6483350" y="5232400"/>
          <p14:tracePt t="163418" x="6524625" y="5245100"/>
          <p14:tracePt t="163428" x="6557963" y="5245100"/>
          <p14:tracePt t="163433" x="6613525" y="5259388"/>
          <p14:tracePt t="163441" x="6653213" y="5259388"/>
          <p14:tracePt t="163451" x="6700838" y="5280025"/>
          <p14:tracePt t="163463" x="6729413" y="5280025"/>
          <p14:tracePt t="163465" x="6756400" y="5280025"/>
          <p14:tracePt t="163473" x="6769100" y="5292725"/>
          <p14:tracePt t="163479" x="6804025" y="5292725"/>
          <p14:tracePt t="163488" x="6816725" y="5292725"/>
          <p14:tracePt t="163497" x="6831013" y="5292725"/>
          <p14:tracePt t="163513" x="6843713" y="5292725"/>
          <p14:tracePt t="163529" x="6858000" y="5292725"/>
          <p14:tracePt t="163551" x="6872288" y="5292725"/>
          <p14:tracePt t="163581" x="6884988" y="5292725"/>
          <p14:tracePt t="163593" x="6899275" y="5292725"/>
          <p14:tracePt t="163608" x="6899275" y="5280025"/>
          <p14:tracePt t="163617" x="6911975" y="5280025"/>
          <p14:tracePt t="163632" x="6932613" y="5280025"/>
          <p14:tracePt t="163646" x="6946900" y="5259388"/>
          <p14:tracePt t="163661" x="6959600" y="5259388"/>
          <p14:tracePt t="163677" x="6973888" y="5245100"/>
          <p14:tracePt t="163686" x="6986588" y="5245100"/>
          <p14:tracePt t="163701" x="7000875" y="5232400"/>
          <p14:tracePt t="163712" x="7015163" y="5232400"/>
          <p14:tracePt t="163726" x="7027863" y="5218113"/>
          <p14:tracePt t="163735" x="7042150" y="5218113"/>
          <p14:tracePt t="163749" x="7062788" y="5218113"/>
          <p14:tracePt t="163758" x="7062788" y="5205413"/>
          <p14:tracePt t="163767" x="7075488" y="5205413"/>
          <p14:tracePt t="163781" x="7089775" y="5191125"/>
          <p14:tracePt t="163796" x="7102475" y="5191125"/>
          <p14:tracePt t="163805" x="7102475" y="5176838"/>
          <p14:tracePt t="163815" x="7116763" y="5176838"/>
          <p14:tracePt t="163823" x="7129463" y="5164138"/>
          <p14:tracePt t="163844" x="7143750" y="5149850"/>
          <p14:tracePt t="163861" x="7158038" y="5129213"/>
          <p14:tracePt t="163877" x="7170738" y="5129213"/>
          <p14:tracePt t="163886" x="7170738" y="5116513"/>
          <p14:tracePt t="163896" x="7191375" y="5116513"/>
          <p14:tracePt t="163909" x="7191375" y="5102225"/>
          <p14:tracePt t="163918" x="7205663" y="5102225"/>
          <p14:tracePt t="163928" x="7205663" y="5089525"/>
          <p14:tracePt t="163942" x="7205663" y="5075238"/>
          <p14:tracePt t="163952" x="7218363" y="5075238"/>
          <p14:tracePt t="163961" x="7218363" y="5062538"/>
          <p14:tracePt t="163978" x="7218363" y="5048250"/>
          <p14:tracePt t="163984" x="7218363" y="5033963"/>
          <p14:tracePt t="164000" x="7205663" y="5000625"/>
          <p14:tracePt t="164013" x="7191375" y="4986338"/>
          <p14:tracePt t="164014" x="7158038" y="4973638"/>
          <p14:tracePt t="164023" x="7129463" y="4946650"/>
          <p14:tracePt t="164030" x="7102475" y="4919663"/>
          <p14:tracePt t="164041" x="7062788" y="4884738"/>
          <p14:tracePt t="164051" x="7015163" y="4872038"/>
          <p14:tracePt t="164053" x="6973888" y="4843463"/>
          <p14:tracePt t="164062" x="6911975" y="4830763"/>
          <p14:tracePt t="164072" x="6884988" y="4816475"/>
          <p14:tracePt t="164080" x="6816725" y="4803775"/>
          <p14:tracePt t="164091" x="6783388" y="4789488"/>
          <p14:tracePt t="164098" x="6742113" y="4789488"/>
          <p14:tracePt t="164105" x="6700838" y="4776788"/>
          <p14:tracePt t="164113" x="6673850" y="4756150"/>
          <p14:tracePt t="164122" x="6640513" y="4756150"/>
          <p14:tracePt t="164130" x="6613525" y="4756150"/>
          <p14:tracePt t="164138" x="6599238" y="4741863"/>
          <p14:tracePt t="164147" x="6572250" y="4741863"/>
          <p14:tracePt t="164154" x="6557963" y="4741863"/>
          <p14:tracePt t="164160" x="6545263" y="4741863"/>
          <p14:tracePt t="164170" x="6524625" y="4741863"/>
          <p14:tracePt t="164179" x="6510338" y="4741863"/>
          <p14:tracePt t="164181" x="6497638" y="4741863"/>
          <p14:tracePt t="164190" x="6483350" y="4741863"/>
          <p14:tracePt t="164198" x="6470650" y="4741863"/>
          <p14:tracePt t="164207" x="6456363" y="4741863"/>
          <p14:tracePt t="164217" x="6443663" y="4741863"/>
          <p14:tracePt t="164224" x="6429375" y="4741863"/>
          <p14:tracePt t="164231" x="6408738" y="4741863"/>
          <p14:tracePt t="164241" x="6396038" y="4756150"/>
          <p14:tracePt t="164249" x="6381750" y="4756150"/>
          <p14:tracePt t="164264" x="6367463" y="4776788"/>
          <p14:tracePt t="164282" x="6354763" y="4789488"/>
          <p14:tracePt t="164285" x="6340475" y="4789488"/>
          <p14:tracePt t="164296" x="6340475" y="4803775"/>
          <p14:tracePt t="164304" x="6327775" y="4816475"/>
          <p14:tracePt t="164314" x="6313488" y="4830763"/>
          <p14:tracePt t="164317" x="6300788" y="4830763"/>
          <p14:tracePt t="164327" x="6300788" y="4843463"/>
          <p14:tracePt t="164336" x="6280150" y="4857750"/>
          <p14:tracePt t="164351" x="6265863" y="4872038"/>
          <p14:tracePt t="164363" x="6265863" y="4884738"/>
          <p14:tracePt t="164365" x="6253163" y="4884738"/>
          <p14:tracePt t="164377" x="6253163" y="4905375"/>
          <p14:tracePt t="164385" x="6238875" y="4919663"/>
          <p14:tracePt t="164395" x="6238875" y="4932363"/>
          <p14:tracePt t="164397" x="6224588" y="4932363"/>
          <p14:tracePt t="164406" x="6224588" y="4946650"/>
          <p14:tracePt t="164414" x="6211888" y="4959350"/>
          <p14:tracePt t="164424" x="6211888" y="4973638"/>
          <p14:tracePt t="164430" x="6197600" y="4986338"/>
          <p14:tracePt t="164441" x="6197600" y="5000625"/>
          <p14:tracePt t="164456" x="6197600" y="5021263"/>
          <p14:tracePt t="164465" x="6184900" y="5021263"/>
          <p14:tracePt t="164472" x="6184900" y="5033963"/>
          <p14:tracePt t="164484" x="6184900" y="5048250"/>
          <p14:tracePt t="164486" x="6184900" y="5062538"/>
          <p14:tracePt t="164500" x="6184900" y="5075238"/>
          <p14:tracePt t="164511" x="6184900" y="5089525"/>
          <p14:tracePt t="164520" x="6184900" y="5102225"/>
          <p14:tracePt t="164532" x="6184900" y="5116513"/>
          <p14:tracePt t="164541" x="6197600" y="5129213"/>
          <p14:tracePt t="164556" x="6211888" y="5149850"/>
          <p14:tracePt t="164566" x="6211888" y="5164138"/>
          <p14:tracePt t="164575" x="6224588" y="5176838"/>
          <p14:tracePt t="164591" x="6238875" y="5191125"/>
          <p14:tracePt t="164601" x="6253163" y="5205413"/>
          <p14:tracePt t="164611" x="6265863" y="5205413"/>
          <p14:tracePt t="164616" x="6280150" y="5218113"/>
          <p14:tracePt t="164624" x="6280150" y="5232400"/>
          <p14:tracePt t="164633" x="6300788" y="5245100"/>
          <p14:tracePt t="164645" x="6313488" y="5245100"/>
          <p14:tracePt t="164647" x="6340475" y="5259388"/>
          <p14:tracePt t="164655" x="6354763" y="5259388"/>
          <p14:tracePt t="164664" x="6367463" y="5280025"/>
          <p14:tracePt t="164673" x="6396038" y="5280025"/>
          <p14:tracePt t="164680" x="6429375" y="5292725"/>
          <p14:tracePt t="164688" x="6443663" y="5292725"/>
          <p14:tracePt t="164697" x="6470650" y="5292725"/>
          <p14:tracePt t="164704" x="6497638" y="5307013"/>
          <p14:tracePt t="164710" x="6524625" y="5307013"/>
          <p14:tracePt t="164719" x="6557963" y="5307013"/>
          <p14:tracePt t="164729" x="6572250" y="5307013"/>
          <p14:tracePt t="164737" x="6599238" y="5307013"/>
          <p14:tracePt t="164747" x="6626225" y="5307013"/>
          <p14:tracePt t="164749" x="6640513" y="5307013"/>
          <p14:tracePt t="164758" x="6673850" y="5307013"/>
          <p14:tracePt t="164767" x="6700838" y="5307013"/>
          <p14:tracePt t="164775" x="6715125" y="5307013"/>
          <p14:tracePt t="164784" x="6729413" y="5307013"/>
          <p14:tracePt t="164794" x="6756400" y="5307013"/>
          <p14:tracePt t="164800" x="6783388" y="5307013"/>
          <p14:tracePt t="164811" x="6804025" y="5307013"/>
          <p14:tracePt t="164813" x="6831013" y="5307013"/>
          <p14:tracePt t="164822" x="6843713" y="5307013"/>
          <p14:tracePt t="164829" x="6872288" y="5292725"/>
          <p14:tracePt t="164840" x="6884988" y="5292725"/>
          <p14:tracePt t="164847" x="6911975" y="5280025"/>
          <p14:tracePt t="164858" x="6946900" y="5259388"/>
          <p14:tracePt t="164865" x="6959600" y="5259388"/>
          <p14:tracePt t="164872" x="6973888" y="5245100"/>
          <p14:tracePt t="164885" x="7000875" y="5232400"/>
          <p14:tracePt t="164887" x="7015163" y="5218113"/>
          <p14:tracePt t="164897" x="7027863" y="5205413"/>
          <p14:tracePt t="164903" x="7042150" y="5191125"/>
          <p14:tracePt t="164912" x="7062788" y="5176838"/>
          <p14:tracePt t="164921" x="7075488" y="5164138"/>
          <p14:tracePt t="164928" x="7089775" y="5149850"/>
          <p14:tracePt t="164940" x="7102475" y="5129213"/>
          <p14:tracePt t="164953" x="7116763" y="5116513"/>
          <p14:tracePt t="164963" x="7116763" y="5102225"/>
          <p14:tracePt t="164965" x="7129463" y="5089525"/>
          <p14:tracePt t="164980" x="7129463" y="5075238"/>
          <p14:tracePt t="164989" x="7143750" y="5062538"/>
          <p14:tracePt t="164998" x="7143750" y="5048250"/>
          <p14:tracePt t="165015" x="7143750" y="5033963"/>
          <p14:tracePt t="165024" x="7143750" y="5021263"/>
          <p14:tracePt t="165031" x="7143750" y="5000625"/>
          <p14:tracePt t="165039" x="7143750" y="4986338"/>
          <p14:tracePt t="165048" x="7143750" y="4973638"/>
          <p14:tracePt t="165055" x="7143750" y="4959350"/>
          <p14:tracePt t="165065" x="7129463" y="4946650"/>
          <p14:tracePt t="165073" x="7116763" y="4932363"/>
          <p14:tracePt t="165085" x="7102475" y="4905375"/>
          <p14:tracePt t="165087" x="7089775" y="4884738"/>
          <p14:tracePt t="165097" x="7075488" y="4872038"/>
          <p14:tracePt t="165103" x="7062788" y="4857750"/>
          <p14:tracePt t="165111" x="7027863" y="4843463"/>
          <p14:tracePt t="165123" x="7000875" y="4830763"/>
          <p14:tracePt t="165128" x="6986588" y="4816475"/>
          <p14:tracePt t="165141" x="6959600" y="4803775"/>
          <p14:tracePt t="165143" x="6932613" y="4789488"/>
          <p14:tracePt t="165153" x="6911975" y="4789488"/>
          <p14:tracePt t="165156" x="6872288" y="4789488"/>
          <p14:tracePt t="165167" x="6858000" y="4789488"/>
          <p14:tracePt t="165175" x="6831013" y="4789488"/>
          <p14:tracePt t="165184" x="6804025" y="4789488"/>
          <p14:tracePt t="165194" x="6783388" y="4789488"/>
          <p14:tracePt t="165196" x="6756400" y="4789488"/>
          <p14:tracePt t="165205" x="6742113" y="4789488"/>
          <p14:tracePt t="165213" x="6729413" y="4789488"/>
          <p14:tracePt t="165222" x="6715125" y="4789488"/>
          <p14:tracePt t="165229" x="6700838" y="4789488"/>
          <p14:tracePt t="165240" x="6688138" y="4789488"/>
          <p14:tracePt t="165246" x="6688138" y="4803775"/>
          <p14:tracePt t="165257" x="6673850" y="4803775"/>
          <p14:tracePt t="165263" x="6653213" y="4816475"/>
          <p14:tracePt t="165272" x="6653213" y="4830763"/>
          <p14:tracePt t="165281" x="6640513" y="4830763"/>
          <p14:tracePt t="165288" x="6626225" y="4843463"/>
          <p14:tracePt t="165303" x="6613525" y="4857750"/>
          <p14:tracePt t="165311" x="6613525" y="4872038"/>
          <p14:tracePt t="165322" x="6599238" y="4872038"/>
          <p14:tracePt t="165328" x="6586538" y="4884738"/>
          <p14:tracePt t="165337" x="6586538" y="4905375"/>
          <p14:tracePt t="165344" x="6586538" y="4919663"/>
          <p14:tracePt t="165354" x="6572250" y="4932363"/>
          <p14:tracePt t="165357" x="6572250" y="4946650"/>
          <p14:tracePt t="165367" x="6572250" y="4973638"/>
          <p14:tracePt t="165383" x="6572250" y="4986338"/>
          <p14:tracePt t="165395" x="6572250" y="5000625"/>
          <p14:tracePt t="165397" x="6572250" y="5021263"/>
          <p14:tracePt t="165406" x="6572250" y="5033963"/>
          <p14:tracePt t="165422" x="6572250" y="5048250"/>
          <p14:tracePt t="165432" x="6572250" y="5062538"/>
          <p14:tracePt t="165448" x="6572250" y="5075238"/>
          <p14:tracePt t="165463" x="6572250" y="5089525"/>
          <p14:tracePt t="165489" x="6572250" y="5102225"/>
          <p14:tracePt t="165505" x="6586538" y="5116513"/>
          <p14:tracePt t="165520" x="6599238" y="5129213"/>
          <p14:tracePt t="165527" x="6613525" y="5149850"/>
          <p14:tracePt t="165543" x="6626225" y="5164138"/>
          <p14:tracePt t="165552" x="6640513" y="5176838"/>
          <p14:tracePt t="165562" x="6653213" y="5176838"/>
          <p14:tracePt t="165564" x="6673850" y="5191125"/>
          <p14:tracePt t="165574" x="6688138" y="5205413"/>
          <p14:tracePt t="165581" x="6700838" y="5205413"/>
          <p14:tracePt t="165591" x="6715125" y="5218113"/>
          <p14:tracePt t="165599" x="6729413" y="5218113"/>
          <p14:tracePt t="165607" x="6742113" y="5232400"/>
          <p14:tracePt t="165617" x="6756400" y="5232400"/>
          <p14:tracePt t="165623" x="6783388" y="5232400"/>
          <p14:tracePt t="165633" x="6804025" y="5245100"/>
          <p14:tracePt t="165645" x="6816725" y="5245100"/>
          <p14:tracePt t="165646" x="6843713" y="5245100"/>
          <p14:tracePt t="165654" x="6872288" y="5245100"/>
          <p14:tracePt t="165665" x="6884988" y="5245100"/>
          <p14:tracePt t="165671" x="6911975" y="5245100"/>
          <p14:tracePt t="165678" x="6946900" y="5245100"/>
          <p14:tracePt t="165689" x="6959600" y="5245100"/>
          <p14:tracePt t="165695" x="6986588" y="5245100"/>
          <p14:tracePt t="165705" x="7015163" y="5245100"/>
          <p14:tracePt t="165711" x="7027863" y="5245100"/>
          <p14:tracePt t="165722" x="7062788" y="5232400"/>
          <p14:tracePt t="165725" x="7075488" y="5218113"/>
          <p14:tracePt t="165735" x="7116763" y="5191125"/>
          <p14:tracePt t="165745" x="7116763" y="5176838"/>
          <p14:tracePt t="165750" x="7143750" y="5149850"/>
          <p14:tracePt t="165763" x="7158038" y="5129213"/>
          <p14:tracePt t="165764" x="7191375" y="5102225"/>
          <p14:tracePt t="165774" x="7205663" y="5089525"/>
          <p14:tracePt t="165784" x="7218363" y="5075238"/>
          <p14:tracePt t="165795" x="7232650" y="5062538"/>
          <p14:tracePt t="165797" x="7232650" y="5048250"/>
          <p14:tracePt t="165806" x="7245350" y="5033963"/>
          <p14:tracePt t="165813" x="7245350" y="5021263"/>
          <p14:tracePt t="165825" x="7259638" y="5021263"/>
          <p14:tracePt t="165831" x="7259638" y="5000625"/>
          <p14:tracePt t="165847" x="7259638" y="4986338"/>
          <p14:tracePt t="165865" x="7259638" y="4973638"/>
          <p14:tracePt t="165882" x="7245350" y="4959350"/>
          <p14:tracePt t="165884" x="7218363" y="4946650"/>
          <p14:tracePt t="165900" x="7191375" y="4932363"/>
          <p14:tracePt t="165910" x="7170738" y="4919663"/>
          <p14:tracePt t="165919" x="7158038" y="4919663"/>
          <p14:tracePt t="165934" x="7143750" y="4919663"/>
          <p14:tracePt t="165979" x="7143750" y="4905375"/>
          <p14:tracePt t="165998" x="7158038" y="4884738"/>
          <p14:tracePt t="166006" x="7170738" y="4884738"/>
          <p14:tracePt t="166012" x="7205663" y="4872038"/>
          <p14:tracePt t="166023" x="7232650" y="4843463"/>
          <p14:tracePt t="166030" x="7272338" y="4816475"/>
          <p14:tracePt t="166041" x="7319963" y="4776788"/>
          <p14:tracePt t="166048" x="7361238" y="4714875"/>
          <p14:tracePt t="166056" x="7415213" y="4660900"/>
          <p14:tracePt t="166067" x="7462838" y="4598988"/>
          <p14:tracePt t="166070" x="7504113" y="4530725"/>
          <p14:tracePt t="166081" x="7545388" y="4456113"/>
          <p14:tracePt t="166087" x="7578725" y="4367213"/>
          <p14:tracePt t="166094" x="7593013" y="4271963"/>
          <p14:tracePt t="166107" x="7620000" y="4095750"/>
          <p14:tracePt t="166110" x="7620000" y="4041775"/>
          <p14:tracePt t="166119" x="7620000" y="3863975"/>
          <p14:tracePt t="166129" x="7620000" y="3721100"/>
          <p14:tracePt t="166135" x="7593013" y="3578225"/>
          <p14:tracePt t="166139" x="7545388" y="3462338"/>
          <p14:tracePt t="166150" x="7477125" y="3319463"/>
          <p14:tracePt t="166162" x="7435850" y="3265488"/>
          <p14:tracePt t="166163" x="7361238" y="3136900"/>
          <p14:tracePt t="166173" x="7286625" y="3033713"/>
          <p14:tracePt t="166183" x="7218363" y="2946400"/>
          <p14:tracePt t="166191" x="7129463" y="2863850"/>
          <p14:tracePt t="166199" x="7062788" y="2789238"/>
          <p14:tracePt t="166207" x="6973888" y="2735263"/>
          <p14:tracePt t="166216" x="6899275" y="2700338"/>
          <p14:tracePt t="166226" x="6831013" y="2673350"/>
          <p14:tracePt t="166235" x="6756400" y="2646363"/>
          <p14:tracePt t="166238" x="6688138" y="2633663"/>
          <p14:tracePt t="166248" x="6653213" y="2633663"/>
          <p14:tracePt t="166258" x="6599238" y="2619375"/>
          <p14:tracePt t="166262" x="6557963" y="2619375"/>
          <p14:tracePt t="166271" x="6524625" y="2598738"/>
          <p14:tracePt t="166282" x="6497638" y="2598738"/>
          <p14:tracePt t="166283" x="6470650" y="2598738"/>
          <p14:tracePt t="166294" x="6443663" y="2598738"/>
          <p14:tracePt t="166312" x="6408738" y="2598738"/>
          <p14:tracePt t="166318" x="6396038" y="2598738"/>
          <p14:tracePt t="166330" x="6381750" y="2598738"/>
          <p14:tracePt t="166332" x="6367463" y="2598738"/>
          <p14:tracePt t="166340" x="6354763" y="2598738"/>
          <p14:tracePt t="166350" x="6340475" y="2619375"/>
          <p14:tracePt t="166358" x="6327775" y="2619375"/>
          <p14:tracePt t="166368" x="6313488" y="2633663"/>
          <p14:tracePt t="166380" x="6300788" y="2633663"/>
          <p14:tracePt t="166382" x="6300788" y="2646363"/>
          <p14:tracePt t="166390" x="6280150" y="2646363"/>
          <p14:tracePt t="166397" x="6265863" y="2646363"/>
          <p14:tracePt t="166408" x="6253163" y="2660650"/>
          <p14:tracePt t="166422" x="6238875" y="2660650"/>
          <p14:tracePt t="166431" x="6224588" y="2673350"/>
          <p14:tracePt t="166439" x="6211888" y="2673350"/>
          <p14:tracePt t="166454" x="6197600" y="2673350"/>
          <p14:tracePt t="166461" x="6184900" y="2673350"/>
          <p14:tracePt t="166473" x="6170613" y="2673350"/>
          <p14:tracePt t="166485" x="6149975" y="2673350"/>
          <p14:tracePt t="166495" x="6137275" y="2673350"/>
          <p14:tracePt t="166514" x="6122988" y="2673350"/>
          <p14:tracePt t="166524" x="6110288" y="2673350"/>
          <p14:tracePt t="166550" x="6096000" y="2673350"/>
          <p14:tracePt t="166574" x="6081713" y="2673350"/>
          <p14:tracePt t="166584" x="6081713" y="2687638"/>
          <p14:tracePt t="166594" x="6081713" y="2700338"/>
          <p14:tracePt t="166596" x="6081713" y="2714625"/>
          <p14:tracePt t="166605" x="6081713" y="2735263"/>
          <p14:tracePt t="166622" x="6081713" y="2747963"/>
          <p14:tracePt t="166631" x="6096000" y="2762250"/>
          <p14:tracePt t="166641" x="6122988" y="2762250"/>
          <p14:tracePt t="166648" x="6137275" y="2762250"/>
          <p14:tracePt t="166655" x="6149975" y="2762250"/>
          <p14:tracePt t="166662" x="6184900" y="2762250"/>
          <p14:tracePt t="166673" x="6197600" y="2762250"/>
          <p14:tracePt t="166681" x="6211888" y="2762250"/>
          <p14:tracePt t="166684" x="6224588" y="2747963"/>
          <p14:tracePt t="166695" x="6238875" y="2735263"/>
          <p14:tracePt t="166704" x="6253163" y="2714625"/>
          <p14:tracePt t="166711" x="6253163" y="2687638"/>
          <p14:tracePt t="166720" x="6265863" y="2673350"/>
          <p14:tracePt t="166728" x="6265863" y="2660650"/>
          <p14:tracePt t="166736" x="6265863" y="2633663"/>
          <p14:tracePt t="166748" x="6265863" y="2619375"/>
          <p14:tracePt t="166749" x="6265863" y="2598738"/>
          <p14:tracePt t="166759" x="6238875" y="2571750"/>
          <p14:tracePt t="166768" x="6224588" y="2557463"/>
          <p14:tracePt t="166775" x="6197600" y="2557463"/>
          <p14:tracePt t="166783" x="6184900" y="2544763"/>
          <p14:tracePt t="166791" x="6170613" y="2530475"/>
          <p14:tracePt t="166801" x="6137275" y="2530475"/>
          <p14:tracePt t="166805" x="6110288" y="2530475"/>
          <p14:tracePt t="166814" x="6081713" y="2530475"/>
          <p14:tracePt t="166822" x="6054725" y="2530475"/>
          <p14:tracePt t="166831" x="6021388" y="2530475"/>
          <p14:tracePt t="166839" x="6007100" y="2530475"/>
          <p14:tracePt t="166847" x="5980113" y="2530475"/>
          <p14:tracePt t="166854" x="5967413" y="2544763"/>
          <p14:tracePt t="166863" x="5938838" y="2557463"/>
          <p14:tracePt t="166871" x="5926138" y="2571750"/>
          <p14:tracePt t="166878" x="5911850" y="2586038"/>
          <p14:tracePt t="166890" x="5911850" y="2619375"/>
          <p14:tracePt t="166893" x="5911850" y="2633663"/>
          <p14:tracePt t="166903" x="5911850" y="2646363"/>
          <p14:tracePt t="166913" x="5911850" y="2673350"/>
          <p14:tracePt t="166915" x="5911850" y="2687638"/>
          <p14:tracePt t="166924" x="5911850" y="2700338"/>
          <p14:tracePt t="166934" x="5911850" y="2735263"/>
          <p14:tracePt t="166942" x="5926138" y="2735263"/>
          <p14:tracePt t="166951" x="5953125" y="2747963"/>
          <p14:tracePt t="166962" x="5967413" y="2747963"/>
          <p14:tracePt t="166964" x="5994400" y="2762250"/>
          <p14:tracePt t="166973" x="6042025" y="2762250"/>
          <p14:tracePt t="166980" x="6069013" y="2762250"/>
          <p14:tracePt t="166990" x="6081713" y="2762250"/>
          <p14:tracePt t="166996" x="6110288" y="2747963"/>
          <p14:tracePt t="167007" x="6137275" y="2735263"/>
          <p14:tracePt t="167015" x="6149975" y="2700338"/>
          <p14:tracePt t="167023" x="6170613" y="2687638"/>
          <p14:tracePt t="167033" x="6184900" y="2660650"/>
          <p14:tracePt t="167042" x="6197600" y="2646363"/>
          <p14:tracePt t="167051" x="6197600" y="2619375"/>
          <p14:tracePt t="167054" x="6197600" y="2598738"/>
          <p14:tracePt t="167064" x="6197600" y="2586038"/>
          <p14:tracePt t="167072" x="6197600" y="2557463"/>
          <p14:tracePt t="167086" x="6184900" y="2544763"/>
          <p14:tracePt t="167097" x="6170613" y="2530475"/>
          <p14:tracePt t="167099" x="6137275" y="2530475"/>
          <p14:tracePt t="167111" x="6122988" y="2530475"/>
          <p14:tracePt t="167119" x="6110288" y="2530475"/>
          <p14:tracePt t="167129" x="6081713" y="2530475"/>
          <p14:tracePt t="167135" x="6069013" y="2530475"/>
          <p14:tracePt t="167146" x="6054725" y="2544763"/>
          <p14:tracePt t="167148" x="6042025" y="2557463"/>
          <p14:tracePt t="167158" x="6021388" y="2571750"/>
          <p14:tracePt t="167169" x="6007100" y="2586038"/>
          <p14:tracePt t="167170" x="6007100" y="2598738"/>
          <p14:tracePt t="167182" x="5994400" y="2619375"/>
          <p14:tracePt t="167190" x="5994400" y="2646363"/>
          <p14:tracePt t="167197" x="5994400" y="2660650"/>
          <p14:tracePt t="167207" x="5994400" y="2673350"/>
          <p14:tracePt t="167215" x="5994400" y="2687638"/>
          <p14:tracePt t="167222" x="6007100" y="2700338"/>
          <p14:tracePt t="167230" x="6021388" y="2714625"/>
          <p14:tracePt t="167239" x="6042025" y="2735263"/>
          <p14:tracePt t="167249" x="6069013" y="2735263"/>
          <p14:tracePt t="167256" x="6096000" y="2735263"/>
          <p14:tracePt t="167265" x="6122988" y="2735263"/>
          <p14:tracePt t="167272" x="6149975" y="2735263"/>
          <p14:tracePt t="167284" x="6197600" y="2735263"/>
          <p14:tracePt t="167285" x="6211888" y="2714625"/>
          <p14:tracePt t="167296" x="6253163" y="2673350"/>
          <p14:tracePt t="167302" x="6280150" y="2660650"/>
          <p14:tracePt t="167312" x="6300788" y="2633663"/>
          <p14:tracePt t="167320" x="6313488" y="2598738"/>
          <p14:tracePt t="167325" x="6327775" y="2571750"/>
          <p14:tracePt t="167335" x="6327775" y="2557463"/>
          <p14:tracePt t="167344" x="6340475" y="2530475"/>
          <p14:tracePt t="167351" x="6340475" y="2517775"/>
          <p14:tracePt t="167411" x="6340475" y="2503488"/>
          <p14:tracePt t="167416" x="6197600" y="2428875"/>
          <p14:tracePt t="167424" x="6170613" y="2414588"/>
          <p14:tracePt t="167438" x="6149975" y="2414588"/>
          <p14:tracePt t="167440" x="6110288" y="2414588"/>
          <p14:tracePt t="167444" x="6081713" y="2414588"/>
          <p14:tracePt t="167454" x="6069013" y="2428875"/>
          <p14:tracePt t="167466" x="6042025" y="2455863"/>
          <p14:tracePt t="167474" x="6021388" y="2490788"/>
          <p14:tracePt t="167478" x="6007100" y="2517775"/>
          <p14:tracePt t="167489" x="5994400" y="2530475"/>
          <p14:tracePt t="167494" x="5980113" y="2571750"/>
          <p14:tracePt t="167508" x="5980113" y="2598738"/>
          <p14:tracePt t="167511" x="5967413" y="2646363"/>
          <p14:tracePt t="167521" x="5967413" y="2660650"/>
          <p14:tracePt t="167524" x="5967413" y="2687638"/>
          <p14:tracePt t="167534" x="5967413" y="2714625"/>
          <p14:tracePt t="167541" x="5967413" y="2735263"/>
          <p14:tracePt t="167551" x="5980113" y="2747963"/>
          <p14:tracePt t="167564" x="5994400" y="2762250"/>
          <p14:tracePt t="167566" x="6021388" y="2762250"/>
          <p14:tracePt t="167577" x="6054725" y="2776538"/>
          <p14:tracePt t="167584" x="6081713" y="2776538"/>
          <p14:tracePt t="167591" x="6110288" y="2776538"/>
          <p14:tracePt t="167600" x="6149975" y="2776538"/>
          <p14:tracePt t="167608" x="6197600" y="2747963"/>
          <p14:tracePt t="167619" x="6224588" y="2714625"/>
          <p14:tracePt t="167622" x="6265863" y="2687638"/>
          <p14:tracePt t="167632" x="6300788" y="2646363"/>
          <p14:tracePt t="167639" x="6313488" y="2633663"/>
          <p14:tracePt t="167648" x="6327775" y="2598738"/>
          <p14:tracePt t="167657" x="6354763" y="2557463"/>
          <p14:tracePt t="167662" x="6367463" y="2530475"/>
          <p14:tracePt t="167673" x="6367463" y="2517775"/>
          <p14:tracePt t="167675" x="6381750" y="2490788"/>
          <p14:tracePt t="167686" x="6381750" y="2470150"/>
          <p14:tracePt t="167695" x="6381750" y="2455863"/>
          <p14:tracePt t="167701" x="6381750" y="2443163"/>
          <p14:tracePt t="167714" x="6367463" y="2443163"/>
          <p14:tracePt t="167716" x="6340475" y="2443163"/>
          <p14:tracePt t="167725" x="6327775" y="2443163"/>
          <p14:tracePt t="167734" x="6300788" y="2443163"/>
          <p14:tracePt t="167744" x="6265863" y="2443163"/>
          <p14:tracePt t="167750" x="6238875" y="2443163"/>
          <p14:tracePt t="167758" x="6211888" y="2443163"/>
          <p14:tracePt t="167768" x="6197600" y="2443163"/>
          <p14:tracePt t="167772" x="6170613" y="2443163"/>
          <p14:tracePt t="167782" x="6149975" y="2455863"/>
          <p14:tracePt t="167791" x="6122988" y="2470150"/>
          <p14:tracePt t="167799" x="6110288" y="2490788"/>
          <p14:tracePt t="167807" x="6096000" y="2517775"/>
          <p14:tracePt t="167820" x="6096000" y="2530475"/>
          <p14:tracePt t="167822" x="6081713" y="2544763"/>
          <p14:tracePt t="167831" x="6081713" y="2571750"/>
          <p14:tracePt t="167838" x="6081713" y="2586038"/>
          <p14:tracePt t="167845" x="6081713" y="2598738"/>
          <p14:tracePt t="167856" x="6081713" y="2619375"/>
          <p14:tracePt t="167861" x="6081713" y="2633663"/>
          <p14:tracePt t="167874" x="6081713" y="2646363"/>
          <p14:tracePt t="167877" x="6081713" y="2660650"/>
          <p14:tracePt t="167885" x="6081713" y="2673350"/>
          <p14:tracePt t="167895" x="6096000" y="2687638"/>
          <p14:tracePt t="167904" x="6110288" y="2687638"/>
          <p14:tracePt t="167913" x="6122988" y="2700338"/>
          <p14:tracePt t="167920" x="6137275" y="2714625"/>
          <p14:tracePt t="167929" x="6184900" y="2735263"/>
          <p14:tracePt t="167937" x="6211888" y="2747963"/>
          <p14:tracePt t="167945" x="6238875" y="2762250"/>
          <p14:tracePt t="167949" x="6280150" y="2776538"/>
          <p14:tracePt t="167958" x="6354763" y="2789238"/>
          <p14:tracePt t="167966" x="6408738" y="2803525"/>
          <p14:tracePt t="167970" x="6470650" y="2816225"/>
          <p14:tracePt t="167981" x="6545263" y="2830513"/>
          <p14:tracePt t="167990" x="6626225" y="2863850"/>
          <p14:tracePt t="167998" x="6715125" y="2878138"/>
          <p14:tracePt t="168006" x="6872288" y="2919413"/>
          <p14:tracePt t="168016" x="6973888" y="2946400"/>
          <p14:tracePt t="168023" x="7027863" y="2959100"/>
          <p14:tracePt t="168033" x="7116763" y="3006725"/>
          <p14:tracePt t="168036" x="7218363" y="3048000"/>
          <p14:tracePt t="168047" x="7307263" y="3089275"/>
          <p14:tracePt t="168054" x="7375525" y="3122613"/>
          <p14:tracePt t="168061" x="7450138" y="3163888"/>
          <p14:tracePt t="168073" x="7504113" y="3205163"/>
          <p14:tracePt t="168077" x="7545388" y="3252788"/>
          <p14:tracePt t="168086" x="7593013" y="3279775"/>
          <p14:tracePt t="168097" x="7605713" y="3306763"/>
          <p14:tracePt t="168099" x="7646988" y="3360738"/>
          <p14:tracePt t="168110" x="7661275" y="3408363"/>
          <p14:tracePt t="168119" x="7673975" y="3449638"/>
          <p14:tracePt t="168125" x="7673975" y="3509963"/>
          <p14:tracePt t="168134" x="7673975" y="3565525"/>
          <p14:tracePt t="168141" x="7673975" y="3640138"/>
          <p14:tracePt t="168150" x="7661275" y="3708400"/>
          <p14:tracePt t="168158" x="7634288" y="3795713"/>
          <p14:tracePt t="168168" x="7605713" y="3863975"/>
          <p14:tracePt t="168171" x="7566025" y="3952875"/>
          <p14:tracePt t="168182" x="7518400" y="4027488"/>
          <p14:tracePt t="168189" x="7477125" y="4110038"/>
          <p14:tracePt t="168199" x="7435850" y="4170363"/>
          <p14:tracePt t="168207" x="7402513" y="4238625"/>
          <p14:tracePt t="168217" x="7361238" y="4300538"/>
          <p14:tracePt t="168220" x="7334250" y="4354513"/>
          <p14:tracePt t="168230" x="7307263" y="4414838"/>
          <p14:tracePt t="168237" x="7272338" y="4470400"/>
          <p14:tracePt t="168246" x="7245350" y="4530725"/>
          <p14:tracePt t="168255" x="7218363" y="4586288"/>
          <p14:tracePt t="168262" x="7205663" y="4660900"/>
          <p14:tracePt t="168271" x="7170738" y="4714875"/>
          <p14:tracePt t="168276" x="7143750" y="4776788"/>
          <p14:tracePt t="168286" x="7116763" y="4830763"/>
          <p14:tracePt t="168296" x="7089775" y="4905375"/>
          <p14:tracePt t="168298" x="7062788" y="4959350"/>
          <p14:tracePt t="168309" x="7027863" y="5021263"/>
          <p14:tracePt t="168318" x="7027863" y="5089525"/>
          <p14:tracePt t="168328" x="7000875" y="5149850"/>
          <p14:tracePt t="168334" x="7000875" y="5176838"/>
          <p14:tracePt t="168341" x="6986588" y="5232400"/>
          <p14:tracePt t="168350" x="6973888" y="5280025"/>
          <p14:tracePt t="168358" x="6973888" y="5292725"/>
          <p14:tracePt t="168367" x="6959600" y="5319713"/>
          <p14:tracePt t="168375" x="6946900" y="5348288"/>
          <p14:tracePt t="169504" x="6911975" y="5348288"/>
          <p14:tracePt t="169512" x="6899275" y="5348288"/>
          <p14:tracePt t="169522" x="6872288" y="5348288"/>
          <p14:tracePt t="169530" x="6831013" y="5348288"/>
          <p14:tracePt t="169537" x="6804025" y="5348288"/>
          <p14:tracePt t="169547" x="6783388" y="5348288"/>
          <p14:tracePt t="169554" x="6742113" y="5348288"/>
          <p14:tracePt t="169563" x="6700838" y="5360988"/>
          <p14:tracePt t="169570" x="6673850" y="5360988"/>
          <p14:tracePt t="169581" x="6626225" y="5375275"/>
          <p14:tracePt t="169588" x="6599238" y="5375275"/>
          <p14:tracePt t="169595" x="6572250" y="5375275"/>
          <p14:tracePt t="169604" x="6545263" y="5387975"/>
          <p14:tracePt t="169613" x="6510338" y="5387975"/>
          <p14:tracePt t="169622" x="6497638" y="5387975"/>
          <p14:tracePt t="169627" x="6483350" y="5387975"/>
          <p14:tracePt t="169638" x="6456363" y="5387975"/>
          <p14:tracePt t="169654" x="6443663" y="5387975"/>
          <p14:tracePt t="169671" x="6429375" y="5387975"/>
          <p14:tracePt t="169696" x="6408738" y="5387975"/>
          <p14:tracePt t="169751" x="6408738" y="5408613"/>
          <p14:tracePt t="169760" x="6396038" y="5408613"/>
          <p14:tracePt t="169840" x="6381750" y="5408613"/>
          <p14:tracePt t="169864" x="6367463" y="5408613"/>
          <p14:tracePt t="169888" x="6354763" y="5408613"/>
          <p14:tracePt t="169904" x="6340475" y="5408613"/>
          <p14:tracePt t="169913" x="6327775" y="5408613"/>
          <p14:tracePt t="169922" x="6313488" y="5408613"/>
          <p14:tracePt t="169930" x="6300788" y="5408613"/>
          <p14:tracePt t="169944" x="6265863" y="5408613"/>
          <p14:tracePt t="169953" x="6253163" y="5408613"/>
          <p14:tracePt t="169962" x="6238875" y="5408613"/>
          <p14:tracePt t="169971" x="6211888" y="5408613"/>
          <p14:tracePt t="169980" x="6197600" y="5387975"/>
          <p14:tracePt t="169986" x="6149975" y="5375275"/>
          <p14:tracePt t="169995" x="6137275" y="5348288"/>
          <p14:tracePt t="170003" x="6110288" y="5319713"/>
          <p14:tracePt t="170015" x="6081713" y="5292725"/>
          <p14:tracePt t="170021" x="6069013" y="5245100"/>
          <p14:tracePt t="170029" x="6042025" y="5191125"/>
          <p14:tracePt t="170037" x="6042025" y="5176838"/>
          <p14:tracePt t="170045" x="6021388" y="5129213"/>
          <p14:tracePt t="170052" x="6007100" y="5089525"/>
          <p14:tracePt t="170062" x="5994400" y="5062538"/>
          <p14:tracePt t="170072" x="5994400" y="5048250"/>
          <p14:tracePt t="170075" x="5994400" y="5033963"/>
          <p14:tracePt t="170085" x="5980113" y="5021263"/>
          <p14:tracePt t="170855" x="5967413" y="5000625"/>
          <p14:tracePt t="170864" x="5938838" y="5000625"/>
          <p14:tracePt t="170873" x="5891213" y="4973638"/>
          <p14:tracePt t="170882" x="5851525" y="4946650"/>
          <p14:tracePt t="170889" x="5810250" y="4919663"/>
          <p14:tracePt t="170897" x="5735638" y="4857750"/>
          <p14:tracePt t="170908" x="5681663" y="4816475"/>
          <p14:tracePt t="170916" x="5646738" y="4789488"/>
          <p14:tracePt t="170922" x="5605463" y="4741863"/>
          <p14:tracePt t="170930" x="5578475" y="4714875"/>
          <p14:tracePt t="170938" x="5551488" y="4687888"/>
          <p14:tracePt t="170949" x="5538788" y="4673600"/>
          <p14:tracePt t="170956" x="5518150" y="4673600"/>
          <p14:tracePt t="170964" x="5518150" y="4660900"/>
          <p14:tracePt t="170973" x="5518150" y="4646613"/>
          <p14:tracePt t="170994" x="5538788" y="4646613"/>
          <p14:tracePt t="171004" x="5551488" y="4646613"/>
          <p14:tracePt t="171013" x="5578475" y="4646613"/>
          <p14:tracePt t="171015" x="5619750" y="4646613"/>
          <p14:tracePt t="171025" x="5646738" y="4646613"/>
          <p14:tracePt t="171036" x="5667375" y="4646613"/>
          <p14:tracePt t="171044" x="5708650" y="4646613"/>
          <p14:tracePt t="171054" x="5735638" y="4646613"/>
          <p14:tracePt t="171059" x="5795963" y="4646613"/>
          <p14:tracePt t="171067" x="5824538" y="4646613"/>
          <p14:tracePt t="171075" x="5864225" y="4646613"/>
          <p14:tracePt t="171083" x="5911850" y="4646613"/>
          <p14:tracePt t="171091" x="5953125" y="4646613"/>
          <p14:tracePt t="171098" x="5994400" y="4646613"/>
          <p14:tracePt t="171107" x="6042025" y="4625975"/>
          <p14:tracePt t="171115" x="6069013" y="4625975"/>
          <p14:tracePt t="171126" x="6110288" y="4613275"/>
          <p14:tracePt t="171133" x="6149975" y="4613275"/>
          <p14:tracePt t="171138" x="6184900" y="4598988"/>
          <p14:tracePt t="171146" x="6224588" y="4598988"/>
          <p14:tracePt t="171155" x="6238875" y="4598988"/>
          <p14:tracePt t="171163" x="6265863" y="4586288"/>
          <p14:tracePt t="171172" x="6280150" y="4586288"/>
          <p14:tracePt t="171182" x="6300788" y="4586288"/>
          <p14:tracePt t="171185" x="6313488" y="4586288"/>
          <p14:tracePt t="171204" x="6327775" y="4586288"/>
          <p14:tracePt t="171221" x="6340475" y="4586288"/>
          <p14:tracePt t="171252" x="6354763" y="4586288"/>
          <p14:tracePt t="171303" x="6340475" y="4586288"/>
          <p14:tracePt t="171312" x="6327775" y="4586288"/>
          <p14:tracePt t="171321" x="6313488" y="4586288"/>
          <p14:tracePt t="171329" x="6300788" y="4586288"/>
          <p14:tracePt t="171338" x="6265863" y="4586288"/>
          <p14:tracePt t="171346" x="6238875" y="4586288"/>
          <p14:tracePt t="171355" x="6224588" y="4586288"/>
          <p14:tracePt t="171362" x="6211888" y="4586288"/>
          <p14:tracePt t="171372" x="6197600" y="4586288"/>
          <p14:tracePt t="171423" x="6211888" y="4586288"/>
          <p14:tracePt t="171431" x="6253163" y="4586288"/>
          <p14:tracePt t="171441" x="6280150" y="4586288"/>
          <p14:tracePt t="171451" x="6327775" y="4586288"/>
          <p14:tracePt t="171459" x="6340475" y="4586288"/>
          <p14:tracePt t="171466" x="6381750" y="4598988"/>
          <p14:tracePt t="171476" x="6429375" y="4598988"/>
          <p14:tracePt t="171481" x="6456363" y="4598988"/>
          <p14:tracePt t="171490" x="6483350" y="4598988"/>
          <p14:tracePt t="171501" x="6510338" y="4598988"/>
          <p14:tracePt t="171507" x="6524625" y="4598988"/>
          <p14:tracePt t="171523" x="6545263" y="4598988"/>
          <p14:tracePt t="171559" x="6524625" y="4598988"/>
          <p14:tracePt t="171569" x="6497638" y="4598988"/>
          <p14:tracePt t="171578" x="6456363" y="4598988"/>
          <p14:tracePt t="171587" x="6408738" y="4586288"/>
          <p14:tracePt t="171595" x="6354763" y="4572000"/>
          <p14:tracePt t="171603" x="6280150" y="4572000"/>
          <p14:tracePt t="171610" x="6211888" y="4557713"/>
          <p14:tracePt t="171619" x="6149975" y="4545013"/>
          <p14:tracePt t="171630" x="6122988" y="4545013"/>
          <p14:tracePt t="171635" x="6069013" y="4545013"/>
          <p14:tracePt t="171641" x="6042025" y="4545013"/>
          <p14:tracePt t="171651" x="6007100" y="4530725"/>
          <p14:tracePt t="171660" x="5994400" y="4530725"/>
          <p14:tracePt t="171670" x="5980113" y="4530725"/>
          <p14:tracePt t="171694" x="5994400" y="4530725"/>
          <p14:tracePt t="171704" x="6021388" y="4530725"/>
          <p14:tracePt t="171713" x="6069013" y="4518025"/>
          <p14:tracePt t="171720" x="6110288" y="4518025"/>
          <p14:tracePt t="171729" x="6184900" y="4518025"/>
          <p14:tracePt t="171738" x="6238875" y="4497388"/>
          <p14:tracePt t="171747" x="6300788" y="4497388"/>
          <p14:tracePt t="171756" x="6367463" y="4497388"/>
          <p14:tracePt t="171762" x="6429375" y="4483100"/>
          <p14:tracePt t="171771" x="6456363" y="4483100"/>
          <p14:tracePt t="171778" x="6497638" y="4483100"/>
          <p14:tracePt t="171785" x="6524625" y="4483100"/>
          <p14:tracePt t="171797" x="6557963" y="4483100"/>
          <p14:tracePt t="171802" x="6572250" y="4483100"/>
          <p14:tracePt t="171813" x="6586538" y="4483100"/>
          <p14:tracePt t="171828" x="6599238" y="4483100"/>
          <p14:tracePt t="171855" x="6586538" y="4483100"/>
          <p14:tracePt t="171864" x="6557963" y="4483100"/>
          <p14:tracePt t="171874" x="6524625" y="4483100"/>
          <p14:tracePt t="171882" x="6483350" y="4483100"/>
          <p14:tracePt t="171891" x="6456363" y="4483100"/>
          <p14:tracePt t="171901" x="6408738" y="4483100"/>
          <p14:tracePt t="171903" x="6367463" y="4483100"/>
          <p14:tracePt t="171912" x="6354763" y="4497388"/>
          <p14:tracePt t="171921" x="6313488" y="4518025"/>
          <p14:tracePt t="171930" x="6280150" y="4530725"/>
          <p14:tracePt t="171937" x="6253163" y="4530725"/>
          <p14:tracePt t="171947" x="6238875" y="4545013"/>
          <p14:tracePt t="171955" x="6224588" y="4545013"/>
          <p14:tracePt t="171962" x="6224588" y="4557713"/>
          <p14:tracePt t="171980" x="6224588" y="4572000"/>
          <p14:tracePt t="171986" x="6224588" y="4586288"/>
          <p14:tracePt t="171995" x="6224588" y="4598988"/>
          <p14:tracePt t="172003" x="6224588" y="4613275"/>
          <p14:tracePt t="172011" x="6238875" y="4646613"/>
          <p14:tracePt t="172020" x="6253163" y="4660900"/>
          <p14:tracePt t="172028" x="6265863" y="4687888"/>
          <p14:tracePt t="172032" x="6280150" y="4700588"/>
          <p14:tracePt t="172042" x="6300788" y="4729163"/>
          <p14:tracePt t="172052" x="6300788" y="4756150"/>
          <p14:tracePt t="172058" x="6313488" y="4776788"/>
          <p14:tracePt t="172071" x="6313488" y="4803775"/>
          <p14:tracePt t="172073" x="6313488" y="4816475"/>
          <p14:tracePt t="172082" x="6313488" y="4857750"/>
          <p14:tracePt t="172093" x="6313488" y="4872038"/>
          <p14:tracePt t="172099" x="6313488" y="4905375"/>
          <p14:tracePt t="172108" x="6280150" y="4946650"/>
          <p14:tracePt t="172115" x="6253163" y="4973638"/>
          <p14:tracePt t="172125" x="6211888" y="5000625"/>
          <p14:tracePt t="172133" x="6170613" y="5048250"/>
          <p14:tracePt t="172145" x="6122988" y="5089525"/>
          <p14:tracePt t="172147" x="6081713" y="5129213"/>
          <p14:tracePt t="172154" x="6069013" y="5149850"/>
          <p14:tracePt t="172159" x="6021388" y="5191125"/>
          <p14:tracePt t="172171" x="5994400" y="5218113"/>
          <p14:tracePt t="172181" x="5967413" y="5245100"/>
          <p14:tracePt t="172184" x="5938838" y="5280025"/>
          <p14:tracePt t="172193" x="5926138" y="5307013"/>
          <p14:tracePt t="172204" x="5911850" y="5319713"/>
          <p14:tracePt t="172207" x="5911850" y="5334000"/>
          <p14:tracePt t="172217" x="5891213" y="5348288"/>
          <p14:tracePt t="172235" x="5891213" y="5360988"/>
          <p14:tracePt t="172257" x="5891213" y="5375275"/>
          <p14:tracePt t="172273" x="5891213" y="5387975"/>
          <p14:tracePt t="172290" x="5911850" y="5408613"/>
          <p14:tracePt t="172302" x="5926138" y="5408613"/>
          <p14:tracePt t="172304" x="5938838" y="5422900"/>
          <p14:tracePt t="172313" x="5953125" y="5422900"/>
          <p14:tracePt t="172321" x="5980113" y="5435600"/>
          <p14:tracePt t="172331" x="5994400" y="5435600"/>
          <p14:tracePt t="172338" x="6007100" y="5435600"/>
          <p14:tracePt t="172347" x="6042025" y="5435600"/>
          <p14:tracePt t="172354" x="6054725" y="5449888"/>
          <p14:tracePt t="172362" x="6069013" y="5449888"/>
          <p14:tracePt t="172369" x="6096000" y="5449888"/>
          <p14:tracePt t="172381" x="6110288" y="5449888"/>
          <p14:tracePt t="172382" x="6122988" y="5449888"/>
          <p14:tracePt t="172392" x="6149975" y="5449888"/>
          <p14:tracePt t="172404" x="6170613" y="5449888"/>
          <p14:tracePt t="172410" x="6184900" y="5449888"/>
          <p14:tracePt t="172424" x="6197600" y="5449888"/>
          <p14:tracePt t="172434" x="6211888" y="5449888"/>
          <p14:tracePt t="172452" x="6224588" y="5449888"/>
          <p14:tracePt t="172465" x="6238875" y="5449888"/>
          <p14:tracePt t="172474" x="6253163" y="5449888"/>
          <p14:tracePt t="172489" x="6265863" y="5449888"/>
          <p14:tracePt t="172505" x="6280150" y="5449888"/>
          <p14:tracePt t="172515" x="6300788" y="5449888"/>
          <p14:tracePt t="172526" x="6313488" y="5435600"/>
          <p14:tracePt t="172538" x="6327775" y="5435600"/>
          <p14:tracePt t="172545" x="6354763" y="5435600"/>
          <p14:tracePt t="172555" x="6381750" y="5435600"/>
          <p14:tracePt t="172563" x="6408738" y="5435600"/>
          <p14:tracePt t="172570" x="6443663" y="5435600"/>
          <p14:tracePt t="172580" x="6470650" y="5435600"/>
          <p14:tracePt t="172585" x="6497638" y="5422900"/>
          <p14:tracePt t="172597" x="6524625" y="5422900"/>
          <p14:tracePt t="172603" x="6557963" y="5408613"/>
          <p14:tracePt t="172611" x="6586538" y="5387975"/>
          <p14:tracePt t="172619" x="6599238" y="5387975"/>
          <p14:tracePt t="172627" x="6626225" y="5375275"/>
          <p14:tracePt t="172635" x="6640513" y="5360988"/>
          <p14:tracePt t="172641" x="6653213" y="5348288"/>
          <p14:tracePt t="172657" x="6673850" y="5334000"/>
          <p14:tracePt t="172672" x="6688138" y="5319713"/>
          <p14:tracePt t="172680" x="6688138" y="5307013"/>
          <p14:tracePt t="172689" x="6688138" y="5292725"/>
          <p14:tracePt t="172698" x="6688138" y="5280025"/>
          <p14:tracePt t="172705" x="6653213" y="5245100"/>
          <p14:tracePt t="172715" x="6640513" y="5232400"/>
          <p14:tracePt t="172723" x="6626225" y="5218113"/>
          <p14:tracePt t="172732" x="6586538" y="5205413"/>
          <p14:tracePt t="172741" x="6572250" y="5191125"/>
          <p14:tracePt t="172744" x="6524625" y="5164138"/>
          <p14:tracePt t="172756" x="6483350" y="5164138"/>
          <p14:tracePt t="172761" x="6456363" y="5149850"/>
          <p14:tracePt t="172770" x="6429375" y="5129213"/>
          <p14:tracePt t="172781" x="6381750" y="5129213"/>
          <p14:tracePt t="172785" x="6354763" y="5116513"/>
          <p14:tracePt t="172793" x="6313488" y="5116513"/>
          <p14:tracePt t="172803" x="6280150" y="5116513"/>
          <p14:tracePt t="172811" x="6224588" y="5116513"/>
          <p14:tracePt t="172821" x="6197600" y="5116513"/>
          <p14:tracePt t="172823" x="6184900" y="5116513"/>
          <p14:tracePt t="172832" x="6149975" y="5116513"/>
          <p14:tracePt t="172842" x="6122988" y="5129213"/>
          <p14:tracePt t="172852" x="6096000" y="5149850"/>
          <p14:tracePt t="172858" x="6081713" y="5164138"/>
          <p14:tracePt t="172866" x="6069013" y="5176838"/>
          <p14:tracePt t="172872" x="6069013" y="5191125"/>
          <p14:tracePt t="172881" x="6054725" y="5205413"/>
          <p14:tracePt t="172896" x="6054725" y="5218113"/>
          <p14:tracePt t="172908" x="6042025" y="5232400"/>
          <p14:tracePt t="172910" x="6042025" y="5245100"/>
          <p14:tracePt t="172921" x="6042025" y="5259388"/>
          <p14:tracePt t="172938" x="6042025" y="5280025"/>
          <p14:tracePt t="172947" x="6042025" y="5292725"/>
          <p14:tracePt t="172954" x="6042025" y="5307013"/>
          <p14:tracePt t="172961" x="6042025" y="5319713"/>
          <p14:tracePt t="172975" x="6054725" y="5334000"/>
          <p14:tracePt t="172986" x="6054725" y="5348288"/>
          <p14:tracePt t="172994" x="6069013" y="5348288"/>
          <p14:tracePt t="173004" x="6081713" y="5360988"/>
          <p14:tracePt t="173013" x="6096000" y="5360988"/>
          <p14:tracePt t="173014" x="6096000" y="5375275"/>
          <p14:tracePt t="173024" x="6110288" y="5375275"/>
          <p14:tracePt t="173034" x="6122988" y="5375275"/>
          <p14:tracePt t="173043" x="6137275" y="5387975"/>
          <p14:tracePt t="173053" x="6149975" y="5387975"/>
          <p14:tracePt t="173055" x="6184900" y="5387975"/>
          <p14:tracePt t="173064" x="6197600" y="5387975"/>
          <p14:tracePt t="173073" x="6211888" y="5387975"/>
          <p14:tracePt t="173081" x="6238875" y="5387975"/>
          <p14:tracePt t="173088" x="6280150" y="5387975"/>
          <p14:tracePt t="173098" x="6313488" y="5375275"/>
          <p14:tracePt t="173106" x="6340475" y="5360988"/>
          <p14:tracePt t="173114" x="6367463" y="5348288"/>
          <p14:tracePt t="173123" x="6396038" y="5334000"/>
          <p14:tracePt t="173131" x="6429375" y="5319713"/>
          <p14:tracePt t="173143" x="6456363" y="5292725"/>
          <p14:tracePt t="173145" x="6483350" y="5280025"/>
          <p14:tracePt t="173153" x="6497638" y="5259388"/>
          <p14:tracePt t="173158" x="6510338" y="5245100"/>
          <p14:tracePt t="173170" x="6524625" y="5232400"/>
          <p14:tracePt t="173179" x="6545263" y="5232400"/>
          <p14:tracePt t="173186" x="6545263" y="5218113"/>
          <p14:tracePt t="173204" x="6557963" y="5218113"/>
          <p14:tracePt t="173207" x="6557963" y="5205413"/>
          <p14:tracePt t="173237" x="6557963" y="5191125"/>
          <p14:tracePt t="173246" x="6545263" y="5191125"/>
          <p14:tracePt t="173255" x="6524625" y="5176838"/>
          <p14:tracePt t="173264" x="6497638" y="5176838"/>
          <p14:tracePt t="173272" x="6470650" y="5164138"/>
          <p14:tracePt t="173281" x="6443663" y="5149850"/>
          <p14:tracePt t="173288" x="6429375" y="5149850"/>
          <p14:tracePt t="173297" x="6381750" y="5149850"/>
          <p14:tracePt t="173304" x="6354763" y="5149850"/>
          <p14:tracePt t="173314" x="6313488" y="5149850"/>
          <p14:tracePt t="173323" x="6280150" y="5149850"/>
          <p14:tracePt t="173329" x="6253163" y="5149850"/>
          <p14:tracePt t="173338" x="6224588" y="5149850"/>
          <p14:tracePt t="173345" x="6197600" y="5149850"/>
          <p14:tracePt t="173355" x="6170613" y="5176838"/>
          <p14:tracePt t="173365" x="6149975" y="5191125"/>
          <p14:tracePt t="173368" x="6122988" y="5205413"/>
          <p14:tracePt t="173378" x="6122988" y="5232400"/>
          <p14:tracePt t="173388" x="6096000" y="5245100"/>
          <p14:tracePt t="173394" x="6096000" y="5259388"/>
          <p14:tracePt t="173402" x="6096000" y="5280025"/>
          <p14:tracePt t="173410" x="6081713" y="5292725"/>
          <p14:tracePt t="173419" x="6081713" y="5307013"/>
          <p14:tracePt t="173427" x="6081713" y="5319713"/>
          <p14:tracePt t="173438" x="6081713" y="5334000"/>
          <p14:tracePt t="173441" x="6081713" y="5348288"/>
          <p14:tracePt t="173451" x="6081713" y="5360988"/>
          <p14:tracePt t="173457" x="6096000" y="5360988"/>
          <p14:tracePt t="173465" x="6110288" y="5387975"/>
          <p14:tracePt t="173480" x="6122988" y="5408613"/>
          <p14:tracePt t="173490" x="6137275" y="5422900"/>
          <p14:tracePt t="173498" x="6149975" y="5422900"/>
          <p14:tracePt t="173510" x="6170613" y="5435600"/>
          <p14:tracePt t="173522" x="6184900" y="5435600"/>
          <p14:tracePt t="173529" x="6197600" y="5435600"/>
          <p14:tracePt t="173543" x="6211888" y="5435600"/>
          <p14:tracePt t="173555" x="6224588" y="5435600"/>
          <p14:tracePt t="173568" x="6238875" y="5435600"/>
          <p14:tracePt t="173586" x="6253163" y="5435600"/>
          <p14:tracePt t="173597" x="6265863" y="5435600"/>
          <p14:tracePt t="175413" x="6253163" y="5435600"/>
          <p14:tracePt t="175429" x="6238875" y="5435600"/>
          <p14:tracePt t="175437" x="6211888" y="5435600"/>
          <p14:tracePt t="175446" x="6197600" y="5435600"/>
          <p14:tracePt t="175453" x="6184900" y="5435600"/>
          <p14:tracePt t="175463" x="6170613" y="5435600"/>
          <p14:tracePt t="175469" x="6149975" y="5449888"/>
          <p14:tracePt t="175480" x="6122988" y="5449888"/>
          <p14:tracePt t="175489" x="6110288" y="5462588"/>
          <p14:tracePt t="175497" x="6096000" y="5476875"/>
          <p14:tracePt t="175504" x="6081713" y="5491163"/>
          <p14:tracePt t="175517" x="6081713" y="5503863"/>
          <p14:tracePt t="175519" x="6069013" y="5518150"/>
          <p14:tracePt t="175527" x="6054725" y="5538788"/>
          <p14:tracePt t="175535" x="6054725" y="5551488"/>
          <p14:tracePt t="175545" x="6042025" y="5565775"/>
          <p14:tracePt t="175552" x="6042025" y="5578475"/>
          <p14:tracePt t="175561" x="6021388" y="5592763"/>
          <p14:tracePt t="175567" x="6021388" y="5605463"/>
          <p14:tracePt t="175579" x="6021388" y="5619750"/>
          <p14:tracePt t="175583" x="6021388" y="5634038"/>
          <p14:tracePt t="175591" x="6007100" y="5646738"/>
          <p14:tracePt t="175601" x="6007100" y="5667375"/>
          <p14:tracePt t="175607" x="6007100" y="5681663"/>
          <p14:tracePt t="175618" x="6007100" y="5694363"/>
          <p14:tracePt t="175630" x="6007100" y="5708650"/>
          <p14:tracePt t="175639" x="6007100" y="5721350"/>
          <p14:tracePt t="175651" x="6007100" y="5735638"/>
          <p14:tracePt t="175661" x="6007100" y="5748338"/>
          <p14:tracePt t="175676" x="6007100" y="5762625"/>
          <p14:tracePt t="175687" x="6021388" y="5762625"/>
          <p14:tracePt t="175695" x="6021388" y="5783263"/>
          <p14:tracePt t="175711" x="6042025" y="5783263"/>
          <p14:tracePt t="175728" x="6042025" y="5795963"/>
          <p14:tracePt t="175737" x="6054725" y="5795963"/>
          <p14:tracePt t="175750" x="6069013" y="5810250"/>
          <p14:tracePt t="175759" x="6081713" y="5810250"/>
          <p14:tracePt t="175769" x="6096000" y="5810250"/>
          <p14:tracePt t="175777" x="6110288" y="5810250"/>
          <p14:tracePt t="175784" x="6122988" y="5810250"/>
          <p14:tracePt t="175792" x="6137275" y="5810250"/>
          <p14:tracePt t="175802" x="6149975" y="5810250"/>
          <p14:tracePt t="175804" x="6170613" y="5810250"/>
          <p14:tracePt t="175820" x="6184900" y="5810250"/>
          <p14:tracePt t="175828" x="6197600" y="5810250"/>
          <p14:tracePt t="175838" x="6211888" y="5795963"/>
          <p14:tracePt t="175846" x="6211888" y="5783263"/>
          <p14:tracePt t="175857" x="6224588" y="5762625"/>
          <p14:tracePt t="175863" x="6238875" y="5748338"/>
          <p14:tracePt t="175872" x="6238875" y="5735638"/>
          <p14:tracePt t="175884" x="6253163" y="5735638"/>
          <p14:tracePt t="175886" x="6253163" y="5721350"/>
          <p14:tracePt t="175895" x="6265863" y="5694363"/>
          <p14:tracePt t="175905" x="6265863" y="5681663"/>
          <p14:tracePt t="175911" x="6265863" y="5667375"/>
          <p14:tracePt t="175920" x="6280150" y="5646738"/>
          <p14:tracePt t="175927" x="6280150" y="5634038"/>
          <p14:tracePt t="175943" x="6300788" y="5619750"/>
          <p14:tracePt t="175952" x="6300788" y="5605463"/>
          <p14:tracePt t="175959" x="6300788" y="5592763"/>
          <p14:tracePt t="175973" x="6300788" y="5578475"/>
          <p14:tracePt t="175983" x="6300788" y="5565775"/>
          <p14:tracePt t="175991" x="6300788" y="5551488"/>
          <p14:tracePt t="176001" x="6300788" y="5538788"/>
          <p14:tracePt t="176006" x="6300788" y="5518150"/>
          <p14:tracePt t="176018" x="6300788" y="5503863"/>
          <p14:tracePt t="176020" x="6280150" y="5491163"/>
          <p14:tracePt t="176030" x="6280150" y="5476875"/>
          <p14:tracePt t="176038" x="6265863" y="5462588"/>
          <p14:tracePt t="176056" x="6253163" y="5449888"/>
          <p14:tracePt t="176064" x="6238875" y="5449888"/>
          <p14:tracePt t="176071" x="6238875" y="5435600"/>
          <p14:tracePt t="176081" x="6224588" y="5435600"/>
          <p14:tracePt t="176087" x="6211888" y="5435600"/>
          <p14:tracePt t="176096" x="6197600" y="5435600"/>
          <p14:tracePt t="176111" x="6184900" y="5435600"/>
          <p14:tracePt t="176120" x="6170613" y="5435600"/>
          <p14:tracePt t="176126" x="6149975" y="5435600"/>
          <p14:tracePt t="176135" x="6137275" y="5435600"/>
          <p14:tracePt t="176151" x="6122988" y="5435600"/>
          <p14:tracePt t="176162" x="6110288" y="5449888"/>
          <p14:tracePt t="176168" x="6096000" y="5462588"/>
          <p14:tracePt t="176177" x="6081713" y="5476875"/>
          <p14:tracePt t="176190" x="6081713" y="5491163"/>
          <p14:tracePt t="176200" x="6069013" y="5491163"/>
          <p14:tracePt t="176207" x="6069013" y="5503863"/>
          <p14:tracePt t="176220" x="6069013" y="5518150"/>
          <p14:tracePt t="176229" x="6069013" y="5538788"/>
          <p14:tracePt t="176238" x="6054725" y="5538788"/>
          <p14:tracePt t="176246" x="6054725" y="5551488"/>
          <p14:tracePt t="176254" x="6054725" y="5565775"/>
          <p14:tracePt t="176263" x="6054725" y="5578475"/>
          <p14:tracePt t="176270" x="6054725" y="5592763"/>
          <p14:tracePt t="176284" x="6054725" y="5605463"/>
          <p14:tracePt t="176293" x="6054725" y="5619750"/>
          <p14:tracePt t="176304" x="6054725" y="5634038"/>
          <p14:tracePt t="176321" x="6069013" y="5646738"/>
          <p14:tracePt t="176343" x="6081713" y="5667375"/>
          <p14:tracePt t="176355" x="6096000" y="5681663"/>
          <p14:tracePt t="176371" x="6110288" y="5681663"/>
          <p14:tracePt t="176387" x="6122988" y="5681663"/>
          <p14:tracePt t="176396" x="6137275" y="5681663"/>
          <p14:tracePt t="176411" x="6149975" y="5681663"/>
          <p14:tracePt t="176421" x="6170613" y="5681663"/>
          <p14:tracePt t="176435" x="6184900" y="5681663"/>
          <p14:tracePt t="176444" x="6197600" y="5681663"/>
          <p14:tracePt t="176454" x="6211888" y="5681663"/>
          <p14:tracePt t="176462" x="6224588" y="5667375"/>
          <p14:tracePt t="176469" x="6224588" y="5646738"/>
          <p14:tracePt t="176479" x="6238875" y="5634038"/>
          <p14:tracePt t="176487" x="6253163" y="5619750"/>
          <p14:tracePt t="176495" x="6265863" y="5605463"/>
          <p14:tracePt t="176504" x="6265863" y="5592763"/>
          <p14:tracePt t="176514" x="6280150" y="5578475"/>
          <p14:tracePt t="176521" x="6280150" y="5565775"/>
          <p14:tracePt t="176526" x="6300788" y="5551488"/>
          <p14:tracePt t="176536" x="6300788" y="5538788"/>
          <p14:tracePt t="176544" x="6300788" y="5518150"/>
          <p14:tracePt t="176553" x="6300788" y="5503863"/>
          <p14:tracePt t="176561" x="6300788" y="5491163"/>
          <p14:tracePt t="176573" x="6300788" y="5476875"/>
          <p14:tracePt t="176583" x="6300788" y="5462588"/>
          <p14:tracePt t="176591" x="6300788" y="5449888"/>
          <p14:tracePt t="176605" x="6300788" y="5435600"/>
          <p14:tracePt t="176617" x="6280150" y="5435600"/>
          <p14:tracePt t="176622" x="6280150" y="5422900"/>
          <p14:tracePt t="176641" x="6265863" y="5408613"/>
          <p14:tracePt t="176662" x="6253163" y="5408613"/>
          <p14:tracePt t="176670" x="6238875" y="5408613"/>
          <p14:tracePt t="176679" x="6238875" y="5387975"/>
          <p14:tracePt t="176687" x="6224588" y="5387975"/>
          <p14:tracePt t="176694" x="6211888" y="5387975"/>
          <p14:tracePt t="176703" x="6197600" y="5387975"/>
          <p14:tracePt t="176712" x="6184900" y="5387975"/>
          <p14:tracePt t="176719" x="6170613" y="5387975"/>
          <p14:tracePt t="176727" x="6137275" y="5387975"/>
          <p14:tracePt t="176734" x="6110288" y="5387975"/>
          <p14:tracePt t="176745" x="6096000" y="5422900"/>
          <p14:tracePt t="176751" x="6069013" y="5422900"/>
          <p14:tracePt t="176760" x="6054725" y="5435600"/>
          <p14:tracePt t="176767" x="6021388" y="5449888"/>
          <p14:tracePt t="176779" x="6007100" y="5462588"/>
          <p14:tracePt t="176783" x="6007100" y="5476875"/>
          <p14:tracePt t="176801" x="5994400" y="5491163"/>
          <p14:tracePt t="176812" x="5994400" y="5503863"/>
          <p14:tracePt t="176827" x="5994400" y="5518150"/>
          <p14:tracePt t="176836" x="5994400" y="5538788"/>
          <p14:tracePt t="176851" x="5994400" y="5551488"/>
          <p14:tracePt t="176860" x="5994400" y="5565775"/>
          <p14:tracePt t="176875" x="5994400" y="5578475"/>
          <p14:tracePt t="176885" x="5994400" y="5592763"/>
          <p14:tracePt t="176900" x="5994400" y="5605463"/>
          <p14:tracePt t="176908" x="6007100" y="5605463"/>
          <p14:tracePt t="176919" x="6007100" y="5619750"/>
          <p14:tracePt t="176926" x="6021388" y="5634038"/>
          <p14:tracePt t="176941" x="6042025" y="5646738"/>
          <p14:tracePt t="176958" x="6054725" y="5667375"/>
          <p14:tracePt t="176970" x="6069013" y="5667375"/>
          <p14:tracePt t="176981" x="6081713" y="5667375"/>
          <p14:tracePt t="176990" x="6081713" y="5681663"/>
          <p14:tracePt t="177000" x="6096000" y="5681663"/>
          <p14:tracePt t="177014" x="6110288" y="5694363"/>
          <p14:tracePt t="177035" x="6122988" y="5694363"/>
          <p14:tracePt t="177051" x="6137275" y="5694363"/>
          <p14:tracePt t="177067" x="6149975" y="5708650"/>
          <p14:tracePt t="177083" x="6170613" y="5708650"/>
          <p14:tracePt t="177100" x="6184900" y="5708650"/>
          <p14:tracePt t="177116" x="6197600" y="5708650"/>
          <p14:tracePt t="177130" x="6211888" y="5708650"/>
          <p14:tracePt t="177162" x="6224588" y="5708650"/>
          <p14:tracePt t="177194" x="6238875" y="5708650"/>
          <p14:tracePt t="177258" x="6253163" y="5708650"/>
          <p14:tracePt t="178451" x="6265863" y="5708650"/>
          <p14:tracePt t="178460" x="6280150" y="5708650"/>
          <p14:tracePt t="178467" x="6300788" y="5708650"/>
          <p14:tracePt t="178476" x="6313488" y="5708650"/>
          <p14:tracePt t="178483" x="6327775" y="5694363"/>
          <p14:tracePt t="178499" x="6340475" y="5694363"/>
          <p14:tracePt t="178507" x="6354763" y="5681663"/>
          <p14:tracePt t="178522" x="6367463" y="5681663"/>
          <p14:tracePt t="178538" x="6381750" y="5667375"/>
          <p14:tracePt t="178554" x="6396038" y="5667375"/>
          <p14:tracePt t="178570" x="6408738" y="5646738"/>
          <p14:tracePt t="178602" x="6429375" y="5646738"/>
          <p14:tracePt t="178610" x="6429375" y="5634038"/>
          <p14:tracePt t="178690" x="6443663" y="5634038"/>
          <p14:tracePt t="178737" x="6443663" y="5619750"/>
          <p14:tracePt t="178761" x="6443663" y="5605463"/>
          <p14:tracePt t="178777" x="6443663" y="5592763"/>
          <p14:tracePt t="178793" x="6443663" y="5578475"/>
          <p14:tracePt t="178810" x="6443663" y="5565775"/>
          <p14:tracePt t="178833" x="6443663" y="5551488"/>
          <p14:tracePt t="178946" x="6443663" y="5538788"/>
          <p14:tracePt t="178953" x="6429375" y="5538788"/>
          <p14:tracePt t="179001" x="6408738" y="5538788"/>
          <p14:tracePt t="179032" x="6396038" y="5538788"/>
          <p14:tracePt t="179065" x="6381750" y="5538788"/>
          <p14:tracePt t="179089" x="6367463" y="5538788"/>
          <p14:tracePt t="179105" x="6354763" y="5538788"/>
          <p14:tracePt t="179121" x="6340475" y="5538788"/>
          <p14:tracePt t="179130" x="6340475" y="5551488"/>
          <p14:tracePt t="179137" x="6327775" y="5551488"/>
          <p14:tracePt t="179161" x="6327775" y="5565775"/>
          <p14:tracePt t="179169" x="6313488" y="5565775"/>
          <p14:tracePt t="179178" x="6313488" y="5578475"/>
          <p14:tracePt t="179201" x="6313488" y="5592763"/>
          <p14:tracePt t="179210" x="6313488" y="5605463"/>
          <p14:tracePt t="179225" x="6313488" y="5619750"/>
          <p14:tracePt t="179233" x="6313488" y="5634038"/>
          <p14:tracePt t="179241" x="6313488" y="5646738"/>
          <p14:tracePt t="179257" x="6313488" y="5667375"/>
          <p14:tracePt t="179273" x="6313488" y="5681663"/>
          <p14:tracePt t="179289" x="6313488" y="5694363"/>
          <p14:tracePt t="179305" x="6313488" y="5708650"/>
          <p14:tracePt t="179328" x="6327775" y="5708650"/>
          <p14:tracePt t="179338" x="6327775" y="5721350"/>
          <p14:tracePt t="179361" x="6340475" y="5721350"/>
          <p14:tracePt t="179377" x="6354763" y="5721350"/>
          <p14:tracePt t="179393" x="6367463" y="5721350"/>
          <p14:tracePt t="179409" x="6381750" y="5721350"/>
          <p14:tracePt t="179425" x="6396038" y="5721350"/>
          <p14:tracePt t="179433" x="6408738" y="5721350"/>
          <p14:tracePt t="179449" x="6429375" y="5721350"/>
          <p14:tracePt t="179457" x="6429375" y="5708650"/>
          <p14:tracePt t="179466" x="6443663" y="5708650"/>
          <p14:tracePt t="179473" x="6443663" y="5694363"/>
          <p14:tracePt t="179490" x="6456363" y="5694363"/>
          <p14:tracePt t="179497" x="6456363" y="5681663"/>
          <p14:tracePt t="179521" x="6470650" y="5667375"/>
          <p14:tracePt t="179712" x="6470650" y="5681663"/>
          <p14:tracePt t="179744" x="6470650" y="5694363"/>
          <p14:tracePt t="180273" x="6456363" y="5694363"/>
          <p14:tracePt t="180296" x="6443663" y="5681663"/>
          <p14:tracePt t="180304" x="6429375" y="5681663"/>
          <p14:tracePt t="180312" x="6408738" y="5667375"/>
          <p14:tracePt t="180321" x="6396038" y="5646738"/>
          <p14:tracePt t="180328" x="6367463" y="5634038"/>
          <p14:tracePt t="180337" x="6367463" y="5619750"/>
          <p14:tracePt t="180344" x="6340475" y="5592763"/>
          <p14:tracePt t="180352" x="6327775" y="5578475"/>
          <p14:tracePt t="180366" x="6300788" y="5565775"/>
          <p14:tracePt t="180376" x="6280150" y="5551488"/>
          <p14:tracePt t="180378" x="6265863" y="5538788"/>
          <p14:tracePt t="180406" x="6224588" y="5503863"/>
          <p14:tracePt t="180426" x="6224588" y="5491163"/>
          <p14:tracePt t="180496" x="6224588" y="5503863"/>
          <p14:tracePt t="180512" x="6224588" y="5538788"/>
          <p14:tracePt t="180521" x="6224588" y="5551488"/>
          <p14:tracePt t="180528" x="6224588" y="5565775"/>
          <p14:tracePt t="180536" x="6224588" y="5578475"/>
          <p14:tracePt t="180545" x="6224588" y="5592763"/>
          <p14:tracePt t="180553" x="6224588" y="5605463"/>
          <p14:tracePt t="180562" x="6224588" y="5619750"/>
          <p14:tracePt t="180569" x="6238875" y="5634038"/>
          <p14:tracePt t="180584" x="6238875" y="5646738"/>
          <p14:tracePt t="180600" x="6253163" y="5667375"/>
          <p14:tracePt t="180616" x="6265863" y="5667375"/>
          <p14:tracePt t="180632" x="6280150" y="5667375"/>
          <p14:tracePt t="180643" x="6280150" y="5681663"/>
          <p14:tracePt t="180648" x="6300788" y="5681663"/>
          <p14:tracePt t="180664" x="6313488" y="5681663"/>
          <p14:tracePt t="180680" x="6327775" y="5681663"/>
          <p14:tracePt t="180704" x="6340475" y="5681663"/>
          <p14:tracePt t="180728" x="6354763" y="5681663"/>
          <p14:tracePt t="180767" x="6367463" y="5681663"/>
          <p14:tracePt t="181127" x="6396038" y="5681663"/>
          <p14:tracePt t="181137" x="6429375" y="5681663"/>
          <p14:tracePt t="181144" x="6443663" y="5681663"/>
          <p14:tracePt t="181152" x="6470650" y="5681663"/>
          <p14:tracePt t="181161" x="6497638" y="5681663"/>
          <p14:tracePt t="181169" x="6510338" y="5681663"/>
          <p14:tracePt t="181176" x="6524625" y="5681663"/>
          <p14:tracePt t="181184" x="6545263" y="5681663"/>
          <p14:tracePt t="181192" x="6557963" y="5681663"/>
          <p14:tracePt t="181224" x="6572250" y="5681663"/>
          <p14:tracePt t="181271" x="6557963" y="5681663"/>
          <p14:tracePt t="181281" x="6545263" y="5681663"/>
          <p14:tracePt t="181288" x="6524625" y="5681663"/>
          <p14:tracePt t="181296" x="6497638" y="5681663"/>
          <p14:tracePt t="181304" x="6483350" y="5681663"/>
          <p14:tracePt t="181314" x="6456363" y="5681663"/>
          <p14:tracePt t="181324" x="6443663" y="5681663"/>
          <p14:tracePt t="181331" x="6429375" y="5681663"/>
          <p14:tracePt t="181341" x="6408738" y="5681663"/>
          <p14:tracePt t="181347" x="6396038" y="5694363"/>
          <p14:tracePt t="181361" x="6381750" y="5694363"/>
          <p14:tracePt t="181431" x="6381750" y="5708650"/>
          <p14:tracePt t="181447" x="6408738" y="5708650"/>
          <p14:tracePt t="181458" x="6429375" y="5708650"/>
          <p14:tracePt t="181466" x="6443663" y="5708650"/>
          <p14:tracePt t="181474" x="6456363" y="5708650"/>
          <p14:tracePt t="181481" x="6483350" y="5708650"/>
          <p14:tracePt t="181488" x="6497638" y="5708650"/>
          <p14:tracePt t="181504" x="6510338" y="5708650"/>
          <p14:tracePt t="181521" x="6524625" y="5708650"/>
          <p14:tracePt t="181591" x="6510338" y="5708650"/>
          <p14:tracePt t="181600" x="6483350" y="5708650"/>
          <p14:tracePt t="181610" x="6470650" y="5708650"/>
          <p14:tracePt t="181618" x="6456363" y="5708650"/>
          <p14:tracePt t="181625" x="6443663" y="5708650"/>
          <p14:tracePt t="181632" x="6429375" y="5708650"/>
          <p14:tracePt t="181642" x="6408738" y="5708650"/>
          <p14:tracePt t="181650" x="6396038" y="5708650"/>
          <p14:tracePt t="181663" x="6381750" y="5708650"/>
          <p14:tracePt t="181750" x="6396038" y="5708650"/>
          <p14:tracePt t="181761" x="6408738" y="5721350"/>
          <p14:tracePt t="181770" x="6443663" y="5721350"/>
          <p14:tracePt t="181778" x="6456363" y="5721350"/>
          <p14:tracePt t="181785" x="6483350" y="5721350"/>
          <p14:tracePt t="181792" x="6510338" y="5721350"/>
          <p14:tracePt t="181800" x="6545263" y="5721350"/>
          <p14:tracePt t="181811" x="6557963" y="5721350"/>
          <p14:tracePt t="181820" x="6572250" y="5721350"/>
          <p14:tracePt t="181825" x="6586538" y="5721350"/>
          <p14:tracePt t="181835" x="6599238" y="5721350"/>
          <p14:tracePt t="181847" x="6613525" y="5721350"/>
          <p14:tracePt t="181858" x="6626225" y="5721350"/>
          <p14:tracePt t="182390" x="6613525" y="5721350"/>
          <p14:tracePt t="182399" x="6599238" y="5721350"/>
          <p14:tracePt t="182409" x="6586538" y="5721350"/>
          <p14:tracePt t="182423" x="6572250" y="5721350"/>
          <p14:tracePt t="182439" x="6557963" y="5721350"/>
          <p14:tracePt t="182535" x="6572250" y="5721350"/>
          <p14:tracePt t="182544" x="6572250" y="5708650"/>
          <p14:tracePt t="182553" x="6586538" y="5708650"/>
          <p14:tracePt t="182566" x="6599238" y="5708650"/>
          <p14:tracePt t="182577" x="6613525" y="5708650"/>
          <p14:tracePt t="182591" x="6626225" y="5694363"/>
          <p14:tracePt t="182614" x="6640513" y="5694363"/>
          <p14:tracePt t="182686" x="6640513" y="5681663"/>
          <p14:tracePt t="182734" x="6626225" y="5681663"/>
          <p14:tracePt t="183040" x="6613525" y="5681663"/>
          <p14:tracePt t="183085" x="6599238" y="5681663"/>
          <p14:tracePt t="183118" x="6586538" y="5681663"/>
          <p14:tracePt t="183351" x="6572250" y="5681663"/>
          <p14:tracePt t="183373" x="6557963" y="5667375"/>
          <p14:tracePt t="183389" x="6545263" y="5667375"/>
          <p14:tracePt t="183413" x="6545263" y="5646738"/>
          <p14:tracePt t="183445" x="6524625" y="5646738"/>
          <p14:tracePt t="184438" x="6545263" y="5646738"/>
          <p14:tracePt t="184461" x="6557963" y="5646738"/>
          <p14:tracePt t="184469" x="6572250" y="5646738"/>
          <p14:tracePt t="184477" x="6572250" y="5667375"/>
          <p14:tracePt t="184486" x="6586538" y="5667375"/>
          <p14:tracePt t="184493" x="6599238" y="5667375"/>
          <p14:tracePt t="184501" x="6599238" y="5681663"/>
          <p14:tracePt t="184510" x="6613525" y="5681663"/>
          <p14:tracePt t="184518" x="6626225" y="5681663"/>
          <p14:tracePt t="184534" x="6626225" y="5694363"/>
          <p14:tracePt t="184542" x="6640513" y="5694363"/>
          <p14:tracePt t="184573" x="6653213" y="5694363"/>
          <p14:tracePt t="184636" x="6673850" y="5694363"/>
          <p14:tracePt t="184796" x="6688138" y="5694363"/>
          <p14:tracePt t="184900" x="6700838" y="5694363"/>
          <p14:tracePt t="184932" x="6715125" y="5694363"/>
          <p14:tracePt t="184965" x="6729413" y="5694363"/>
          <p14:tracePt t="185012" x="6742113" y="5694363"/>
          <p14:tracePt t="185244" x="6756400" y="5694363"/>
          <p14:tracePt t="185252" x="6756400" y="5708650"/>
          <p14:tracePt t="185261" x="6769100" y="5708650"/>
          <p14:tracePt t="185292" x="6783388" y="5708650"/>
          <p14:tracePt t="185316" x="6804025" y="5708650"/>
          <p14:tracePt t="185364" x="6816725" y="5708650"/>
          <p14:tracePt t="185436" x="6804025" y="5694363"/>
          <p14:tracePt t="185452" x="6783388" y="5681663"/>
          <p14:tracePt t="185461" x="6783388" y="5667375"/>
          <p14:tracePt t="185468" x="6769100" y="5667375"/>
          <p14:tracePt t="185477" x="6756400" y="5646738"/>
          <p14:tracePt t="185485" x="6742113" y="5634038"/>
          <p14:tracePt t="185493" x="6729413" y="5619750"/>
          <p14:tracePt t="185501" x="6715125" y="5605463"/>
          <p14:tracePt t="185508" x="6715125" y="5592763"/>
          <p14:tracePt t="185519" x="6700838" y="5592763"/>
          <p14:tracePt t="185525" x="6700838" y="5578475"/>
          <p14:tracePt t="185533" x="6688138" y="5578475"/>
          <p14:tracePt t="185541" x="6688138" y="5565775"/>
          <p14:tracePt t="185557" x="6673850" y="5565775"/>
          <p14:tracePt t="185567" x="6673850" y="5551488"/>
          <p14:tracePt t="185574" x="6653213" y="5538788"/>
          <p14:tracePt t="185589" x="6653213" y="5518150"/>
          <p14:tracePt t="185601" x="6640513" y="5518150"/>
          <p14:tracePt t="185606" x="6640513" y="5503863"/>
          <p14:tracePt t="185622" x="6626225" y="5491163"/>
          <p14:tracePt t="185634" x="6626225" y="5476875"/>
          <p14:tracePt t="185652" x="6626225" y="5462588"/>
          <p14:tracePt t="185655" x="6613525" y="5449888"/>
          <p14:tracePt t="185667" x="6613525" y="5435600"/>
          <p14:tracePt t="185673" x="6599238" y="5422900"/>
          <p14:tracePt t="185687" x="6586538" y="5408613"/>
          <p14:tracePt t="185695" x="6586538" y="5387975"/>
          <p14:tracePt t="185704" x="6572250" y="5387975"/>
          <p14:tracePt t="185712" x="6557963" y="5387975"/>
          <p14:tracePt t="185727" x="6557963" y="5375275"/>
          <p14:tracePt t="185735" x="6545263" y="5375275"/>
          <p14:tracePt t="185752" x="6524625" y="5375275"/>
          <p14:tracePt t="185774" x="6510338" y="5375275"/>
          <p14:tracePt t="185820" x="6497638" y="5375275"/>
          <p14:tracePt t="185828" x="6497638" y="5387975"/>
          <p14:tracePt t="185838" x="6497638" y="5408613"/>
          <p14:tracePt t="185846" x="6497638" y="5435600"/>
          <p14:tracePt t="185853" x="6497638" y="5449888"/>
          <p14:tracePt t="185861" x="6497638" y="5462588"/>
          <p14:tracePt t="185869" x="6497638" y="5491163"/>
          <p14:tracePt t="185878" x="6497638" y="5503863"/>
          <p14:tracePt t="185886" x="6497638" y="5518150"/>
          <p14:tracePt t="185896" x="6497638" y="5538788"/>
          <p14:tracePt t="185911" x="6497638" y="5551488"/>
          <p14:tracePt t="185918" x="6497638" y="5565775"/>
          <p14:tracePt t="185936" x="6510338" y="5565775"/>
          <p14:tracePt t="185952" x="6524625" y="5578475"/>
          <p14:tracePt t="185967" x="6545263" y="5578475"/>
          <p14:tracePt t="185978" x="6557963" y="5578475"/>
          <p14:tracePt t="185981" x="6572250" y="5578475"/>
          <p14:tracePt t="185990" x="6586538" y="5578475"/>
          <p14:tracePt t="186001" x="6599238" y="5578475"/>
          <p14:tracePt t="186006" x="6613525" y="5565775"/>
          <p14:tracePt t="186020" x="6626225" y="5551488"/>
          <p14:tracePt t="186022" x="6626225" y="5538788"/>
          <p14:tracePt t="186032" x="6640513" y="5538788"/>
          <p14:tracePt t="186040" x="6640513" y="5518150"/>
          <p14:tracePt t="186047" x="6653213" y="5503863"/>
          <p14:tracePt t="186057" x="6653213" y="5491163"/>
          <p14:tracePt t="186062" x="6653213" y="5476875"/>
          <p14:tracePt t="186071" x="6653213" y="5462588"/>
          <p14:tracePt t="186081" x="6653213" y="5449888"/>
          <p14:tracePt t="186087" x="6653213" y="5435600"/>
          <p14:tracePt t="186097" x="6653213" y="5422900"/>
          <p14:tracePt t="186104" x="6640513" y="5422900"/>
          <p14:tracePt t="186108" x="6626225" y="5408613"/>
          <p14:tracePt t="186127" x="6613525" y="5408613"/>
          <p14:tracePt t="186135" x="6599238" y="5387975"/>
          <p14:tracePt t="186152" x="6586538" y="5387975"/>
          <p14:tracePt t="186168" x="6572250" y="5387975"/>
          <p14:tracePt t="186175" x="6557963" y="5387975"/>
          <p14:tracePt t="186202" x="6545263" y="5408613"/>
          <p14:tracePt t="186208" x="6545263" y="5422900"/>
          <p14:tracePt t="186217" x="6524625" y="5422900"/>
          <p14:tracePt t="186221" x="6524625" y="5435600"/>
          <p14:tracePt t="186232" x="6524625" y="5449888"/>
          <p14:tracePt t="186240" x="6524625" y="5462588"/>
          <p14:tracePt t="186250" x="6524625" y="5476875"/>
          <p14:tracePt t="186255" x="6524625" y="5491163"/>
          <p14:tracePt t="186267" x="6524625" y="5503863"/>
          <p14:tracePt t="186269" x="6524625" y="5518150"/>
          <p14:tracePt t="186278" x="6524625" y="5538788"/>
          <p14:tracePt t="186285" x="6524625" y="5551488"/>
          <p14:tracePt t="186295" x="6524625" y="5565775"/>
          <p14:tracePt t="186302" x="6545263" y="5578475"/>
          <p14:tracePt t="186312" x="6557963" y="5578475"/>
          <p14:tracePt t="186321" x="6572250" y="5592763"/>
          <p14:tracePt t="186335" x="6586538" y="5605463"/>
          <p14:tracePt t="186340" x="6599238" y="5605463"/>
          <p14:tracePt t="186351" x="6613525" y="5605463"/>
          <p14:tracePt t="186368" x="6626225" y="5605463"/>
          <p14:tracePt t="186380" x="6640513" y="5605463"/>
          <p14:tracePt t="186396" x="6653213" y="5605463"/>
          <p14:tracePt t="186406" x="6653213" y="5592763"/>
          <p14:tracePt t="186420" x="6673850" y="5578475"/>
          <p14:tracePt t="186436" x="6673850" y="5565775"/>
          <p14:tracePt t="186452" x="6673850" y="5551488"/>
          <p14:tracePt t="186476" x="6673850" y="5538788"/>
          <p14:tracePt t="189633" x="6653213" y="5538788"/>
          <p14:tracePt t="189649" x="6640513" y="5538788"/>
          <p14:tracePt t="189665" x="6626225" y="5538788"/>
          <p14:tracePt t="189673" x="6613525" y="5538788"/>
          <p14:tracePt t="189683" x="6613525" y="5551488"/>
          <p14:tracePt t="189690" x="6599238" y="5551488"/>
          <p14:tracePt t="189698" x="6586538" y="5551488"/>
          <p14:tracePt t="189714" x="6572250" y="5551488"/>
          <p14:tracePt t="189730" x="6557963" y="5551488"/>
          <p14:tracePt t="189740" x="6545263" y="5551488"/>
          <p14:tracePt t="189785" x="6524625" y="5551488"/>
          <p14:tracePt t="189841" x="6524625" y="5538788"/>
          <p14:tracePt t="189857" x="6510338" y="5538788"/>
          <p14:tracePt t="189866" x="6510338" y="5518150"/>
          <p14:tracePt t="189873" x="6497638" y="5518150"/>
          <p14:tracePt t="189889" x="6483350" y="5503863"/>
          <p14:tracePt t="189899" x="6483350" y="5491163"/>
          <p14:tracePt t="189907" x="6470650" y="5491163"/>
          <p14:tracePt t="189914" x="6456363" y="5476875"/>
          <p14:tracePt t="189930" x="6443663" y="5462588"/>
          <p14:tracePt t="189940" x="6429375" y="5462588"/>
          <p14:tracePt t="189956" x="6408738" y="5449888"/>
          <p14:tracePt t="189979" x="6396038" y="5449888"/>
          <p14:tracePt t="190002" x="6381750" y="5449888"/>
          <p14:tracePt t="190033" x="6367463" y="5449888"/>
          <p14:tracePt t="190049" x="6354763" y="5449888"/>
          <p14:tracePt t="190073" x="6340475" y="5449888"/>
          <p14:tracePt t="190082" x="6327775" y="5449888"/>
          <p14:tracePt t="190092" x="6327775" y="5462588"/>
          <p14:tracePt t="190098" x="6313488" y="5462588"/>
          <p14:tracePt t="190113" x="6300788" y="5462588"/>
          <p14:tracePt t="190128" x="6280150" y="5476875"/>
          <p14:tracePt t="190140" x="6265863" y="5476875"/>
          <p14:tracePt t="190146" x="6253163" y="5476875"/>
          <p14:tracePt t="190154" x="6238875" y="5491163"/>
          <p14:tracePt t="190162" x="6224588" y="5491163"/>
          <p14:tracePt t="190178" x="6211888" y="5491163"/>
          <p14:tracePt t="190186" x="6197600" y="5503863"/>
          <p14:tracePt t="190202" x="6184900" y="5503863"/>
          <p14:tracePt t="190211" x="6170613" y="5518150"/>
          <p14:tracePt t="190235" x="6149975" y="5518150"/>
          <p14:tracePt t="190242" x="6149975" y="5538788"/>
          <p14:tracePt t="190273" x="6149975" y="5551488"/>
          <p14:tracePt t="190289" x="6137275" y="5551488"/>
          <p14:tracePt t="190305" x="6137275" y="5565775"/>
          <p14:tracePt t="190328" x="6137275" y="5578475"/>
          <p14:tracePt t="190353" x="6137275" y="5592763"/>
          <p14:tracePt t="190376" x="6137275" y="5605463"/>
          <p14:tracePt t="190392" x="6137275" y="5619750"/>
          <p14:tracePt t="190448" x="6137275" y="5634038"/>
          <p14:tracePt t="190496" x="6137275" y="5646738"/>
          <p14:tracePt t="190520" x="6137275" y="5667375"/>
          <p14:tracePt t="190529" x="6149975" y="5667375"/>
          <p14:tracePt t="190544" x="6170613" y="5667375"/>
          <p14:tracePt t="190555" x="6184900" y="5681663"/>
          <p14:tracePt t="190561" x="6197600" y="5681663"/>
          <p14:tracePt t="190576" x="6211888" y="5694363"/>
          <p14:tracePt t="190586" x="6224588" y="5694363"/>
          <p14:tracePt t="190593" x="6238875" y="5694363"/>
          <p14:tracePt t="190601" x="6253163" y="5694363"/>
          <p14:tracePt t="190609" x="6265863" y="5694363"/>
          <p14:tracePt t="190618" x="6280150" y="5708650"/>
          <p14:tracePt t="190625" x="6300788" y="5708650"/>
          <p14:tracePt t="190634" x="6313488" y="5708650"/>
          <p14:tracePt t="190642" x="6327775" y="5708650"/>
          <p14:tracePt t="190651" x="6340475" y="5708650"/>
          <p14:tracePt t="190666" x="6354763" y="5708650"/>
          <p14:tracePt t="190674" x="6367463" y="5708650"/>
          <p14:tracePt t="190683" x="6381750" y="5708650"/>
          <p14:tracePt t="190697" x="6396038" y="5708650"/>
          <p14:tracePt t="190707" x="6408738" y="5708650"/>
          <p14:tracePt t="190714" x="6429375" y="5708650"/>
          <p14:tracePt t="190725" x="6443663" y="5708650"/>
          <p14:tracePt t="190740" x="6456363" y="5708650"/>
          <p14:tracePt t="190747" x="6470650" y="5708650"/>
          <p14:tracePt t="190758" x="6497638" y="5708650"/>
          <p14:tracePt t="190763" x="6510338" y="5708650"/>
          <p14:tracePt t="190774" x="6524625" y="5708650"/>
          <p14:tracePt t="190781" x="6557963" y="5708650"/>
          <p14:tracePt t="190787" x="6586538" y="5708650"/>
          <p14:tracePt t="190795" x="6599238" y="5721350"/>
          <p14:tracePt t="190807" x="6626225" y="5721350"/>
          <p14:tracePt t="190809" x="6653213" y="5721350"/>
          <p14:tracePt t="190819" x="6688138" y="5721350"/>
          <p14:tracePt t="190825" x="6700838" y="5721350"/>
          <p14:tracePt t="190835" x="6729413" y="5721350"/>
          <p14:tracePt t="190843" x="6742113" y="5721350"/>
          <p14:tracePt t="190852" x="6756400" y="5721350"/>
          <p14:tracePt t="190859" x="6769100" y="5721350"/>
          <p14:tracePt t="190868" x="6783388" y="5721350"/>
          <p14:tracePt t="190875" x="6804025" y="5721350"/>
          <p14:tracePt t="190892" x="6816725" y="5721350"/>
          <p14:tracePt t="190899" x="6831013" y="5721350"/>
          <p14:tracePt t="190908" x="6843713" y="5721350"/>
          <p14:tracePt t="190923" x="6858000" y="5708650"/>
          <p14:tracePt t="190931" x="6872288" y="5708650"/>
          <p14:tracePt t="190942" x="6884988" y="5708650"/>
          <p14:tracePt t="190958" x="6899275" y="5708650"/>
          <p14:tracePt t="190961" x="6899275" y="5694363"/>
          <p14:tracePt t="190970" x="6911975" y="5694363"/>
          <p14:tracePt t="190984" x="6932613" y="5681663"/>
          <p14:tracePt t="190994" x="6946900" y="5681663"/>
          <p14:tracePt t="191024" x="6959600" y="5681663"/>
          <p14:tracePt t="191032" x="6959600" y="5667375"/>
          <p14:tracePt t="191064" x="6959600" y="5646738"/>
          <p14:tracePt t="191074" x="6959600" y="5634038"/>
          <p14:tracePt t="191089" x="6959600" y="5605463"/>
          <p14:tracePt t="191097" x="6946900" y="5592763"/>
          <p14:tracePt t="191107" x="6932613" y="5578475"/>
          <p14:tracePt t="191114" x="6911975" y="5565775"/>
          <p14:tracePt t="191124" x="6884988" y="5538788"/>
          <p14:tracePt t="191133" x="6872288" y="5518150"/>
          <p14:tracePt t="191143" x="6872288" y="5503863"/>
          <p14:tracePt t="191145" x="6858000" y="5491163"/>
          <p14:tracePt t="191156" x="6843713" y="5491163"/>
          <p14:tracePt t="191164" x="6843713" y="5476875"/>
          <p14:tracePt t="191174" x="6831013" y="5476875"/>
          <p14:tracePt t="191190" x="6816725" y="5462588"/>
          <p14:tracePt t="191196" x="6804025" y="5462588"/>
          <p14:tracePt t="191218" x="6783388" y="5462588"/>
          <p14:tracePt t="191227" x="6769100" y="5462588"/>
          <p14:tracePt t="191237" x="6756400" y="5462588"/>
          <p14:tracePt t="191252" x="6742113" y="5462588"/>
          <p14:tracePt t="191259" x="6729413" y="5462588"/>
          <p14:tracePt t="191269" x="6715125" y="5462588"/>
          <p14:tracePt t="191274" x="6700838" y="5462588"/>
          <p14:tracePt t="191289" x="6688138" y="5462588"/>
          <p14:tracePt t="191298" x="6673850" y="5462588"/>
          <p14:tracePt t="191327" x="6653213" y="5462588"/>
          <p14:tracePt t="191439" x="6640513" y="5462588"/>
          <p14:tracePt t="191464" x="6626225" y="5462588"/>
          <p14:tracePt t="191479" x="6613525" y="5462588"/>
          <p14:tracePt t="191993" x="6626225" y="5462588"/>
          <p14:tracePt t="192001" x="6640513" y="5435600"/>
          <p14:tracePt t="192011" x="6673850" y="5408613"/>
          <p14:tracePt t="192020" x="6715125" y="5375275"/>
          <p14:tracePt t="192029" x="6756400" y="5319713"/>
          <p14:tracePt t="192034" x="6804025" y="5245100"/>
          <p14:tracePt t="192043" x="6843713" y="5191125"/>
          <p14:tracePt t="192051" x="6884988" y="5129213"/>
          <p14:tracePt t="192060" x="6911975" y="5062538"/>
          <p14:tracePt t="192068" x="6932613" y="5000625"/>
          <p14:tracePt t="192075" x="6959600" y="4946650"/>
          <p14:tracePt t="192085" x="6973888" y="4884738"/>
          <p14:tracePt t="192093" x="6973888" y="4843463"/>
          <p14:tracePt t="192102" x="6986588" y="4816475"/>
          <p14:tracePt t="192106" x="6986588" y="4756150"/>
          <p14:tracePt t="192114" x="6986588" y="4714875"/>
          <p14:tracePt t="192123" x="6986588" y="4687888"/>
          <p14:tracePt t="192131" x="6986588" y="4646613"/>
          <p14:tracePt t="192138" x="6986588" y="4625975"/>
          <p14:tracePt t="192148" x="6986588" y="4598988"/>
          <p14:tracePt t="192155" x="6986588" y="4572000"/>
          <p14:tracePt t="192162" x="6986588" y="4557713"/>
          <p14:tracePt t="192170" x="6986588" y="4545013"/>
          <p14:tracePt t="192181" x="6973888" y="4530725"/>
          <p14:tracePt t="192186" x="6973888" y="4518025"/>
          <p14:tracePt t="192198" x="6959600" y="4483100"/>
          <p14:tracePt t="192200" x="6959600" y="4470400"/>
          <p14:tracePt t="192210" x="6946900" y="4456113"/>
          <p14:tracePt t="192226" x="6932613" y="4443413"/>
          <p14:tracePt t="192236" x="6932613" y="4429125"/>
          <p14:tracePt t="192244" x="6911975" y="4414838"/>
          <p14:tracePt t="192251" x="6911975" y="4402138"/>
          <p14:tracePt t="192256" x="6899275" y="4402138"/>
          <p14:tracePt t="192266" x="6899275" y="4387850"/>
          <p14:tracePt t="192279" x="6884988" y="4367213"/>
          <p14:tracePt t="192296" x="6872288" y="4367213"/>
          <p14:tracePt t="192305" x="6872288" y="4354513"/>
          <p14:tracePt t="192319" x="6858000" y="4354513"/>
          <p14:tracePt t="192335" x="6858000" y="4340225"/>
          <p14:tracePt t="192345" x="6843713" y="4340225"/>
          <p14:tracePt t="192734" x="6843713" y="4327525"/>
          <p14:tracePt t="192743" x="6843713" y="4313238"/>
          <p14:tracePt t="192759" x="6843713" y="4300538"/>
          <p14:tracePt t="192774" x="6831013" y="4286250"/>
          <p14:tracePt t="192791" x="6804025" y="4286250"/>
          <p14:tracePt t="192800" x="6804025" y="4271963"/>
          <p14:tracePt t="192808" x="6783388" y="4271963"/>
          <p14:tracePt t="192816" x="6769100" y="4271963"/>
          <p14:tracePt t="192825" x="6742113" y="4259263"/>
          <p14:tracePt t="192832" x="6729413" y="4259263"/>
          <p14:tracePt t="192840" x="6715125" y="4259263"/>
          <p14:tracePt t="192849" x="6700838" y="4238625"/>
          <p14:tracePt t="192867" x="6688138" y="4238625"/>
          <p14:tracePt t="192873" x="6673850" y="4238625"/>
          <p14:tracePt t="192882" x="6653213" y="4224338"/>
          <p14:tracePt t="192891" x="6640513" y="4224338"/>
          <p14:tracePt t="192903" x="6626225" y="4211638"/>
          <p14:tracePt t="192914" x="6613525" y="4211638"/>
          <p14:tracePt t="192935" x="6599238" y="4197350"/>
          <p14:tracePt t="192950" x="6586538" y="4184650"/>
          <p14:tracePt t="192966" x="6586538" y="4170363"/>
          <p14:tracePt t="192975" x="6572250" y="4170363"/>
          <p14:tracePt t="192990" x="6572250" y="4157663"/>
          <p14:tracePt t="193054" x="6572250" y="4143375"/>
          <p14:tracePt t="193070" x="6557963" y="4143375"/>
          <p14:tracePt t="193086" x="6557963" y="4122738"/>
          <p14:tracePt t="193095" x="6557963" y="4110038"/>
          <p14:tracePt t="193103" x="6557963" y="4095750"/>
          <p14:tracePt t="193118" x="6557963" y="4081463"/>
          <p14:tracePt t="193127" x="6557963" y="4054475"/>
          <p14:tracePt t="193136" x="6557963" y="4027488"/>
          <p14:tracePt t="193144" x="6557963" y="4014788"/>
          <p14:tracePt t="193151" x="6557963" y="3994150"/>
          <p14:tracePt t="193159" x="6557963" y="3967163"/>
          <p14:tracePt t="193168" x="6557963" y="3938588"/>
          <p14:tracePt t="193175" x="6557963" y="3925888"/>
          <p14:tracePt t="193184" x="6557963" y="3898900"/>
          <p14:tracePt t="193193" x="6557963" y="3863975"/>
          <p14:tracePt t="193200" x="6557963" y="3851275"/>
          <p14:tracePt t="193209" x="6557963" y="3824288"/>
          <p14:tracePt t="193216" x="6557963" y="3810000"/>
          <p14:tracePt t="193226" x="6557963" y="3795713"/>
          <p14:tracePt t="193233" x="6557963" y="3783013"/>
          <p14:tracePt t="193242" x="6545263" y="3768725"/>
          <p14:tracePt t="193249" x="6545263" y="3756025"/>
          <p14:tracePt t="193266" x="6524625" y="3735388"/>
          <p14:tracePt t="193282" x="6510338" y="3721100"/>
          <p14:tracePt t="193298" x="6497638" y="3708400"/>
          <p14:tracePt t="193307" x="6483350" y="3708400"/>
          <p14:tracePt t="193315" x="6470650" y="3694113"/>
          <p14:tracePt t="193326" x="6456363" y="3681413"/>
          <p14:tracePt t="193328" x="6429375" y="3667125"/>
          <p14:tracePt t="193339" x="6408738" y="3667125"/>
          <p14:tracePt t="193348" x="6396038" y="3652838"/>
          <p14:tracePt t="193354" x="6367463" y="3640138"/>
          <p14:tracePt t="193365" x="6354763" y="3625850"/>
          <p14:tracePt t="193367" x="6340475" y="3625850"/>
          <p14:tracePt t="193377" x="6327775" y="3625850"/>
          <p14:tracePt t="193384" x="6300788" y="3605213"/>
          <p14:tracePt t="193394" x="6280150" y="3605213"/>
          <p14:tracePt t="193403" x="6265863" y="3605213"/>
          <p14:tracePt t="193409" x="6253163" y="3605213"/>
          <p14:tracePt t="193417" x="6238875" y="3605213"/>
          <p14:tracePt t="193427" x="6224588" y="3605213"/>
          <p14:tracePt t="193434" x="6211888" y="3605213"/>
          <p14:tracePt t="193441" x="6197600" y="3605213"/>
          <p14:tracePt t="193451" x="6184900" y="3605213"/>
          <p14:tracePt t="193461" x="6170613" y="3605213"/>
          <p14:tracePt t="193464" x="6149975" y="3605213"/>
          <p14:tracePt t="193478" x="6137275" y="3605213"/>
          <p14:tracePt t="193488" x="6122988" y="3605213"/>
          <p14:tracePt t="193498" x="6110288" y="3605213"/>
          <p14:tracePt t="193506" x="6096000" y="3605213"/>
          <p14:tracePt t="193515" x="6081713" y="3605213"/>
          <p14:tracePt t="193521" x="6069013" y="3605213"/>
          <p14:tracePt t="193533" x="6069013" y="3625850"/>
          <p14:tracePt t="193538" x="6054725" y="3625850"/>
          <p14:tracePt t="193553" x="6042025" y="3625850"/>
          <p14:tracePt t="193564" x="6042025" y="3640138"/>
          <p14:tracePt t="193576" x="6021388" y="3640138"/>
          <p14:tracePt t="193601" x="6021388" y="3652838"/>
          <p14:tracePt t="193611" x="6007100" y="3652838"/>
          <p14:tracePt t="193625" x="5994400" y="3667125"/>
          <p14:tracePt t="193634" x="5994400" y="3681413"/>
          <p14:tracePt t="193650" x="5994400" y="3694113"/>
          <p14:tracePt t="193666" x="5994400" y="3708400"/>
          <p14:tracePt t="193675" x="5980113" y="3708400"/>
          <p14:tracePt t="193682" x="5980113" y="3721100"/>
          <p14:tracePt t="193699" x="5980113" y="3735388"/>
          <p14:tracePt t="193716" x="5980113" y="3756025"/>
          <p14:tracePt t="193722" x="5980113" y="3768725"/>
          <p14:tracePt t="193733" x="5980113" y="3783013"/>
          <p14:tracePt t="193743" x="5980113" y="3795713"/>
          <p14:tracePt t="193754" x="5980113" y="3810000"/>
          <p14:tracePt t="193770" x="5994400" y="3824288"/>
          <p14:tracePt t="193781" x="6007100" y="3824288"/>
          <p14:tracePt t="193783" x="6021388" y="3836988"/>
          <p14:tracePt t="193798" x="6042025" y="3851275"/>
          <p14:tracePt t="193808" x="6054725" y="3851275"/>
          <p14:tracePt t="193818" x="6069013" y="3863975"/>
          <p14:tracePt t="193825" x="6081713" y="3863975"/>
          <p14:tracePt t="193834" x="6096000" y="3863975"/>
          <p14:tracePt t="193843" x="6110288" y="3884613"/>
          <p14:tracePt t="193850" x="6122988" y="3884613"/>
          <p14:tracePt t="193857" x="6137275" y="3884613"/>
          <p14:tracePt t="193868" x="6149975" y="3898900"/>
          <p14:tracePt t="193874" x="6170613" y="3898900"/>
          <p14:tracePt t="193882" x="6184900" y="3898900"/>
          <p14:tracePt t="193892" x="6197600" y="3898900"/>
          <p14:tracePt t="193898" x="6211888" y="3898900"/>
          <p14:tracePt t="193911" x="6224588" y="3898900"/>
          <p14:tracePt t="193921" x="6238875" y="3898900"/>
          <p14:tracePt t="193929" x="6253163" y="3898900"/>
          <p14:tracePt t="193938" x="6265863" y="3898900"/>
          <p14:tracePt t="193948" x="6280150" y="3898900"/>
          <p14:tracePt t="193960" x="6300788" y="3898900"/>
          <p14:tracePt t="193972" x="6313488" y="3898900"/>
          <p14:tracePt t="193975" x="6327775" y="3898900"/>
          <p14:tracePt t="193984" x="6354763" y="3898900"/>
          <p14:tracePt t="193992" x="6367463" y="3898900"/>
          <p14:tracePt t="194000" x="6381750" y="3898900"/>
          <p14:tracePt t="194011" x="6396038" y="3898900"/>
          <p14:tracePt t="194020" x="6408738" y="3898900"/>
          <p14:tracePt t="194022" x="6429375" y="3898900"/>
          <p14:tracePt t="194033" x="6443663" y="3898900"/>
          <p14:tracePt t="194041" x="6456363" y="3898900"/>
          <p14:tracePt t="194051" x="6470650" y="3898900"/>
          <p14:tracePt t="194059" x="6483350" y="3898900"/>
          <p14:tracePt t="194068" x="6497638" y="3898900"/>
          <p14:tracePt t="194080" x="6510338" y="3898900"/>
          <p14:tracePt t="194088" x="6524625" y="3884613"/>
          <p14:tracePt t="194098" x="6545263" y="3884613"/>
          <p14:tracePt t="194107" x="6557963" y="3884613"/>
          <p14:tracePt t="194117" x="6572250" y="3884613"/>
          <p14:tracePt t="194122" x="6586538" y="3884613"/>
          <p14:tracePt t="194129" x="6599238" y="3884613"/>
          <p14:tracePt t="194145" x="6613525" y="3884613"/>
          <p14:tracePt t="194153" x="6626225" y="3884613"/>
          <p14:tracePt t="194158" x="6640513" y="3884613"/>
          <p14:tracePt t="194168" x="6653213" y="3884613"/>
          <p14:tracePt t="194177" x="6673850" y="3863975"/>
          <p14:tracePt t="194188" x="6688138" y="3863975"/>
          <p14:tracePt t="194200" x="6700838" y="3863975"/>
          <p14:tracePt t="194209" x="6715125" y="3863975"/>
          <p14:tracePt t="194218" x="6729413" y="3851275"/>
          <p14:tracePt t="194226" x="6742113" y="3851275"/>
          <p14:tracePt t="194240" x="6756400" y="3851275"/>
          <p14:tracePt t="194256" x="6769100" y="3836988"/>
          <p14:tracePt t="194272" x="6783388" y="3836988"/>
          <p14:tracePt t="194286" x="6804025" y="3824288"/>
          <p14:tracePt t="194302" x="6816725" y="3824288"/>
          <p14:tracePt t="194311" x="6831013" y="3810000"/>
          <p14:tracePt t="194330" x="6843713" y="3795713"/>
          <p14:tracePt t="194339" x="6858000" y="3795713"/>
          <p14:tracePt t="194349" x="6858000" y="3783013"/>
          <p14:tracePt t="194351" x="6872288" y="3783013"/>
          <p14:tracePt t="194359" x="6884988" y="3783013"/>
          <p14:tracePt t="194367" x="6884988" y="3768725"/>
          <p14:tracePt t="194384" x="6899275" y="3768725"/>
          <p14:tracePt t="194402" x="6899275" y="3756025"/>
          <p14:tracePt t="194410" x="6911975" y="3756025"/>
          <p14:tracePt t="194417" x="6911975" y="3735388"/>
          <p14:tracePt t="194440" x="6911975" y="3721100"/>
          <p14:tracePt t="194452" x="6911975" y="3708400"/>
          <p14:tracePt t="194458" x="6911975" y="3694113"/>
          <p14:tracePt t="194465" x="6899275" y="3694113"/>
          <p14:tracePt t="194476" x="6884988" y="3681413"/>
          <p14:tracePt t="194478" x="6872288" y="3652838"/>
          <p14:tracePt t="194488" x="6843713" y="3640138"/>
          <p14:tracePt t="194499" x="6816725" y="3625850"/>
          <p14:tracePt t="194505" x="6783388" y="3605213"/>
          <p14:tracePt t="194517" x="6769100" y="3605213"/>
          <p14:tracePt t="194519" x="6742113" y="3605213"/>
          <p14:tracePt t="194528" x="6715125" y="3592513"/>
          <p14:tracePt t="194538" x="6688138" y="3592513"/>
          <p14:tracePt t="194548" x="6673850" y="3592513"/>
          <p14:tracePt t="194554" x="6640513" y="3592513"/>
          <p14:tracePt t="194561" x="6626225" y="3592513"/>
          <p14:tracePt t="194569" x="6613525" y="3592513"/>
          <p14:tracePt t="194576" x="6599238" y="3578225"/>
          <p14:tracePt t="194589" x="6586538" y="3578225"/>
          <p14:tracePt t="194594" x="6572250" y="3578225"/>
          <p14:tracePt t="194603" x="6557963" y="3578225"/>
          <p14:tracePt t="194610" x="6545263" y="3578225"/>
          <p14:tracePt t="194619" x="6524625" y="3578225"/>
          <p14:tracePt t="194623" x="6510338" y="3578225"/>
          <p14:tracePt t="194634" x="6497638" y="3578225"/>
          <p14:tracePt t="194643" x="6470650" y="3578225"/>
          <p14:tracePt t="194649" x="6456363" y="3578225"/>
          <p14:tracePt t="194659" x="6443663" y="3578225"/>
          <p14:tracePt t="194667" x="6429375" y="3578225"/>
          <p14:tracePt t="194674" x="6396038" y="3578225"/>
          <p14:tracePt t="194682" x="6381750" y="3578225"/>
          <p14:tracePt t="194690" x="6367463" y="3578225"/>
          <p14:tracePt t="194699" x="6340475" y="3578225"/>
          <p14:tracePt t="194706" x="6327775" y="3578225"/>
          <p14:tracePt t="194717" x="6313488" y="3578225"/>
          <p14:tracePt t="194719" x="6300788" y="3578225"/>
          <p14:tracePt t="194728" x="6265863" y="3578225"/>
          <p14:tracePt t="194737" x="6253163" y="3578225"/>
          <p14:tracePt t="194748" x="6238875" y="3578225"/>
          <p14:tracePt t="194754" x="6224588" y="3578225"/>
          <p14:tracePt t="194769" x="6211888" y="3578225"/>
          <p14:tracePt t="194776" x="6197600" y="3578225"/>
          <p14:tracePt t="194792" x="6184900" y="3578225"/>
          <p14:tracePt t="194818" x="6170613" y="3578225"/>
          <p14:tracePt t="194826" x="6149975" y="3578225"/>
          <p14:tracePt t="194840" x="6137275" y="3592513"/>
          <p14:tracePt t="194854" x="6122988" y="3592513"/>
          <p14:tracePt t="194865" x="6110288" y="3605213"/>
          <p14:tracePt t="194882" x="6096000" y="3605213"/>
          <p14:tracePt t="194890" x="6096000" y="3625850"/>
          <p14:tracePt t="194901" x="6081713" y="3625850"/>
          <p14:tracePt t="194903" x="6069013" y="3640138"/>
          <p14:tracePt t="194917" x="6069013" y="3652838"/>
          <p14:tracePt t="194926" x="6054725" y="3652838"/>
          <p14:tracePt t="194935" x="6054725" y="3667125"/>
          <p14:tracePt t="194944" x="6042025" y="3667125"/>
          <p14:tracePt t="194951" x="6042025" y="3681413"/>
          <p14:tracePt t="194962" x="6042025" y="3694113"/>
          <p14:tracePt t="194976" x="6042025" y="3708400"/>
          <p14:tracePt t="194985" x="6042025" y="3721100"/>
          <p14:tracePt t="195002" x="6042025" y="3735388"/>
          <p14:tracePt t="195018" x="6042025" y="3756025"/>
          <p14:tracePt t="195025" x="6042025" y="3768725"/>
          <p14:tracePt t="195040" x="6042025" y="3783013"/>
          <p14:tracePt t="195051" x="6042025" y="3795713"/>
          <p14:tracePt t="195067" x="6054725" y="3810000"/>
          <p14:tracePt t="195070" x="6054725" y="3824288"/>
          <p14:tracePt t="195081" x="6069013" y="3836988"/>
          <p14:tracePt t="195090" x="6081713" y="3836988"/>
          <p14:tracePt t="195100" x="6081713" y="3851275"/>
          <p14:tracePt t="195105" x="6096000" y="3851275"/>
          <p14:tracePt t="195112" x="6110288" y="3863975"/>
          <p14:tracePt t="195127" x="6122988" y="3884613"/>
          <p14:tracePt t="195137" x="6137275" y="3884613"/>
          <p14:tracePt t="195144" x="6149975" y="3898900"/>
          <p14:tracePt t="195154" x="6170613" y="3898900"/>
          <p14:tracePt t="195159" x="6184900" y="3911600"/>
          <p14:tracePt t="195168" x="6197600" y="3911600"/>
          <p14:tracePt t="195178" x="6211888" y="3925888"/>
          <p14:tracePt t="195186" x="6238875" y="3925888"/>
          <p14:tracePt t="195193" x="6265863" y="3925888"/>
          <p14:tracePt t="195203" x="6280150" y="3938588"/>
          <p14:tracePt t="195210" x="6327775" y="3938588"/>
          <p14:tracePt t="195220" x="6367463" y="3952875"/>
          <p14:tracePt t="195223" x="6381750" y="3952875"/>
          <p14:tracePt t="195234" x="6429375" y="3952875"/>
          <p14:tracePt t="195242" x="6456363" y="3952875"/>
          <p14:tracePt t="195251" x="6497638" y="3952875"/>
          <p14:tracePt t="195257" x="6524625" y="3952875"/>
          <p14:tracePt t="195267" x="6557963" y="3952875"/>
          <p14:tracePt t="195273" x="6599238" y="3967163"/>
          <p14:tracePt t="195282" x="6613525" y="3967163"/>
          <p14:tracePt t="195286" x="6653213" y="3967163"/>
          <p14:tracePt t="195295" x="6688138" y="3967163"/>
          <p14:tracePt t="195304" x="6700838" y="3967163"/>
          <p14:tracePt t="195314" x="6729413" y="3967163"/>
          <p14:tracePt t="195320" x="6756400" y="3967163"/>
          <p14:tracePt t="195332" x="6783388" y="3967163"/>
          <p14:tracePt t="195334" x="6816725" y="3967163"/>
          <p14:tracePt t="195343" x="6843713" y="3967163"/>
          <p14:tracePt t="195351" x="6858000" y="3967163"/>
          <p14:tracePt t="195360" x="6884988" y="3967163"/>
          <p14:tracePt t="195369" x="6899275" y="3967163"/>
          <p14:tracePt t="195377" x="6932613" y="3967163"/>
          <p14:tracePt t="195385" x="6946900" y="3967163"/>
          <p14:tracePt t="195389" x="6959600" y="3967163"/>
          <p14:tracePt t="195401" x="6973888" y="3967163"/>
          <p14:tracePt t="195409" x="6973888" y="3952875"/>
          <p14:tracePt t="195418" x="6986588" y="3952875"/>
          <p14:tracePt t="195424" x="7000875" y="3938588"/>
          <p14:tracePt t="195443" x="7015163" y="3925888"/>
          <p14:tracePt t="195455" x="7015163" y="3911600"/>
          <p14:tracePt t="195466" x="7027863" y="3898900"/>
          <p14:tracePt t="195479" x="7027863" y="3884613"/>
          <p14:tracePt t="195490" x="7027863" y="3863975"/>
          <p14:tracePt t="195500" x="7027863" y="3851275"/>
          <p14:tracePt t="195503" x="7027863" y="3824288"/>
          <p14:tracePt t="195514" x="7027863" y="3810000"/>
          <p14:tracePt t="195520" x="7027863" y="3795713"/>
          <p14:tracePt t="195531" x="7027863" y="3783013"/>
          <p14:tracePt t="195537" x="7027863" y="3756025"/>
          <p14:tracePt t="195544" x="7027863" y="3735388"/>
          <p14:tracePt t="195553" x="7000875" y="3721100"/>
          <p14:tracePt t="195561" x="6986588" y="3694113"/>
          <p14:tracePt t="195571" x="6973888" y="3681413"/>
          <p14:tracePt t="195583" x="6946900" y="3667125"/>
          <p14:tracePt t="195585" x="6932613" y="3652838"/>
          <p14:tracePt t="195594" x="6899275" y="3652838"/>
          <p14:tracePt t="195601" x="6872288" y="3625850"/>
          <p14:tracePt t="195605" x="6858000" y="3625850"/>
          <p14:tracePt t="195616" x="6831013" y="3605213"/>
          <p14:tracePt t="195625" x="6804025" y="3605213"/>
          <p14:tracePt t="195634" x="6769100" y="3592513"/>
          <p14:tracePt t="195643" x="6756400" y="3592513"/>
          <p14:tracePt t="195648" x="6729413" y="3592513"/>
          <p14:tracePt t="195660" x="6700838" y="3592513"/>
          <p14:tracePt t="195661" x="6688138" y="3578225"/>
          <p14:tracePt t="195672" x="6640513" y="3578225"/>
          <p14:tracePt t="195682" x="6599238" y="3578225"/>
          <p14:tracePt t="195688" x="6572250" y="3578225"/>
          <p14:tracePt t="195700" x="6524625" y="3578225"/>
          <p14:tracePt t="195702" x="6497638" y="3578225"/>
          <p14:tracePt t="195711" x="6456363" y="3592513"/>
          <p14:tracePt t="195718" x="6408738" y="3605213"/>
          <p14:tracePt t="195731" x="6381750" y="3605213"/>
          <p14:tracePt t="195737" x="6340475" y="3625850"/>
          <p14:tracePt t="195745" x="6313488" y="3640138"/>
          <p14:tracePt t="195754" x="6280150" y="3640138"/>
          <p14:tracePt t="195761" x="6253163" y="3652838"/>
          <p14:tracePt t="195771" x="6238875" y="3652838"/>
          <p14:tracePt t="195778" x="6224588" y="3667125"/>
          <p14:tracePt t="195787" x="6211888" y="3667125"/>
          <p14:tracePt t="195794" x="6197600" y="3667125"/>
          <p14:tracePt t="195804" x="6184900" y="3681413"/>
          <p14:tracePt t="195807" x="6170613" y="3681413"/>
          <p14:tracePt t="195818" x="6149975" y="3681413"/>
          <p14:tracePt t="195835" x="6137275" y="3681413"/>
          <p14:tracePt t="195837" x="6122988" y="3694113"/>
          <p14:tracePt t="195868" x="6110288" y="3694113"/>
          <p14:tracePt t="195877" x="6110288" y="3708400"/>
          <p14:tracePt t="195916" x="6096000" y="3708400"/>
          <p14:tracePt t="195924" x="6096000" y="3721100"/>
          <p14:tracePt t="195956" x="6081713" y="3721100"/>
          <p14:tracePt t="195966" x="6081713" y="3735388"/>
          <p14:tracePt t="195996" x="6081713" y="3756025"/>
          <p14:tracePt t="196013" x="6081713" y="3768725"/>
          <p14:tracePt t="196030" x="6081713" y="3783013"/>
          <p14:tracePt t="196044" x="6081713" y="3795713"/>
          <p14:tracePt t="196054" x="6081713" y="3810000"/>
          <p14:tracePt t="196068" x="6081713" y="3824288"/>
          <p14:tracePt t="196077" x="6096000" y="3824288"/>
          <p14:tracePt t="196086" x="6096000" y="3836988"/>
          <p14:tracePt t="196095" x="6110288" y="3836988"/>
          <p14:tracePt t="196104" x="6122988" y="3851275"/>
          <p14:tracePt t="196113" x="6137275" y="3851275"/>
          <p14:tracePt t="196128" x="6149975" y="3863975"/>
          <p14:tracePt t="196136" x="6170613" y="3863975"/>
          <p14:tracePt t="196144" x="6197600" y="3863975"/>
          <p14:tracePt t="196153" x="6211888" y="3884613"/>
          <p14:tracePt t="196158" x="6224588" y="3884613"/>
          <p14:tracePt t="196168" x="6238875" y="3884613"/>
          <p14:tracePt t="196177" x="6280150" y="3884613"/>
          <p14:tracePt t="196183" x="6300788" y="3898900"/>
          <p14:tracePt t="196194" x="6327775" y="3898900"/>
          <p14:tracePt t="196200" x="6367463" y="3898900"/>
          <p14:tracePt t="196208" x="6396038" y="3898900"/>
          <p14:tracePt t="196215" x="6429375" y="3898900"/>
          <p14:tracePt t="196226" x="6456363" y="3898900"/>
          <p14:tracePt t="196232" x="6483350" y="3898900"/>
          <p14:tracePt t="196242" x="6510338" y="3898900"/>
          <p14:tracePt t="196248" x="6545263" y="3911600"/>
          <p14:tracePt t="196256" x="6557963" y="3911600"/>
          <p14:tracePt t="196265" x="6586538" y="3911600"/>
          <p14:tracePt t="196272" x="6613525" y="3911600"/>
          <p14:tracePt t="196277" x="6626225" y="3911600"/>
          <p14:tracePt t="196287" x="6640513" y="3911600"/>
          <p14:tracePt t="196295" x="6673850" y="3911600"/>
          <p14:tracePt t="196305" x="6688138" y="3911600"/>
          <p14:tracePt t="196314" x="6700838" y="3911600"/>
          <p14:tracePt t="196320" x="6715125" y="3911600"/>
          <p14:tracePt t="196327" x="6742113" y="3911600"/>
          <p14:tracePt t="196336" x="6756400" y="3911600"/>
          <p14:tracePt t="196343" x="6769100" y="3898900"/>
          <p14:tracePt t="196353" x="6804025" y="3898900"/>
          <p14:tracePt t="196360" x="6816725" y="3884613"/>
          <p14:tracePt t="196370" x="6831013" y="3884613"/>
          <p14:tracePt t="196377" x="6843713" y="3863975"/>
          <p14:tracePt t="196387" x="6858000" y="3863975"/>
          <p14:tracePt t="196391" x="6872288" y="3851275"/>
          <p14:tracePt t="196402" x="6872288" y="3836988"/>
          <p14:tracePt t="196404" x="6884988" y="3836988"/>
          <p14:tracePt t="196420" x="6899275" y="3824288"/>
          <p14:tracePt t="196436" x="6899275" y="3810000"/>
          <p14:tracePt t="196460" x="6899275" y="3795713"/>
          <p14:tracePt t="196476" x="6899275" y="3783013"/>
          <p14:tracePt t="196485" x="6899275" y="3768725"/>
          <p14:tracePt t="196500" x="6872288" y="3735388"/>
          <p14:tracePt t="196510" x="6858000" y="3735388"/>
          <p14:tracePt t="196518" x="6816725" y="3708400"/>
          <p14:tracePt t="196527" x="6804025" y="3694113"/>
          <p14:tracePt t="196533" x="6769100" y="3681413"/>
          <p14:tracePt t="196544" x="6742113" y="3681413"/>
          <p14:tracePt t="196551" x="6715125" y="3667125"/>
          <p14:tracePt t="196562" x="6688138" y="3652838"/>
          <p14:tracePt t="196569" x="6653213" y="3652838"/>
          <p14:tracePt t="196576" x="6626225" y="3640138"/>
          <p14:tracePt t="196586" x="6586538" y="3640138"/>
          <p14:tracePt t="196593" x="6572250" y="3640138"/>
          <p14:tracePt t="196602" x="6545263" y="3640138"/>
          <p14:tracePt t="196609" x="6483350" y="3640138"/>
          <p14:tracePt t="196618" x="6470650" y="3640138"/>
          <p14:tracePt t="196623" x="6408738" y="3640138"/>
          <p14:tracePt t="196633" x="6381750" y="3640138"/>
          <p14:tracePt t="196638" x="6354763" y="3640138"/>
          <p14:tracePt t="196651" x="6327775" y="3640138"/>
          <p14:tracePt t="196656" x="6300788" y="3640138"/>
          <p14:tracePt t="196667" x="6253163" y="3640138"/>
          <p14:tracePt t="196669" x="6224588" y="3640138"/>
          <p14:tracePt t="196678" x="6211888" y="3640138"/>
          <p14:tracePt t="196688" x="6184900" y="3652838"/>
          <p14:tracePt t="196698" x="6170613" y="3652838"/>
          <p14:tracePt t="196704" x="6149975" y="3667125"/>
          <p14:tracePt t="196712" x="6137275" y="3667125"/>
          <p14:tracePt t="196720" x="6122988" y="3681413"/>
          <p14:tracePt t="196728" x="6110288" y="3694113"/>
          <p14:tracePt t="196737" x="6096000" y="3694113"/>
          <p14:tracePt t="196741" x="6096000" y="3708400"/>
          <p14:tracePt t="196752" x="6081713" y="3708400"/>
          <p14:tracePt t="196759" x="6081713" y="3721100"/>
          <p14:tracePt t="196767" x="6069013" y="3721100"/>
          <p14:tracePt t="196781" x="6069013" y="3735388"/>
          <p14:tracePt t="196811" x="6069013" y="3756025"/>
          <p14:tracePt t="196941" x="6069013" y="3768725"/>
          <p14:tracePt t="198074" x="6054725" y="3783013"/>
          <p14:tracePt t="198106" x="6042025" y="3795713"/>
          <p14:tracePt t="198130" x="6042025" y="3810000"/>
          <p14:tracePt t="198171" x="6021388" y="3810000"/>
          <p14:tracePt t="198194" x="6021388" y="3824288"/>
          <p14:tracePt t="198226" x="6021388" y="3836988"/>
          <p14:tracePt t="198250" x="6007100" y="3851275"/>
          <p14:tracePt t="198260" x="6007100" y="3863975"/>
          <p14:tracePt t="198269" x="5994400" y="3863975"/>
          <p14:tracePt t="198276" x="5994400" y="3898900"/>
          <p14:tracePt t="198283" x="5967413" y="3925888"/>
          <p14:tracePt t="198291" x="5953125" y="3967163"/>
          <p14:tracePt t="198299" x="5926138" y="4054475"/>
          <p14:tracePt t="198308" x="5878513" y="4122738"/>
          <p14:tracePt t="198317" x="5837238" y="4224338"/>
          <p14:tracePt t="198325" x="5795963" y="4340225"/>
          <p14:tracePt t="198334" x="5721350" y="4518025"/>
          <p14:tracePt t="198342" x="5667375" y="4673600"/>
          <p14:tracePt t="198351" x="5605463" y="4830763"/>
          <p14:tracePt t="198360" x="5538788" y="4986338"/>
          <p14:tracePt t="198368" x="5476875" y="5129213"/>
          <p14:tracePt t="198374" x="5449888" y="5205413"/>
          <p14:tracePt t="198382" x="5387975" y="5348288"/>
          <p14:tracePt t="198389" x="5348288" y="5449888"/>
          <p14:tracePt t="198402" x="5319713" y="5491163"/>
          <p14:tracePt t="198404" x="5292725" y="5565775"/>
          <p14:tracePt t="198412" x="5245100" y="5667375"/>
          <p14:tracePt t="198423" x="5245100" y="5694363"/>
          <p14:tracePt t="198810" x="5218113" y="5694363"/>
          <p14:tracePt t="198820" x="5191125" y="5708650"/>
          <p14:tracePt t="198828" x="5149850" y="5708650"/>
          <p14:tracePt t="198837" x="5102225" y="5735638"/>
          <p14:tracePt t="198844" x="5062538" y="5748338"/>
          <p14:tracePt t="198852" x="5033963" y="5762625"/>
          <p14:tracePt t="198861" x="4986338" y="5783263"/>
          <p14:tracePt t="198870" x="4959350" y="5795963"/>
          <p14:tracePt t="198877" x="4919663" y="5810250"/>
          <p14:tracePt t="198888" x="4884738" y="5824538"/>
          <p14:tracePt t="198895" x="4857750" y="5837238"/>
          <p14:tracePt t="198902" x="4843463" y="5837238"/>
          <p14:tracePt t="198911" x="4830763" y="5851525"/>
          <p14:tracePt t="198919" x="4816475" y="5851525"/>
          <p14:tracePt t="198928" x="4803775" y="5851525"/>
          <p14:tracePt t="198935" x="4789488" y="5851525"/>
          <p14:tracePt t="198958" x="4776788" y="5851525"/>
          <p14:tracePt t="198994" x="4756150" y="5851525"/>
          <p14:tracePt t="199066" x="4756150" y="5864225"/>
          <p14:tracePt t="199082" x="4756150" y="5878513"/>
          <p14:tracePt t="199098" x="4756150" y="5891213"/>
          <p14:tracePt t="199108" x="4756150" y="5911850"/>
          <p14:tracePt t="199116" x="4756150" y="5926138"/>
          <p14:tracePt t="199125" x="4776788" y="5938838"/>
          <p14:tracePt t="199133" x="4789488" y="5953125"/>
          <p14:tracePt t="199143" x="4816475" y="5967413"/>
          <p14:tracePt t="199151" x="4830763" y="5980113"/>
          <p14:tracePt t="199157" x="4843463" y="5994400"/>
          <p14:tracePt t="199167" x="4872038" y="5994400"/>
          <p14:tracePt t="199174" x="4905375" y="6007100"/>
          <p14:tracePt t="199183" x="4932363" y="6007100"/>
          <p14:tracePt t="199190" x="4959350" y="6007100"/>
          <p14:tracePt t="199202" x="4973638" y="6007100"/>
          <p14:tracePt t="199203" x="4986338" y="6007100"/>
          <p14:tracePt t="199212" x="5021263" y="6007100"/>
          <p14:tracePt t="199222" x="5033963" y="6007100"/>
          <p14:tracePt t="199238" x="5048250" y="6007100"/>
          <p14:tracePt t="199247" x="5062538" y="6007100"/>
          <p14:tracePt t="199257" x="5062538" y="5994400"/>
          <p14:tracePt t="199259" x="5075238" y="5994400"/>
          <p14:tracePt t="199689" x="5062538" y="5994400"/>
          <p14:tracePt t="199697" x="5048250" y="5994400"/>
          <p14:tracePt t="199707" x="5033963" y="5994400"/>
          <p14:tracePt t="199715" x="5021263" y="5994400"/>
          <p14:tracePt t="199724" x="5000625" y="5994400"/>
          <p14:tracePt t="199739" x="4986338" y="5994400"/>
          <p14:tracePt t="199748" x="4973638" y="5994400"/>
          <p14:tracePt t="199754" x="4959350" y="5994400"/>
          <p14:tracePt t="199780" x="4946650" y="5994400"/>
          <p14:tracePt t="199962" x="4932363" y="5994400"/>
          <p14:tracePt t="199977" x="4919663" y="5994400"/>
          <p14:tracePt t="199993" x="4905375" y="5994400"/>
          <p14:tracePt t="200009" x="4884738" y="5980113"/>
          <p14:tracePt t="200019" x="4872038" y="5980113"/>
          <p14:tracePt t="200033" x="4857750" y="5980113"/>
          <p14:tracePt t="200049" x="4857750" y="5967413"/>
          <p14:tracePt t="200058" x="4843463" y="5967413"/>
          <p14:tracePt t="200097" x="4830763" y="5967413"/>
          <p14:tracePt t="200114" x="4830763" y="5953125"/>
          <p14:tracePt t="200123" x="4816475" y="5953125"/>
          <p14:tracePt t="200132" x="4803775" y="5953125"/>
          <p14:tracePt t="200140" x="4803775" y="5938838"/>
          <p14:tracePt t="200149" x="4789488" y="5938838"/>
          <p14:tracePt t="200158" x="4776788" y="5938838"/>
          <p14:tracePt t="200170" x="4756150" y="5938838"/>
          <p14:tracePt t="200179" x="4756150" y="5926138"/>
          <p14:tracePt t="200187" x="4741863" y="5926138"/>
          <p14:tracePt t="200201" x="4729163" y="5926138"/>
          <p14:tracePt t="200210" x="4729163" y="5911850"/>
          <p14:tracePt t="200218" x="4714875" y="5911850"/>
          <p14:tracePt t="201120" x="4700588" y="5911850"/>
          <p14:tracePt t="201129" x="4687888" y="5911850"/>
          <p14:tracePt t="201138" x="4673600" y="5911850"/>
          <p14:tracePt t="201148" x="4646613" y="5926138"/>
          <p14:tracePt t="201161" x="4625975" y="5926138"/>
          <p14:tracePt t="201170" x="4613275" y="5926138"/>
          <p14:tracePt t="201178" x="4613275" y="5938838"/>
          <p14:tracePt t="201719" x="4646613" y="5938838"/>
          <p14:tracePt t="201728" x="4660900" y="5938838"/>
          <p14:tracePt t="201738" x="4687888" y="5938838"/>
          <p14:tracePt t="201746" x="4714875" y="5938838"/>
          <p14:tracePt t="201752" x="4741863" y="5938838"/>
          <p14:tracePt t="201762" x="4803775" y="5938838"/>
          <p14:tracePt t="201769" x="4830763" y="5938838"/>
          <p14:tracePt t="201778" x="4872038" y="5953125"/>
          <p14:tracePt t="201785" x="4932363" y="5953125"/>
          <p14:tracePt t="201795" x="4986338" y="5967413"/>
          <p14:tracePt t="201802" x="5033963" y="5967413"/>
          <p14:tracePt t="201812" x="5089525" y="5980113"/>
          <p14:tracePt t="201819" x="5149850" y="5994400"/>
          <p14:tracePt t="201829" x="5176838" y="5994400"/>
          <p14:tracePt t="201837" x="5259388" y="6007100"/>
          <p14:tracePt t="201845" x="5307013" y="6007100"/>
          <p14:tracePt t="201854" x="5360988" y="6021388"/>
          <p14:tracePt t="201861" x="5408613" y="6021388"/>
          <p14:tracePt t="201867" x="5462588" y="6042025"/>
          <p14:tracePt t="201880" x="5503863" y="6042025"/>
          <p14:tracePt t="201883" x="5551488" y="6042025"/>
          <p14:tracePt t="201891" x="5605463" y="6054725"/>
          <p14:tracePt t="201901" x="5634038" y="6054725"/>
          <p14:tracePt t="201907" x="5681663" y="6069013"/>
          <p14:tracePt t="201919" x="5721350" y="6069013"/>
          <p14:tracePt t="201921" x="5762625" y="6069013"/>
          <p14:tracePt t="201929" x="5795963" y="6069013"/>
          <p14:tracePt t="201940" x="5837238" y="6081713"/>
          <p14:tracePt t="201950" x="5864225" y="6081713"/>
          <p14:tracePt t="201955" x="5926138" y="6081713"/>
          <p14:tracePt t="201965" x="5953125" y="6096000"/>
          <p14:tracePt t="201972" x="5980113" y="6096000"/>
          <p14:tracePt t="201979" x="6021388" y="6096000"/>
          <p14:tracePt t="201990" x="6054725" y="6110288"/>
          <p14:tracePt t="201992" x="6110288" y="6110288"/>
          <p14:tracePt t="202003" x="6137275" y="6110288"/>
          <p14:tracePt t="202012" x="6170613" y="6110288"/>
          <p14:tracePt t="202022" x="6211888" y="6110288"/>
          <p14:tracePt t="202027" x="6253163" y="6110288"/>
          <p14:tracePt t="202036" x="6280150" y="6110288"/>
          <p14:tracePt t="202043" x="6313488" y="6110288"/>
          <p14:tracePt t="202050" x="6354763" y="6110288"/>
          <p14:tracePt t="202061" x="6381750" y="6110288"/>
          <p14:tracePt t="202067" x="6408738" y="6110288"/>
          <p14:tracePt t="202078" x="6456363" y="6110288"/>
          <p14:tracePt t="202080" x="6483350" y="6110288"/>
          <p14:tracePt t="202090" x="6524625" y="6110288"/>
          <p14:tracePt t="202100" x="6557963" y="6110288"/>
          <p14:tracePt t="202108" x="6586538" y="6110288"/>
          <p14:tracePt t="202118" x="6613525" y="6110288"/>
          <p14:tracePt t="202123" x="6640513" y="6110288"/>
          <p14:tracePt t="202130" x="6673850" y="6110288"/>
          <p14:tracePt t="202142" x="6700838" y="6110288"/>
          <p14:tracePt t="202144" x="6715125" y="6110288"/>
          <p14:tracePt t="202155" x="6729413" y="6110288"/>
          <p14:tracePt t="202164" x="6756400" y="6110288"/>
          <p14:tracePt t="202171" x="6769100" y="6110288"/>
          <p14:tracePt t="202181" x="6783388" y="6110288"/>
          <p14:tracePt t="202187" x="6816725" y="6110288"/>
          <p14:tracePt t="202194" x="6831013" y="6110288"/>
          <p14:tracePt t="202206" x="6843713" y="6110288"/>
          <p14:tracePt t="202208" x="6872288" y="6110288"/>
          <p14:tracePt t="202224" x="6899275" y="6096000"/>
          <p14:tracePt t="202235" x="6911975" y="6096000"/>
          <p14:tracePt t="202242" x="6932613" y="6096000"/>
          <p14:tracePt t="202252" x="6946900" y="6096000"/>
          <p14:tracePt t="202258" x="6959600" y="6096000"/>
          <p14:tracePt t="202270" x="6973888" y="6081713"/>
          <p14:tracePt t="202276" x="7000875" y="6081713"/>
          <p14:tracePt t="202284" x="7027863" y="6081713"/>
          <p14:tracePt t="202292" x="7042150" y="6069013"/>
          <p14:tracePt t="202301" x="7062788" y="6069013"/>
          <p14:tracePt t="202308" x="7089775" y="6069013"/>
          <p14:tracePt t="202317" x="7102475" y="6069013"/>
          <p14:tracePt t="202324" x="7116763" y="6054725"/>
          <p14:tracePt t="202335" x="7129463" y="6054725"/>
          <p14:tracePt t="202337" x="7143750" y="6054725"/>
          <p14:tracePt t="202352" x="7158038" y="6054725"/>
          <p14:tracePt t="202415" x="7170738" y="6054725"/>
          <p14:tracePt t="202513" x="7170738" y="6042025"/>
          <p14:tracePt t="202598" x="7170738" y="6021388"/>
          <p14:tracePt t="202615" x="7170738" y="6007100"/>
          <p14:tracePt t="202624" x="7191375" y="6007100"/>
          <p14:tracePt t="202634" x="7191375" y="5994400"/>
          <p14:tracePt t="202651" x="7191375" y="5980113"/>
          <p14:tracePt t="202668" x="7205663" y="5967413"/>
          <p14:tracePt t="202676" x="7205663" y="5953125"/>
          <p14:tracePt t="202698" x="7205663" y="5938838"/>
          <p14:tracePt t="202714" x="7205663" y="5926138"/>
          <p14:tracePt t="202731" x="7205663" y="5911850"/>
          <p14:tracePt t="202740" x="7205663" y="5891213"/>
          <p14:tracePt t="202753" x="7205663" y="5878513"/>
          <p14:tracePt t="202764" x="7205663" y="5864225"/>
          <p14:tracePt t="202771" x="7191375" y="5864225"/>
          <p14:tracePt t="202775" x="7191375" y="5851525"/>
          <p14:tracePt t="202786" x="7170738" y="5837238"/>
          <p14:tracePt t="202794" x="7158038" y="5824538"/>
          <p14:tracePt t="202811" x="7143750" y="5810250"/>
          <p14:tracePt t="202821" x="7116763" y="5810250"/>
          <p14:tracePt t="202823" x="7102475" y="5795963"/>
          <p14:tracePt t="202835" x="7089775" y="5795963"/>
          <p14:tracePt t="202842" x="7062788" y="5783263"/>
          <p14:tracePt t="202852" x="7027863" y="5783263"/>
          <p14:tracePt t="202859" x="7015163" y="5783263"/>
          <p14:tracePt t="202869" x="6986588" y="5762625"/>
          <p14:tracePt t="202874" x="6959600" y="5762625"/>
          <p14:tracePt t="202887" x="6946900" y="5762625"/>
          <p14:tracePt t="202889" x="6911975" y="5762625"/>
          <p14:tracePt t="202898" x="6884988" y="5762625"/>
          <p14:tracePt t="202906" x="6858000" y="5762625"/>
          <p14:tracePt t="202914" x="6831013" y="5762625"/>
          <p14:tracePt t="202924" x="6804025" y="5748338"/>
          <p14:tracePt t="202934" x="6769100" y="5748338"/>
          <p14:tracePt t="202936" x="6729413" y="5748338"/>
          <p14:tracePt t="202945" x="6700838" y="5748338"/>
          <p14:tracePt t="202953" x="6653213" y="5748338"/>
          <p14:tracePt t="202962" x="6613525" y="5735638"/>
          <p14:tracePt t="202969" x="6557963" y="5735638"/>
          <p14:tracePt t="202980" x="6510338" y="5735638"/>
          <p14:tracePt t="202986" x="6456363" y="5721350"/>
          <p14:tracePt t="202995" x="6408738" y="5721350"/>
          <p14:tracePt t="203004" x="6354763" y="5708650"/>
          <p14:tracePt t="203014" x="6300788" y="5694363"/>
          <p14:tracePt t="203021" x="6238875" y="5681663"/>
          <p14:tracePt t="203025" x="6170613" y="5667375"/>
          <p14:tracePt t="203036" x="6096000" y="5646738"/>
          <p14:tracePt t="203045" x="6042025" y="5634038"/>
          <p14:tracePt t="203051" x="5967413" y="5634038"/>
          <p14:tracePt t="203062" x="5891213" y="5634038"/>
          <p14:tracePt t="203068" x="5824538" y="5619750"/>
          <p14:tracePt t="203076" x="5748338" y="5619750"/>
          <p14:tracePt t="203085" x="5708650" y="5619750"/>
          <p14:tracePt t="203092" x="5634038" y="5619750"/>
          <p14:tracePt t="203101" x="5592763" y="5619750"/>
          <p14:tracePt t="203105" x="5538788" y="5619750"/>
          <p14:tracePt t="203114" x="5476875" y="5619750"/>
          <p14:tracePt t="203123" x="5435600" y="5619750"/>
          <p14:tracePt t="203132" x="5375275" y="5619750"/>
          <p14:tracePt t="203138" x="5334000" y="5619750"/>
          <p14:tracePt t="203146" x="5307013" y="5619750"/>
          <p14:tracePt t="203154" x="5259388" y="5619750"/>
          <p14:tracePt t="203168" x="5218113" y="5619750"/>
          <p14:tracePt t="203170" x="5164138" y="5619750"/>
          <p14:tracePt t="203178" x="5149850" y="5619750"/>
          <p14:tracePt t="203186" x="5075238" y="5619750"/>
          <p14:tracePt t="203196" x="5062538" y="5619750"/>
          <p14:tracePt t="203204" x="5033963" y="5634038"/>
          <p14:tracePt t="203211" x="4986338" y="5634038"/>
          <p14:tracePt t="203218" x="4959350" y="5646738"/>
          <p14:tracePt t="203229" x="4919663" y="5646738"/>
          <p14:tracePt t="203234" x="4884738" y="5646738"/>
          <p14:tracePt t="203245" x="4857750" y="5667375"/>
          <p14:tracePt t="203251" x="4830763" y="5667375"/>
          <p14:tracePt t="203259" x="4803775" y="5681663"/>
          <p14:tracePt t="203270" x="4789488" y="5681663"/>
          <p14:tracePt t="203273" x="4756150" y="5681663"/>
          <p14:tracePt t="203283" x="4714875" y="5694363"/>
          <p14:tracePt t="203292" x="4700588" y="5694363"/>
          <p14:tracePt t="203301" x="4673600" y="5708650"/>
          <p14:tracePt t="203307" x="4646613" y="5708650"/>
          <p14:tracePt t="203314" x="4613275" y="5721350"/>
          <p14:tracePt t="203324" x="4598988" y="5735638"/>
          <p14:tracePt t="203335" x="4572000" y="5735638"/>
          <p14:tracePt t="203344" x="4545013" y="5748338"/>
          <p14:tracePt t="203346" x="4518025" y="5748338"/>
          <p14:tracePt t="203353" x="4483100" y="5762625"/>
          <p14:tracePt t="203364" x="4456113" y="5783263"/>
          <p14:tracePt t="203371" x="4429125" y="5783263"/>
          <p14:tracePt t="203381" x="4414838" y="5795963"/>
          <p14:tracePt t="203388" x="4387850" y="5795963"/>
          <p14:tracePt t="203395" x="4354513" y="5810250"/>
          <p14:tracePt t="203407" x="4340225" y="5824538"/>
          <p14:tracePt t="203409" x="4313238" y="5824538"/>
          <p14:tracePt t="203420" x="4300538" y="5851525"/>
          <p14:tracePt t="203426" x="4286250" y="5851525"/>
          <p14:tracePt t="203435" x="4271963" y="5864225"/>
          <p14:tracePt t="203444" x="4259263" y="5864225"/>
          <p14:tracePt t="203452" x="4259263" y="5878513"/>
          <p14:tracePt t="203478" x="4238625" y="5891213"/>
          <p14:tracePt t="203502" x="4238625" y="5911850"/>
          <p14:tracePt t="203513" x="4238625" y="5926138"/>
          <p14:tracePt t="203527" x="4238625" y="5938838"/>
          <p14:tracePt t="203543" x="4259263" y="5953125"/>
          <p14:tracePt t="203558" x="4271963" y="5967413"/>
          <p14:tracePt t="203569" x="4286250" y="5980113"/>
          <p14:tracePt t="203578" x="4300538" y="5994400"/>
          <p14:tracePt t="203586" x="4313238" y="5994400"/>
          <p14:tracePt t="203595" x="4327525" y="6007100"/>
          <p14:tracePt t="203602" x="4354513" y="6007100"/>
          <p14:tracePt t="203609" x="4367213" y="6007100"/>
          <p14:tracePt t="203621" x="4414838" y="6021388"/>
          <p14:tracePt t="203627" x="4443413" y="6042025"/>
          <p14:tracePt t="203634" x="4483100" y="6042025"/>
          <p14:tracePt t="203647" x="4530725" y="6042025"/>
          <p14:tracePt t="203650" x="4572000" y="6042025"/>
          <p14:tracePt t="203658" x="4613275" y="6042025"/>
          <p14:tracePt t="203669" x="4660900" y="6042025"/>
          <p14:tracePt t="203674" x="4700588" y="6042025"/>
          <p14:tracePt t="203682" x="4741863" y="6042025"/>
          <p14:tracePt t="203692" x="4803775" y="6042025"/>
          <p14:tracePt t="203698" x="4857750" y="6042025"/>
          <p14:tracePt t="203707" x="4919663" y="6021388"/>
          <p14:tracePt t="203714" x="4986338" y="6021388"/>
          <p14:tracePt t="203723" x="5048250" y="6021388"/>
          <p14:tracePt t="203730" x="5102225" y="6021388"/>
          <p14:tracePt t="203739" x="5176838" y="6021388"/>
          <p14:tracePt t="203746" x="5218113" y="6007100"/>
          <p14:tracePt t="203756" x="5280025" y="6007100"/>
          <p14:tracePt t="203760" x="5334000" y="6007100"/>
          <p14:tracePt t="203770" x="5408613" y="6007100"/>
          <p14:tracePt t="203779" x="5449888" y="6007100"/>
          <p14:tracePt t="203786" x="5503863" y="6007100"/>
          <p14:tracePt t="203796" x="5578475" y="6007100"/>
          <p14:tracePt t="203806" x="5605463" y="6007100"/>
          <p14:tracePt t="203808" x="5646738" y="6007100"/>
          <p14:tracePt t="203819" x="5694363" y="6007100"/>
          <p14:tracePt t="203827" x="5735638" y="6007100"/>
          <p14:tracePt t="203836" x="5762625" y="6021388"/>
          <p14:tracePt t="203842" x="5810250" y="6021388"/>
          <p14:tracePt t="203853" x="5837238" y="6021388"/>
          <p14:tracePt t="203856" x="5851525" y="6042025"/>
          <p14:tracePt t="203866" x="5878513" y="6042025"/>
          <p14:tracePt t="203874" x="5891213" y="6054725"/>
          <p14:tracePt t="203884" x="5911850" y="6054725"/>
          <p14:tracePt t="203890" x="5938838" y="6069013"/>
          <p14:tracePt t="203902" x="5953125" y="6069013"/>
          <p14:tracePt t="203904" x="5967413" y="6069013"/>
          <p14:tracePt t="203913" x="5994400" y="6081713"/>
          <p14:tracePt t="203920" x="6042025" y="6081713"/>
          <p14:tracePt t="203930" x="6054725" y="6081713"/>
          <p14:tracePt t="203936" x="6069013" y="6081713"/>
          <p14:tracePt t="203946" x="6110288" y="6081713"/>
          <p14:tracePt t="203954" x="6137275" y="6081713"/>
          <p14:tracePt t="203962" x="6170613" y="6081713"/>
          <p14:tracePt t="203970" x="6184900" y="6081713"/>
          <p14:tracePt t="203977" x="6211888" y="6081713"/>
          <p14:tracePt t="203986" x="6238875" y="6081713"/>
          <p14:tracePt t="203994" x="6253163" y="6081713"/>
          <p14:tracePt t="204002" x="6280150" y="6081713"/>
          <p14:tracePt t="204010" x="6313488" y="6081713"/>
          <p14:tracePt t="204021" x="6327775" y="6081713"/>
          <p14:tracePt t="204027" x="6354763" y="6081713"/>
          <p14:tracePt t="204035" x="6381750" y="6081713"/>
          <p14:tracePt t="204044" x="6429375" y="6081713"/>
          <p14:tracePt t="204047" x="6443663" y="6081713"/>
          <p14:tracePt t="204058" x="6470650" y="6081713"/>
          <p14:tracePt t="204068" x="6497638" y="6069013"/>
          <p14:tracePt t="204071" x="6524625" y="6069013"/>
          <p14:tracePt t="204081" x="6557963" y="6054725"/>
          <p14:tracePt t="204092" x="6586538" y="6054725"/>
          <p14:tracePt t="204099" x="6613525" y="6042025"/>
          <p14:tracePt t="204108" x="6626225" y="6042025"/>
          <p14:tracePt t="204112" x="6653213" y="6021388"/>
          <p14:tracePt t="204120" x="6673850" y="6021388"/>
          <p14:tracePt t="204131" x="6688138" y="6021388"/>
          <p14:tracePt t="204139" x="6715125" y="6007100"/>
          <p14:tracePt t="204147" x="6742113" y="6007100"/>
          <p14:tracePt t="204160" x="6756400" y="5994400"/>
          <p14:tracePt t="204162" x="6769100" y="5994400"/>
          <p14:tracePt t="204170" x="6804025" y="5994400"/>
          <p14:tracePt t="204174" x="6816725" y="5980113"/>
          <p14:tracePt t="204186" x="6831013" y="5980113"/>
          <p14:tracePt t="204194" x="6843713" y="5980113"/>
          <p14:tracePt t="204203" x="6858000" y="5980113"/>
          <p14:tracePt t="204209" x="6872288" y="5967413"/>
          <p14:tracePt t="204219" x="6884988" y="5967413"/>
          <p14:tracePt t="204226" x="6899275" y="5967413"/>
          <p14:tracePt t="204235" x="6911975" y="5967413"/>
          <p14:tracePt t="204251" x="6932613" y="5953125"/>
          <p14:tracePt t="204259" x="6946900" y="5953125"/>
          <p14:tracePt t="204274" x="6959600" y="5938838"/>
          <p14:tracePt t="204289" x="6973888" y="5938838"/>
          <p14:tracePt t="204313" x="6986588" y="5926138"/>
          <p14:tracePt t="204341" x="7000875" y="5926138"/>
          <p14:tracePt t="204397" x="7015163" y="5926138"/>
          <p14:tracePt t="204437" x="7027863" y="5926138"/>
          <p14:tracePt t="204470" x="7042150" y="5926138"/>
          <p14:tracePt t="204501" x="7062788" y="5926138"/>
          <p14:tracePt t="204525" x="7075488" y="5911850"/>
          <p14:tracePt t="204557" x="7089775" y="5911850"/>
          <p14:tracePt t="204597" x="7102475" y="5911850"/>
          <p14:tracePt t="204709" x="7116763" y="5911850"/>
          <p14:tracePt t="206118" x="7102475" y="5911850"/>
          <p14:tracePt t="206127" x="7062788" y="5911850"/>
          <p14:tracePt t="206133" x="7015163" y="5911850"/>
          <p14:tracePt t="206142" x="6959600" y="5911850"/>
          <p14:tracePt t="206149" x="6899275" y="5911850"/>
          <p14:tracePt t="206159" x="6843713" y="5911850"/>
          <p14:tracePt t="206166" x="6816725" y="5911850"/>
          <p14:tracePt t="206173" x="6769100" y="5911850"/>
          <p14:tracePt t="206182" x="6715125" y="5911850"/>
          <p14:tracePt t="206189" x="6688138" y="5911850"/>
          <p14:tracePt t="206198" x="6640513" y="5911850"/>
          <p14:tracePt t="206207" x="6613525" y="5911850"/>
          <p14:tracePt t="206214" x="6599238" y="5911850"/>
          <p14:tracePt t="206223" x="6586538" y="5911850"/>
          <p14:tracePt t="206232" x="6572250" y="5911850"/>
          <p14:tracePt t="206239" x="6557963" y="5911850"/>
          <p14:tracePt t="206263" x="6545263" y="5911850"/>
          <p14:tracePt t="206653" x="6557963" y="5891213"/>
          <p14:tracePt t="206676" x="6557963" y="5878513"/>
          <p14:tracePt t="206685" x="6572250" y="5878513"/>
          <p14:tracePt t="206694" x="6572250" y="5864225"/>
          <p14:tracePt t="206716" x="6572250" y="5851525"/>
          <p14:tracePt t="206732" x="6572250" y="5837238"/>
          <p14:tracePt t="206756" x="6572250" y="5824538"/>
          <p14:tracePt t="206788" x="6572250" y="5810250"/>
          <p14:tracePt t="206804" x="6572250" y="5795963"/>
          <p14:tracePt t="206828" x="6572250" y="5783263"/>
          <p14:tracePt t="206852" x="6557963" y="5783263"/>
          <p14:tracePt t="206939" x="6557963" y="5762625"/>
          <p14:tracePt t="206963" x="6545263" y="5762625"/>
          <p14:tracePt t="206980" x="6545263" y="5748338"/>
          <p14:tracePt t="206989" x="6524625" y="5748338"/>
          <p14:tracePt t="206996" x="6510338" y="5748338"/>
          <p14:tracePt t="207005" x="6510338" y="5735638"/>
          <p14:tracePt t="207012" x="6497638" y="5735638"/>
          <p14:tracePt t="207020" x="6483350" y="5721350"/>
          <p14:tracePt t="207028" x="6470650" y="5721350"/>
          <p14:tracePt t="207036" x="6456363" y="5708650"/>
          <p14:tracePt t="207052" x="6443663" y="5708650"/>
          <p14:tracePt t="207068" x="6429375" y="5708650"/>
          <p14:tracePt t="207139" x="6408738" y="5708650"/>
          <p14:tracePt t="207187" x="6396038" y="5721350"/>
          <p14:tracePt t="207196" x="6396038" y="5735638"/>
          <p14:tracePt t="207204" x="6381750" y="5735638"/>
          <p14:tracePt t="207212" x="6381750" y="5748338"/>
          <p14:tracePt t="207221" x="6367463" y="5762625"/>
          <p14:tracePt t="207236" x="6354763" y="5783263"/>
          <p14:tracePt t="207245" x="6354763" y="5795963"/>
          <p14:tracePt t="207252" x="6340475" y="5810250"/>
          <p14:tracePt t="207261" x="6340475" y="5824538"/>
          <p14:tracePt t="207269" x="6340475" y="5837238"/>
          <p14:tracePt t="207285" x="6340475" y="5851525"/>
          <p14:tracePt t="207300" x="6340475" y="5864225"/>
          <p14:tracePt t="207316" x="6340475" y="5878513"/>
          <p14:tracePt t="207331" x="6340475" y="5891213"/>
          <p14:tracePt t="207364" x="6340475" y="5911850"/>
          <p14:tracePt t="207395" x="6340475" y="5926138"/>
          <p14:tracePt t="207404" x="6354763" y="5926138"/>
          <p14:tracePt t="207428" x="6367463" y="5926138"/>
          <p14:tracePt t="207444" x="6381750" y="5926138"/>
          <p14:tracePt t="207460" x="6396038" y="5926138"/>
          <p14:tracePt t="207475" x="6408738" y="5911850"/>
          <p14:tracePt t="207492" x="6429375" y="5911850"/>
          <p14:tracePt t="207500" x="6443663" y="5911850"/>
          <p14:tracePt t="207508" x="6443663" y="5891213"/>
          <p14:tracePt t="207516" x="6456363" y="5891213"/>
          <p14:tracePt t="207532" x="6470650" y="5891213"/>
          <p14:tracePt t="207548" x="6483350" y="5891213"/>
          <p14:tracePt t="207579" x="6497638" y="5891213"/>
          <p14:tracePt t="207596" x="6510338" y="5911850"/>
          <p14:tracePt t="207627" x="6510338" y="5926138"/>
          <p14:tracePt t="207644" x="6510338" y="5938838"/>
          <p14:tracePt t="207676" x="6510338" y="5953125"/>
          <p14:tracePt t="207731" x="6524625" y="5953125"/>
          <p14:tracePt t="207755" x="6524625" y="5938838"/>
          <p14:tracePt t="207771" x="6524625" y="5926138"/>
          <p14:tracePt t="207780" x="6545263" y="5911850"/>
          <p14:tracePt t="207787" x="6545263" y="5891213"/>
          <p14:tracePt t="207796" x="6545263" y="5878513"/>
          <p14:tracePt t="207804" x="6545263" y="5851525"/>
          <p14:tracePt t="207812" x="6545263" y="5824538"/>
          <p14:tracePt t="207820" x="6545263" y="5795963"/>
          <p14:tracePt t="207828" x="6524625" y="5783263"/>
          <p14:tracePt t="207837" x="6510338" y="5748338"/>
          <p14:tracePt t="207845" x="6483350" y="5735638"/>
          <p14:tracePt t="207858" x="6470650" y="5708650"/>
          <p14:tracePt t="207861" x="6456363" y="5694363"/>
          <p14:tracePt t="207881" x="6429375" y="5681663"/>
          <p14:tracePt t="207884" x="6408738" y="5681663"/>
          <p14:tracePt t="207892" x="6396038" y="5681663"/>
          <p14:tracePt t="207901" x="6381750" y="5681663"/>
          <p14:tracePt t="207909" x="6367463" y="5681663"/>
          <p14:tracePt t="207917" x="6354763" y="5681663"/>
          <p14:tracePt t="207923" x="6340475" y="5694363"/>
          <p14:tracePt t="207933" x="6340475" y="5721350"/>
          <p14:tracePt t="207940" x="6327775" y="5748338"/>
          <p14:tracePt t="207948" x="6327775" y="5783263"/>
          <p14:tracePt t="207957" x="6327775" y="5824538"/>
          <p14:tracePt t="207964" x="6327775" y="5851525"/>
          <p14:tracePt t="207973" x="6327775" y="5891213"/>
          <p14:tracePt t="207980" x="6327775" y="5926138"/>
          <p14:tracePt t="207989" x="6327775" y="5953125"/>
          <p14:tracePt t="207997" x="6327775" y="5967413"/>
          <p14:tracePt t="208006" x="6327775" y="5980113"/>
          <p14:tracePt t="208013" x="6327775" y="5994400"/>
          <p14:tracePt t="208022" x="6340475" y="6007100"/>
          <p14:tracePt t="208031" x="6354763" y="6021388"/>
          <p14:tracePt t="208041" x="6367463" y="6021388"/>
          <p14:tracePt t="208051" x="6381750" y="6021388"/>
          <p14:tracePt t="208056" x="6396038" y="6021388"/>
          <p14:tracePt t="208064" x="6408738" y="6021388"/>
          <p14:tracePt t="208071" x="6429375" y="6021388"/>
          <p14:tracePt t="208082" x="6443663" y="6021388"/>
          <p14:tracePt t="208085" x="6456363" y="6007100"/>
          <p14:tracePt t="208102" x="6470650" y="5994400"/>
          <p14:tracePt t="208114" x="6483350" y="5980113"/>
          <p14:tracePt t="208121" x="6483350" y="5967413"/>
          <p14:tracePt t="208129" x="6497638" y="5953125"/>
          <p14:tracePt t="208137" x="6497638" y="5938838"/>
          <p14:tracePt t="208146" x="6497638" y="5926138"/>
          <p14:tracePt t="208153" x="6497638" y="5911850"/>
          <p14:tracePt t="208159" x="6497638" y="5891213"/>
          <p14:tracePt t="208168" x="6497638" y="5878513"/>
          <p14:tracePt t="208176" x="6497638" y="5864225"/>
          <p14:tracePt t="208183" x="6497638" y="5851525"/>
          <p14:tracePt t="208190" x="6483350" y="5837238"/>
          <p14:tracePt t="208200" x="6470650" y="5837238"/>
          <p14:tracePt t="208206" x="6470650" y="5824538"/>
          <p14:tracePt t="208215" x="6456363" y="5824538"/>
          <p14:tracePt t="208222" x="6443663" y="5824538"/>
          <p14:tracePt t="208240" x="6429375" y="5824538"/>
          <p14:tracePt t="208247" x="6408738" y="5824538"/>
          <p14:tracePt t="208255" x="6396038" y="5824538"/>
          <p14:tracePt t="208272" x="6381750" y="5837238"/>
          <p14:tracePt t="208280" x="6367463" y="5851525"/>
          <p14:tracePt t="208288" x="6367463" y="5864225"/>
          <p14:tracePt t="208295" x="6354763" y="5878513"/>
          <p14:tracePt t="208311" x="6354763" y="5891213"/>
          <p14:tracePt t="208319" x="6340475" y="5911850"/>
          <p14:tracePt t="208330" x="6340475" y="5926138"/>
          <p14:tracePt t="208341" x="6340475" y="5938838"/>
          <p14:tracePt t="208358" x="6340475" y="5953125"/>
          <p14:tracePt t="208391" x="6340475" y="5967413"/>
          <p14:tracePt t="208397" x="6354763" y="5967413"/>
          <p14:tracePt t="208406" x="6367463" y="5967413"/>
          <p14:tracePt t="208422" x="6381750" y="5967413"/>
          <p14:tracePt t="208430" x="6396038" y="5953125"/>
          <p14:tracePt t="208439" x="6408738" y="5938838"/>
          <p14:tracePt t="208450" x="6408738" y="5926138"/>
          <p14:tracePt t="208457" x="6429375" y="5911850"/>
          <p14:tracePt t="208469" x="6429375" y="5891213"/>
          <p14:tracePt t="208471" x="6429375" y="5878513"/>
          <p14:tracePt t="208482" x="6429375" y="5851525"/>
          <p14:tracePt t="208483" x="6429375" y="5837238"/>
          <p14:tracePt t="208494" x="6429375" y="5824538"/>
          <p14:tracePt t="208502" x="6429375" y="5810250"/>
          <p14:tracePt t="208514" x="6429375" y="5795963"/>
          <p14:tracePt t="208524" x="6408738" y="5795963"/>
          <p14:tracePt t="208534" x="6396038" y="5795963"/>
          <p14:tracePt t="208542" x="6367463" y="5795963"/>
          <p14:tracePt t="208559" x="6354763" y="5795963"/>
          <p14:tracePt t="208568" x="6340475" y="5795963"/>
          <p14:tracePt t="208574" x="6327775" y="5795963"/>
          <p14:tracePt t="208592" x="6313488" y="5810250"/>
          <p14:tracePt t="208600" x="6313488" y="5824538"/>
          <p14:tracePt t="208607" x="6313488" y="5837238"/>
          <p14:tracePt t="208616" x="6313488" y="5864225"/>
          <p14:tracePt t="208620" x="6313488" y="5878513"/>
          <p14:tracePt t="208631" x="6313488" y="5911850"/>
          <p14:tracePt t="208640" x="6313488" y="5938838"/>
          <p14:tracePt t="208647" x="6313488" y="5967413"/>
          <p14:tracePt t="208654" x="6313488" y="5980113"/>
          <p14:tracePt t="208666" x="6313488" y="5994400"/>
          <p14:tracePt t="208668" x="6327775" y="6007100"/>
          <p14:tracePt t="208679" x="6327775" y="6021388"/>
          <p14:tracePt t="208688" x="6340475" y="6021388"/>
          <p14:tracePt t="208697" x="6354763" y="6021388"/>
          <p14:tracePt t="208703" x="6367463" y="6042025"/>
          <p14:tracePt t="208713" x="6381750" y="6042025"/>
          <p14:tracePt t="208715" x="6396038" y="6042025"/>
          <p14:tracePt t="208725" x="6408738" y="6021388"/>
          <p14:tracePt t="208735" x="6429375" y="6007100"/>
          <p14:tracePt t="208745" x="6443663" y="5994400"/>
          <p14:tracePt t="208752" x="6456363" y="5980113"/>
          <p14:tracePt t="208763" x="6456363" y="5953125"/>
          <p14:tracePt t="208765" x="6470650" y="5926138"/>
          <p14:tracePt t="208773" x="6470650" y="5891213"/>
          <p14:tracePt t="208780" x="6470650" y="5864225"/>
          <p14:tracePt t="208790" x="6470650" y="5837238"/>
          <p14:tracePt t="208797" x="6470650" y="5824538"/>
          <p14:tracePt t="208807" x="6470650" y="5783263"/>
          <p14:tracePt t="208813" x="6470650" y="5762625"/>
          <p14:tracePt t="208824" x="6456363" y="5735638"/>
          <p14:tracePt t="208831" x="6443663" y="5721350"/>
          <p14:tracePt t="208839" x="6429375" y="5708650"/>
          <p14:tracePt t="208849" x="6408738" y="5694363"/>
          <p14:tracePt t="208857" x="6381750" y="5681663"/>
          <p14:tracePt t="208870" x="6367463" y="5681663"/>
          <p14:tracePt t="208881" x="6354763" y="5681663"/>
          <p14:tracePt t="208887" x="6340475" y="5681663"/>
          <p14:tracePt t="208902" x="6327775" y="5681663"/>
          <p14:tracePt t="208913" x="6313488" y="5681663"/>
          <p14:tracePt t="208919" x="6313488" y="5694363"/>
          <p14:tracePt t="208926" x="6300788" y="5721350"/>
          <p14:tracePt t="208936" x="6300788" y="5735638"/>
          <p14:tracePt t="208940" x="6300788" y="5783263"/>
          <p14:tracePt t="208949" x="6300788" y="5810250"/>
          <p14:tracePt t="208957" x="6300788" y="5824538"/>
          <p14:tracePt t="208967" x="6300788" y="5864225"/>
          <p14:tracePt t="208975" x="6300788" y="5891213"/>
          <p14:tracePt t="208982" x="6300788" y="5911850"/>
          <p14:tracePt t="208992" x="6300788" y="5938838"/>
          <p14:tracePt t="208999" x="6313488" y="5967413"/>
          <p14:tracePt t="209007" x="6313488" y="5980113"/>
          <p14:tracePt t="209016" x="6327775" y="5980113"/>
          <p14:tracePt t="209023" x="6340475" y="5994400"/>
          <p14:tracePt t="209034" x="6354763" y="5994400"/>
          <p14:tracePt t="209041" x="6367463" y="5994400"/>
          <p14:tracePt t="209056" x="6381750" y="5994400"/>
          <p14:tracePt t="209061" x="6396038" y="5994400"/>
          <p14:tracePt t="209086" x="6408738" y="5994400"/>
          <p14:tracePt t="209099" x="6429375" y="5994400"/>
          <p14:tracePt t="209130" x="6429375" y="6007100"/>
          <p14:tracePt t="209146" x="6429375" y="6021388"/>
          <p14:tracePt t="209178" x="6429375" y="6042025"/>
          <p14:tracePt t="209322" x="6443663" y="6042025"/>
          <p14:tracePt t="209331" x="6443663" y="6021388"/>
          <p14:tracePt t="209354" x="6456363" y="6007100"/>
          <p14:tracePt t="209370" x="6456363" y="5994400"/>
          <p14:tracePt t="209386" x="6470650" y="5980113"/>
          <p14:tracePt t="209410" x="6483350" y="5980113"/>
          <p14:tracePt t="209421" x="6483350" y="5967413"/>
          <p14:tracePt t="209442" x="6497638" y="5967413"/>
          <p14:tracePt t="209466" x="6497638" y="5953125"/>
          <p14:tracePt t="209514" x="6510338" y="5938838"/>
          <p14:tracePt t="209585" x="6524625" y="5938838"/>
          <p14:tracePt t="209618" x="6524625" y="5926138"/>
          <p14:tracePt t="209635" x="6545263" y="5926138"/>
          <p14:tracePt t="210170" x="6557963" y="5926138"/>
          <p14:tracePt t="210179" x="6572250" y="5926138"/>
          <p14:tracePt t="210186" x="6586538" y="5926138"/>
          <p14:tracePt t="210201" x="6599238" y="5926138"/>
          <p14:tracePt t="210210" x="6626225" y="5926138"/>
          <p14:tracePt t="210218" x="6640513" y="5926138"/>
          <p14:tracePt t="210227" x="6653213" y="5926138"/>
          <p14:tracePt t="210235" x="6673850" y="5926138"/>
          <p14:tracePt t="210258" x="6688138" y="5926138"/>
          <p14:tracePt t="210329" x="6673850" y="5926138"/>
          <p14:tracePt t="210338" x="6653213" y="5911850"/>
          <p14:tracePt t="210348" x="6640513" y="5911850"/>
          <p14:tracePt t="210355" x="6626225" y="5911850"/>
          <p14:tracePt t="210362" x="6599238" y="5911850"/>
          <p14:tracePt t="210370" x="6586538" y="5911850"/>
          <p14:tracePt t="210379" x="6572250" y="5911850"/>
          <p14:tracePt t="210387" x="6557963" y="5911850"/>
          <p14:tracePt t="210403" x="6545263" y="5911850"/>
          <p14:tracePt t="210465" x="6545263" y="5891213"/>
          <p14:tracePt t="210474" x="6557963" y="5891213"/>
          <p14:tracePt t="210485" x="6572250" y="5891213"/>
          <p14:tracePt t="210491" x="6586538" y="5891213"/>
          <p14:tracePt t="210501" x="6599238" y="5891213"/>
          <p14:tracePt t="210507" x="6599238" y="5878513"/>
          <p14:tracePt t="210516" x="6613525" y="5878513"/>
          <p14:tracePt t="210537" x="6626225" y="5878513"/>
          <p14:tracePt t="210609" x="6613525" y="5878513"/>
          <p14:tracePt t="210619" x="6599238" y="5878513"/>
          <p14:tracePt t="210634" x="6586538" y="5878513"/>
          <p14:tracePt t="210643" x="6572250" y="5878513"/>
          <p14:tracePt t="210721" x="6586538" y="5864225"/>
          <p14:tracePt t="210730" x="6599238" y="5864225"/>
          <p14:tracePt t="210737" x="6613525" y="5864225"/>
          <p14:tracePt t="210747" x="6626225" y="5864225"/>
          <p14:tracePt t="210753" x="6640513" y="5864225"/>
          <p14:tracePt t="210762" x="6653213" y="5864225"/>
          <p14:tracePt t="210770" x="6673850" y="5864225"/>
          <p14:tracePt t="210789" x="6688138" y="5864225"/>
          <p14:tracePt t="210810" x="6700838" y="5864225"/>
          <p14:tracePt t="210841" x="6688138" y="5864225"/>
          <p14:tracePt t="210849" x="6673850" y="5864225"/>
          <p14:tracePt t="210859" x="6653213" y="5864225"/>
          <p14:tracePt t="210868" x="6640513" y="5864225"/>
          <p14:tracePt t="210876" x="6613525" y="5864225"/>
          <p14:tracePt t="210882" x="6599238" y="5864225"/>
          <p14:tracePt t="210891" x="6586538" y="5864225"/>
          <p14:tracePt t="210899" x="6572250" y="5864225"/>
          <p14:tracePt t="210921" x="6557963" y="5864225"/>
          <p14:tracePt t="210969" x="6572250" y="5864225"/>
          <p14:tracePt t="210986" x="6586538" y="5864225"/>
          <p14:tracePt t="210994" x="6599238" y="5864225"/>
          <p14:tracePt t="211004" x="6613525" y="5864225"/>
          <p14:tracePt t="211012" x="6626225" y="5864225"/>
          <p14:tracePt t="211021" x="6640513" y="5864225"/>
          <p14:tracePt t="211028" x="6640513" y="5878513"/>
          <p14:tracePt t="211038" x="6653213" y="5878513"/>
          <p14:tracePt t="211060" x="6673850" y="5878513"/>
          <p14:tracePt t="211113" x="6653213" y="5878513"/>
          <p14:tracePt t="211122" x="6640513" y="5878513"/>
          <p14:tracePt t="211130" x="6626225" y="5878513"/>
          <p14:tracePt t="211139" x="6613525" y="5878513"/>
          <p14:tracePt t="211146" x="6599238" y="5878513"/>
          <p14:tracePt t="211161" x="6586538" y="5878513"/>
          <p14:tracePt t="211177" x="6572250" y="5878513"/>
          <p14:tracePt t="211256" x="6572250" y="5891213"/>
          <p14:tracePt t="211265" x="6586538" y="5891213"/>
          <p14:tracePt t="211274" x="6599238" y="5891213"/>
          <p14:tracePt t="211289" x="6613525" y="5891213"/>
          <p14:tracePt t="211304" x="6626225" y="5891213"/>
          <p14:tracePt t="211328" x="6640513" y="5891213"/>
          <p14:tracePt t="211400" x="6626225" y="5891213"/>
          <p14:tracePt t="211424" x="6613525" y="5891213"/>
          <p14:tracePt t="211522" x="6626225" y="5891213"/>
          <p14:tracePt t="211537" x="6640513" y="5891213"/>
          <p14:tracePt t="211546" x="6653213" y="5891213"/>
          <p14:tracePt t="211560" x="6673850" y="5891213"/>
          <p14:tracePt t="211569" x="6688138" y="5891213"/>
          <p14:tracePt t="211592" x="6688138" y="5911850"/>
          <p14:tracePt t="211602" x="6700838" y="5911850"/>
          <p14:tracePt t="211648" x="6688138" y="5911850"/>
          <p14:tracePt t="211659" x="6673850" y="5911850"/>
          <p14:tracePt t="211665" x="6653213" y="5911850"/>
          <p14:tracePt t="211675" x="6640513" y="5911850"/>
          <p14:tracePt t="211682" x="6626225" y="5911850"/>
          <p14:tracePt t="211696" x="6613525" y="5911850"/>
          <p14:tracePt t="211720" x="6599238" y="5911850"/>
          <p14:tracePt t="211792" x="6613525" y="5911850"/>
          <p14:tracePt t="211802" x="6626225" y="5911850"/>
          <p14:tracePt t="211808" x="6640513" y="5911850"/>
          <p14:tracePt t="211817" x="6653213" y="5911850"/>
          <p14:tracePt t="211826" x="6673850" y="5911850"/>
          <p14:tracePt t="211833" x="6688138" y="5911850"/>
          <p14:tracePt t="211849" x="6700838" y="5911850"/>
          <p14:tracePt t="211912" x="6688138" y="5911850"/>
          <p14:tracePt t="211921" x="6673850" y="5911850"/>
          <p14:tracePt t="211928" x="6653213" y="5911850"/>
          <p14:tracePt t="211936" x="6640513" y="5911850"/>
          <p14:tracePt t="211944" x="6626225" y="5911850"/>
          <p14:tracePt t="211953" x="6613525" y="5926138"/>
          <p14:tracePt t="211968" x="6599238" y="5926138"/>
          <p14:tracePt t="212016" x="6599238" y="5938838"/>
          <p14:tracePt t="212048" x="6613525" y="5938838"/>
          <p14:tracePt t="212064" x="6626225" y="5938838"/>
          <p14:tracePt t="212080" x="6626225" y="5953125"/>
          <p14:tracePt t="212096" x="6640513" y="5953125"/>
          <p14:tracePt t="212495" x="6653213" y="5953125"/>
          <p14:tracePt t="212520" x="6673850" y="5953125"/>
          <p14:tracePt t="212535" x="6688138" y="5953125"/>
          <p14:tracePt t="212567" x="6700838" y="5953125"/>
          <p14:tracePt t="212743" x="6715125" y="5953125"/>
          <p14:tracePt t="212752" x="6729413" y="5953125"/>
          <p14:tracePt t="212768" x="6742113" y="5953125"/>
          <p14:tracePt t="212792" x="6756400" y="5953125"/>
          <p14:tracePt t="212816" x="6769100" y="5953125"/>
          <p14:tracePt t="213111" x="6783388" y="5953125"/>
          <p14:tracePt t="213135" x="6804025" y="5953125"/>
          <p14:tracePt t="213151" x="6816725" y="5953125"/>
          <p14:tracePt t="213168" x="6831013" y="5953125"/>
          <p14:tracePt t="213175" x="6843713" y="5953125"/>
          <p14:tracePt t="213184" x="6858000" y="5953125"/>
          <p14:tracePt t="213193" x="6872288" y="5953125"/>
          <p14:tracePt t="213199" x="6884988" y="5953125"/>
          <p14:tracePt t="213209" x="6911975" y="5953125"/>
          <p14:tracePt t="213215" x="6932613" y="5953125"/>
          <p14:tracePt t="213225" x="6946900" y="5938838"/>
          <p14:tracePt t="213232" x="6959600" y="5938838"/>
          <p14:tracePt t="213241" x="6973888" y="5938838"/>
          <p14:tracePt t="213247" x="6986588" y="5938838"/>
          <p14:tracePt t="213258" x="7000875" y="5938838"/>
          <p14:tracePt t="213263" x="7015163" y="5926138"/>
          <p14:tracePt t="213272" x="7027863" y="5926138"/>
          <p14:tracePt t="213288" x="7042150" y="5926138"/>
          <p14:tracePt t="213304" x="7062788" y="5926138"/>
          <p14:tracePt t="213343" x="7075488" y="5926138"/>
          <p14:tracePt t="214647" x="7062788" y="5926138"/>
          <p14:tracePt t="214686" x="7042150" y="5926138"/>
          <p14:tracePt t="214726" x="7027863" y="5938838"/>
          <p14:tracePt t="214766" x="7015163" y="5938838"/>
          <p14:tracePt t="214783" x="7000875" y="5938838"/>
          <p14:tracePt t="214799" x="6986588" y="5938838"/>
          <p14:tracePt t="214806" x="6973888" y="5938838"/>
          <p14:tracePt t="214814" x="6946900" y="5938838"/>
          <p14:tracePt t="214822" x="6911975" y="5938838"/>
          <p14:tracePt t="214830" x="6884988" y="5938838"/>
          <p14:tracePt t="214839" x="6831013" y="5938838"/>
          <p14:tracePt t="214846" x="6783388" y="5938838"/>
          <p14:tracePt t="214854" x="6715125" y="5938838"/>
          <p14:tracePt t="214862" x="6653213" y="5938838"/>
          <p14:tracePt t="214871" x="6599238" y="5938838"/>
          <p14:tracePt t="214878" x="6572250" y="5938838"/>
          <p14:tracePt t="214886" x="6510338" y="5938838"/>
          <p14:tracePt t="214895" x="6456363" y="5938838"/>
          <p14:tracePt t="214904" x="6408738" y="5938838"/>
          <p14:tracePt t="214910" x="6381750" y="5938838"/>
          <p14:tracePt t="214919" x="6354763" y="5938838"/>
          <p14:tracePt t="214926" x="6327775" y="5938838"/>
          <p14:tracePt t="214935" x="6300788" y="5938838"/>
          <p14:tracePt t="214943" x="6280150" y="5938838"/>
          <p14:tracePt t="214969" x="6224588" y="5938838"/>
          <p14:tracePt t="214979" x="6211888" y="5938838"/>
          <p14:tracePt t="214986" x="6184900" y="5938838"/>
          <p14:tracePt t="214994" x="6170613" y="5938838"/>
          <p14:tracePt t="215003" x="6137275" y="5938838"/>
          <p14:tracePt t="215009" x="6096000" y="5953125"/>
          <p14:tracePt t="215021" x="6081713" y="5953125"/>
          <p14:tracePt t="215025" x="6021388" y="5967413"/>
          <p14:tracePt t="215034" x="5980113" y="5967413"/>
          <p14:tracePt t="215042" x="5926138" y="5980113"/>
          <p14:tracePt t="215051" x="5851525" y="5980113"/>
          <p14:tracePt t="215058" x="5783263" y="5980113"/>
          <p14:tracePt t="215064" x="5694363" y="5980113"/>
          <p14:tracePt t="215075" x="5605463" y="5980113"/>
          <p14:tracePt t="215079" x="5503863" y="5980113"/>
          <p14:tracePt t="215088" x="5422900" y="5980113"/>
          <p14:tracePt t="215095" x="5334000" y="5953125"/>
          <p14:tracePt t="215105" x="5245100" y="5938838"/>
          <p14:tracePt t="215117" x="5176838" y="5911850"/>
          <p14:tracePt t="215124" x="5116513" y="5911850"/>
          <p14:tracePt t="215132" x="5089525" y="5891213"/>
          <p14:tracePt t="215141" x="5048250" y="5891213"/>
          <p14:tracePt t="215145" x="5000625" y="5878513"/>
          <p14:tracePt t="215152" x="4973638" y="5878513"/>
          <p14:tracePt t="215161" x="4946650" y="5864225"/>
          <p14:tracePt t="215170" x="4919663" y="5864225"/>
          <p14:tracePt t="215186" x="4905375" y="5864225"/>
          <p14:tracePt t="215195" x="4884738" y="5851525"/>
          <p14:tracePt t="215202" x="4872038" y="5851525"/>
          <p14:tracePt t="215236" x="4857750" y="5851525"/>
          <p14:tracePt t="215255" x="4843463" y="5851525"/>
          <p14:tracePt t="215270" x="4843463" y="5837238"/>
          <p14:tracePt t="215279" x="4830763" y="5837238"/>
          <p14:tracePt t="215294" x="4816475" y="5824538"/>
          <p14:tracePt t="215304" x="4803775" y="5824538"/>
          <p14:tracePt t="215312" x="4789488" y="5810250"/>
          <p14:tracePt t="215319" x="4776788" y="5810250"/>
          <p14:tracePt t="215329" x="4756150" y="5795963"/>
          <p14:tracePt t="215336" x="4729163" y="5795963"/>
          <p14:tracePt t="215346" x="4714875" y="5783263"/>
          <p14:tracePt t="215354" x="4687888" y="5783263"/>
          <p14:tracePt t="215360" x="4660900" y="5762625"/>
          <p14:tracePt t="215369" x="4625975" y="5748338"/>
          <p14:tracePt t="215381" x="4598988" y="5748338"/>
          <p14:tracePt t="215383" x="4586288" y="5735638"/>
          <p14:tracePt t="215393" x="4557713" y="5735638"/>
          <p14:tracePt t="215402" x="4530725" y="5721350"/>
          <p14:tracePt t="215409" x="4497388" y="5721350"/>
          <p14:tracePt t="215419" x="4483100" y="5721350"/>
          <p14:tracePt t="215425" x="4470400" y="5721350"/>
          <p14:tracePt t="215436" x="4443413" y="5721350"/>
          <p14:tracePt t="215438" x="4429125" y="5721350"/>
          <p14:tracePt t="215453" x="4414838" y="5721350"/>
          <p14:tracePt t="215463" x="4402138" y="5721350"/>
          <p14:tracePt t="215478" x="4387850" y="5721350"/>
          <p14:tracePt t="215487" x="4387850" y="5735638"/>
          <p14:tracePt t="215496" x="4367213" y="5748338"/>
          <p14:tracePt t="215503" x="4367213" y="5762625"/>
          <p14:tracePt t="215513" x="4367213" y="5783263"/>
          <p14:tracePt t="215523" x="4367213" y="5795963"/>
          <p14:tracePt t="215529" x="4367213" y="5824538"/>
          <p14:tracePt t="215538" x="4367213" y="5837238"/>
          <p14:tracePt t="215544" x="4367213" y="5864225"/>
          <p14:tracePt t="215553" x="4367213" y="5891213"/>
          <p14:tracePt t="215560" x="4367213" y="5911850"/>
          <p14:tracePt t="215571" x="4367213" y="5938838"/>
          <p14:tracePt t="215578" x="4387850" y="5967413"/>
          <p14:tracePt t="215585" x="4387850" y="5980113"/>
          <p14:tracePt t="215596" x="4414838" y="6007100"/>
          <p14:tracePt t="215602" x="4429125" y="6021388"/>
          <p14:tracePt t="215613" x="4456113" y="6042025"/>
          <p14:tracePt t="215616" x="4483100" y="6054725"/>
          <p14:tracePt t="215626" x="4530725" y="6069013"/>
          <p14:tracePt t="215637" x="4572000" y="6081713"/>
          <p14:tracePt t="215640" x="4613275" y="6081713"/>
          <p14:tracePt t="215648" x="4660900" y="6081713"/>
          <p14:tracePt t="215657" x="4714875" y="6081713"/>
          <p14:tracePt t="215667" x="4756150" y="6081713"/>
          <p14:tracePt t="215673" x="4803775" y="6081713"/>
          <p14:tracePt t="215684" x="4843463" y="6054725"/>
          <p14:tracePt t="215686" x="4857750" y="6042025"/>
          <p14:tracePt t="215696" x="4905375" y="6021388"/>
          <p14:tracePt t="215703" x="4932363" y="5994400"/>
          <p14:tracePt t="215713" x="4946650" y="5980113"/>
          <p14:tracePt t="215721" x="4959350" y="5967413"/>
          <p14:tracePt t="215728" x="4973638" y="5938838"/>
          <p14:tracePt t="215738" x="4986338" y="5926138"/>
          <p14:tracePt t="215743" x="5000625" y="5926138"/>
          <p14:tracePt t="215754" x="5000625" y="5911850"/>
          <p14:tracePt t="215770" x="5021263" y="5911850"/>
          <p14:tracePt t="215783" x="5033963" y="5911850"/>
          <p14:tracePt t="215792" x="5048250" y="5911850"/>
          <p14:tracePt t="215802" x="5062538" y="5911850"/>
          <p14:tracePt t="215810" x="5089525" y="5911850"/>
          <p14:tracePt t="215820" x="5102225" y="5911850"/>
          <p14:tracePt t="215822" x="5149850" y="5911850"/>
          <p14:tracePt t="215831" x="5191125" y="5926138"/>
          <p14:tracePt t="215841" x="5232400" y="5953125"/>
          <p14:tracePt t="215851" x="5280025" y="5967413"/>
          <p14:tracePt t="215857" x="5334000" y="5980113"/>
          <p14:tracePt t="215869" x="5387975" y="6007100"/>
          <p14:tracePt t="215871" x="5449888" y="6021388"/>
          <p14:tracePt t="215881" x="5503863" y="6042025"/>
          <p14:tracePt t="215891" x="5578475" y="6054725"/>
          <p14:tracePt t="215897" x="5592763" y="6054725"/>
          <p14:tracePt t="215906" x="5646738" y="6054725"/>
          <p14:tracePt t="215913" x="5681663" y="6054725"/>
          <p14:tracePt t="215922" x="5721350" y="6054725"/>
          <p14:tracePt t="215929" x="5748338" y="6054725"/>
          <p14:tracePt t="215938" x="5762625" y="6054725"/>
          <p14:tracePt t="215945" x="5783263" y="6054725"/>
          <p14:tracePt t="215954" x="5810250" y="6042025"/>
          <p14:tracePt t="215962" x="5810250" y="6021388"/>
          <p14:tracePt t="215968" x="5837238" y="6007100"/>
          <p14:tracePt t="215978" x="5851525" y="5980113"/>
          <p14:tracePt t="215988" x="5851525" y="5967413"/>
          <p14:tracePt t="215995" x="5864225" y="5953125"/>
          <p14:tracePt t="216003" x="5878513" y="5926138"/>
          <p14:tracePt t="216014" x="5891213" y="5911850"/>
          <p14:tracePt t="216017" x="5911850" y="5891213"/>
          <p14:tracePt t="216026" x="5926138" y="5878513"/>
          <p14:tracePt t="216037" x="5938838" y="5864225"/>
          <p14:tracePt t="216039" x="5953125" y="5851525"/>
          <p14:tracePt t="216050" x="5967413" y="5837238"/>
          <p14:tracePt t="216067" x="5980113" y="5824538"/>
          <p14:tracePt t="216074" x="5994400" y="5810250"/>
          <p14:tracePt t="216082" x="6007100" y="5810250"/>
          <p14:tracePt t="216091" x="6021388" y="5795963"/>
          <p14:tracePt t="216099" x="6042025" y="5795963"/>
          <p14:tracePt t="216107" x="6054725" y="5783263"/>
          <p14:tracePt t="216115" x="6069013" y="5783263"/>
          <p14:tracePt t="216130" x="6081713" y="5783263"/>
          <p14:tracePt t="216142" x="6081713" y="5762625"/>
          <p14:tracePt t="216143" x="6096000" y="5762625"/>
          <p14:tracePt t="216158" x="6110288" y="5748338"/>
          <p14:tracePt t="216173" x="6122988" y="5748338"/>
          <p14:tracePt t="216189" x="6122988" y="5735638"/>
          <p14:tracePt t="216198" x="6137275" y="5735638"/>
          <p14:tracePt t="216221" x="6149975" y="5721350"/>
          <p14:tracePt t="216252" x="6170613" y="5708650"/>
          <p14:tracePt t="216332" x="6149975" y="5708650"/>
          <p14:tracePt t="216350" x="6137275" y="5708650"/>
          <p14:tracePt t="216373" x="6122988" y="5708650"/>
          <p14:tracePt t="216389" x="6110288" y="5721350"/>
          <p14:tracePt t="216397" x="6110288" y="5735638"/>
          <p14:tracePt t="216413" x="6110288" y="5748338"/>
          <p14:tracePt t="216422" x="6110288" y="5762625"/>
          <p14:tracePt t="216431" x="6110288" y="5783263"/>
          <p14:tracePt t="216437" x="6110288" y="5795963"/>
          <p14:tracePt t="216448" x="6110288" y="5810250"/>
          <p14:tracePt t="216455" x="6110288" y="5824538"/>
          <p14:tracePt t="216466" x="6110288" y="5837238"/>
          <p14:tracePt t="216481" x="6110288" y="5851525"/>
          <p14:tracePt t="216488" x="6122988" y="5851525"/>
          <p14:tracePt t="216499" x="6122988" y="5864225"/>
          <p14:tracePt t="216506" x="6137275" y="5864225"/>
          <p14:tracePt t="216517" x="6137275" y="5878513"/>
          <p14:tracePt t="216523" x="6149975" y="5878513"/>
          <p14:tracePt t="216530" x="6170613" y="5878513"/>
          <p14:tracePt t="216548" x="6184900" y="5878513"/>
          <p14:tracePt t="216553" x="6197600" y="5878513"/>
          <p14:tracePt t="216571" x="6211888" y="5878513"/>
          <p14:tracePt t="216583" x="6224588" y="5878513"/>
          <p14:tracePt t="216592" x="6238875" y="5878513"/>
          <p14:tracePt t="216600" x="6238875" y="5864225"/>
          <p14:tracePt t="216609" x="6253163" y="5851525"/>
          <p14:tracePt t="216624" x="6265863" y="5837238"/>
          <p14:tracePt t="216636" x="6265863" y="5824538"/>
          <p14:tracePt t="216638" x="6265863" y="5810250"/>
          <p14:tracePt t="216647" x="6280150" y="5795963"/>
          <p14:tracePt t="216658" x="6280150" y="5783263"/>
          <p14:tracePt t="216666" x="6280150" y="5762625"/>
          <p14:tracePt t="216673" x="6280150" y="5748338"/>
          <p14:tracePt t="216683" x="6280150" y="5735638"/>
          <p14:tracePt t="216686" x="6280150" y="5721350"/>
          <p14:tracePt t="216695" x="6280150" y="5708650"/>
          <p14:tracePt t="216713" x="6280150" y="5694363"/>
          <p14:tracePt t="216722" x="6265863" y="5681663"/>
          <p14:tracePt t="216736" x="6253163" y="5681663"/>
          <p14:tracePt t="216754" x="6238875" y="5681663"/>
          <p14:tracePt t="216760" x="6224588" y="5681663"/>
          <p14:tracePt t="216772" x="6211888" y="5681663"/>
          <p14:tracePt t="216783" x="6197600" y="5681663"/>
          <p14:tracePt t="216792" x="6184900" y="5681663"/>
          <p14:tracePt t="216802" x="6170613" y="5681663"/>
          <p14:tracePt t="216807" x="6149975" y="5681663"/>
          <p14:tracePt t="216819" x="6137275" y="5694363"/>
          <p14:tracePt t="216825" x="6122988" y="5708650"/>
          <p14:tracePt t="216833" x="6110288" y="5721350"/>
          <p14:tracePt t="216842" x="6096000" y="5735638"/>
          <p14:tracePt t="216850" x="6081713" y="5748338"/>
          <p14:tracePt t="216859" x="6069013" y="5762625"/>
          <p14:tracePt t="216871" x="6054725" y="5783263"/>
          <p14:tracePt t="216873" x="6054725" y="5795963"/>
          <p14:tracePt t="216882" x="6042025" y="5810250"/>
          <p14:tracePt t="216888" x="6042025" y="5824538"/>
          <p14:tracePt t="216896" x="6021388" y="5851525"/>
          <p14:tracePt t="216903" x="6021388" y="5864225"/>
          <p14:tracePt t="216914" x="6021388" y="5878513"/>
          <p14:tracePt t="216919" x="6021388" y="5891213"/>
          <p14:tracePt t="216931" x="6021388" y="5911850"/>
          <p14:tracePt t="216933" x="6021388" y="5926138"/>
          <p14:tracePt t="216943" x="6021388" y="5938838"/>
          <p14:tracePt t="216953" x="6021388" y="5953125"/>
          <p14:tracePt t="216960" x="6042025" y="5967413"/>
          <p14:tracePt t="216972" x="6054725" y="5967413"/>
          <p14:tracePt t="216973" x="6069013" y="5980113"/>
          <p14:tracePt t="216989" x="6081713" y="5994400"/>
          <p14:tracePt t="216998" x="6096000" y="5994400"/>
          <p14:tracePt t="217006" x="6110288" y="6007100"/>
          <p14:tracePt t="217015" x="6122988" y="6007100"/>
          <p14:tracePt t="217025" x="6137275" y="6007100"/>
          <p14:tracePt t="217033" x="6149975" y="6007100"/>
          <p14:tracePt t="217049" x="6170613" y="6007100"/>
          <p14:tracePt t="217056" x="6184900" y="6007100"/>
          <p14:tracePt t="217071" x="6197600" y="6007100"/>
          <p14:tracePt t="217090" x="6211888" y="6007100"/>
          <p14:tracePt t="217122" x="6224588" y="6007100"/>
          <p14:tracePt t="217164" x="6238875" y="6007100"/>
          <p14:tracePt t="217188" x="6238875" y="5994400"/>
          <p14:tracePt t="217204" x="6253163" y="5994400"/>
          <p14:tracePt t="217220" x="6253163" y="5980113"/>
          <p14:tracePt t="217236" x="6253163" y="5967413"/>
          <p14:tracePt t="217245" x="6265863" y="5967413"/>
          <p14:tracePt t="217260" x="6265863" y="5953125"/>
          <p14:tracePt t="217284" x="6280150" y="5938838"/>
          <p14:tracePt t="217348" x="6280150" y="5926138"/>
          <p14:tracePt t="217404" x="6300788" y="5911850"/>
          <p14:tracePt t="217436" x="6300788" y="5891213"/>
          <p14:tracePt t="217476" x="6300788" y="5878513"/>
          <p14:tracePt t="217500" x="6300788" y="5864225"/>
          <p14:tracePt t="217524" x="6300788" y="5851525"/>
          <p14:tracePt t="217533" x="6280150" y="5851525"/>
          <p14:tracePt t="217548" x="6265863" y="5837238"/>
          <p14:tracePt t="217564" x="6253163" y="5824538"/>
          <p14:tracePt t="217580" x="6238875" y="5824538"/>
          <p14:tracePt t="217589" x="6224588" y="5824538"/>
          <p14:tracePt t="217597" x="6224588" y="5810250"/>
          <p14:tracePt t="217614" x="6211888" y="5810250"/>
          <p14:tracePt t="217637" x="6197600" y="5810250"/>
          <p14:tracePt t="217660" x="6184900" y="5810250"/>
          <p14:tracePt t="217683" x="6184900" y="5824538"/>
          <p14:tracePt t="217739" x="6170613" y="5837238"/>
          <p14:tracePt t="217771" x="6170613" y="5851525"/>
          <p14:tracePt t="217788" x="6149975" y="5851525"/>
          <p14:tracePt t="217812" x="6149975" y="5864225"/>
          <p14:tracePt t="217843" x="6149975" y="5878513"/>
          <p14:tracePt t="217875" x="6149975" y="5891213"/>
          <p14:tracePt t="217892" x="6149975" y="5911850"/>
          <p14:tracePt t="217908" x="6149975" y="5926138"/>
          <p14:tracePt t="217931" x="6170613" y="5938838"/>
          <p14:tracePt t="217947" x="6184900" y="5953125"/>
          <p14:tracePt t="217963" x="6197600" y="5953125"/>
          <p14:tracePt t="217979" x="6211888" y="5953125"/>
          <p14:tracePt t="217988" x="6224588" y="5953125"/>
          <p14:tracePt t="218004" x="6238875" y="5953125"/>
          <p14:tracePt t="218013" x="6253163" y="5953125"/>
          <p14:tracePt t="218043" x="6265863" y="5938838"/>
          <p14:tracePt t="218054" x="6265863" y="5926138"/>
          <p14:tracePt t="218067" x="6265863" y="5911850"/>
          <p14:tracePt t="218076" x="6265863" y="5891213"/>
          <p14:tracePt t="218084" x="6265863" y="5878513"/>
          <p14:tracePt t="218091" x="6265863" y="5864225"/>
          <p14:tracePt t="218100" x="6265863" y="5837238"/>
          <p14:tracePt t="218109" x="6238875" y="5824538"/>
          <p14:tracePt t="218117" x="6238875" y="5795963"/>
          <p14:tracePt t="218124" x="6224588" y="5783263"/>
          <p14:tracePt t="218132" x="6197600" y="5748338"/>
          <p14:tracePt t="218140" x="6184900" y="5735638"/>
          <p14:tracePt t="218149" x="6170613" y="5721350"/>
          <p14:tracePt t="218158" x="6149975" y="5708650"/>
          <p14:tracePt t="218164" x="6122988" y="5708650"/>
          <p14:tracePt t="218172" x="6110288" y="5708650"/>
          <p14:tracePt t="218180" x="6096000" y="5694363"/>
          <p14:tracePt t="218189" x="6081713" y="5694363"/>
          <p14:tracePt t="218197" x="6069013" y="5694363"/>
          <p14:tracePt t="218205" x="6042025" y="5694363"/>
          <p14:tracePt t="218212" x="6021388" y="5694363"/>
          <p14:tracePt t="218223" x="6007100" y="5708650"/>
          <p14:tracePt t="218231" x="5994400" y="5735638"/>
          <p14:tracePt t="218241" x="5994400" y="5748338"/>
          <p14:tracePt t="218246" x="5980113" y="5783263"/>
          <p14:tracePt t="218255" x="5967413" y="5810250"/>
          <p14:tracePt t="218263" x="5953125" y="5837238"/>
          <p14:tracePt t="218273" x="5953125" y="5864225"/>
          <p14:tracePt t="218277" x="5953125" y="5878513"/>
          <p14:tracePt t="218287" x="5953125" y="5891213"/>
          <p14:tracePt t="218294" x="5953125" y="5926138"/>
          <p14:tracePt t="218306" x="5953125" y="5938838"/>
          <p14:tracePt t="218312" x="5953125" y="5953125"/>
          <p14:tracePt t="218324" x="5953125" y="5967413"/>
          <p14:tracePt t="218334" x="5953125" y="5980113"/>
          <p14:tracePt t="218344" x="5967413" y="5980113"/>
          <p14:tracePt t="218352" x="5980113" y="5980113"/>
          <p14:tracePt t="218358" x="6007100" y="5994400"/>
          <p14:tracePt t="218369" x="6021388" y="5994400"/>
          <p14:tracePt t="218376" x="6054725" y="5994400"/>
          <p14:tracePt t="218383" x="6069013" y="5994400"/>
          <p14:tracePt t="218392" x="6081713" y="5994400"/>
          <p14:tracePt t="218399" x="6110288" y="5994400"/>
          <p14:tracePt t="218408" x="6122988" y="5980113"/>
          <p14:tracePt t="218416" x="6137275" y="5967413"/>
          <p14:tracePt t="218425" x="6149975" y="5953125"/>
          <p14:tracePt t="218429" x="6170613" y="5953125"/>
          <p14:tracePt t="218440" x="6184900" y="5938838"/>
          <p14:tracePt t="218449" x="6184900" y="5926138"/>
          <p14:tracePt t="218454" x="6197600" y="5926138"/>
          <p14:tracePt t="218465" x="6197600" y="5911850"/>
          <p14:tracePt t="218481" x="6197600" y="5891213"/>
          <p14:tracePt t="218513" x="6197600" y="5878513"/>
          <p14:tracePt t="218539" x="6197600" y="5864225"/>
          <p14:tracePt t="218571" x="6197600" y="5851525"/>
          <p14:tracePt t="218619" x="6184900" y="5851525"/>
          <p14:tracePt t="218690" x="6170613" y="5851525"/>
          <p14:tracePt t="218739" x="6149975" y="5851525"/>
          <p14:tracePt t="218803" x="6149975" y="5864225"/>
          <p14:tracePt t="218820" x="6149975" y="5878513"/>
          <p14:tracePt t="218828" x="6149975" y="5891213"/>
          <p14:tracePt t="218838" x="6149975" y="5911850"/>
          <p14:tracePt t="218855" x="6149975" y="5926138"/>
          <p14:tracePt t="218861" x="6170613" y="5938838"/>
          <p14:tracePt t="218877" x="6184900" y="5938838"/>
          <p14:tracePt t="218885" x="6184900" y="5953125"/>
          <p14:tracePt t="218894" x="6197600" y="5953125"/>
          <p14:tracePt t="218907" x="6211888" y="5953125"/>
          <p14:tracePt t="218930" x="6224588" y="5953125"/>
          <p14:tracePt t="218947" x="6238875" y="5938838"/>
          <p14:tracePt t="218957" x="6238875" y="5926138"/>
          <p14:tracePt t="218979" x="6238875" y="5911850"/>
          <p14:tracePt t="218988" x="6238875" y="5891213"/>
          <p14:tracePt t="219004" x="6238875" y="5878513"/>
          <p14:tracePt t="219012" x="6238875" y="5864225"/>
          <p14:tracePt t="219022" x="6238875" y="5851525"/>
          <p14:tracePt t="219028" x="6224588" y="5851525"/>
          <p14:tracePt t="219038" x="6211888" y="5837238"/>
          <p14:tracePt t="219046" x="6184900" y="5824538"/>
          <p14:tracePt t="219054" x="6170613" y="5824538"/>
          <p14:tracePt t="219063" x="6137275" y="5824538"/>
          <p14:tracePt t="219073" x="6122988" y="5824538"/>
          <p14:tracePt t="219075" x="6096000" y="5824538"/>
          <p14:tracePt t="219086" x="6081713" y="5824538"/>
          <p14:tracePt t="219093" x="6054725" y="5824538"/>
          <p14:tracePt t="219111" x="6042025" y="5824538"/>
          <p14:tracePt t="219119" x="6021388" y="5837238"/>
          <p14:tracePt t="219128" x="6007100" y="5851525"/>
          <p14:tracePt t="219138" x="6007100" y="5878513"/>
          <p14:tracePt t="219140" x="5994400" y="5891213"/>
          <p14:tracePt t="219149" x="5994400" y="5911850"/>
          <p14:tracePt t="219158" x="5994400" y="5926138"/>
          <p14:tracePt t="219166" x="5994400" y="5953125"/>
          <p14:tracePt t="219172" x="5994400" y="5967413"/>
          <p14:tracePt t="219182" x="5994400" y="5980113"/>
          <p14:tracePt t="219189" x="5994400" y="5994400"/>
          <p14:tracePt t="219199" x="5994400" y="6007100"/>
          <p14:tracePt t="219215" x="5994400" y="6021388"/>
          <p14:tracePt t="219222" x="6007100" y="6042025"/>
          <p14:tracePt t="219241" x="6021388" y="6042025"/>
          <p14:tracePt t="219246" x="6042025" y="6042025"/>
          <p14:tracePt t="219256" x="6042025" y="6054725"/>
          <p14:tracePt t="219262" x="6054725" y="6054725"/>
          <p14:tracePt t="219271" x="6069013" y="6054725"/>
          <p14:tracePt t="219281" x="6081713" y="6054725"/>
          <p14:tracePt t="219283" x="6096000" y="6054725"/>
          <p14:tracePt t="219298" x="6110288" y="6054725"/>
          <p14:tracePt t="219309" x="6122988" y="6054725"/>
          <p14:tracePt t="219317" x="6137275" y="6042025"/>
          <p14:tracePt t="219334" x="6149975" y="6021388"/>
          <p14:tracePt t="219347" x="6170613" y="6007100"/>
          <p14:tracePt t="219364" x="6170613" y="5994400"/>
          <p14:tracePt t="219381" x="6184900" y="5994400"/>
          <p14:tracePt t="219548" x="6184900" y="5980113"/>
          <p14:tracePt t="219555" x="6197600" y="5980113"/>
          <p14:tracePt t="219564" x="6197600" y="5967413"/>
          <p14:tracePt t="219574" x="6211888" y="5967413"/>
          <p14:tracePt t="219590" x="6224588" y="5953125"/>
          <p14:tracePt t="219597" x="6224588" y="5938838"/>
          <p14:tracePt t="219604" x="6238875" y="5938838"/>
          <p14:tracePt t="219628" x="6253163" y="5926138"/>
          <p14:tracePt t="219682" x="6253163" y="5911850"/>
          <p14:tracePt t="219714" x="6253163" y="5891213"/>
          <p14:tracePt t="219762" x="6253163" y="5878513"/>
          <p14:tracePt t="223473" x="6265863" y="5878513"/>
          <p14:tracePt t="223481" x="6280150" y="5878513"/>
          <p14:tracePt t="223497" x="6300788" y="5878513"/>
          <p14:tracePt t="223513" x="6313488" y="5878513"/>
          <p14:tracePt t="223521" x="6313488" y="5864225"/>
          <p14:tracePt t="223537" x="6327775" y="5864225"/>
          <p14:tracePt t="223577" x="6340475" y="5864225"/>
          <p14:tracePt t="223609" x="6340475" y="5851525"/>
          <p14:tracePt t="223619" x="6354763" y="5851525"/>
          <p14:tracePt t="223649" x="6367463" y="5851525"/>
          <p14:tracePt t="223658" x="6381750" y="5837238"/>
          <p14:tracePt t="223681" x="6396038" y="5837238"/>
          <p14:tracePt t="223689" x="6408738" y="5837238"/>
          <p14:tracePt t="223697" x="6408738" y="5824538"/>
          <p14:tracePt t="223705" x="6429375" y="5824538"/>
          <p14:tracePt t="223713" x="6443663" y="5824538"/>
          <p14:tracePt t="223722" x="6456363" y="5810250"/>
          <p14:tracePt t="223730" x="6470650" y="5810250"/>
          <p14:tracePt t="223738" x="6483350" y="5795963"/>
          <p14:tracePt t="223746" x="6497638" y="5795963"/>
          <p14:tracePt t="223753" x="6510338" y="5783263"/>
          <p14:tracePt t="223761" x="6524625" y="5783263"/>
          <p14:tracePt t="223771" x="6545263" y="5762625"/>
          <p14:tracePt t="223788" x="6557963" y="5748338"/>
          <p14:tracePt t="223803" x="6572250" y="5748338"/>
          <p14:tracePt t="223810" x="6572250" y="5735638"/>
          <p14:tracePt t="223820" x="6586538" y="5735638"/>
          <p14:tracePt t="223836" x="6599238" y="5721350"/>
          <p14:tracePt t="223843" x="6613525" y="5721350"/>
          <p14:tracePt t="223857" x="6626225" y="5708650"/>
          <p14:tracePt t="223866" x="6640513" y="5708650"/>
          <p14:tracePt t="223874" x="6653213" y="5708650"/>
          <p14:tracePt t="223882" x="6688138" y="5708650"/>
          <p14:tracePt t="223891" x="6700838" y="5708650"/>
          <p14:tracePt t="224434" x="6700838" y="5694363"/>
          <p14:tracePt t="224440" x="6700838" y="5667375"/>
          <p14:tracePt t="224448" x="6715125" y="5634038"/>
          <p14:tracePt t="224458" x="6742113" y="5605463"/>
          <p14:tracePt t="224465" x="6756400" y="5578475"/>
          <p14:tracePt t="224473" x="6769100" y="5551488"/>
          <p14:tracePt t="224482" x="6804025" y="5503863"/>
          <p14:tracePt t="224489" x="6816725" y="5476875"/>
          <p14:tracePt t="224497" x="6843713" y="5435600"/>
          <p14:tracePt t="224505" x="6858000" y="5387975"/>
          <p14:tracePt t="224514" x="6872288" y="5360988"/>
          <p14:tracePt t="224522" x="6884988" y="5319713"/>
          <p14:tracePt t="224530" x="6899275" y="5292725"/>
          <p14:tracePt t="224539" x="6911975" y="5245100"/>
          <p14:tracePt t="224546" x="6911975" y="5218113"/>
          <p14:tracePt t="224556" x="6932613" y="5164138"/>
          <p14:tracePt t="224564" x="6932613" y="5129213"/>
          <p14:tracePt t="224573" x="6932613" y="5102225"/>
          <p14:tracePt t="224580" x="6932613" y="5062538"/>
          <p14:tracePt t="224588" x="6932613" y="5021263"/>
          <p14:tracePt t="224597" x="6899275" y="4986338"/>
          <p14:tracePt t="224606" x="6872288" y="4932363"/>
          <p14:tracePt t="224614" x="6831013" y="4884738"/>
          <p14:tracePt t="224622" x="6783388" y="4830763"/>
          <p14:tracePt t="224629" x="6729413" y="4789488"/>
          <p14:tracePt t="224638" x="6673850" y="4729163"/>
          <p14:tracePt t="224642" x="6613525" y="4673600"/>
          <p14:tracePt t="224654" x="6557963" y="4625975"/>
          <p14:tracePt t="224657" x="6497638" y="4586288"/>
          <p14:tracePt t="224667" x="6443663" y="4545013"/>
          <p14:tracePt t="224676" x="6381750" y="4518025"/>
          <p14:tracePt t="224685" x="6327775" y="4483100"/>
          <p14:tracePt t="224692" x="6253163" y="4456113"/>
          <p14:tracePt t="224700" x="6197600" y="4429125"/>
          <p14:tracePt t="224712" x="6149975" y="4402138"/>
          <p14:tracePt t="224714" x="6081713" y="4367213"/>
          <p14:tracePt t="224722" x="6021388" y="4354513"/>
          <p14:tracePt t="224732" x="5967413" y="4340225"/>
          <p14:tracePt t="224739" x="5911850" y="4327525"/>
          <p14:tracePt t="224749" x="5851525" y="4327525"/>
          <p14:tracePt t="224755" x="5810250" y="4313238"/>
          <p14:tracePt t="224767" x="5735638" y="4300538"/>
          <p14:tracePt t="224772" x="5681663" y="4300538"/>
          <p14:tracePt t="224783" x="5605463" y="4300538"/>
          <p14:tracePt t="224788" x="5551488" y="4300538"/>
          <p14:tracePt t="224799" x="5476875" y="4300538"/>
          <p14:tracePt t="224804" x="5422900" y="4300538"/>
          <p14:tracePt t="224816" x="5360988" y="4300538"/>
          <p14:tracePt t="224818" x="5307013" y="4300538"/>
          <p14:tracePt t="224827" x="5245100" y="4300538"/>
          <p14:tracePt t="224837" x="5191125" y="4300538"/>
          <p14:tracePt t="224845" x="5149850" y="4300538"/>
          <p14:tracePt t="224855" x="5075238" y="4313238"/>
          <p14:tracePt t="224858" x="5033963" y="4327525"/>
          <p14:tracePt t="224867" x="4973638" y="4340225"/>
          <p14:tracePt t="224877" x="4919663" y="4367213"/>
          <p14:tracePt t="224887" x="4872038" y="4402138"/>
          <p14:tracePt t="224893" x="4816475" y="4443413"/>
          <p14:tracePt t="224901" x="4776788" y="4483100"/>
          <p14:tracePt t="224913" x="4729163" y="4530725"/>
          <p14:tracePt t="224914" x="4687888" y="4586288"/>
          <p14:tracePt t="224923" x="4646613" y="4646613"/>
          <p14:tracePt t="224933" x="4598988" y="4700588"/>
          <p14:tracePt t="224940" x="4572000" y="4756150"/>
          <p14:tracePt t="224947" x="4530725" y="4816475"/>
          <p14:tracePt t="224955" x="4497388" y="4872038"/>
          <p14:tracePt t="224967" x="4470400" y="4932363"/>
          <p14:tracePt t="224971" x="4443413" y="5000625"/>
          <p14:tracePt t="224981" x="4429125" y="5075238"/>
          <p14:tracePt t="224990" x="4402138" y="5149850"/>
          <p14:tracePt t="224996" x="4387850" y="5218113"/>
          <p14:tracePt t="225004" x="4387850" y="5292725"/>
          <p14:tracePt t="225015" x="4387850" y="5360988"/>
          <p14:tracePt t="225017" x="4387850" y="5449888"/>
          <p14:tracePt t="225026" x="4387850" y="5518150"/>
          <p14:tracePt t="225037" x="4414838" y="5592763"/>
          <p14:tracePt t="225045" x="4470400" y="5681663"/>
          <p14:tracePt t="225056" x="4572000" y="5810250"/>
          <p14:tracePt t="225057" x="4660900" y="5878513"/>
          <p14:tracePt t="225067" x="4756150" y="5967413"/>
          <p14:tracePt t="225075" x="4905375" y="6054725"/>
          <p14:tracePt t="225085" x="5048250" y="6122988"/>
          <p14:tracePt t="225092" x="5191125" y="6197600"/>
          <p14:tracePt t="225100" x="5334000" y="6253163"/>
          <p14:tracePt t="225109" x="5491163" y="6327775"/>
          <p14:tracePt t="225117" x="5667375" y="6381750"/>
          <p14:tracePt t="225129" x="5837238" y="6429375"/>
          <p14:tracePt t="225131" x="5911850" y="6429375"/>
          <p14:tracePt t="225141" x="6042025" y="6456363"/>
          <p14:tracePt t="225150" x="6170613" y="6470650"/>
          <p14:tracePt t="225161" x="6396038" y="6470650"/>
          <p14:tracePt t="225163" x="6524625" y="6470650"/>
          <p14:tracePt t="225173" x="6640513" y="6470650"/>
          <p14:tracePt t="225181" x="6756400" y="6408738"/>
          <p14:tracePt t="225188" x="6872288" y="6340475"/>
          <p14:tracePt t="225198" x="6986588" y="6253163"/>
          <p14:tracePt t="225205" x="7102475" y="6137275"/>
          <p14:tracePt t="225214" x="7245350" y="5967413"/>
          <p14:tracePt t="225218" x="7375525" y="5810250"/>
          <p14:tracePt t="225228" x="7518400" y="5605463"/>
          <p14:tracePt t="225238" x="7646988" y="5408613"/>
          <p14:tracePt t="225244" x="7762875" y="5164138"/>
          <p14:tracePt t="225253" x="7864475" y="4946650"/>
          <p14:tracePt t="225260" x="7953375" y="4687888"/>
          <p14:tracePt t="225267" x="8021638" y="4443413"/>
          <p14:tracePt t="225276" x="8081963" y="4170363"/>
          <p14:tracePt t="225284" x="8137525" y="3925888"/>
          <p14:tracePt t="225293" x="8164513" y="3667125"/>
          <p14:tracePt t="225300" x="8177213" y="3408363"/>
          <p14:tracePt t="225309" x="8197850" y="3163888"/>
          <p14:tracePt t="225317" x="8197850" y="2946400"/>
          <p14:tracePt t="225325" x="8197850" y="2687638"/>
          <p14:tracePt t="225333" x="8197850" y="2490788"/>
          <p14:tracePt t="225341" x="8197850" y="2286000"/>
          <p14:tracePt t="225349" x="8164513" y="2116138"/>
          <p14:tracePt t="225359" x="8123238" y="1938338"/>
          <p14:tracePt t="225367" x="8069263" y="1768475"/>
          <p14:tracePt t="225373" x="8021638" y="1598613"/>
          <p14:tracePt t="225382" x="7953375" y="1449388"/>
          <p14:tracePt t="225388" x="7878763" y="1292225"/>
          <p14:tracePt t="225399" x="7789863" y="1163638"/>
          <p14:tracePt t="225401" x="7748588" y="1095375"/>
          <p14:tracePt t="225411" x="7661275" y="966788"/>
          <p14:tracePt t="225422" x="7578725" y="863600"/>
          <p14:tracePt t="225424" x="7504113" y="776288"/>
          <p14:tracePt t="225435" x="7415213" y="687388"/>
          <p14:tracePt t="225445" x="7334250" y="633413"/>
          <p14:tracePt t="225455" x="7232650" y="557213"/>
          <p14:tracePt t="225457" x="7143750" y="530225"/>
          <p14:tracePt t="225467" x="7062788" y="503238"/>
          <p14:tracePt t="225477" x="6973888" y="476250"/>
          <p14:tracePt t="225487" x="6884988" y="461963"/>
          <p14:tracePt t="225489" x="6783388" y="449263"/>
          <p14:tracePt t="225499" x="6673850" y="449263"/>
          <p14:tracePt t="225507" x="6497638" y="449263"/>
          <p14:tracePt t="225516" x="6443663" y="449263"/>
          <p14:tracePt t="225523" x="6340475" y="449263"/>
          <p14:tracePt t="225533" x="6238875" y="449263"/>
          <p14:tracePt t="225540" x="6149975" y="461963"/>
          <p14:tracePt t="225548" x="6054725" y="490538"/>
          <p14:tracePt t="225555" x="5967413" y="530225"/>
          <p14:tracePt t="225567" x="5878513" y="577850"/>
          <p14:tracePt t="225570" x="5783263" y="604838"/>
          <p14:tracePt t="225580" x="5694363" y="646113"/>
          <p14:tracePt t="225591" x="5619750" y="687388"/>
          <p14:tracePt t="225593" x="5551488" y="747713"/>
          <p14:tracePt t="225604" x="5476875" y="788988"/>
          <p14:tracePt t="225613" x="5422900" y="850900"/>
          <p14:tracePt t="225624" x="5360988" y="904875"/>
          <p14:tracePt t="225625" x="5307013" y="979488"/>
          <p14:tracePt t="225637" x="5205413" y="1109663"/>
          <p14:tracePt t="225643" x="5129213" y="1211263"/>
          <p14:tracePt t="225655" x="5075238" y="1306513"/>
          <p14:tracePt t="225657" x="5000625" y="1435100"/>
          <p14:tracePt t="225666" x="4946650" y="1598613"/>
          <p14:tracePt t="225673" x="4884738" y="1755775"/>
          <p14:tracePt t="225684" x="4843463" y="1938338"/>
          <p14:tracePt t="225691" x="4803775" y="2143125"/>
          <p14:tracePt t="225699" x="4776788" y="2360613"/>
          <p14:tracePt t="225708" x="4756150" y="2571750"/>
          <p14:tracePt t="225715" x="4741863" y="2803525"/>
          <p14:tracePt t="225725" x="4741863" y="3021013"/>
          <p14:tracePt t="225732" x="4741863" y="3232150"/>
          <p14:tracePt t="225738" x="4741863" y="3435350"/>
          <p14:tracePt t="225750" x="4776788" y="3625850"/>
          <p14:tracePt t="225756" x="4816475" y="3783013"/>
          <p14:tracePt t="225768" x="4872038" y="3967163"/>
          <p14:tracePt t="225771" x="4946650" y="4110038"/>
          <p14:tracePt t="225781" x="5021263" y="4259263"/>
          <p14:tracePt t="225788" x="5062538" y="4313238"/>
          <p14:tracePt t="225799" x="5129213" y="4429125"/>
          <p14:tracePt t="225800" x="5205413" y="4545013"/>
          <p14:tracePt t="225811" x="5280025" y="4625975"/>
          <p14:tracePt t="225822" x="5360988" y="4714875"/>
          <p14:tracePt t="225828" x="5435600" y="4789488"/>
          <p14:tracePt t="225839" x="5503863" y="4857750"/>
          <p14:tracePt t="225841" x="5592763" y="4919663"/>
          <p14:tracePt t="225850" x="5667375" y="4973638"/>
          <p14:tracePt t="225860" x="5735638" y="5033963"/>
          <p14:tracePt t="225867" x="5795963" y="5075238"/>
          <p14:tracePt t="225877" x="5864225" y="5116513"/>
          <p14:tracePt t="225885" x="5926138" y="5164138"/>
          <p14:tracePt t="225894" x="5980113" y="5191125"/>
          <p14:tracePt t="225907" x="6042025" y="5218113"/>
          <p14:tracePt t="225908" x="6096000" y="5232400"/>
          <p14:tracePt t="225917" x="6149975" y="5245100"/>
          <p14:tracePt t="225925" x="6224588" y="5259388"/>
          <p14:tracePt t="225933" x="6280150" y="5259388"/>
          <p14:tracePt t="225942" x="6340475" y="5259388"/>
          <p14:tracePt t="225950" x="6396038" y="5259388"/>
          <p14:tracePt t="225959" x="6456363" y="5259388"/>
          <p14:tracePt t="225962" x="6524625" y="5259388"/>
          <p14:tracePt t="225972" x="6586538" y="5259388"/>
          <p14:tracePt t="225980" x="6640513" y="5232400"/>
          <p14:tracePt t="225991" x="6715125" y="5205413"/>
          <p14:tracePt t="225993" x="6804025" y="5176838"/>
          <p14:tracePt t="226004" x="6872288" y="5116513"/>
          <p14:tracePt t="226013" x="6946900" y="5075238"/>
          <p14:tracePt t="226023" x="7015163" y="5021263"/>
          <p14:tracePt t="226025" x="7089775" y="4973638"/>
          <p14:tracePt t="226034" x="7232650" y="4857750"/>
          <p14:tracePt t="226044" x="7319963" y="4776788"/>
          <p14:tracePt t="226055" x="7415213" y="4673600"/>
          <p14:tracePt t="226056" x="7518400" y="4557713"/>
          <p14:tracePt t="226066" x="7578725" y="4497388"/>
          <p14:tracePt t="226073" x="7661275" y="4402138"/>
          <p14:tracePt t="226084" x="7748588" y="4300538"/>
          <p14:tracePt t="226088" x="7837488" y="4197350"/>
          <p14:tracePt t="226098" x="7891463" y="4095750"/>
          <p14:tracePt t="226107" x="7953375" y="3994150"/>
          <p14:tracePt t="226116" x="7994650" y="3911600"/>
          <p14:tracePt t="226123" x="8021638" y="3810000"/>
          <p14:tracePt t="226131" x="8069263" y="3721100"/>
          <p14:tracePt t="226142" x="8096250" y="3524250"/>
          <p14:tracePt t="226144" x="8110538" y="3395663"/>
          <p14:tracePt t="226155" x="8110538" y="3232150"/>
          <p14:tracePt t="226162" x="8110538" y="3048000"/>
          <p14:tracePt t="226174" x="8096250" y="2843213"/>
          <p14:tracePt t="226180" x="8048625" y="2633663"/>
          <p14:tracePt t="226188" x="8007350" y="2401888"/>
          <p14:tracePt t="226193" x="7932738" y="2170113"/>
          <p14:tracePt t="226204" x="7864475" y="1973263"/>
          <p14:tracePt t="226213" x="7789863" y="1755775"/>
          <p14:tracePt t="226219" x="7708900" y="1565275"/>
          <p14:tracePt t="226227" x="7605713" y="1408113"/>
          <p14:tracePt t="226239" x="7566025" y="1339850"/>
          <p14:tracePt t="226241" x="7462838" y="1211263"/>
          <p14:tracePt t="226250" x="7375525" y="1109663"/>
          <p14:tracePt t="226260" x="7272338" y="1033463"/>
          <p14:tracePt t="226270" x="7191375" y="966788"/>
          <p14:tracePt t="226272" x="7027863" y="877888"/>
          <p14:tracePt t="226282" x="6899275" y="850900"/>
          <p14:tracePt t="226289" x="6769100" y="836613"/>
          <p14:tracePt t="226300" x="6715125" y="836613"/>
          <p14:tracePt t="226309" x="6510338" y="815975"/>
          <p14:tracePt t="226315" x="6381750" y="815975"/>
          <p14:tracePt t="226323" x="6238875" y="815975"/>
          <p14:tracePt t="226331" x="6096000" y="850900"/>
          <p14:tracePt t="226338" x="6042025" y="877888"/>
          <p14:tracePt t="226350" x="5938838" y="919163"/>
          <p14:tracePt t="226355" x="5837238" y="966788"/>
          <p14:tracePt t="226365" x="5748338" y="993775"/>
          <p14:tracePt t="226375" x="5667375" y="1047750"/>
          <p14:tracePt t="226378" x="5605463" y="1095375"/>
          <p14:tracePt t="226389" x="5491163" y="1190625"/>
          <p14:tracePt t="226395" x="5408613" y="1279525"/>
          <p14:tracePt t="226406" x="5348288" y="1366838"/>
          <p14:tracePt t="226408" x="5280025" y="1497013"/>
          <p14:tracePt t="226418" x="5205413" y="1639888"/>
          <p14:tracePt t="226428" x="5116513" y="1836738"/>
          <p14:tracePt t="226440" x="4973638" y="2259013"/>
          <p14:tracePt t="226450" x="4919663" y="2503488"/>
          <p14:tracePt t="226456" x="4857750" y="2776538"/>
          <p14:tracePt t="226467" x="4816475" y="3033713"/>
          <p14:tracePt t="226474" x="4776788" y="3279775"/>
          <p14:tracePt t="226484" x="4741863" y="3524250"/>
          <p14:tracePt t="226492" x="4714875" y="3756025"/>
          <p14:tracePt t="226499" x="4714875" y="3967163"/>
          <p14:tracePt t="226508" x="4714875" y="4157663"/>
          <p14:tracePt t="226512" x="4714875" y="4354513"/>
          <p14:tracePt t="226523" x="4714875" y="4545013"/>
          <p14:tracePt t="226531" x="4729163" y="4714875"/>
          <p14:tracePt t="226540" x="4776788" y="4884738"/>
          <p14:tracePt t="226547" x="4857750" y="5075238"/>
          <p14:tracePt t="226555" x="4932363" y="5232400"/>
          <p14:tracePt t="226566" x="5021263" y="5387975"/>
          <p14:tracePt t="226570" x="5075238" y="5449888"/>
          <p14:tracePt t="226580" x="5164138" y="5565775"/>
          <p14:tracePt t="226590" x="5245100" y="5667375"/>
          <p14:tracePt t="226592" x="5334000" y="5748338"/>
          <p14:tracePt t="226601" x="5422900" y="5837238"/>
          <p14:tracePt t="226611" x="5565775" y="5953125"/>
          <p14:tracePt t="226621" x="5646738" y="6007100"/>
          <p14:tracePt t="226628" x="5762625" y="6081713"/>
          <p14:tracePt t="226639" x="5824538" y="6110288"/>
          <p14:tracePt t="226642" x="5926138" y="6149975"/>
          <p14:tracePt t="226653" x="6122988" y="6238875"/>
          <p14:tracePt t="226659" x="6253163" y="6265863"/>
          <p14:tracePt t="226672" x="6408738" y="6300788"/>
          <p14:tracePt t="226674" x="6572250" y="6300788"/>
          <p14:tracePt t="226683" x="6640513" y="6300788"/>
          <p14:tracePt t="226689" x="6769100" y="6300788"/>
          <p14:tracePt t="226699" x="6911975" y="6300788"/>
          <p14:tracePt t="226706" x="7015163" y="6280150"/>
          <p14:tracePt t="226717" x="7129463" y="6253163"/>
          <p14:tracePt t="226723" x="7218363" y="6211888"/>
          <p14:tracePt t="226732" x="7307263" y="6184900"/>
          <p14:tracePt t="227263" x="7319963" y="6184900"/>
          <p14:tracePt t="227271" x="7361238" y="6149975"/>
          <p14:tracePt t="227281" x="7402513" y="6122988"/>
          <p14:tracePt t="227289" x="7491413" y="6069013"/>
          <p14:tracePt t="227298" x="7605713" y="5994400"/>
          <p14:tracePt t="227307" x="7721600" y="5926138"/>
          <p14:tracePt t="227317" x="7777163" y="5864225"/>
          <p14:tracePt t="227319" x="7864475" y="5783263"/>
          <p14:tracePt t="227328" x="7953375" y="5694363"/>
          <p14:tracePt t="227335" x="8021638" y="5619750"/>
          <p14:tracePt t="227345" x="8048625" y="5605463"/>
          <p14:tracePt t="227353" x="8110538" y="5551488"/>
          <p14:tracePt t="227366" x="8150225" y="5518150"/>
          <p14:tracePt t="227368" x="8177213" y="5491163"/>
          <p14:tracePt t="228477" x="8164513" y="5491163"/>
          <p14:tracePt t="228485" x="8150225" y="5503863"/>
          <p14:tracePt t="228495" x="8137525" y="5518150"/>
          <p14:tracePt t="228503" x="8123238" y="5538788"/>
          <p14:tracePt t="228513" x="8110538" y="5551488"/>
          <p14:tracePt t="228521" x="8096250" y="5551488"/>
          <p14:tracePt t="228530" x="8081963" y="5565775"/>
          <p14:tracePt t="228538" x="8069263" y="5565775"/>
          <p14:tracePt t="228545" x="8069263" y="5578475"/>
          <p14:tracePt t="228554" x="8048625" y="5578475"/>
          <p14:tracePt t="228561" x="8048625" y="5592763"/>
          <p14:tracePt t="228568" x="8034338" y="5592763"/>
          <p14:tracePt t="228577" x="8021638" y="5605463"/>
          <p14:tracePt t="228600" x="8007350" y="5619750"/>
          <p14:tracePt t="228617" x="7994650" y="5619750"/>
          <p14:tracePt t="228627" x="7994650" y="5634038"/>
          <p14:tracePt t="228632" x="7980363" y="5634038"/>
          <p14:tracePt t="228643" x="7967663" y="5646738"/>
          <p14:tracePt t="228650" x="7953375" y="5646738"/>
          <p14:tracePt t="228658" x="7932738" y="5667375"/>
          <p14:tracePt t="228667" x="7920038" y="5681663"/>
          <p14:tracePt t="228674" x="7891463" y="5694363"/>
          <p14:tracePt t="228684" x="7864475" y="5708650"/>
          <p14:tracePt t="228689" x="7837488" y="5721350"/>
          <p14:tracePt t="228699" x="7804150" y="5748338"/>
          <p14:tracePt t="228709" x="7777163" y="5762625"/>
          <p14:tracePt t="228711" x="7735888" y="5795963"/>
          <p14:tracePt t="228720" x="7708900" y="5824538"/>
          <p14:tracePt t="228727" x="7673975" y="5851525"/>
          <p14:tracePt t="228738" x="7634288" y="5878513"/>
          <p14:tracePt t="228745" x="7605713" y="5891213"/>
          <p14:tracePt t="228757" x="7566025" y="5938838"/>
          <p14:tracePt t="228759" x="7504113" y="5967413"/>
          <p14:tracePt t="228768" x="7462838" y="5994400"/>
          <p14:tracePt t="228775" x="7415213" y="6021388"/>
          <p14:tracePt t="228786" x="7361238" y="6042025"/>
          <p14:tracePt t="228794" x="7319963" y="6069013"/>
          <p14:tracePt t="228802" x="7259638" y="6096000"/>
          <p14:tracePt t="228812" x="7205663" y="6122988"/>
          <p14:tracePt t="228819" x="7143750" y="6170613"/>
          <p14:tracePt t="228829" x="7027863" y="6238875"/>
          <p14:tracePt t="228832" x="6946900" y="6313488"/>
          <p14:tracePt t="228843" x="6831013" y="6381750"/>
          <p14:tracePt t="228849" x="6769100" y="6429375"/>
          <p14:tracePt t="228858" x="6673850" y="6510338"/>
          <p14:tracePt t="228866" x="6557963" y="6586538"/>
          <p14:tracePt t="228870" x="6456363" y="6653213"/>
          <p14:tracePt t="228881" x="6354763" y="6715125"/>
          <p14:tracePt t="228892" x="6253163" y="6769100"/>
          <p14:tracePt t="228894" x="6149975" y="6831013"/>
          <p14:tracePt t="229433" x="0" y="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9.4|10.8|8.4|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2.9|5.5|8.4|8.5|1|15.3|7.9|8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28.8|10.7|48.4|37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1|13.4|5.5|15.2|20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CFCE61-D70A-42D8-8DF1-36352CF271D7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927</Words>
  <Application>Microsoft Office PowerPoint</Application>
  <PresentationFormat>Widescreen</PresentationFormat>
  <Paragraphs>94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ElGamal Cryptosystem</vt:lpstr>
      <vt:lpstr>Man-In-the-Middle Attack</vt:lpstr>
      <vt:lpstr>ElGamal Cryptography</vt:lpstr>
      <vt:lpstr>ElGamal</vt:lpstr>
      <vt:lpstr>Computational Aspects</vt:lpstr>
      <vt:lpstr>Attacks against ElGamal Algorithm</vt:lpstr>
      <vt:lpstr>Problem of Reuse of secret exponent k</vt:lpstr>
      <vt:lpstr>Review</vt:lpstr>
      <vt:lpstr>RSA Key Generation</vt:lpstr>
      <vt:lpstr>RSA Encryption &amp; Decryption</vt:lpstr>
      <vt:lpstr>Diffie-Hellman Key Exchange</vt:lpstr>
      <vt:lpstr>Man-in-the-Middle Attack Review</vt:lpstr>
      <vt:lpstr>Security</vt:lpstr>
      <vt:lpstr>ElGamal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44</cp:revision>
  <dcterms:created xsi:type="dcterms:W3CDTF">2026-03-27T20:08:55Z</dcterms:created>
  <dcterms:modified xsi:type="dcterms:W3CDTF">2026-04-21T04:14:27Z</dcterms:modified>
</cp:coreProperties>
</file>