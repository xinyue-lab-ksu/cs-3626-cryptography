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434" r:id="rId2"/>
    <p:sldId id="436" r:id="rId3"/>
    <p:sldId id="435" r:id="rId4"/>
    <p:sldId id="431" r:id="rId5"/>
    <p:sldId id="409" r:id="rId6"/>
    <p:sldId id="300" r:id="rId7"/>
    <p:sldId id="414" r:id="rId8"/>
    <p:sldId id="369" r:id="rId9"/>
    <p:sldId id="368" r:id="rId10"/>
    <p:sldId id="298" r:id="rId11"/>
    <p:sldId id="410" r:id="rId12"/>
    <p:sldId id="412" r:id="rId13"/>
    <p:sldId id="432" r:id="rId14"/>
    <p:sldId id="433" r:id="rId15"/>
    <p:sldId id="356" r:id="rId16"/>
    <p:sldId id="316" r:id="rId17"/>
    <p:sldId id="32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49" autoAdjust="0"/>
    <p:restoredTop sz="78208" autoAdjust="0"/>
  </p:normalViewPr>
  <p:slideViewPr>
    <p:cSldViewPr snapToGrid="0">
      <p:cViewPr varScale="1">
        <p:scale>
          <a:sx n="78" d="100"/>
          <a:sy n="78" d="100"/>
        </p:scale>
        <p:origin x="168" y="276"/>
      </p:cViewPr>
      <p:guideLst/>
    </p:cSldViewPr>
  </p:slideViewPr>
  <p:outlineViewPr>
    <p:cViewPr>
      <p:scale>
        <a:sx n="33" d="100"/>
        <a:sy n="33" d="100"/>
      </p:scale>
      <p:origin x="0" y="-436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09A05-5D37-A145-82F4-F1285544962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6B893-B2C6-1148-93BD-83C48F0B6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66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71186E-E6FF-D24F-86F0-B1F99332E6AF}" type="slidenum">
              <a:rPr lang="en-AU">
                <a:latin typeface="Arial" pitchFamily="-84" charset="0"/>
              </a:rPr>
              <a:pPr/>
              <a:t>4</a:t>
            </a:fld>
            <a:endParaRPr lang="en-AU">
              <a:latin typeface="Arial" pitchFamily="-84" charset="0"/>
            </a:endParaRPr>
          </a:p>
        </p:txBody>
      </p:sp>
      <p:sp>
        <p:nvSpPr>
          <p:cNvPr id="1044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71186E-E6FF-D24F-86F0-B1F99332E6AF}" type="slidenum">
              <a:rPr lang="en-AU">
                <a:latin typeface="Arial" pitchFamily="-84" charset="0"/>
              </a:rPr>
              <a:pPr/>
              <a:t>5</a:t>
            </a:fld>
            <a:endParaRPr lang="en-AU">
              <a:latin typeface="Arial" pitchFamily="-84" charset="0"/>
            </a:endParaRPr>
          </a:p>
        </p:txBody>
      </p:sp>
      <p:sp>
        <p:nvSpPr>
          <p:cNvPr id="1044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9910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D5552C-633F-FC4C-B7EF-FDD3B9D579C6}" type="slidenum">
              <a:rPr lang="en-AU">
                <a:latin typeface="Arial" pitchFamily="-84" charset="0"/>
              </a:rPr>
              <a:pPr/>
              <a:t>6</a:t>
            </a:fld>
            <a:endParaRPr lang="en-AU">
              <a:latin typeface="Arial" pitchFamily="-8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2415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D5552C-633F-FC4C-B7EF-FDD3B9D579C6}" type="slidenum">
              <a:rPr lang="en-AU">
                <a:latin typeface="Arial" pitchFamily="-84" charset="0"/>
              </a:rPr>
              <a:pPr/>
              <a:t>8</a:t>
            </a:fld>
            <a:endParaRPr lang="en-AU">
              <a:latin typeface="Arial" pitchFamily="-8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2141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1DFB27-208B-3143-9320-9B1D05A7A8BB}" type="slidenum">
              <a:rPr lang="en-AU" smtClean="0">
                <a:latin typeface="Arial" pitchFamily="-84" charset="0"/>
              </a:rPr>
              <a:pPr/>
              <a:t>9</a:t>
            </a:fld>
            <a:endParaRPr lang="en-AU">
              <a:latin typeface="Arial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430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E35048-A550-DE44-9335-3A0BB6BECD82}" type="slidenum">
              <a:rPr lang="en-AU">
                <a:latin typeface="Arial" pitchFamily="-84" charset="0"/>
              </a:rPr>
              <a:pPr/>
              <a:t>10</a:t>
            </a:fld>
            <a:endParaRPr lang="en-AU">
              <a:latin typeface="Arial" pitchFamily="-84" charset="0"/>
            </a:endParaRPr>
          </a:p>
        </p:txBody>
      </p:sp>
      <p:sp>
        <p:nvSpPr>
          <p:cNvPr id="11059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6017CB-0F3A-254B-853F-DCCF09004C51}" type="slidenum">
              <a:rPr lang="en-AU">
                <a:latin typeface="Arial" pitchFamily="-84" charset="0"/>
              </a:rPr>
              <a:pPr/>
              <a:t>15</a:t>
            </a:fld>
            <a:endParaRPr lang="en-AU">
              <a:latin typeface="Arial" pitchFamily="-8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b="0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6FA173-A18B-4541-8D0F-321A212E85EA}" type="slidenum">
              <a:rPr lang="en-AU" smtClean="0">
                <a:latin typeface="Arial" pitchFamily="-84" charset="0"/>
              </a:rPr>
              <a:pPr/>
              <a:t>16</a:t>
            </a:fld>
            <a:endParaRPr lang="en-AU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0FD7ED-C008-874C-A44A-6FBCC1FFE7C2}" type="slidenum">
              <a:rPr lang="en-AU">
                <a:latin typeface="Arial" pitchFamily="-84" charset="0"/>
              </a:rPr>
              <a:pPr/>
              <a:t>17</a:t>
            </a:fld>
            <a:endParaRPr lang="en-AU">
              <a:latin typeface="Arial" pitchFamily="-8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1556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E043E-456B-A10E-AE67-5F9947442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18CDF-2975-E70E-6921-0B3FD13BE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C2F00-2EFC-C744-C4FC-BD06A5F9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A2A86-5724-8533-6439-DF3D6B4F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8F9E1-EE9A-1278-E79F-2C2AF3C2F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6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FCFD4-9E42-E900-EF72-5FDDBF96A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70B1F-AB8B-C2F8-9F14-8E45D498F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713B8-1762-2ED4-723B-3BC61D9E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051E2-C98C-EC25-55D8-9291966D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76E3D-C431-6752-0121-3EC2D931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02304-607B-24FC-7F80-0C80F6799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9799A-4853-10F6-E85F-5AD3348B0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3C306-EE10-4333-8906-02AAD76C2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34894-40EA-58C1-DD62-A1FF669C3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1E097-3634-89ED-E0CE-644A6734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0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37CDF-E114-9544-79B4-260529D8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A6A34-4E40-C82C-8D4F-575E62964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04446-DA14-6216-4406-D0E320A10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C098D-E153-4EE7-D71A-84C90BFED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1E1F9-6D35-81BE-09CA-2C36A31E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3E80F-8D68-1AF5-15D8-7EB03D380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2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4EFC-7C73-D159-7BFD-6731AE79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FEF2F-ED84-CA16-EF12-913952128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DF7A6-97BD-8BF3-914A-3CCE83D2C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69416-1EC2-6C80-25CC-771FF5B63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E6B22-5D83-01A7-46DD-333DD2BC0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D64B1F-7D53-07D8-B021-E0F24900A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62834A-931A-C6A1-9E51-177BD928B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35F2E-405E-42FE-4653-BA561336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52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53DF-FC62-F837-47B5-7056CF26E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1DDF2-EF2F-58C6-C0B1-725A3572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E3D8A-E7BC-5426-29F7-5FD8B48A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8AB99-A800-44BC-35C2-252894E4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4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BE97ED-BD89-FF5A-5DA3-7E1C3837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D4A0B5-300F-6B14-10D3-A450BC57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D6786-CF9C-1A1B-3ED6-00C3794B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3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6C57-59F0-D6A9-C662-83AE776B2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40BAB-CFED-9DBA-F15B-A99B5A530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832A6-A936-528F-B3B3-508DC7932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FC88F-00DB-F5A3-31D3-D831B565A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54033-CB1A-DF45-ABD0-BBC273C7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01630-F648-5B17-FDDA-BEDE2AA7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8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8F1C-E588-56DC-CBE3-20389D63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FF741-EDA8-069D-DA37-8AE26872F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74EB6-F1CA-0577-1598-17A55ECDF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A42EC-BAC2-177E-7366-8F137C95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FE6B1-0920-D717-409A-BAC87B4F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5C8BA-6576-91FA-F8C2-AC31D9A5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45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E7F07-E4D0-0422-B1A7-395AEA15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5CA27-6932-74AE-F851-C5C73B1C1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4FA28-3BA0-F688-C40F-569E103F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FFE4A-8903-81AF-D8F7-1A12E177A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0DACD-5F60-AF68-F04E-8402BFA7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3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CE6B65-E05D-DD8D-24E6-F4C3FF8AC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CA99E-77CF-2CA1-01F7-82CA24CAF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0D2E5-2AA4-495F-FD06-088F7DD1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7E52B-BE29-1EDF-2345-DF5DD8600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2187F-3D10-9D1C-B911-16083557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7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4F6ECA-6255-6667-335A-69070EC50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015FF-004B-3425-26E0-7535A4654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FED88-9C78-40F7-9F7C-E688D88E4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59A16-569D-D848-AD1B-B0C450FA77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41F70-2C7E-EF5F-154A-22F28569F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AB571-915A-B8A0-F697-573444C86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BE5A4-2CC2-0349-B985-A3A1AB4AA4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ABB8-5B82-55E5-965F-59E7CE33A5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Finite Fields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0D630-3EDE-5B1B-D57F-4136E4EF71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</p:txBody>
      </p:sp>
    </p:spTree>
    <p:extLst>
      <p:ext uri="{BB962C8B-B14F-4D97-AF65-F5344CB8AC3E}">
        <p14:creationId xmlns:p14="http://schemas.microsoft.com/office/powerpoint/2010/main" val="3758287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9F85-4C02-2459-49BB-F87EAB02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C84B6-4148-F515-BBE0-86C07D973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Polynomial Division</a:t>
            </a:r>
          </a:p>
          <a:p>
            <a:r>
              <a:rPr lang="en-US" dirty="0"/>
              <a:t>Polynomial GCD</a:t>
            </a:r>
          </a:p>
        </p:txBody>
      </p:sp>
    </p:spTree>
    <p:extLst>
      <p:ext uri="{BB962C8B-B14F-4D97-AF65-F5344CB8AC3E}">
        <p14:creationId xmlns:p14="http://schemas.microsoft.com/office/powerpoint/2010/main" val="1444176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6892-95E1-E581-FB1F-6A908204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0E51B-075D-675D-19C4-ECA893927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be a field. For polynomials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2400" dirty="0"/>
                  <a:t>, </a:t>
                </a:r>
                <a:r>
                  <a:rPr lang="en-US" sz="2400" dirty="0"/>
                  <a:t>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there exist unique polynomials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such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lvl="1"/>
                <a:r>
                  <a:rPr lang="en-US" sz="2000" dirty="0"/>
                  <a:t>where: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))&lt;</m:t>
                    </m:r>
                    <m:r>
                      <m:rPr>
                        <m:sty m:val="p"/>
                      </m:rPr>
                      <a:rPr lang="en-US" sz="2000" i="1" dirty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000" dirty="0"/>
              </a:p>
              <a:p>
                <a:r>
                  <a:rPr lang="en-US" sz="2400" dirty="0"/>
                  <a:t>We can also define: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0" dirty="0" err="1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400" dirty="0"/>
                  <a:t>, </a:t>
                </a:r>
                <a:r>
                  <a:rPr lang="en-US" sz="2400" dirty="0"/>
                  <a:t>then: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)∣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0E51B-075D-675D-19C4-ECA893927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44" t="-2035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A0E2F7-F1DE-F1B7-65BE-B7742C8BC30D}"/>
              </a:ext>
            </a:extLst>
          </p:cNvPr>
          <p:cNvSpPr/>
          <p:nvPr/>
        </p:nvSpPr>
        <p:spPr>
          <a:xfrm>
            <a:off x="914400" y="4298733"/>
            <a:ext cx="4550979" cy="229081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Irreducible Polynomial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zero divisors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Every nonzero element has inverse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Structure becomes a field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7A5FE7-FDBF-B15A-74A1-CA54915B450B}"/>
              </a:ext>
            </a:extLst>
          </p:cNvPr>
          <p:cNvSpPr/>
          <p:nvPr/>
        </p:nvSpPr>
        <p:spPr>
          <a:xfrm>
            <a:off x="6612321" y="4298732"/>
            <a:ext cx="4550979" cy="229081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Reducible Polynomial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Zero divisors may exist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Inverses may fail</a:t>
            </a:r>
          </a:p>
        </p:txBody>
      </p:sp>
    </p:spTree>
    <p:extLst>
      <p:ext uri="{BB962C8B-B14F-4D97-AF65-F5344CB8AC3E}">
        <p14:creationId xmlns:p14="http://schemas.microsoft.com/office/powerpoint/2010/main" val="416433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Finite</a:t>
            </a:r>
            <a:r>
              <a:rPr lang="zh-CN" altLang="en-US" sz="4800" dirty="0"/>
              <a:t> </a:t>
            </a:r>
            <a:r>
              <a:rPr lang="en-US" altLang="zh-CN" sz="4800" dirty="0"/>
              <a:t>Fields with </a:t>
            </a:r>
            <a:r>
              <a:rPr lang="en-US" sz="4800" dirty="0"/>
              <a:t>Polynomial Arithmetic</a:t>
            </a:r>
            <a:endParaRPr lang="en-AU" sz="48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95401" y="1762126"/>
                <a:ext cx="10979528" cy="4791075"/>
              </a:xfrm>
            </p:spPr>
            <p:txBody>
              <a:bodyPr rtlCol="0"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dirty="0"/>
                  <a:t>Our course will focus on GF(2</a:t>
                </a:r>
                <a:r>
                  <a:rPr lang="en-US" baseline="30000" dirty="0"/>
                  <a:t>m</a:t>
                </a:r>
                <a:r>
                  <a:rPr lang="en-US" dirty="0"/>
                  <a:t>), especially GF(2</a:t>
                </a:r>
                <a:r>
                  <a:rPr lang="en-US" baseline="30000" dirty="0"/>
                  <a:t>8</a:t>
                </a:r>
                <a:r>
                  <a:rPr lang="en-US" dirty="0"/>
                  <a:t>).</a:t>
                </a:r>
              </a:p>
              <a:p>
                <a:pPr>
                  <a:buClr>
                    <a:schemeClr val="tx1"/>
                  </a:buClr>
                  <a:defRPr/>
                </a:pPr>
                <a:r>
                  <a:rPr lang="en-US" dirty="0">
                    <a:ea typeface="+mn-ea"/>
                    <a:cs typeface="+mn-cs"/>
                  </a:rPr>
                  <a:t>There are 2</a:t>
                </a:r>
                <a:r>
                  <a:rPr lang="en-US" baseline="30000" dirty="0">
                    <a:ea typeface="+mn-ea"/>
                    <a:cs typeface="+mn-cs"/>
                  </a:rPr>
                  <a:t>m </a:t>
                </a:r>
                <a:r>
                  <a:rPr lang="en-US" dirty="0">
                    <a:ea typeface="+mn-ea"/>
                    <a:cs typeface="+mn-cs"/>
                  </a:rPr>
                  <a:t>elements in GF(2</a:t>
                </a:r>
                <a:r>
                  <a:rPr lang="en-US" baseline="30000" dirty="0">
                    <a:ea typeface="+mn-ea"/>
                    <a:cs typeface="+mn-cs"/>
                  </a:rPr>
                  <a:t>m</a:t>
                </a:r>
                <a:r>
                  <a:rPr lang="en-US" dirty="0">
                    <a:ea typeface="+mn-ea"/>
                    <a:cs typeface="+mn-cs"/>
                  </a:rPr>
                  <a:t>) and they are all polynomials.</a:t>
                </a:r>
              </a:p>
              <a:p>
                <a:pPr>
                  <a:buClr>
                    <a:schemeClr val="tx1"/>
                  </a:buClr>
                  <a:defRPr/>
                </a:pPr>
                <a:r>
                  <a:rPr lang="en-US" dirty="0">
                    <a:ea typeface="+mn-ea"/>
                  </a:rPr>
                  <a:t>In the field GF(2</a:t>
                </a:r>
                <a:r>
                  <a:rPr lang="en-US" baseline="30000" dirty="0">
                    <a:ea typeface="+mn-ea"/>
                  </a:rPr>
                  <a:t>8</a:t>
                </a:r>
                <a:r>
                  <a:rPr lang="en-US" dirty="0">
                    <a:ea typeface="+mn-ea"/>
                  </a:rPr>
                  <a:t>), which is used in AES, each element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+mn-ea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+mn-ea"/>
                      </a:rPr>
                      <m:t>)∈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ea typeface="+mn-ea"/>
                  </a:rPr>
                  <a:t> is represented as:</a:t>
                </a:r>
              </a:p>
              <a:p>
                <a:pPr lvl="1">
                  <a:buClr>
                    <a:schemeClr val="tx1"/>
                  </a:buClr>
                  <a:defRPr/>
                </a:pPr>
                <a:r>
                  <a:rPr lang="en-US" dirty="0">
                    <a:ea typeface="+mn-ea"/>
                  </a:rPr>
                  <a:t>A(x) = a</a:t>
                </a:r>
                <a:r>
                  <a:rPr lang="en-US" baseline="-25000" dirty="0">
                    <a:ea typeface="+mn-ea"/>
                  </a:rPr>
                  <a:t>7</a:t>
                </a:r>
                <a:r>
                  <a:rPr lang="en-US" dirty="0">
                    <a:ea typeface="+mn-ea"/>
                  </a:rPr>
                  <a:t>x</a:t>
                </a:r>
                <a:r>
                  <a:rPr lang="en-US" baseline="30000" dirty="0">
                    <a:ea typeface="+mn-ea"/>
                  </a:rPr>
                  <a:t>7</a:t>
                </a:r>
                <a:r>
                  <a:rPr lang="en-US" dirty="0">
                    <a:ea typeface="+mn-ea"/>
                  </a:rPr>
                  <a:t>+…+a</a:t>
                </a:r>
                <a:r>
                  <a:rPr lang="en-US" baseline="-25000" dirty="0">
                    <a:ea typeface="+mn-ea"/>
                  </a:rPr>
                  <a:t>1</a:t>
                </a:r>
                <a:r>
                  <a:rPr lang="en-US" dirty="0">
                    <a:ea typeface="+mn-ea"/>
                  </a:rPr>
                  <a:t>x+a</a:t>
                </a:r>
                <a:r>
                  <a:rPr lang="en-US" baseline="-25000" dirty="0">
                    <a:ea typeface="+mn-ea"/>
                  </a:rPr>
                  <a:t>0</a:t>
                </a:r>
                <a:r>
                  <a:rPr lang="en-US" dirty="0">
                    <a:ea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>
                  <a:ea typeface="+mn-ea"/>
                </a:endParaRPr>
              </a:p>
              <a:p>
                <a:pPr>
                  <a:buClr>
                    <a:schemeClr val="tx1"/>
                  </a:buClr>
                  <a:defRPr/>
                </a:pPr>
                <a:r>
                  <a:rPr lang="en-US" dirty="0">
                    <a:ea typeface="+mn-ea"/>
                  </a:rPr>
                  <a:t>There are exactly 256=2</a:t>
                </a:r>
                <a:r>
                  <a:rPr lang="en-US" baseline="30000" dirty="0">
                    <a:ea typeface="+mn-ea"/>
                  </a:rPr>
                  <a:t>8</a:t>
                </a:r>
                <a:r>
                  <a:rPr lang="en-US" dirty="0">
                    <a:ea typeface="+mn-ea"/>
                  </a:rPr>
                  <a:t> polynomials, and every polynomial can simply be stored in digital form as an 8-bit vector.</a:t>
                </a:r>
              </a:p>
            </p:txBody>
          </p:sp>
        </mc:Choice>
        <mc:Fallback xmlns="">
          <p:sp>
            <p:nvSpPr>
              <p:cNvPr id="768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401" y="1762126"/>
                <a:ext cx="10979528" cy="4791075"/>
              </a:xfrm>
              <a:blipFill>
                <a:blip r:embed="rId5"/>
                <a:stretch>
                  <a:fillRect l="-924" t="-2116" r="-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229"/>
    </mc:Choice>
    <mc:Fallback xmlns="">
      <p:transition spd="slow" advTm="142229"/>
    </mc:Fallback>
  </mc:AlternateContent>
  <p:extLst>
    <p:ext uri="{3A86A75C-4F4B-4683-9AE1-C65F6400EC91}">
      <p14:laserTraceLst xmlns:p14="http://schemas.microsoft.com/office/powerpoint/2010/main">
        <p14:tracePtLst>
          <p14:tracePt t="1351" x="2986088" y="5538788"/>
          <p14:tracePt t="2211" x="3979863" y="6810375"/>
          <p14:tracePt t="2215" x="4048125" y="6653213"/>
          <p14:tracePt t="2223" x="4122738" y="6443663"/>
          <p14:tracePt t="2232" x="4232275" y="6176963"/>
          <p14:tracePt t="2240" x="4422775" y="5694363"/>
          <p14:tracePt t="2248" x="4497388" y="5524500"/>
          <p14:tracePt t="2263" x="4748213" y="4938713"/>
          <p14:tracePt t="2271" x="4837113" y="4748213"/>
          <p14:tracePt t="2285" x="5143500" y="4033838"/>
          <p14:tracePt t="2295" x="5211763" y="3905250"/>
          <p14:tracePt t="2310" x="5429250" y="3408363"/>
          <p14:tracePt t="2319" x="5510213" y="3217863"/>
          <p14:tracePt t="2335" x="5605463" y="3041650"/>
          <p14:tracePt t="2348" x="5653088" y="2952750"/>
          <p14:tracePt t="2358" x="5673725" y="2919413"/>
          <p14:tracePt t="2372" x="5694363" y="2898775"/>
          <p14:tracePt t="2372" x="5700713" y="2878138"/>
          <p14:tracePt t="2391" x="5700713" y="2871788"/>
          <p14:tracePt t="2396" x="5708650" y="2857500"/>
          <p14:tracePt t="5729" x="5708650" y="2830513"/>
          <p14:tracePt t="5733" x="5708650" y="2803525"/>
          <p14:tracePt t="5746" x="5708650" y="2755900"/>
          <p14:tracePt t="5750" x="5708650" y="2681288"/>
          <p14:tracePt t="5762" x="5708650" y="2586038"/>
          <p14:tracePt t="5766" x="5708650" y="2482850"/>
          <p14:tracePt t="5779" x="5708650" y="2366963"/>
          <p14:tracePt t="5783" x="5708650" y="2157413"/>
          <p14:tracePt t="5796" x="5694363" y="2062163"/>
          <p14:tracePt t="5797" x="5605463" y="1803400"/>
          <p14:tracePt t="5805" x="5572125" y="1720850"/>
          <p14:tracePt t="5813" x="5483225" y="1565275"/>
          <p14:tracePt t="5821" x="5456238" y="1503363"/>
          <p14:tracePt t="5830" x="5387975" y="1395413"/>
          <p14:tracePt t="5837" x="5340350" y="1319213"/>
          <p14:tracePt t="5846" x="5313363" y="1300163"/>
          <p14:tracePt t="5854" x="5286375" y="1258888"/>
          <p14:tracePt t="5863" x="5265738" y="1231900"/>
          <p14:tracePt t="5870" x="5253038" y="1223963"/>
          <p14:tracePt t="5879" x="5238750" y="1211263"/>
          <p14:tracePt t="6303" x="5232400" y="1211263"/>
          <p14:tracePt t="6313" x="5211763" y="1223963"/>
          <p14:tracePt t="6321" x="5191125" y="1258888"/>
          <p14:tracePt t="6329" x="5170488" y="1285875"/>
          <p14:tracePt t="6337" x="5143500" y="1327150"/>
          <p14:tracePt t="6346" x="5089525" y="1401763"/>
          <p14:tracePt t="6354" x="5021263" y="1482725"/>
          <p14:tracePt t="6362" x="4959350" y="1592263"/>
          <p14:tracePt t="6370" x="4899025" y="1687513"/>
          <p14:tracePt t="6379" x="4872038" y="1741488"/>
          <p14:tracePt t="6386" x="4816475" y="1824038"/>
          <p14:tracePt t="6395" x="4776788" y="1890713"/>
          <p14:tracePt t="6403" x="4748213" y="1958975"/>
          <p14:tracePt t="6412" x="4741863" y="1985963"/>
          <p14:tracePt t="6419" x="4721225" y="2033588"/>
          <p14:tracePt t="6935" x="4714875" y="2033588"/>
          <p14:tracePt t="6943" x="4694238" y="2033588"/>
          <p14:tracePt t="6952" x="4687888" y="2033588"/>
          <p14:tracePt t="6960" x="4667250" y="2033588"/>
          <p14:tracePt t="6968" x="4646613" y="2033588"/>
          <p14:tracePt t="6976" x="4625975" y="2033588"/>
          <p14:tracePt t="6984" x="4613275" y="2033588"/>
          <p14:tracePt t="6993" x="4592638" y="2033588"/>
          <p14:tracePt t="7001" x="4572000" y="2033588"/>
          <p14:tracePt t="7009" x="4545013" y="2047875"/>
          <p14:tracePt t="7018" x="4530725" y="2047875"/>
          <p14:tracePt t="7026" x="4524375" y="2068513"/>
          <p14:tracePt t="7035" x="4518025" y="2081213"/>
          <p14:tracePt t="7043" x="4497388" y="2089150"/>
          <p14:tracePt t="7052" x="4491038" y="2109788"/>
          <p14:tracePt t="7060" x="4476750" y="2116138"/>
          <p14:tracePt t="7069" x="4476750" y="2122488"/>
          <p14:tracePt t="7075" x="4470400" y="2122488"/>
          <p14:tracePt t="7084" x="4470400" y="2136775"/>
          <p14:tracePt t="7092" x="4470400" y="2143125"/>
          <p14:tracePt t="8450" x="4476750" y="2143125"/>
          <p14:tracePt t="8459" x="4497388" y="2136775"/>
          <p14:tracePt t="8468" x="4524375" y="2122488"/>
          <p14:tracePt t="8476" x="4578350" y="2109788"/>
          <p14:tracePt t="8485" x="4652963" y="2095500"/>
          <p14:tracePt t="8493" x="4837113" y="2062163"/>
          <p14:tracePt t="8501" x="4994275" y="2047875"/>
          <p14:tracePt t="8511" x="5211763" y="2047875"/>
          <p14:tracePt t="8517" x="5449888" y="2047875"/>
          <p14:tracePt t="8526" x="5721350" y="2047875"/>
          <p14:tracePt t="8534" x="5830888" y="2081213"/>
          <p14:tracePt t="8542" x="6089650" y="2116138"/>
          <p14:tracePt t="8550" x="6319838" y="2143125"/>
          <p14:tracePt t="8559" x="6530975" y="2170113"/>
          <p14:tracePt t="8566" x="6592888" y="2184400"/>
          <p14:tracePt t="8575" x="6742113" y="2190750"/>
          <p14:tracePt t="8583" x="6858000" y="2205038"/>
          <p14:tracePt t="8591" x="6884988" y="2205038"/>
          <p14:tracePt t="8901" x="6911975" y="2205038"/>
          <p14:tracePt t="8909" x="6938963" y="2205038"/>
          <p14:tracePt t="8919" x="6959600" y="2184400"/>
          <p14:tracePt t="8929" x="6986588" y="2163763"/>
          <p14:tracePt t="8935" x="7021513" y="2143125"/>
          <p14:tracePt t="8944" x="7062788" y="2116138"/>
          <p14:tracePt t="8951" x="7110413" y="2068513"/>
          <p14:tracePt t="8960" x="7158038" y="2020888"/>
          <p14:tracePt t="8967" x="7197725" y="1966913"/>
          <p14:tracePt t="8977" x="7224713" y="1925638"/>
          <p14:tracePt t="8984" x="7245350" y="1884363"/>
          <p14:tracePt t="8992" x="7253288" y="1836738"/>
          <p14:tracePt t="9000" x="7259638" y="1795463"/>
          <p14:tracePt t="9009" x="7259638" y="1762125"/>
          <p14:tracePt t="9016" x="7259638" y="1728788"/>
          <p14:tracePt t="9026" x="7253288" y="1714500"/>
          <p14:tracePt t="9032" x="7224713" y="1693863"/>
          <p14:tracePt t="9041" x="7197725" y="1687513"/>
          <p14:tracePt t="9049" x="7158038" y="1687513"/>
          <p14:tracePt t="9058" x="7110413" y="1687513"/>
          <p14:tracePt t="9065" x="7062788" y="1687513"/>
          <p14:tracePt t="9074" x="7007225" y="1687513"/>
          <p14:tracePt t="9082" x="6953250" y="1693863"/>
          <p14:tracePt t="9091" x="6905625" y="1714500"/>
          <p14:tracePt t="9098" x="6858000" y="1762125"/>
          <p14:tracePt t="9107" x="6777038" y="1824038"/>
          <p14:tracePt t="9115" x="6735763" y="1890713"/>
          <p14:tracePt t="9123" x="6729413" y="1925638"/>
          <p14:tracePt t="9131" x="6694488" y="1993900"/>
          <p14:tracePt t="9139" x="6681788" y="2062163"/>
          <p14:tracePt t="9149" x="6667500" y="2116138"/>
          <p14:tracePt t="9156" x="6661150" y="2232025"/>
          <p14:tracePt t="9165" x="6661150" y="2312988"/>
          <p14:tracePt t="9173" x="6661150" y="2408238"/>
          <p14:tracePt t="9182" x="6667500" y="2449513"/>
          <p14:tracePt t="9189" x="6715125" y="2557463"/>
          <p14:tracePt t="9199" x="6742113" y="2598738"/>
          <p14:tracePt t="9206" x="6783388" y="2646363"/>
          <p14:tracePt t="9215" x="6837363" y="2700338"/>
          <p14:tracePt t="9222" x="6884988" y="2728913"/>
          <p14:tracePt t="9232" x="6932613" y="2747963"/>
          <p14:tracePt t="9238" x="6986588" y="2747963"/>
          <p14:tracePt t="9248" x="7034213" y="2747963"/>
          <p14:tracePt t="9254" x="7129463" y="2747963"/>
          <p14:tracePt t="9264" x="7177088" y="2728913"/>
          <p14:tracePt t="9271" x="7224713" y="2687638"/>
          <p14:tracePt t="9281" x="7280275" y="2625725"/>
          <p14:tracePt t="9287" x="7340600" y="2551113"/>
          <p14:tracePt t="9297" x="7348538" y="2509838"/>
          <p14:tracePt t="9304" x="7402513" y="2435225"/>
          <p14:tracePt t="9314" x="7429500" y="2360613"/>
          <p14:tracePt t="9320" x="7456488" y="2279650"/>
          <p14:tracePt t="9331" x="7470775" y="2211388"/>
          <p14:tracePt t="9336" x="7477125" y="2143125"/>
          <p14:tracePt t="9347" x="7491413" y="2081213"/>
          <p14:tracePt t="9352" x="7491413" y="2014538"/>
          <p14:tracePt t="9364" x="7456488" y="1938338"/>
          <p14:tracePt t="9370" x="7415213" y="1890713"/>
          <p14:tracePt t="9381" x="7354888" y="1843088"/>
          <p14:tracePt t="9387" x="7280275" y="1803400"/>
          <p14:tracePt t="9398" x="7185025" y="1768475"/>
          <p14:tracePt t="9404" x="7081838" y="1741488"/>
          <p14:tracePt t="9415" x="6973888" y="1720850"/>
          <p14:tracePt t="9421" x="6926263" y="1720850"/>
          <p14:tracePt t="9431" x="6831013" y="1720850"/>
          <p14:tracePt t="9436" x="6756400" y="1720850"/>
          <p14:tracePt t="9448" x="6681788" y="1747838"/>
          <p14:tracePt t="9454" x="6634163" y="1789113"/>
          <p14:tracePt t="9464" x="6586538" y="1836738"/>
          <p14:tracePt t="9470" x="6538913" y="1884363"/>
          <p14:tracePt t="9481" x="6510338" y="1938338"/>
          <p14:tracePt t="9486" x="6491288" y="2006600"/>
          <p14:tracePt t="9498" x="6483350" y="2062163"/>
          <p14:tracePt t="9503" x="6470650" y="2190750"/>
          <p14:tracePt t="9514" x="6470650" y="2265363"/>
          <p14:tracePt t="9518" x="6470650" y="2354263"/>
          <p14:tracePt t="9531" x="6470650" y="2387600"/>
          <p14:tracePt t="9536" x="6497638" y="2462213"/>
          <p14:tracePt t="9547" x="6510338" y="2482850"/>
          <p14:tracePt t="9553" x="6530975" y="2530475"/>
          <p14:tracePt t="9564" x="6557963" y="2565400"/>
          <p14:tracePt t="9569" x="6578600" y="2598738"/>
          <p14:tracePt t="9581" x="6613525" y="2625725"/>
          <p14:tracePt t="9585" x="6634163" y="2633663"/>
          <p14:tracePt t="9597" x="6667500" y="2633663"/>
          <p14:tracePt t="9601" x="6708775" y="2633663"/>
          <p14:tracePt t="9614" x="6742113" y="2633663"/>
          <p14:tracePt t="9615" x="6816725" y="2598738"/>
          <p14:tracePt t="9624" x="6864350" y="2557463"/>
          <p14:tracePt t="9631" x="6926263" y="2503488"/>
          <p14:tracePt t="9640" x="6980238" y="2435225"/>
          <p14:tracePt t="9650" x="7000875" y="2408238"/>
          <p14:tracePt t="9656" x="7048500" y="2339975"/>
          <p14:tracePt t="9665" x="7075488" y="2265363"/>
          <p14:tracePt t="9673" x="7102475" y="2205038"/>
          <p14:tracePt t="9682" x="7123113" y="2136775"/>
          <p14:tracePt t="9689" x="7123113" y="2081213"/>
          <p14:tracePt t="9699" x="7129463" y="2033588"/>
          <p14:tracePt t="9705" x="7129463" y="2014538"/>
          <p14:tracePt t="9715" x="7129463" y="1958975"/>
          <p14:tracePt t="9722" x="7123113" y="1925638"/>
          <p14:tracePt t="9731" x="7096125" y="1911350"/>
          <p14:tracePt t="9738" x="7054850" y="1890713"/>
          <p14:tracePt t="9748" x="6986588" y="1871663"/>
          <p14:tracePt t="9754" x="6953250" y="1871663"/>
          <p14:tracePt t="9764" x="6899275" y="1871663"/>
          <p14:tracePt t="9771" x="6831013" y="1871663"/>
          <p14:tracePt t="9781" x="6783388" y="1871663"/>
          <p14:tracePt t="9787" x="6735763" y="1884363"/>
          <p14:tracePt t="9797" x="6688138" y="1911350"/>
          <p14:tracePt t="9804" x="6661150" y="1938338"/>
          <p14:tracePt t="9814" x="6634163" y="1973263"/>
          <p14:tracePt t="9819" x="6613525" y="2006600"/>
          <p14:tracePt t="9831" x="6605588" y="2020888"/>
          <p14:tracePt t="9836" x="6586538" y="2068513"/>
          <p14:tracePt t="9847" x="6586538" y="2089150"/>
          <p14:tracePt t="9853" x="6586538" y="2116138"/>
          <p14:tracePt t="9864" x="6586538" y="2143125"/>
          <p14:tracePt t="9869" x="6586538" y="2170113"/>
          <p14:tracePt t="9881" x="6605588" y="2190750"/>
          <p14:tracePt t="9886" x="6619875" y="2205038"/>
          <p14:tracePt t="9897" x="6667500" y="2211388"/>
          <p14:tracePt t="9902" x="6729413" y="2217738"/>
          <p14:tracePt t="9915" x="6783388" y="2217738"/>
          <p14:tracePt t="9921" x="6858000" y="2217738"/>
          <p14:tracePt t="9933" x="6884988" y="2211388"/>
          <p14:tracePt t="9937" x="6953250" y="2170113"/>
          <p14:tracePt t="9947" x="7021513" y="2136775"/>
          <p14:tracePt t="9953" x="7062788" y="2089150"/>
          <p14:tracePt t="9964" x="7110413" y="2041525"/>
          <p14:tracePt t="9969" x="7137400" y="2006600"/>
          <p14:tracePt t="9981" x="7150100" y="1985963"/>
          <p14:tracePt t="9986" x="7185025" y="1919288"/>
          <p14:tracePt t="9997" x="7185025" y="1890713"/>
          <p14:tracePt t="10003" x="7185025" y="1863725"/>
          <p14:tracePt t="10014" x="7185025" y="1843088"/>
          <p14:tracePt t="10019" x="7170738" y="1824038"/>
          <p14:tracePt t="10031" x="7137400" y="1803400"/>
          <p14:tracePt t="10036" x="7102475" y="1803400"/>
          <p14:tracePt t="10047" x="7021513" y="1789113"/>
          <p14:tracePt t="10053" x="6953250" y="1789113"/>
          <p14:tracePt t="10064" x="6926263" y="1789113"/>
          <p14:tracePt t="10069" x="6858000" y="1803400"/>
          <p14:tracePt t="10081" x="6810375" y="1824038"/>
          <p14:tracePt t="10086" x="6762750" y="1863725"/>
          <p14:tracePt t="10097" x="6715125" y="1911350"/>
          <p14:tracePt t="10102" x="6688138" y="1946275"/>
          <p14:tracePt t="10114" x="6661150" y="1993900"/>
          <p14:tracePt t="10115" x="6653213" y="2033588"/>
          <p14:tracePt t="10123" x="6640513" y="2068513"/>
          <p14:tracePt t="10131" x="6640513" y="2109788"/>
          <p14:tracePt t="10140" x="6640513" y="2136775"/>
          <p14:tracePt t="10148" x="6640513" y="2163763"/>
          <p14:tracePt t="10157" x="6667500" y="2184400"/>
          <p14:tracePt t="10164" x="6694488" y="2205038"/>
          <p14:tracePt t="10173" x="6742113" y="2217738"/>
          <p14:tracePt t="10181" x="6789738" y="2217738"/>
          <p14:tracePt t="10189" x="6851650" y="2217738"/>
          <p14:tracePt t="10197" x="6899275" y="2217738"/>
          <p14:tracePt t="10205" x="6959600" y="2211388"/>
          <p14:tracePt t="10214" x="7021513" y="2184400"/>
          <p14:tracePt t="10221" x="7081838" y="2143125"/>
          <p14:tracePt t="10231" x="7137400" y="2109788"/>
          <p14:tracePt t="10238" x="7177088" y="2062163"/>
          <p14:tracePt t="10248" x="7218363" y="2014538"/>
          <p14:tracePt t="10254" x="7245350" y="1966913"/>
          <p14:tracePt t="10264" x="7259638" y="1925638"/>
          <p14:tracePt t="10271" x="7259638" y="1898650"/>
          <p14:tracePt t="10281" x="7272338" y="1851025"/>
          <p14:tracePt t="10289" x="7272338" y="1824038"/>
          <p14:tracePt t="10298" x="7272338" y="1803400"/>
          <p14:tracePt t="10304" x="7259638" y="1789113"/>
          <p14:tracePt t="10315" x="7232650" y="1776413"/>
          <p14:tracePt t="10324" x="7205663" y="1768475"/>
          <p14:tracePt t="10332" x="7177088" y="1762125"/>
          <p14:tracePt t="10339" x="7137400" y="1762125"/>
          <p14:tracePt t="10349" x="7110413" y="1762125"/>
          <p14:tracePt t="10358" x="7075488" y="1762125"/>
          <p14:tracePt t="10366" x="7048500" y="1776413"/>
          <p14:tracePt t="10375" x="7007225" y="1803400"/>
          <p14:tracePt t="10384" x="6973888" y="1863725"/>
          <p14:tracePt t="10385" x="6953250" y="1898650"/>
          <p14:tracePt t="10395" x="6932613" y="1946275"/>
          <p14:tracePt t="10403" x="6926263" y="2014538"/>
          <p14:tracePt t="10415" x="6926263" y="2062163"/>
          <p14:tracePt t="10422" x="6926263" y="2116138"/>
          <p14:tracePt t="10434" x="6926263" y="2157413"/>
          <p14:tracePt t="10436" x="6926263" y="2205038"/>
          <p14:tracePt t="10444" x="6938963" y="2244725"/>
          <p14:tracePt t="10451" x="6959600" y="2286000"/>
          <p14:tracePt t="10460" x="6973888" y="2292350"/>
          <p14:tracePt t="10467" x="7000875" y="2327275"/>
          <p14:tracePt t="10475" x="7034213" y="2354263"/>
          <p14:tracePt t="10484" x="7062788" y="2360613"/>
          <p14:tracePt t="10493" x="7081838" y="2360613"/>
          <p14:tracePt t="10501" x="7110413" y="2360613"/>
          <p14:tracePt t="10509" x="7129463" y="2360613"/>
          <p14:tracePt t="10517" x="7158038" y="2354263"/>
          <p14:tracePt t="10526" x="7177088" y="2327275"/>
          <p14:tracePt t="10535" x="7197725" y="2292350"/>
          <p14:tracePt t="10543" x="7218363" y="2265363"/>
          <p14:tracePt t="10785" x="7218363" y="2259013"/>
          <p14:tracePt t="10794" x="7224713" y="2232025"/>
          <p14:tracePt t="10804" x="7245350" y="2205038"/>
          <p14:tracePt t="10812" x="7272338" y="2170113"/>
          <p14:tracePt t="10820" x="7292975" y="2143125"/>
          <p14:tracePt t="10829" x="7307263" y="2116138"/>
          <p14:tracePt t="10836" x="7327900" y="2081213"/>
          <p14:tracePt t="10844" x="7340600" y="2047875"/>
          <p14:tracePt t="10852" x="7367588" y="2006600"/>
          <p14:tracePt t="10861" x="7367588" y="1973263"/>
          <p14:tracePt t="10868" x="7381875" y="1946275"/>
          <p14:tracePt t="10877" x="7396163" y="1919288"/>
          <p14:tracePt t="10885" x="7396163" y="1890713"/>
          <p14:tracePt t="10894" x="7396163" y="1871663"/>
          <p14:tracePt t="10903" x="7396163" y="1851025"/>
          <p14:tracePt t="10918" x="7375525" y="1843088"/>
          <p14:tracePt t="10927" x="7354888" y="1843088"/>
          <p14:tracePt t="10936" x="7340600" y="1843088"/>
          <p14:tracePt t="10943" x="7300913" y="1843088"/>
          <p14:tracePt t="10953" x="7292975" y="1843088"/>
          <p14:tracePt t="10959" x="7259638" y="1843088"/>
          <p14:tracePt t="10970" x="7232650" y="1843088"/>
          <p14:tracePt t="10976" x="7218363" y="1851025"/>
          <p14:tracePt t="10986" x="7197725" y="1863725"/>
          <p14:tracePt t="10992" x="7185025" y="1884363"/>
          <p14:tracePt t="11002" x="7177088" y="1890713"/>
          <p14:tracePt t="11008" x="7170738" y="1898650"/>
          <p14:tracePt t="11018" x="7158038" y="1898650"/>
          <p14:tracePt t="11025" x="7158038" y="1911350"/>
          <p14:tracePt t="11040" x="7158038" y="1919288"/>
          <p14:tracePt t="11064" x="7158038" y="1925638"/>
          <p14:tracePt t="11089" x="7177088" y="1925638"/>
          <p14:tracePt t="11098" x="7185025" y="1925638"/>
          <p14:tracePt t="11107" x="7205663" y="1925638"/>
          <p14:tracePt t="11116" x="7218363" y="1925638"/>
          <p14:tracePt t="11124" x="7245350" y="1911350"/>
          <p14:tracePt t="11131" x="7253288" y="1898650"/>
          <p14:tracePt t="11141" x="7272338" y="1890713"/>
          <p14:tracePt t="11156" x="7280275" y="1884363"/>
          <p14:tracePt t="11164" x="7292975" y="1871663"/>
          <p14:tracePt t="11179" x="7300913" y="1871663"/>
          <p14:tracePt t="11212" x="7292975" y="1871663"/>
          <p14:tracePt t="11222" x="7280275" y="1871663"/>
          <p14:tracePt t="11230" x="7259638" y="1871663"/>
          <p14:tracePt t="11237" x="7253288" y="1871663"/>
          <p14:tracePt t="11247" x="7232650" y="1884363"/>
          <p14:tracePt t="11254" x="7224713" y="1890713"/>
          <p14:tracePt t="11262" x="7205663" y="1898650"/>
          <p14:tracePt t="11270" x="7197725" y="1911350"/>
          <p14:tracePt t="11279" x="7185025" y="1911350"/>
          <p14:tracePt t="11302" x="7177088" y="1919288"/>
          <p14:tracePt t="11334" x="7185025" y="1911350"/>
          <p14:tracePt t="11343" x="7197725" y="1898650"/>
          <p14:tracePt t="11353" x="7218363" y="1890713"/>
          <p14:tracePt t="11361" x="7232650" y="1884363"/>
          <p14:tracePt t="11368" x="7259638" y="1871663"/>
          <p14:tracePt t="11377" x="7272338" y="1871663"/>
          <p14:tracePt t="11385" x="7292975" y="1863725"/>
          <p14:tracePt t="11394" x="7307263" y="1851025"/>
          <p14:tracePt t="11402" x="7319963" y="1851025"/>
          <p14:tracePt t="11410" x="7327900" y="1851025"/>
          <p14:tracePt t="11419" x="7340600" y="1851025"/>
          <p14:tracePt t="11426" x="7348538" y="1851025"/>
          <p14:tracePt t="11436" x="7354888" y="1851025"/>
          <p14:tracePt t="11443" x="7367588" y="1863725"/>
          <p14:tracePt t="11451" x="7367588" y="1884363"/>
          <p14:tracePt t="11459" x="7367588" y="1898650"/>
          <p14:tracePt t="11469" x="7375525" y="1919288"/>
          <p14:tracePt t="11476" x="7375525" y="1925638"/>
          <p14:tracePt t="11486" x="7381875" y="1946275"/>
          <p14:tracePt t="11492" x="7381875" y="1958975"/>
          <p14:tracePt t="11502" x="7396163" y="1958975"/>
          <p14:tracePt t="11508" x="7402513" y="1966913"/>
          <p14:tracePt t="11523" x="7423150" y="1966913"/>
          <p14:tracePt t="11531" x="7429500" y="1966913"/>
          <p14:tracePt t="11541" x="7429500" y="1946275"/>
          <p14:tracePt t="11549" x="7443788" y="1919288"/>
          <p14:tracePt t="11558" x="7450138" y="1898650"/>
          <p14:tracePt t="11567" x="7450138" y="1871663"/>
          <p14:tracePt t="11574" x="7450138" y="1843088"/>
          <p14:tracePt t="11584" x="7450138" y="1816100"/>
          <p14:tracePt t="11590" x="7450138" y="1776413"/>
          <p14:tracePt t="11600" x="7429500" y="1741488"/>
          <p14:tracePt t="11607" x="7402513" y="1714500"/>
          <p14:tracePt t="11615" x="7375525" y="1687513"/>
          <p14:tracePt t="11623" x="7327900" y="1652588"/>
          <p14:tracePt t="11633" x="7292975" y="1639888"/>
          <p14:tracePt t="11639" x="7245350" y="1619250"/>
          <p14:tracePt t="11647" x="7205663" y="1619250"/>
          <p14:tracePt t="11655" x="7158038" y="1619250"/>
          <p14:tracePt t="11664" x="7123113" y="1619250"/>
          <p14:tracePt t="11672" x="7081838" y="1646238"/>
          <p14:tracePt t="11680" x="7021513" y="1700213"/>
          <p14:tracePt t="11688" x="6980238" y="1762125"/>
          <p14:tracePt t="11696" x="6938963" y="1836738"/>
          <p14:tracePt t="11704" x="6911975" y="1919288"/>
          <p14:tracePt t="11713" x="6905625" y="1958975"/>
          <p14:tracePt t="11720" x="6884988" y="2033588"/>
          <p14:tracePt t="11729" x="6878638" y="2081213"/>
          <p14:tracePt t="11737" x="6878638" y="2136775"/>
          <p14:tracePt t="11746" x="6878638" y="2184400"/>
          <p14:tracePt t="11753" x="6878638" y="2211388"/>
          <p14:tracePt t="11762" x="6899275" y="2238375"/>
          <p14:tracePt t="11770" x="6932613" y="2259013"/>
          <p14:tracePt t="11778" x="6959600" y="2265363"/>
          <p14:tracePt t="11786" x="7027863" y="2279650"/>
          <p14:tracePt t="11794" x="7062788" y="2279650"/>
          <p14:tracePt t="11803" x="7110413" y="2279650"/>
          <p14:tracePt t="11812" x="7170738" y="2265363"/>
          <p14:tracePt t="11819" x="7232650" y="2232025"/>
          <p14:tracePt t="11827" x="7272338" y="2205038"/>
          <p14:tracePt t="11835" x="7292975" y="2190750"/>
          <p14:tracePt t="11844" x="7348538" y="2136775"/>
          <p14:tracePt t="11851" x="7354888" y="2116138"/>
          <p14:tracePt t="11860" x="7375525" y="2089150"/>
          <p14:tracePt t="11868" x="7381875" y="2062163"/>
          <p14:tracePt t="11876" x="7381875" y="2041525"/>
          <p14:tracePt t="11885" x="7396163" y="2006600"/>
          <p14:tracePt t="11893" x="7396163" y="1973263"/>
          <p14:tracePt t="11901" x="7381875" y="1958975"/>
          <p14:tracePt t="11909" x="7367588" y="1938338"/>
          <p14:tracePt t="11918" x="7340600" y="1925638"/>
          <p14:tracePt t="11926" x="7292975" y="1919288"/>
          <p14:tracePt t="11935" x="7245350" y="1911350"/>
          <p14:tracePt t="11942" x="7205663" y="1911350"/>
          <p14:tracePt t="11952" x="7158038" y="1911350"/>
          <p14:tracePt t="11958" x="7123113" y="1911350"/>
          <p14:tracePt t="11968" x="7075488" y="1925638"/>
          <p14:tracePt t="11975" x="7048500" y="1958975"/>
          <p14:tracePt t="11984" x="7021513" y="1993900"/>
          <p14:tracePt t="11991" x="6986588" y="2033588"/>
          <p14:tracePt t="12001" x="6980238" y="2062163"/>
          <p14:tracePt t="12008" x="6973888" y="2095500"/>
          <p14:tracePt t="12017" x="6973888" y="2122488"/>
          <p14:tracePt t="12024" x="6973888" y="2157413"/>
          <p14:tracePt t="12034" x="6973888" y="2184400"/>
          <p14:tracePt t="12041" x="6980238" y="2205038"/>
          <p14:tracePt t="12050" x="7000875" y="2211388"/>
          <p14:tracePt t="12057" x="7027863" y="2217738"/>
          <p14:tracePt t="12068" x="7062788" y="2217738"/>
          <p14:tracePt t="12075" x="7110413" y="2217738"/>
          <p14:tracePt t="12086" x="7158038" y="2217738"/>
          <p14:tracePt t="12091" x="7205663" y="2190750"/>
          <p14:tracePt t="12102" x="7253288" y="2157413"/>
          <p14:tracePt t="12109" x="7280275" y="2122488"/>
          <p14:tracePt t="12119" x="7307263" y="2089150"/>
          <p14:tracePt t="12127" x="7319963" y="2068513"/>
          <p14:tracePt t="12134" x="7327900" y="2047875"/>
          <p14:tracePt t="12141" x="7327900" y="2020888"/>
          <p14:tracePt t="12151" x="7340600" y="2006600"/>
          <p14:tracePt t="12157" x="7340600" y="1985963"/>
          <p14:tracePt t="12168" x="7340600" y="1973263"/>
          <p14:tracePt t="12173" x="7327900" y="1973263"/>
          <p14:tracePt t="12184" x="7319963" y="1966913"/>
          <p14:tracePt t="12192" x="7300913" y="1966913"/>
          <p14:tracePt t="12201" x="7292975" y="1966913"/>
          <p14:tracePt t="15682" x="7280275" y="1985963"/>
          <p14:tracePt t="15689" x="7272338" y="1993900"/>
          <p14:tracePt t="15699" x="7272338" y="2006600"/>
          <p14:tracePt t="15703" x="7259638" y="2014538"/>
          <p14:tracePt t="15718" x="7259638" y="2020888"/>
          <p14:tracePt t="15732" x="7253288" y="2020888"/>
          <p14:tracePt t="15736" x="7253288" y="2033588"/>
          <p14:tracePt t="15922" x="7259638" y="2020888"/>
          <p14:tracePt t="15933" x="7259638" y="2014538"/>
          <p14:tracePt t="15941" x="7272338" y="2014538"/>
          <p14:tracePt t="15949" x="7280275" y="2006600"/>
          <p14:tracePt t="15955" x="7292975" y="1993900"/>
          <p14:tracePt t="15964" x="7300913" y="1985963"/>
          <p14:tracePt t="15971" x="7307263" y="1973263"/>
          <p14:tracePt t="15987" x="7307263" y="1966913"/>
          <p14:tracePt t="15996" x="7319963" y="1966913"/>
          <p14:tracePt t="16005" x="7319963" y="1958975"/>
          <p14:tracePt t="16013" x="7327900" y="1958975"/>
          <p14:tracePt t="16077" x="7327900" y="1946275"/>
          <p14:tracePt t="16880" x="7319963" y="1946275"/>
          <p14:tracePt t="16890" x="7300913" y="1958975"/>
          <p14:tracePt t="16898" x="7245350" y="1985963"/>
          <p14:tracePt t="16906" x="7197725" y="2020888"/>
          <p14:tracePt t="16915" x="7129463" y="2081213"/>
          <p14:tracePt t="16923" x="7048500" y="2143125"/>
          <p14:tracePt t="16931" x="6938963" y="2232025"/>
          <p14:tracePt t="16940" x="6851650" y="2333625"/>
          <p14:tracePt t="16947" x="6756400" y="2428875"/>
          <p14:tracePt t="16957" x="6653213" y="2538413"/>
          <p14:tracePt t="16964" x="6565900" y="2633663"/>
          <p14:tracePt t="16973" x="6538913" y="2673350"/>
          <p14:tracePt t="16979" x="6483350" y="2755900"/>
          <p14:tracePt t="16990" x="6470650" y="2782888"/>
          <p14:tracePt t="16996" x="6443663" y="2824163"/>
          <p14:tracePt t="17006" x="6423025" y="2857500"/>
          <p14:tracePt t="17225" x="6415088" y="2871788"/>
          <p14:tracePt t="17234" x="6375400" y="2905125"/>
          <p14:tracePt t="17242" x="6313488" y="2967038"/>
          <p14:tracePt t="17251" x="6149975" y="3101975"/>
          <p14:tracePt t="17258" x="6027738" y="3197225"/>
          <p14:tracePt t="17267" x="5634038" y="3482975"/>
          <p14:tracePt t="17276" x="5292725" y="3694113"/>
          <p14:tracePt t="17283" x="5137150" y="3789363"/>
          <p14:tracePt t="17294" x="4789488" y="3973513"/>
          <p14:tracePt t="17299" x="4456113" y="4122738"/>
          <p14:tracePt t="17311" x="4333875" y="4170363"/>
          <p14:tracePt t="17316" x="4089400" y="4259263"/>
          <p14:tracePt t="17327" x="4006850" y="4279900"/>
          <p14:tracePt t="17332" x="3857625" y="4327525"/>
          <p14:tracePt t="17344" x="3816350" y="4333875"/>
          <p14:tracePt t="17349" x="3741738" y="4367213"/>
          <p14:tracePt t="17360" x="3687763" y="4375150"/>
          <p14:tracePt t="17365" x="3660775" y="4375150"/>
          <p14:tracePt t="17373" x="3633788" y="4375150"/>
          <p14:tracePt t="17585" x="3633788" y="4367213"/>
          <p14:tracePt t="17594" x="3633788" y="4327525"/>
          <p14:tracePt t="17602" x="3646488" y="4292600"/>
          <p14:tracePt t="17611" x="3681413" y="4244975"/>
          <p14:tracePt t="17619" x="3708400" y="4170363"/>
          <p14:tracePt t="17628" x="3729038" y="4110038"/>
          <p14:tracePt t="17636" x="3756025" y="4048125"/>
          <p14:tracePt t="17645" x="3803650" y="3911600"/>
          <p14:tracePt t="17652" x="3857625" y="3783013"/>
          <p14:tracePt t="17662" x="3905250" y="3660775"/>
          <p14:tracePt t="17668" x="3938588" y="3538538"/>
          <p14:tracePt t="17677" x="3959225" y="3482975"/>
          <p14:tracePt t="17685" x="3986213" y="3387725"/>
          <p14:tracePt t="17693" x="4014788" y="3313113"/>
          <p14:tracePt t="17701" x="4027488" y="3286125"/>
          <p14:tracePt t="17710" x="4027488" y="3224213"/>
          <p14:tracePt t="17717" x="4033838" y="3149600"/>
          <p14:tracePt t="17726" x="4033838" y="3116263"/>
          <p14:tracePt t="17734" x="4033838" y="3089275"/>
          <p14:tracePt t="17743" x="4014788" y="3068638"/>
          <p14:tracePt t="17750" x="3986213" y="3048000"/>
          <p14:tracePt t="17758" x="3959225" y="3027363"/>
          <p14:tracePt t="17766" x="3925888" y="3006725"/>
          <p14:tracePt t="17775" x="3878263" y="2994025"/>
          <p14:tracePt t="17783" x="3816350" y="2979738"/>
          <p14:tracePt t="17791" x="3768725" y="2967038"/>
          <p14:tracePt t="17799" x="3708400" y="2952750"/>
          <p14:tracePt t="17808" x="3660775" y="2946400"/>
          <p14:tracePt t="17815" x="3640138" y="2946400"/>
          <p14:tracePt t="17824" x="3605213" y="2932113"/>
          <p14:tracePt t="17832" x="3571875" y="2932113"/>
          <p14:tracePt t="17840" x="3544888" y="2932113"/>
          <p14:tracePt t="17848" x="3530600" y="2932113"/>
          <p14:tracePt t="17857" x="3517900" y="2932113"/>
          <p14:tracePt t="17864" x="3509963" y="2932113"/>
          <p14:tracePt t="17880" x="3497263" y="2932113"/>
          <p14:tracePt t="17896" x="3490913" y="2932113"/>
          <p14:tracePt t="17905" x="3490913" y="2946400"/>
          <p14:tracePt t="17913" x="3490913" y="2952750"/>
          <p14:tracePt t="17921" x="3490913" y="2967038"/>
          <p14:tracePt t="17930" x="3482975" y="2979738"/>
          <p14:tracePt t="17938" x="3470275" y="3000375"/>
          <p14:tracePt t="17947" x="3470275" y="3006725"/>
          <p14:tracePt t="17955" x="3462338" y="3041650"/>
          <p14:tracePt t="17964" x="3443288" y="3054350"/>
          <p14:tracePt t="17972" x="3443288" y="3074988"/>
          <p14:tracePt t="17981" x="3422650" y="3101975"/>
          <p14:tracePt t="17989" x="3422650" y="3116263"/>
          <p14:tracePt t="17997" x="3414713" y="3143250"/>
          <p14:tracePt t="18005" x="3395663" y="3170238"/>
          <p14:tracePt t="18014" x="3395663" y="3197225"/>
          <p14:tracePt t="18022" x="3395663" y="3224213"/>
          <p14:tracePt t="18031" x="3395663" y="3265488"/>
          <p14:tracePt t="18038" x="3395663" y="3292475"/>
          <p14:tracePt t="18047" x="3395663" y="3300413"/>
          <p14:tracePt t="18054" x="3395663" y="3327400"/>
          <p14:tracePt t="18064" x="3414713" y="3348038"/>
          <p14:tracePt t="18070" x="3443288" y="3367088"/>
          <p14:tracePt t="18080" x="3462338" y="3375025"/>
          <p14:tracePt t="18086" x="3482975" y="3375025"/>
          <p14:tracePt t="18097" x="3517900" y="3375025"/>
          <p14:tracePt t="18103" x="3557588" y="3375025"/>
          <p14:tracePt t="18113" x="3586163" y="3367088"/>
          <p14:tracePt t="18119" x="3619500" y="3340100"/>
          <p14:tracePt t="18129" x="3660775" y="3313113"/>
          <p14:tracePt t="18135" x="3667125" y="3292475"/>
          <p14:tracePt t="18144" x="3694113" y="3271838"/>
          <p14:tracePt t="18152" x="3708400" y="3244850"/>
          <p14:tracePt t="18160" x="3714750" y="3224213"/>
          <p14:tracePt t="18168" x="3714750" y="3197225"/>
          <p14:tracePt t="18183" x="3714750" y="3190875"/>
          <p14:tracePt t="18191" x="3687763" y="3176588"/>
          <p14:tracePt t="18202" x="3646488" y="3176588"/>
          <p14:tracePt t="18209" x="3605213" y="3176588"/>
          <p14:tracePt t="18218" x="3557588" y="3176588"/>
          <p14:tracePt t="18226" x="3509963" y="3176588"/>
          <p14:tracePt t="18234" x="3462338" y="3190875"/>
          <p14:tracePt t="18243" x="3414713" y="3217863"/>
          <p14:tracePt t="18251" x="3367088" y="3244850"/>
          <p14:tracePt t="18258" x="3327400" y="3286125"/>
          <p14:tracePt t="18266" x="3300413" y="3319463"/>
          <p14:tracePt t="18275" x="3271838" y="3360738"/>
          <p14:tracePt t="18283" x="3252788" y="3395663"/>
          <p14:tracePt t="18294" x="3252788" y="3414713"/>
          <p14:tracePt t="18299" x="3244850" y="3449638"/>
          <p14:tracePt t="18307" x="3238500" y="3482975"/>
          <p14:tracePt t="18315" x="3238500" y="3509963"/>
          <p14:tracePt t="18324" x="3238500" y="3557588"/>
          <p14:tracePt t="18332" x="3238500" y="3571875"/>
          <p14:tracePt t="18340" x="3238500" y="3586163"/>
          <p14:tracePt t="18348" x="3252788" y="3613150"/>
          <p14:tracePt t="18356" x="3271838" y="3633788"/>
          <p14:tracePt t="18364" x="3286125" y="3640138"/>
          <p14:tracePt t="18373" x="3313113" y="3646488"/>
          <p14:tracePt t="18380" x="3327400" y="3646488"/>
          <p14:tracePt t="18389" x="3360738" y="3646488"/>
          <p14:tracePt t="18397" x="3387725" y="3646488"/>
          <p14:tracePt t="18406" x="3422650" y="3640138"/>
          <p14:tracePt t="18414" x="3462338" y="3619500"/>
          <p14:tracePt t="18422" x="3497263" y="3592513"/>
          <p14:tracePt t="18430" x="3530600" y="3557588"/>
          <p14:tracePt t="18438" x="3571875" y="3509963"/>
          <p14:tracePt t="18447" x="3613150" y="3462338"/>
          <p14:tracePt t="18454" x="3640138" y="3414713"/>
          <p14:tracePt t="18463" x="3667125" y="3360738"/>
          <p14:tracePt t="18470" x="3681413" y="3340100"/>
          <p14:tracePt t="18480" x="3694113" y="3300413"/>
          <p14:tracePt t="18487" x="3708400" y="3271838"/>
          <p14:tracePt t="18497" x="3708400" y="3238500"/>
          <p14:tracePt t="18504" x="3708400" y="3217863"/>
          <p14:tracePt t="18513" x="3708400" y="3211513"/>
          <p14:tracePt t="18521" x="3667125" y="3197225"/>
          <p14:tracePt t="18530" x="3633788" y="3190875"/>
          <p14:tracePt t="18537" x="3544888" y="3190875"/>
          <p14:tracePt t="18546" x="3462338" y="3190875"/>
          <p14:tracePt t="18553" x="3387725" y="3190875"/>
          <p14:tracePt t="18563" x="3348038" y="3190875"/>
          <p14:tracePt t="18570" x="3271838" y="3190875"/>
          <p14:tracePt t="18579" x="3224213" y="3211513"/>
          <p14:tracePt t="18586" x="3211513" y="3224213"/>
          <p14:tracePt t="18596" x="3176588" y="3244850"/>
          <p14:tracePt t="18602" x="3149600" y="3265488"/>
          <p14:tracePt t="18613" x="3128963" y="3292475"/>
          <p14:tracePt t="18619" x="3116263" y="3319463"/>
          <p14:tracePt t="18630" x="3116263" y="3348038"/>
          <p14:tracePt t="18635" x="3116263" y="3375025"/>
          <p14:tracePt t="18646" x="3116263" y="3408363"/>
          <p14:tracePt t="18652" x="3116263" y="3435350"/>
          <p14:tracePt t="18662" x="3128963" y="3462338"/>
          <p14:tracePt t="18668" x="3163888" y="3490913"/>
          <p14:tracePt t="18679" x="3176588" y="3530600"/>
          <p14:tracePt t="18686" x="3217863" y="3544888"/>
          <p14:tracePt t="18696" x="3244850" y="3565525"/>
          <p14:tracePt t="18702" x="3271838" y="3571875"/>
          <p14:tracePt t="18714" x="3300413" y="3586163"/>
          <p14:tracePt t="18720" x="3319463" y="3592513"/>
          <p14:tracePt t="18730" x="3367088" y="3592513"/>
          <p14:tracePt t="18734" x="3395663" y="3592513"/>
          <p14:tracePt t="18746" x="3414713" y="3592513"/>
          <p14:tracePt t="18751" x="3435350" y="3586163"/>
          <p14:tracePt t="18762" x="3462338" y="3565525"/>
          <p14:tracePt t="18768" x="3482975" y="3544888"/>
          <p14:tracePt t="18779" x="3490913" y="3530600"/>
          <p14:tracePt t="18784" x="3509963" y="3490913"/>
          <p14:tracePt t="18795" x="3517900" y="3462338"/>
          <p14:tracePt t="18800" x="3530600" y="3443288"/>
          <p14:tracePt t="18812" x="3530600" y="3414713"/>
          <p14:tracePt t="18816" x="3530600" y="3395663"/>
          <p14:tracePt t="18828" x="3530600" y="3367088"/>
          <p14:tracePt t="18833" x="3517900" y="3348038"/>
          <p14:tracePt t="18845" x="3497263" y="3340100"/>
          <p14:tracePt t="18851" x="3462338" y="3319463"/>
          <p14:tracePt t="18862" x="3395663" y="3313113"/>
          <p14:tracePt t="18867" x="3327400" y="3313113"/>
          <p14:tracePt t="18878" x="3292475" y="3313113"/>
          <p14:tracePt t="18883" x="3224213" y="3313113"/>
          <p14:tracePt t="18895" x="3170238" y="3319463"/>
          <p14:tracePt t="18900" x="3128963" y="3340100"/>
          <p14:tracePt t="18913" x="3116263" y="3360738"/>
          <p14:tracePt t="18914" x="3074988" y="3375025"/>
          <p14:tracePt t="18922" x="3054350" y="3408363"/>
          <p14:tracePt t="18930" x="3027363" y="3443288"/>
          <p14:tracePt t="18938" x="3021013" y="3470275"/>
          <p14:tracePt t="18947" x="3021013" y="3497263"/>
          <p14:tracePt t="18955" x="3021013" y="3530600"/>
          <p14:tracePt t="18963" x="3021013" y="3565525"/>
          <p14:tracePt t="18971" x="3048000" y="3592513"/>
          <p14:tracePt t="18980" x="3068638" y="3619500"/>
          <p14:tracePt t="18988" x="3101975" y="3646488"/>
          <p14:tracePt t="18996" x="3128963" y="3660775"/>
          <p14:tracePt t="19004" x="3176588" y="3667125"/>
          <p14:tracePt t="19013" x="3217863" y="3681413"/>
          <p14:tracePt t="19020" x="3252788" y="3681413"/>
          <p14:tracePt t="19029" x="3292475" y="3681413"/>
          <p14:tracePt t="19037" x="3327400" y="3667125"/>
          <p14:tracePt t="19045" x="3375025" y="3646488"/>
          <p14:tracePt t="19053" x="3414713" y="3619500"/>
          <p14:tracePt t="19062" x="3449638" y="3592513"/>
          <p14:tracePt t="19069" x="3482975" y="3557588"/>
          <p14:tracePt t="19079" x="3509963" y="3517900"/>
          <p14:tracePt t="19086" x="3538538" y="3490913"/>
          <p14:tracePt t="19095" x="3538538" y="3470275"/>
          <p14:tracePt t="19102" x="3557588" y="3443288"/>
          <p14:tracePt t="19112" x="3557588" y="3414713"/>
          <p14:tracePt t="19119" x="3565525" y="3387725"/>
          <p14:tracePt t="19128" x="3565525" y="3360738"/>
          <p14:tracePt t="19135" x="3565525" y="3340100"/>
          <p14:tracePt t="19145" x="3544888" y="3319463"/>
          <p14:tracePt t="19151" x="3530600" y="3300413"/>
          <p14:tracePt t="19162" x="3490913" y="3292475"/>
          <p14:tracePt t="19167" x="3462338" y="3286125"/>
          <p14:tracePt t="19179" x="3414713" y="3271838"/>
          <p14:tracePt t="19184" x="3360738" y="3271838"/>
          <p14:tracePt t="19195" x="3313113" y="3271838"/>
          <p14:tracePt t="19201" x="3265488" y="3271838"/>
          <p14:tracePt t="19212" x="3217863" y="3271838"/>
          <p14:tracePt t="19217" x="3190875" y="3286125"/>
          <p14:tracePt t="19229" x="3163888" y="3300413"/>
          <p14:tracePt t="19234" x="3128963" y="3327400"/>
          <p14:tracePt t="19245" x="3122613" y="3340100"/>
          <p14:tracePt t="19251" x="3101975" y="3360738"/>
          <p14:tracePt t="19262" x="3095625" y="3387725"/>
          <p14:tracePt t="19267" x="3089275" y="3395663"/>
          <p14:tracePt t="19279" x="3074988" y="3422650"/>
          <p14:tracePt t="19285" x="3074988" y="3449638"/>
          <p14:tracePt t="19296" x="3074988" y="3482975"/>
          <p14:tracePt t="19301" x="3074988" y="3509963"/>
          <p14:tracePt t="19312" x="3074988" y="3544888"/>
          <p14:tracePt t="19319" x="3101975" y="3586163"/>
          <p14:tracePt t="19329" x="3128963" y="3619500"/>
          <p14:tracePt t="19336" x="3170238" y="3646488"/>
          <p14:tracePt t="19346" x="3190875" y="3646488"/>
          <p14:tracePt t="19351" x="3211513" y="3667125"/>
          <p14:tracePt t="19363" x="3238500" y="3681413"/>
          <p14:tracePt t="19368" x="3252788" y="3681413"/>
          <p14:tracePt t="19379" x="3271838" y="3687763"/>
          <p14:tracePt t="19385" x="3313113" y="3687763"/>
          <p14:tracePt t="19396" x="3327400" y="3681413"/>
          <p14:tracePt t="19397" x="3348038" y="3660775"/>
          <p14:tracePt t="19406" x="3367088" y="3633788"/>
          <p14:tracePt t="19413" x="3395663" y="3592513"/>
          <p14:tracePt t="19421" x="3422650" y="3557588"/>
          <p14:tracePt t="19430" x="3449638" y="3517900"/>
          <p14:tracePt t="19438" x="3482975" y="3482975"/>
          <p14:tracePt t="19446" x="3509963" y="3435350"/>
          <p14:tracePt t="19454" x="3530600" y="3387725"/>
          <p14:tracePt t="19464" x="3544888" y="3340100"/>
          <p14:tracePt t="19472" x="3565525" y="3300413"/>
          <p14:tracePt t="19481" x="3565525" y="3286125"/>
          <p14:tracePt t="19489" x="3565525" y="3252788"/>
          <p14:tracePt t="19497" x="3571875" y="3238500"/>
          <p14:tracePt t="19505" x="3571875" y="3217863"/>
          <p14:tracePt t="19514" x="3571875" y="3190875"/>
          <p14:tracePt t="19521" x="3557588" y="3176588"/>
          <p14:tracePt t="19531" x="3530600" y="3176588"/>
          <p14:tracePt t="19538" x="3497263" y="3176588"/>
          <p14:tracePt t="19557" x="3422650" y="3176588"/>
          <p14:tracePt t="19581" x="3387725" y="3190875"/>
          <p14:tracePt t="19581" x="3313113" y="3244850"/>
          <p14:tracePt t="19606" x="3271838" y="3286125"/>
          <p14:tracePt t="19606" x="3244850" y="3319463"/>
          <p14:tracePt t="19613" x="3224213" y="3348038"/>
          <p14:tracePt t="19619" x="3217863" y="3395663"/>
          <p14:tracePt t="19627" x="3217863" y="3414713"/>
          <p14:tracePt t="19635" x="3217863" y="3435350"/>
          <p14:tracePt t="19643" x="3217863" y="3449638"/>
          <p14:tracePt t="19651" x="3224213" y="3470275"/>
          <p14:tracePt t="19661" x="3244850" y="3490913"/>
          <p14:tracePt t="19667" x="3271838" y="3509963"/>
          <p14:tracePt t="19676" x="3300413" y="3517900"/>
          <p14:tracePt t="19684" x="3327400" y="3530600"/>
          <p14:tracePt t="19692" x="3367088" y="3538538"/>
          <p14:tracePt t="19700" x="3395663" y="3538538"/>
          <p14:tracePt t="19709" x="3435350" y="3538538"/>
          <p14:tracePt t="19717" x="3470275" y="3538538"/>
          <p14:tracePt t="19726" x="3509963" y="3530600"/>
          <p14:tracePt t="19733" x="3538538" y="3497263"/>
          <p14:tracePt t="19741" x="3571875" y="3470275"/>
          <p14:tracePt t="19750" x="3605213" y="3443288"/>
          <p14:tracePt t="19758" x="3633788" y="3408363"/>
          <p14:tracePt t="19765" x="3646488" y="3367088"/>
          <p14:tracePt t="19774" x="3660775" y="3327400"/>
          <p14:tracePt t="19782" x="3667125" y="3292475"/>
          <p14:tracePt t="19791" x="3667125" y="3271838"/>
          <p14:tracePt t="19799" x="3667125" y="3238500"/>
          <p14:tracePt t="19808" x="3667125" y="3217863"/>
          <p14:tracePt t="19815" x="3667125" y="3197225"/>
          <p14:tracePt t="19824" x="3667125" y="3170238"/>
          <p14:tracePt t="19831" x="3646488" y="3163888"/>
          <p14:tracePt t="19839" x="3633788" y="3163888"/>
          <p14:tracePt t="19848" x="3613150" y="3163888"/>
          <p14:tracePt t="19856" x="3586163" y="3163888"/>
          <p14:tracePt t="19863" x="3557588" y="3163888"/>
          <p14:tracePt t="19873" x="3544888" y="3163888"/>
          <p14:tracePt t="19880" x="3509963" y="3170238"/>
          <p14:tracePt t="19889" x="3497263" y="3176588"/>
          <p14:tracePt t="19896" x="3482975" y="3197225"/>
          <p14:tracePt t="19905" x="3470275" y="3217863"/>
          <p14:tracePt t="19914" x="3449638" y="3238500"/>
          <p14:tracePt t="19921" x="3443288" y="3252788"/>
          <p14:tracePt t="19933" x="3443288" y="3271838"/>
          <p14:tracePt t="19938" x="3435350" y="3286125"/>
          <p14:tracePt t="19947" x="3435350" y="3292475"/>
          <p14:tracePt t="19955" x="3435350" y="3300413"/>
          <p14:tracePt t="19963" x="3435350" y="3313113"/>
          <p14:tracePt t="19971" x="3435350" y="3319463"/>
          <p14:tracePt t="19979" x="3435350" y="3327400"/>
          <p14:tracePt t="19988" x="3435350" y="3340100"/>
          <p14:tracePt t="19996" x="3435350" y="3348038"/>
          <p14:tracePt t="20004" x="3435350" y="3360738"/>
          <p14:tracePt t="20012" x="3435350" y="3367088"/>
          <p14:tracePt t="20020" x="3443288" y="3375025"/>
          <p14:tracePt t="20029" x="3449638" y="3387725"/>
          <p14:tracePt t="20036" x="3462338" y="3395663"/>
          <p14:tracePt t="20046" x="3462338" y="3408363"/>
          <p14:tracePt t="20053" x="3470275" y="3414713"/>
          <p14:tracePt t="20062" x="3482975" y="3414713"/>
          <p14:tracePt t="20069" x="3490913" y="3422650"/>
          <p14:tracePt t="20079" x="3497263" y="3435350"/>
          <p14:tracePt t="20086" x="3509963" y="3443288"/>
          <p14:tracePt t="20095" x="3530600" y="3443288"/>
          <p14:tracePt t="20102" x="3544888" y="3449638"/>
          <p14:tracePt t="20112" x="3565525" y="3449638"/>
          <p14:tracePt t="20118" x="3586163" y="3449638"/>
          <p14:tracePt t="20129" x="3592513" y="3443288"/>
          <p14:tracePt t="20135" x="3613150" y="3435350"/>
          <p14:tracePt t="20145" x="3633788" y="3414713"/>
          <p14:tracePt t="20150" x="3640138" y="3408363"/>
          <p14:tracePt t="20162" x="3646488" y="3387725"/>
          <p14:tracePt t="20168" x="3660775" y="3375025"/>
          <p14:tracePt t="20179" x="3681413" y="3367088"/>
          <p14:tracePt t="20184" x="3681413" y="3360738"/>
          <p14:tracePt t="20195" x="3687763" y="3348038"/>
          <p14:tracePt t="23077" x="3681413" y="3348038"/>
          <p14:tracePt t="23084" x="3660775" y="3348038"/>
          <p14:tracePt t="23094" x="3619500" y="3340100"/>
          <p14:tracePt t="23101" x="3586163" y="3327400"/>
          <p14:tracePt t="23110" x="3538538" y="3327400"/>
          <p14:tracePt t="23117" x="3490913" y="3327400"/>
          <p14:tracePt t="23127" x="3435350" y="3327400"/>
          <p14:tracePt t="23134" x="3387725" y="3327400"/>
          <p14:tracePt t="23143" x="3340100" y="3348038"/>
          <p14:tracePt t="23150" x="3300413" y="3375025"/>
          <p14:tracePt t="23160" x="3265488" y="3408363"/>
          <p14:tracePt t="23166" x="3238500" y="3443288"/>
          <p14:tracePt t="23177" x="3211513" y="3482975"/>
          <p14:tracePt t="23184" x="3176588" y="3530600"/>
          <p14:tracePt t="23196" x="3170238" y="3565525"/>
          <p14:tracePt t="23201" x="3163888" y="3613150"/>
          <p14:tracePt t="23211" x="3163888" y="3660775"/>
          <p14:tracePt t="23217" x="3163888" y="3687763"/>
          <p14:tracePt t="23228" x="3163888" y="3735388"/>
          <p14:tracePt t="23232" x="3163888" y="3762375"/>
          <p14:tracePt t="23244" x="3190875" y="3789363"/>
          <p14:tracePt t="23249" x="3244850" y="3836988"/>
          <p14:tracePt t="23260" x="3313113" y="3863975"/>
          <p14:tracePt t="23265" x="3367088" y="3878263"/>
          <p14:tracePt t="23277" x="3414713" y="3884613"/>
          <p14:tracePt t="23283" x="3482975" y="3884613"/>
          <p14:tracePt t="23294" x="3544888" y="3884613"/>
          <p14:tracePt t="23299" x="3592513" y="3884613"/>
          <p14:tracePt t="23310" x="3646488" y="3878263"/>
          <p14:tracePt t="23316" x="3681413" y="3851275"/>
          <p14:tracePt t="23327" x="3708400" y="3830638"/>
          <p14:tracePt t="23333" x="3714750" y="3810000"/>
          <p14:tracePt t="23344" x="3729038" y="3803650"/>
          <p14:tracePt t="25017" x="3708400" y="3810000"/>
          <p14:tracePt t="25025" x="3687763" y="3816350"/>
          <p14:tracePt t="25035" x="3660775" y="3836988"/>
          <p14:tracePt t="25043" x="3605213" y="3878263"/>
          <p14:tracePt t="25052" x="3538538" y="3911600"/>
          <p14:tracePt t="25060" x="3443288" y="3973513"/>
          <p14:tracePt t="25068" x="3360738" y="4027488"/>
          <p14:tracePt t="25076" x="3252788" y="4075113"/>
          <p14:tracePt t="25084" x="3163888" y="4110038"/>
          <p14:tracePt t="25092" x="3116263" y="4129088"/>
          <p14:tracePt t="25101" x="3021013" y="4170363"/>
          <p14:tracePt t="25108" x="2946400" y="4184650"/>
          <p14:tracePt t="25116" x="2919413" y="4184650"/>
          <p14:tracePt t="25124" x="2871788" y="4205288"/>
          <p14:tracePt t="25133" x="2843213" y="4211638"/>
          <p14:tracePt t="25140" x="2809875" y="4224338"/>
          <p14:tracePt t="25150" x="2803525" y="4224338"/>
          <p14:tracePt t="25157" x="2795588" y="4224338"/>
          <p14:tracePt t="25935" x="2803525" y="4224338"/>
          <p14:tracePt t="25944" x="2809875" y="4224338"/>
          <p14:tracePt t="25952" x="2843213" y="4211638"/>
          <p14:tracePt t="25960" x="2871788" y="4205288"/>
          <p14:tracePt t="25970" x="2898775" y="4197350"/>
          <p14:tracePt t="25976" x="2905125" y="4184650"/>
          <p14:tracePt t="25986" x="2932113" y="4176713"/>
          <p14:tracePt t="25993" x="2952750" y="4170363"/>
          <p14:tracePt t="26002" x="2967038" y="4170363"/>
          <p14:tracePt t="26009" x="2973388" y="4157663"/>
          <p14:tracePt t="26019" x="2979738" y="4157663"/>
          <p14:tracePt t="26034" x="2973388" y="4157663"/>
          <p14:tracePt t="26042" x="2925763" y="4157663"/>
          <p14:tracePt t="26050" x="2851150" y="4157663"/>
          <p14:tracePt t="26058" x="2747963" y="4176713"/>
          <p14:tracePt t="26067" x="2551113" y="4232275"/>
          <p14:tracePt t="26076" x="2462213" y="4252913"/>
          <p14:tracePt t="26084" x="2327275" y="4279900"/>
          <p14:tracePt t="26092" x="2265363" y="4300538"/>
          <p14:tracePt t="26101" x="2157413" y="4319588"/>
          <p14:tracePt t="26109" x="2047875" y="4333875"/>
          <p14:tracePt t="26117" x="2014538" y="4348163"/>
          <p14:tracePt t="26126" x="1958975" y="4354513"/>
          <p14:tracePt t="26134" x="1919288" y="4354513"/>
          <p14:tracePt t="26143" x="1890713" y="4367213"/>
          <p14:tracePt t="26150" x="1884363" y="4367213"/>
          <p14:tracePt t="26159" x="1871663" y="4367213"/>
          <p14:tracePt t="26166" x="1863725" y="4367213"/>
          <p14:tracePt t="26175" x="1863725" y="4354513"/>
          <p14:tracePt t="26182" x="1871663" y="4333875"/>
          <p14:tracePt t="26476" x="1843088" y="4333875"/>
          <p14:tracePt t="26484" x="1824038" y="4333875"/>
          <p14:tracePt t="26493" x="1795463" y="4333875"/>
          <p14:tracePt t="26500" x="1776413" y="4333875"/>
          <p14:tracePt t="26509" x="1762125" y="4333875"/>
          <p14:tracePt t="26517" x="1741488" y="4333875"/>
          <p14:tracePt t="26526" x="1720850" y="4333875"/>
          <p14:tracePt t="26535" x="1714500" y="4333875"/>
          <p14:tracePt t="26542" x="1687513" y="4333875"/>
          <p14:tracePt t="26550" x="1666875" y="4348163"/>
          <p14:tracePt t="26559" x="1646238" y="4354513"/>
          <p14:tracePt t="26568" x="1639888" y="4375150"/>
          <p14:tracePt t="26576" x="1625600" y="4381500"/>
          <p14:tracePt t="26583" x="1625600" y="4395788"/>
          <p14:tracePt t="26592" x="1619250" y="4408488"/>
          <p14:tracePt t="26600" x="1619250" y="4429125"/>
          <p14:tracePt t="26609" x="1619250" y="4449763"/>
          <p14:tracePt t="26616" x="1619250" y="4470400"/>
          <p14:tracePt t="26625" x="1619250" y="4476750"/>
          <p14:tracePt t="26632" x="1639888" y="4503738"/>
          <p14:tracePt t="26642" x="1652588" y="4524375"/>
          <p14:tracePt t="26648" x="1687513" y="4545013"/>
          <p14:tracePt t="26658" x="1700213" y="4565650"/>
          <p14:tracePt t="26664" x="1728788" y="4578350"/>
          <p14:tracePt t="26674" x="1747838" y="4592638"/>
          <p14:tracePt t="26681" x="1776413" y="4592638"/>
          <p14:tracePt t="26691" x="1795463" y="4598988"/>
          <p14:tracePt t="26697" x="1824038" y="4598988"/>
          <p14:tracePt t="26707" x="1843088" y="4598988"/>
          <p14:tracePt t="26714" x="1863725" y="4598988"/>
          <p14:tracePt t="26724" x="1871663" y="4598988"/>
          <p14:tracePt t="26730" x="1884363" y="4598988"/>
          <p14:tracePt t="26740" x="1890713" y="4578350"/>
          <p14:tracePt t="26747" x="1890713" y="4565650"/>
          <p14:tracePt t="26756" x="1890713" y="4545013"/>
          <p14:tracePt t="26763" x="1890713" y="4524375"/>
          <p14:tracePt t="26773" x="1871663" y="4503738"/>
          <p14:tracePt t="26780" x="1863725" y="4491038"/>
          <p14:tracePt t="26789" x="1843088" y="4470400"/>
          <p14:tracePt t="26796" x="1824038" y="4449763"/>
          <p14:tracePt t="26806" x="1816100" y="4443413"/>
          <p14:tracePt t="26813" x="1795463" y="4422775"/>
          <p14:tracePt t="26828" x="1789113" y="4422775"/>
          <p14:tracePt t="26836" x="1789113" y="4408488"/>
          <p14:tracePt t="26869" x="1795463" y="4408488"/>
          <p14:tracePt t="26878" x="1824038" y="4408488"/>
          <p14:tracePt t="27041" x="1836738" y="4408488"/>
          <p14:tracePt t="27051" x="1863725" y="4402138"/>
          <p14:tracePt t="27059" x="1890713" y="4381500"/>
          <p14:tracePt t="27067" x="1938338" y="4367213"/>
          <p14:tracePt t="27076" x="1985963" y="4348163"/>
          <p14:tracePt t="27083" x="2033588" y="4327525"/>
          <p14:tracePt t="27091" x="2089150" y="4300538"/>
          <p14:tracePt t="27100" x="2190750" y="4259263"/>
          <p14:tracePt t="27108" x="2327275" y="4211638"/>
          <p14:tracePt t="27118" x="2455863" y="4176713"/>
          <p14:tracePt t="27124" x="2605088" y="4129088"/>
          <p14:tracePt t="27134" x="2755900" y="4081463"/>
          <p14:tracePt t="27142" x="2898775" y="4048125"/>
          <p14:tracePt t="27151" x="3048000" y="4014788"/>
          <p14:tracePt t="27157" x="3101975" y="4000500"/>
          <p14:tracePt t="27167" x="3211513" y="3973513"/>
          <p14:tracePt t="27174" x="3292475" y="3938588"/>
          <p14:tracePt t="27184" x="3360738" y="3911600"/>
          <p14:tracePt t="27190" x="3414713" y="3884613"/>
          <p14:tracePt t="27200" x="3449638" y="3857625"/>
          <p14:tracePt t="27206" x="3482975" y="3830638"/>
          <p14:tracePt t="27217" x="3497263" y="3789363"/>
          <p14:tracePt t="27223" x="3509963" y="3756025"/>
          <p14:tracePt t="27233" x="3517900" y="3714750"/>
          <p14:tracePt t="27239" x="3530600" y="3687763"/>
          <p14:tracePt t="27249" x="3530600" y="3640138"/>
          <p14:tracePt t="27256" x="3530600" y="3605213"/>
          <p14:tracePt t="27266" x="3530600" y="3557588"/>
          <p14:tracePt t="27272" x="3530600" y="3517900"/>
          <p14:tracePt t="27282" x="3530600" y="3470275"/>
          <p14:tracePt t="27289" x="3517900" y="3435350"/>
          <p14:tracePt t="27298" x="3497263" y="3395663"/>
          <p14:tracePt t="27305" x="3497263" y="3375025"/>
          <p14:tracePt t="27314" x="3490913" y="3348038"/>
          <p14:tracePt t="27321" x="3470275" y="3319463"/>
          <p14:tracePt t="27330" x="3462338" y="3300413"/>
          <p14:tracePt t="27337" x="3443288" y="3286125"/>
          <p14:tracePt t="27346" x="3422650" y="3271838"/>
          <p14:tracePt t="27354" x="3408363" y="3265488"/>
          <p14:tracePt t="27362" x="3395663" y="3265488"/>
          <p14:tracePt t="27370" x="3375025" y="3265488"/>
          <p14:tracePt t="27379" x="3348038" y="3265488"/>
          <p14:tracePt t="27387" x="3340100" y="3265488"/>
          <p14:tracePt t="27396" x="3319463" y="3265488"/>
          <p14:tracePt t="27402" x="3300413" y="3265488"/>
          <p14:tracePt t="27412" x="3286125" y="3271838"/>
          <p14:tracePt t="27419" x="3271838" y="3292475"/>
          <p14:tracePt t="27428" x="3265488" y="3300413"/>
          <p14:tracePt t="27435" x="3252788" y="3313113"/>
          <p14:tracePt t="27444" x="3244850" y="3319463"/>
          <p14:tracePt t="27451" x="3238500" y="3327400"/>
          <p14:tracePt t="27461" x="3238500" y="3348038"/>
          <p14:tracePt t="27468" x="3224213" y="3360738"/>
          <p14:tracePt t="27477" x="3224213" y="3375025"/>
          <p14:tracePt t="27484" x="3224213" y="3387725"/>
          <p14:tracePt t="27494" x="3224213" y="3408363"/>
          <p14:tracePt t="27500" x="3224213" y="3422650"/>
          <p14:tracePt t="27510" x="3224213" y="3435350"/>
          <p14:tracePt t="27517" x="3224213" y="3462338"/>
          <p14:tracePt t="27526" x="3238500" y="3470275"/>
          <p14:tracePt t="27533" x="3244850" y="3490913"/>
          <p14:tracePt t="27543" x="3265488" y="3497263"/>
          <p14:tracePt t="27550" x="3286125" y="3497263"/>
          <p14:tracePt t="27559" x="3300413" y="3509963"/>
          <p14:tracePt t="27566" x="3327400" y="3509963"/>
          <p14:tracePt t="27576" x="3360738" y="3509963"/>
          <p14:tracePt t="27583" x="3375025" y="3509963"/>
          <p14:tracePt t="27592" x="3395663" y="3497263"/>
          <p14:tracePt t="27599" x="3414713" y="3490913"/>
          <p14:tracePt t="27609" x="3422650" y="3482975"/>
          <p14:tracePt t="27616" x="3443288" y="3462338"/>
          <p14:tracePt t="27625" x="3462338" y="3422650"/>
          <p14:tracePt t="27633" x="3462338" y="3408363"/>
          <p14:tracePt t="27641" x="3470275" y="3375025"/>
          <p14:tracePt t="27649" x="3470275" y="3360738"/>
          <p14:tracePt t="27657" x="3470275" y="3340100"/>
          <p14:tracePt t="27666" x="3470275" y="3319463"/>
          <p14:tracePt t="27673" x="3470275" y="3300413"/>
          <p14:tracePt t="27682" x="3449638" y="3286125"/>
          <p14:tracePt t="27689" x="3435350" y="3271838"/>
          <p14:tracePt t="27699" x="3408363" y="3271838"/>
          <p14:tracePt t="27706" x="3375025" y="3271838"/>
          <p14:tracePt t="27716" x="3348038" y="3271838"/>
          <p14:tracePt t="27722" x="3319463" y="3286125"/>
          <p14:tracePt t="27732" x="3286125" y="3313113"/>
          <p14:tracePt t="27739" x="3244850" y="3348038"/>
          <p14:tracePt t="27749" x="3211513" y="3387725"/>
          <p14:tracePt t="27755" x="3176588" y="3435350"/>
          <p14:tracePt t="27766" x="3163888" y="3470275"/>
          <p14:tracePt t="27771" x="3143250" y="3517900"/>
          <p14:tracePt t="27783" x="3122613" y="3565525"/>
          <p14:tracePt t="27788" x="3122613" y="3613150"/>
          <p14:tracePt t="27799" x="3122613" y="3640138"/>
          <p14:tracePt t="27805" x="3122613" y="3681413"/>
          <p14:tracePt t="27816" x="3122613" y="3708400"/>
          <p14:tracePt t="27821" x="3149600" y="3729038"/>
          <p14:tracePt t="27832" x="3176588" y="3741738"/>
          <p14:tracePt t="27837" x="3217863" y="3756025"/>
          <p14:tracePt t="27849" x="3265488" y="3762375"/>
          <p14:tracePt t="27854" x="3313113" y="3762375"/>
          <p14:tracePt t="27866" x="3360738" y="3762375"/>
          <p14:tracePt t="27871" x="3395663" y="3756025"/>
          <p14:tracePt t="27882" x="3443288" y="3729038"/>
          <p14:tracePt t="27888" x="3482975" y="3681413"/>
          <p14:tracePt t="27899" x="3509963" y="3640138"/>
          <p14:tracePt t="27904" x="3517900" y="3619500"/>
          <p14:tracePt t="27917" x="3544888" y="3565525"/>
          <p14:tracePt t="27923" x="3544888" y="3544888"/>
          <p14:tracePt t="27935" x="3544888" y="3509963"/>
          <p14:tracePt t="27935" x="3544888" y="3482975"/>
          <p14:tracePt t="27943" x="3530600" y="3462338"/>
          <p14:tracePt t="27952" x="3497263" y="3449638"/>
          <p14:tracePt t="27961" x="3443288" y="3435350"/>
          <p14:tracePt t="27967" x="3408363" y="3435350"/>
          <p14:tracePt t="27977" x="3348038" y="3435350"/>
          <p14:tracePt t="27984" x="3286125" y="3435350"/>
          <p14:tracePt t="27993" x="3238500" y="3435350"/>
          <p14:tracePt t="28001" x="3190875" y="3443288"/>
          <p14:tracePt t="28010" x="3143250" y="3462338"/>
          <p14:tracePt t="28017" x="3101975" y="3490913"/>
          <p14:tracePt t="28027" x="3074988" y="3517900"/>
          <p14:tracePt t="28033" x="3068638" y="3557588"/>
          <p14:tracePt t="28043" x="3048000" y="3592513"/>
          <p14:tracePt t="28050" x="3048000" y="3633788"/>
          <p14:tracePt t="28059" x="3048000" y="3667125"/>
          <p14:tracePt t="28066" x="3048000" y="3694113"/>
          <p14:tracePt t="28076" x="3054350" y="3729038"/>
          <p14:tracePt t="28083" x="3089275" y="3735388"/>
          <p14:tracePt t="28092" x="3122613" y="3756025"/>
          <p14:tracePt t="28100" x="3163888" y="3756025"/>
          <p14:tracePt t="28108" x="3211513" y="3756025"/>
          <p14:tracePt t="28116" x="3252788" y="3756025"/>
          <p14:tracePt t="28125" x="3340100" y="3708400"/>
          <p14:tracePt t="28133" x="3360738" y="3681413"/>
          <p14:tracePt t="28140" x="3395663" y="3633788"/>
          <p14:tracePt t="28149" x="3435350" y="3586163"/>
          <p14:tracePt t="28157" x="3443288" y="3530600"/>
          <p14:tracePt t="28166" x="3443288" y="3509963"/>
          <p14:tracePt t="28173" x="3449638" y="3482975"/>
          <p14:tracePt t="28182" x="3449638" y="3449638"/>
          <p14:tracePt t="28189" x="3449638" y="3443288"/>
          <p14:tracePt t="28199" x="3449638" y="3435350"/>
          <p14:tracePt t="28213" x="3443288" y="3435350"/>
          <p14:tracePt t="28222" x="3435350" y="3443288"/>
          <p14:tracePt t="28231" x="3408363" y="3490913"/>
          <p14:tracePt t="28240" x="3375025" y="3544888"/>
          <p14:tracePt t="28248" x="3360738" y="3586163"/>
          <p14:tracePt t="28255" x="3340100" y="3640138"/>
          <p14:tracePt t="28426" x="3340100" y="3660775"/>
          <p14:tracePt t="28434" x="3327400" y="3687763"/>
          <p14:tracePt t="28443" x="3319463" y="3714750"/>
          <p14:tracePt t="28452" x="3313113" y="3741738"/>
          <p14:tracePt t="28460" x="3300413" y="3768725"/>
          <p14:tracePt t="28468" x="3286125" y="3803650"/>
          <p14:tracePt t="28477" x="3265488" y="3857625"/>
          <p14:tracePt t="28486" x="3217863" y="3952875"/>
          <p14:tracePt t="28494" x="3197225" y="3986213"/>
          <p14:tracePt t="28502" x="3163888" y="4048125"/>
          <p14:tracePt t="28509" x="3122613" y="4102100"/>
          <p14:tracePt t="28520" x="3089275" y="4157663"/>
          <p14:tracePt t="28526" x="3048000" y="4205288"/>
          <p14:tracePt t="28535" x="3000375" y="4252913"/>
          <p14:tracePt t="28542" x="2973388" y="4300538"/>
          <p14:tracePt t="28551" x="2932113" y="4327525"/>
          <p14:tracePt t="28558" x="2905125" y="4367213"/>
          <p14:tracePt t="28567" x="2871788" y="4395788"/>
          <p14:tracePt t="28575" x="2851150" y="4422775"/>
          <p14:tracePt t="28583" x="2809875" y="4449763"/>
          <p14:tracePt t="28591" x="2803525" y="4456113"/>
          <p14:tracePt t="28600" x="2768600" y="4503738"/>
          <p14:tracePt t="28607" x="2755900" y="4503738"/>
          <p14:tracePt t="28616" x="2728913" y="4524375"/>
          <p14:tracePt t="28624" x="2708275" y="4545013"/>
          <p14:tracePt t="28632" x="2681288" y="4551363"/>
          <p14:tracePt t="28640" x="2660650" y="4565650"/>
          <p14:tracePt t="28648" x="2646363" y="4572000"/>
          <p14:tracePt t="28657" x="2625725" y="4572000"/>
          <p14:tracePt t="28665" x="2605088" y="4578350"/>
          <p14:tracePt t="28672" x="2586038" y="4592638"/>
          <p14:tracePt t="28681" x="2565400" y="4592638"/>
          <p14:tracePt t="28689" x="2551113" y="4598988"/>
          <p14:tracePt t="28698" x="2524125" y="4613275"/>
          <p14:tracePt t="28705" x="2503488" y="4613275"/>
          <p14:tracePt t="28715" x="2476500" y="4625975"/>
          <p14:tracePt t="28721" x="2455863" y="4625975"/>
          <p14:tracePt t="28731" x="2449513" y="4625975"/>
          <p14:tracePt t="28738" x="2414588" y="4640263"/>
          <p14:tracePt t="28748" x="2401888" y="4640263"/>
          <p14:tracePt t="28754" x="2381250" y="4646613"/>
          <p14:tracePt t="28764" x="2366963" y="4646613"/>
          <p14:tracePt t="28771" x="2360613" y="4652963"/>
          <p14:tracePt t="28781" x="2354263" y="4652963"/>
          <p14:tracePt t="28787" x="2339975" y="4652963"/>
          <p14:tracePt t="28803" x="2333625" y="4652963"/>
          <p14:tracePt t="28836" x="2333625" y="4667250"/>
          <p14:tracePt t="28999" x="2339975" y="4667250"/>
          <p14:tracePt t="29008" x="2354263" y="4673600"/>
          <p14:tracePt t="29017" x="2366963" y="4673600"/>
          <p14:tracePt t="29025" x="2387600" y="4673600"/>
          <p14:tracePt t="29033" x="2414588" y="4673600"/>
          <p14:tracePt t="29041" x="2455863" y="4687888"/>
          <p14:tracePt t="29051" x="2503488" y="4687888"/>
          <p14:tracePt t="29058" x="2578100" y="4694238"/>
          <p14:tracePt t="29067" x="2646363" y="4700588"/>
          <p14:tracePt t="29075" x="2681288" y="4714875"/>
          <p14:tracePt t="29083" x="2755900" y="4721225"/>
          <p14:tracePt t="29091" x="2878138" y="4735513"/>
          <p14:tracePt t="29099" x="2919413" y="4741863"/>
          <p14:tracePt t="29108" x="3000375" y="4748213"/>
          <p14:tracePt t="29115" x="3068638" y="4762500"/>
          <p14:tracePt t="29124" x="3143250" y="4768850"/>
          <p14:tracePt t="29132" x="3217863" y="4776788"/>
          <p14:tracePt t="29141" x="3286125" y="4776788"/>
          <p14:tracePt t="29148" x="3327400" y="4789488"/>
          <p14:tracePt t="29157" x="3395663" y="4810125"/>
          <p14:tracePt t="29165" x="3462338" y="4816475"/>
          <p14:tracePt t="29173" x="3530600" y="4824413"/>
          <p14:tracePt t="29181" x="3586163" y="4837113"/>
          <p14:tracePt t="29190" x="3640138" y="4843463"/>
          <p14:tracePt t="29197" x="3694113" y="4851400"/>
          <p14:tracePt t="29206" x="3762375" y="4851400"/>
          <p14:tracePt t="29213" x="3816350" y="4864100"/>
          <p14:tracePt t="29222" x="3884613" y="4864100"/>
          <p14:tracePt t="29230" x="3932238" y="4864100"/>
          <p14:tracePt t="29239" x="3952875" y="4864100"/>
          <p14:tracePt t="29557" x="3911600" y="4864100"/>
          <p14:tracePt t="29567" x="3851275" y="4864100"/>
          <p14:tracePt t="29574" x="3756025" y="4864100"/>
          <p14:tracePt t="29584" x="3640138" y="4864100"/>
          <p14:tracePt t="29591" x="3408363" y="4843463"/>
          <p14:tracePt t="29598" x="3300413" y="4824413"/>
          <p14:tracePt t="29607" x="3143250" y="4816475"/>
          <p14:tracePt t="29615" x="3074988" y="4795838"/>
          <p14:tracePt t="29624" x="2952750" y="4795838"/>
          <p14:tracePt t="29633" x="2843213" y="4776788"/>
          <p14:tracePt t="29641" x="2795588" y="4776788"/>
          <p14:tracePt t="29649" x="2728913" y="4776788"/>
          <p14:tracePt t="29657" x="2681288" y="4776788"/>
          <p14:tracePt t="29665" x="2633663" y="4776788"/>
          <p14:tracePt t="29673" x="2613025" y="4776788"/>
          <p14:tracePt t="29681" x="2605088" y="4776788"/>
          <p14:tracePt t="29689" x="2598738" y="4776788"/>
          <p14:tracePt t="29698" x="2586038" y="4776788"/>
          <p14:tracePt t="29712" x="2586038" y="4768850"/>
          <p14:tracePt t="29827" x="2598738" y="4768850"/>
          <p14:tracePt t="29837" x="2613025" y="4768850"/>
          <p14:tracePt t="29845" x="2633663" y="4768850"/>
          <p14:tracePt t="29854" x="2652713" y="4768850"/>
          <p14:tracePt t="29862" x="2687638" y="4762500"/>
          <p14:tracePt t="29869" x="2768600" y="4762500"/>
          <p14:tracePt t="29878" x="2851150" y="4762500"/>
          <p14:tracePt t="29887" x="2952750" y="4748213"/>
          <p14:tracePt t="29895" x="3089275" y="4748213"/>
          <p14:tracePt t="29903" x="3224213" y="4748213"/>
          <p14:tracePt t="29912" x="3387725" y="4748213"/>
          <p14:tracePt t="29920" x="3544888" y="4748213"/>
          <p14:tracePt t="29927" x="3681413" y="4748213"/>
          <p14:tracePt t="29936" x="3756025" y="4748213"/>
          <p14:tracePt t="29944" x="3863975" y="4748213"/>
          <p14:tracePt t="29952" x="3973513" y="4748213"/>
          <p14:tracePt t="29960" x="4048125" y="4748213"/>
          <p14:tracePt t="29969" x="4075113" y="4748213"/>
          <p14:tracePt t="29976" x="4129088" y="4748213"/>
          <p14:tracePt t="29985" x="4176713" y="4748213"/>
          <p14:tracePt t="29992" x="4205288" y="4748213"/>
          <p14:tracePt t="30001" x="4211638" y="4748213"/>
          <p14:tracePt t="30009" x="4232275" y="4748213"/>
          <p14:tracePt t="30024" x="4244975" y="4748213"/>
          <p14:tracePt t="30048" x="4252913" y="4748213"/>
          <p14:tracePt t="30491" x="4244975" y="4748213"/>
          <p14:tracePt t="30500" x="4205288" y="4748213"/>
          <p14:tracePt t="30509" x="4157663" y="4748213"/>
          <p14:tracePt t="30517" x="4102100" y="4741863"/>
          <p14:tracePt t="30525" x="4033838" y="4741863"/>
          <p14:tracePt t="30534" x="3890963" y="4714875"/>
          <p14:tracePt t="30542" x="3756025" y="4687888"/>
          <p14:tracePt t="30550" x="3605213" y="4667250"/>
          <p14:tracePt t="30556" x="3538538" y="4652963"/>
          <p14:tracePt t="30567" x="3414713" y="4640263"/>
          <p14:tracePt t="30573" x="3300413" y="4619625"/>
          <p14:tracePt t="30583" x="3217863" y="4613275"/>
          <p14:tracePt t="30590" x="3190875" y="4613275"/>
          <p14:tracePt t="30599" x="3128963" y="4592638"/>
          <p14:tracePt t="30606" x="3089275" y="4592638"/>
          <p14:tracePt t="30616" x="3054350" y="4578350"/>
          <p14:tracePt t="30622" x="3041650" y="4578350"/>
          <p14:tracePt t="30632" x="3027363" y="4572000"/>
          <p14:tracePt t="30639" x="3021013" y="4572000"/>
          <p14:tracePt t="30649" x="3006725" y="4565650"/>
          <p14:tracePt t="30663" x="3006725" y="4551363"/>
          <p14:tracePt t="30672" x="3000375" y="4545013"/>
          <p14:tracePt t="30688" x="3000375" y="4530725"/>
          <p14:tracePt t="30704" x="2994025" y="4524375"/>
          <p14:tracePt t="30728" x="2979738" y="4518025"/>
          <p14:tracePt t="30737" x="2973388" y="4518025"/>
          <p14:tracePt t="30745" x="2967038" y="4503738"/>
          <p14:tracePt t="30754" x="2952750" y="4503738"/>
          <p14:tracePt t="30762" x="2946400" y="4497388"/>
          <p14:tracePt t="30771" x="2919413" y="4497388"/>
          <p14:tracePt t="30779" x="2898775" y="4491038"/>
          <p14:tracePt t="30788" x="2878138" y="4491038"/>
          <p14:tracePt t="30795" x="2843213" y="4476750"/>
          <p14:tracePt t="30804" x="2803525" y="4470400"/>
          <p14:tracePt t="30813" x="2768600" y="4456113"/>
          <p14:tracePt t="30822" x="2728913" y="4449763"/>
          <p14:tracePt t="30828" x="2708275" y="4449763"/>
          <p14:tracePt t="30838" x="2681288" y="4443413"/>
          <p14:tracePt t="30845" x="2660650" y="4429125"/>
          <p14:tracePt t="30855" x="2633663" y="4429125"/>
          <p14:tracePt t="30862" x="2625725" y="4422775"/>
          <p14:tracePt t="30871" x="2613025" y="4422775"/>
          <p14:tracePt t="30878" x="2605088" y="4408488"/>
          <p14:tracePt t="30892" x="2598738" y="4402138"/>
          <p14:tracePt t="30917" x="2598738" y="4395788"/>
          <p14:tracePt t="30950" x="2598738" y="4381500"/>
          <p14:tracePt t="30966" x="2586038" y="4381500"/>
          <p14:tracePt t="31007" x="2586038" y="4375150"/>
          <p14:tracePt t="31015" x="2578100" y="4375150"/>
          <p14:tracePt t="31032" x="2565400" y="4375150"/>
          <p14:tracePt t="31048" x="2557463" y="4375150"/>
          <p14:tracePt t="31064" x="2551113" y="4375150"/>
          <p14:tracePt t="31073" x="2538413" y="4375150"/>
          <p14:tracePt t="31081" x="2530475" y="4375150"/>
          <p14:tracePt t="31089" x="2524125" y="4375150"/>
          <p14:tracePt t="31097" x="2509838" y="4375150"/>
          <p14:tracePt t="31106" x="2503488" y="4375150"/>
          <p14:tracePt t="31122" x="2490788" y="4375150"/>
          <p14:tracePt t="31130" x="2482850" y="4375150"/>
          <p14:tracePt t="31139" x="2476500" y="4375150"/>
          <p14:tracePt t="31147" x="2462213" y="4375150"/>
          <p14:tracePt t="31155" x="2455863" y="4381500"/>
          <p14:tracePt t="31164" x="2449513" y="4381500"/>
          <p14:tracePt t="31172" x="2435225" y="4381500"/>
          <p14:tracePt t="31180" x="2428875" y="4381500"/>
          <p14:tracePt t="31189" x="2414588" y="4395788"/>
          <p14:tracePt t="31197" x="2408238" y="4395788"/>
          <p14:tracePt t="31220" x="2401888" y="4395788"/>
          <p14:tracePt t="31327" x="2408238" y="4395788"/>
          <p14:tracePt t="31359" x="2414588" y="4402138"/>
          <p14:tracePt t="31392" x="2428875" y="4408488"/>
          <p14:tracePt t="31400" x="2428875" y="4422775"/>
          <p14:tracePt t="31409" x="2435225" y="4429125"/>
          <p14:tracePt t="31417" x="2449513" y="4449763"/>
          <p14:tracePt t="31426" x="2449513" y="4470400"/>
          <p14:tracePt t="31434" x="2455863" y="4476750"/>
          <p14:tracePt t="31443" x="2455863" y="4497388"/>
          <p14:tracePt t="31451" x="2462213" y="4524375"/>
          <p14:tracePt t="31459" x="2462213" y="4545013"/>
          <p14:tracePt t="31468" x="2462213" y="4565650"/>
          <p14:tracePt t="31476" x="2462213" y="4578350"/>
          <p14:tracePt t="31484" x="2462213" y="4592638"/>
          <p14:tracePt t="31492" x="2462213" y="4598988"/>
          <p14:tracePt t="31500" x="2462213" y="4613275"/>
          <p14:tracePt t="31509" x="2455863" y="4613275"/>
          <p14:tracePt t="31516" x="2455863" y="4619625"/>
          <p14:tracePt t="31580" x="2455863" y="4613275"/>
          <p14:tracePt t="31597" x="2455863" y="4598988"/>
          <p14:tracePt t="31605" x="2455863" y="4592638"/>
          <p14:tracePt t="31622" x="2462213" y="4578350"/>
          <p14:tracePt t="31638" x="2476500" y="4572000"/>
          <p14:tracePt t="31648" x="2482850" y="4572000"/>
          <p14:tracePt t="31655" x="2503488" y="4572000"/>
          <p14:tracePt t="31671" x="2509838" y="4572000"/>
          <p14:tracePt t="31680" x="2524125" y="4572000"/>
          <p14:tracePt t="31688" x="2530475" y="4572000"/>
          <p14:tracePt t="31704" x="2538413" y="4572000"/>
          <p14:tracePt t="31720" x="2551113" y="4572000"/>
          <p14:tracePt t="31785" x="2557463" y="4572000"/>
          <p14:tracePt t="31810" x="2557463" y="4578350"/>
          <p14:tracePt t="31819" x="2565400" y="4578350"/>
          <p14:tracePt t="31827" x="2578100" y="4598988"/>
          <p14:tracePt t="31836" x="2578100" y="4613275"/>
          <p14:tracePt t="31844" x="2578100" y="4619625"/>
          <p14:tracePt t="31853" x="2586038" y="4640263"/>
          <p14:tracePt t="31862" x="2586038" y="4652963"/>
          <p14:tracePt t="31869" x="2586038" y="4667250"/>
          <p14:tracePt t="31879" x="2586038" y="4673600"/>
          <p14:tracePt t="31885" x="2586038" y="4687888"/>
          <p14:tracePt t="31900" x="2586038" y="4694238"/>
          <p14:tracePt t="31917" x="2586038" y="4700588"/>
          <p14:tracePt t="32310" x="2586038" y="4694238"/>
          <p14:tracePt t="32318" x="2565400" y="4652963"/>
          <p14:tracePt t="32328" x="2557463" y="4640263"/>
          <p14:tracePt t="32336" x="2530475" y="4592638"/>
          <p14:tracePt t="32345" x="2503488" y="4565650"/>
          <p14:tracePt t="32352" x="2482850" y="4530725"/>
          <p14:tracePt t="32361" x="2462213" y="4503738"/>
          <p14:tracePt t="32368" x="2449513" y="4476750"/>
          <p14:tracePt t="32376" x="2435225" y="4449763"/>
          <p14:tracePt t="32384" x="2428875" y="4429125"/>
          <p14:tracePt t="32393" x="2414588" y="4422775"/>
          <p14:tracePt t="32401" x="2408238" y="4408488"/>
          <p14:tracePt t="32409" x="2401888" y="4408488"/>
          <p14:tracePt t="32417" x="2401888" y="4402138"/>
          <p14:tracePt t="32457" x="2387600" y="4402138"/>
          <p14:tracePt t="32621" x="2387600" y="4395788"/>
          <p14:tracePt t="32662" x="2387600" y="4381500"/>
          <p14:tracePt t="32671" x="2401888" y="4381500"/>
          <p14:tracePt t="32681" x="2401888" y="4375150"/>
          <p14:tracePt t="32695" x="2401888" y="4367213"/>
          <p14:tracePt t="32705" x="2408238" y="4367213"/>
          <p14:tracePt t="32712" x="2408238" y="4354513"/>
          <p14:tracePt t="32728" x="2414588" y="4354513"/>
          <p14:tracePt t="32736" x="2414588" y="4348163"/>
          <p14:tracePt t="32760" x="2428875" y="4348163"/>
          <p14:tracePt t="32867" x="2435225" y="4348163"/>
          <p14:tracePt t="32884" x="2449513" y="4354513"/>
          <p14:tracePt t="32892" x="2455863" y="4354513"/>
          <p14:tracePt t="32901" x="2462213" y="4367213"/>
          <p14:tracePt t="32909" x="2462213" y="4375150"/>
          <p14:tracePt t="32917" x="2476500" y="4381500"/>
          <p14:tracePt t="32926" x="2482850" y="4395788"/>
          <p14:tracePt t="32936" x="2490788" y="4395788"/>
          <p14:tracePt t="32942" x="2490788" y="4402138"/>
          <p14:tracePt t="32952" x="2490788" y="4408488"/>
          <p14:tracePt t="32958" x="2503488" y="4408488"/>
          <p14:tracePt t="32968" x="2503488" y="4422775"/>
          <p14:tracePt t="32976" x="2503488" y="4429125"/>
          <p14:tracePt t="32990" x="2503488" y="4443413"/>
          <p14:tracePt t="32998" x="2503488" y="4449763"/>
          <p14:tracePt t="33023" x="2503488" y="4456113"/>
          <p14:tracePt t="33047" x="2490788" y="4456113"/>
          <p14:tracePt t="33146" x="2503488" y="4456113"/>
          <p14:tracePt t="33154" x="2509838" y="4456113"/>
          <p14:tracePt t="33163" x="2524125" y="4456113"/>
          <p14:tracePt t="33171" x="2530475" y="4470400"/>
          <p14:tracePt t="33179" x="2530475" y="4476750"/>
          <p14:tracePt t="33187" x="2538413" y="4476750"/>
          <p14:tracePt t="33197" x="2551113" y="4491038"/>
          <p14:tracePt t="33206" x="2557463" y="4497388"/>
          <p14:tracePt t="33213" x="2557463" y="4503738"/>
          <p14:tracePt t="33228" x="2565400" y="4518025"/>
          <p14:tracePt t="33244" x="2565400" y="4524375"/>
          <p14:tracePt t="33260" x="2565400" y="4545013"/>
          <p14:tracePt t="33424" x="2578100" y="4530725"/>
          <p14:tracePt t="33433" x="2605088" y="4518025"/>
          <p14:tracePt t="33442" x="2625725" y="4503738"/>
          <p14:tracePt t="33451" x="2652713" y="4503738"/>
          <p14:tracePt t="33459" x="2687638" y="4497388"/>
          <p14:tracePt t="33467" x="2728913" y="4491038"/>
          <p14:tracePt t="33475" x="2782888" y="4491038"/>
          <p14:tracePt t="33483" x="2878138" y="4491038"/>
          <p14:tracePt t="33492" x="2979738" y="4491038"/>
          <p14:tracePt t="33499" x="3122613" y="4491038"/>
          <p14:tracePt t="33508" x="3271838" y="4491038"/>
          <p14:tracePt t="33516" x="3414713" y="4491038"/>
          <p14:tracePt t="33526" x="3565525" y="4491038"/>
          <p14:tracePt t="33531" x="3714750" y="4518025"/>
          <p14:tracePt t="33541" x="3768725" y="4518025"/>
          <p14:tracePt t="33548" x="3890963" y="4530725"/>
          <p14:tracePt t="33557" x="3986213" y="4530725"/>
          <p14:tracePt t="33564" x="4014788" y="4545013"/>
          <p14:tracePt t="33573" x="4081463" y="4545013"/>
          <p14:tracePt t="33785" x="4102100" y="4545013"/>
          <p14:tracePt t="33794" x="4122738" y="4545013"/>
          <p14:tracePt t="33802" x="4149725" y="4530725"/>
          <p14:tracePt t="33811" x="4170363" y="4524375"/>
          <p14:tracePt t="33819" x="4197350" y="4503738"/>
          <p14:tracePt t="33827" x="4232275" y="4491038"/>
          <p14:tracePt t="33836" x="4271963" y="4470400"/>
          <p14:tracePt t="33844" x="4319588" y="4449763"/>
          <p14:tracePt t="33851" x="4367213" y="4429125"/>
          <p14:tracePt t="33860" x="4381500" y="4422775"/>
          <p14:tracePt t="33868" x="4422775" y="4402138"/>
          <p14:tracePt t="33876" x="4449763" y="4395788"/>
          <p14:tracePt t="33884" x="4470400" y="4381500"/>
          <p14:tracePt t="33893" x="4491038" y="4381500"/>
          <p14:tracePt t="33901" x="4497388" y="4375150"/>
          <p14:tracePt t="33909" x="4503738" y="4375150"/>
          <p14:tracePt t="33917" x="4503738" y="4367213"/>
          <p14:tracePt t="33949" x="4497388" y="4367213"/>
          <p14:tracePt t="33957" x="4491038" y="4367213"/>
          <p14:tracePt t="33965" x="4449763" y="4367213"/>
          <p14:tracePt t="33973" x="4408488" y="4375150"/>
          <p14:tracePt t="33982" x="4367213" y="4381500"/>
          <p14:tracePt t="33990" x="4319588" y="4402138"/>
          <p14:tracePt t="33999" x="4271963" y="4408488"/>
          <p14:tracePt t="34007" x="4211638" y="4422775"/>
          <p14:tracePt t="34015" x="4170363" y="4422775"/>
          <p14:tracePt t="34023" x="4149725" y="4429125"/>
          <p14:tracePt t="34032" x="4110038" y="4429125"/>
          <p14:tracePt t="34040" x="4081463" y="4429125"/>
          <p14:tracePt t="34048" x="4062413" y="4429125"/>
          <p14:tracePt t="34056" x="4048125" y="4429125"/>
          <p14:tracePt t="34065" x="4033838" y="4429125"/>
          <p14:tracePt t="34088" x="4027488" y="4429125"/>
          <p14:tracePt t="34129" x="4033838" y="4429125"/>
          <p14:tracePt t="34137" x="4054475" y="4422775"/>
          <p14:tracePt t="34146" x="4062413" y="4422775"/>
          <p14:tracePt t="34154" x="4075113" y="4408488"/>
          <p14:tracePt t="34163" x="4089400" y="4408488"/>
          <p14:tracePt t="34171" x="4110038" y="4408488"/>
          <p14:tracePt t="34179" x="4129088" y="4402138"/>
          <p14:tracePt t="34188" x="4149725" y="4402138"/>
          <p14:tracePt t="34195" x="4170363" y="4402138"/>
          <p14:tracePt t="34204" x="4176713" y="4402138"/>
          <p14:tracePt t="34212" x="4197350" y="4402138"/>
          <p14:tracePt t="34221" x="4211638" y="4408488"/>
          <p14:tracePt t="34229" x="4224338" y="4429125"/>
          <p14:tracePt t="34237" x="4232275" y="4449763"/>
          <p14:tracePt t="34247" x="4244975" y="4476750"/>
          <p14:tracePt t="34253" x="4244975" y="4497388"/>
          <p14:tracePt t="34262" x="4244975" y="4524375"/>
          <p14:tracePt t="34270" x="4244975" y="4551363"/>
          <p14:tracePt t="34280" x="4244975" y="4572000"/>
          <p14:tracePt t="34286" x="4244975" y="4592638"/>
          <p14:tracePt t="34295" x="4232275" y="4613275"/>
          <p14:tracePt t="34302" x="4224338" y="4625975"/>
          <p14:tracePt t="34311" x="4211638" y="4640263"/>
          <p14:tracePt t="34319" x="4205288" y="4646613"/>
          <p14:tracePt t="34327" x="4205288" y="4652963"/>
          <p14:tracePt t="34342" x="4197350" y="4652963"/>
          <p14:tracePt t="34351" x="4197350" y="4667250"/>
          <p14:tracePt t="34391" x="4197350" y="4652963"/>
          <p14:tracePt t="34400" x="4197350" y="4646613"/>
          <p14:tracePt t="34408" x="4197350" y="4640263"/>
          <p14:tracePt t="34416" x="4197350" y="4625975"/>
          <p14:tracePt t="34424" x="4197350" y="4619625"/>
          <p14:tracePt t="34432" x="4197350" y="4613275"/>
          <p14:tracePt t="34440" x="4197350" y="4592638"/>
          <p14:tracePt t="34449" x="4205288" y="4578350"/>
          <p14:tracePt t="34457" x="4224338" y="4572000"/>
          <p14:tracePt t="34466" x="4232275" y="4565650"/>
          <p14:tracePt t="34474" x="4259263" y="4551363"/>
          <p14:tracePt t="34483" x="4271963" y="4551363"/>
          <p14:tracePt t="34491" x="4292600" y="4551363"/>
          <p14:tracePt t="34499" x="4306888" y="4551363"/>
          <p14:tracePt t="34507" x="4327525" y="4551363"/>
          <p14:tracePt t="34516" x="4333875" y="4551363"/>
          <p14:tracePt t="34523" x="4348163" y="4551363"/>
          <p14:tracePt t="34532" x="4367213" y="4551363"/>
          <p14:tracePt t="34547" x="4375150" y="4551363"/>
          <p14:tracePt t="34555" x="4375150" y="4565650"/>
          <p14:tracePt t="34564" x="4381500" y="4565650"/>
          <p14:tracePt t="34572" x="4381500" y="4572000"/>
          <p14:tracePt t="34588" x="4381500" y="4578350"/>
          <p14:tracePt t="34620" x="4381500" y="4592638"/>
          <p14:tracePt t="34727" x="4381500" y="4578350"/>
          <p14:tracePt t="34751" x="4381500" y="4572000"/>
          <p14:tracePt t="34760" x="4395788" y="4572000"/>
          <p14:tracePt t="34768" x="4395788" y="4565650"/>
          <p14:tracePt t="34784" x="4395788" y="4551363"/>
          <p14:tracePt t="34793" x="4402138" y="4545013"/>
          <p14:tracePt t="34817" x="4402138" y="4530725"/>
          <p14:tracePt t="34833" x="4408488" y="4530725"/>
          <p14:tracePt t="34842" x="4408488" y="4524375"/>
          <p14:tracePt t="37228" x="4422775" y="4518025"/>
          <p14:tracePt t="37237" x="4443413" y="4503738"/>
          <p14:tracePt t="37245" x="4476750" y="4497388"/>
          <p14:tracePt t="37253" x="4518025" y="4491038"/>
          <p14:tracePt t="37261" x="4565650" y="4491038"/>
          <p14:tracePt t="37269" x="4613275" y="4491038"/>
          <p14:tracePt t="37278" x="4700588" y="4491038"/>
          <p14:tracePt t="37285" x="4735513" y="4491038"/>
          <p14:tracePt t="37294" x="4795838" y="4503738"/>
          <p14:tracePt t="37302" x="4864100" y="4524375"/>
          <p14:tracePt t="37311" x="4919663" y="4530725"/>
          <p14:tracePt t="37318" x="4967288" y="4551363"/>
          <p14:tracePt t="37327" x="4994275" y="4551363"/>
          <p14:tracePt t="37335" x="5021263" y="4565650"/>
          <p14:tracePt t="37343" x="5054600" y="4572000"/>
          <p14:tracePt t="37351" x="5068888" y="4572000"/>
          <p14:tracePt t="37360" x="5089525" y="4572000"/>
          <p14:tracePt t="37368" x="5089525" y="4578350"/>
          <p14:tracePt t="37376" x="5095875" y="4578350"/>
          <p14:tracePt t="37384" x="5110163" y="4578350"/>
          <p14:tracePt t="37793" x="5116513" y="4578350"/>
          <p14:tracePt t="37802" x="5143500" y="4578350"/>
          <p14:tracePt t="37811" x="5170488" y="4578350"/>
          <p14:tracePt t="37819" x="5205413" y="4578350"/>
          <p14:tracePt t="37827" x="5232400" y="4578350"/>
          <p14:tracePt t="37835" x="5280025" y="4578350"/>
          <p14:tracePt t="37843" x="5340350" y="4578350"/>
          <p14:tracePt t="37851" x="5402263" y="4578350"/>
          <p14:tracePt t="37861" x="5462588" y="4578350"/>
          <p14:tracePt t="37869" x="5538788" y="4578350"/>
          <p14:tracePt t="37876" x="5586413" y="4592638"/>
          <p14:tracePt t="37885" x="5646738" y="4592638"/>
          <p14:tracePt t="37893" x="5661025" y="4598988"/>
          <p14:tracePt t="37902" x="5700713" y="4598988"/>
          <p14:tracePt t="37909" x="5729288" y="4598988"/>
          <p14:tracePt t="37917" x="5748338" y="4598988"/>
          <p14:tracePt t="37924" x="5756275" y="4598988"/>
          <p14:tracePt t="37935" x="5768975" y="4598988"/>
          <p14:tracePt t="37941" x="5776913" y="4598988"/>
          <p14:tracePt t="39072" x="5776913" y="4592638"/>
          <p14:tracePt t="39080" x="5795963" y="4572000"/>
          <p14:tracePt t="39089" x="5816600" y="4545013"/>
          <p14:tracePt t="39098" x="5824538" y="4518025"/>
          <p14:tracePt t="39106" x="5843588" y="4491038"/>
          <p14:tracePt t="39113" x="5857875" y="4449763"/>
          <p14:tracePt t="39122" x="5878513" y="4422775"/>
          <p14:tracePt t="39130" x="5899150" y="4381500"/>
          <p14:tracePt t="39138" x="5899150" y="4375150"/>
          <p14:tracePt t="39145" x="5905500" y="4348163"/>
          <p14:tracePt t="39155" x="5919788" y="4319588"/>
          <p14:tracePt t="39162" x="5919788" y="4300538"/>
          <p14:tracePt t="39172" x="5926138" y="4279900"/>
          <p14:tracePt t="39178" x="5926138" y="4271963"/>
          <p14:tracePt t="39188" x="5926138" y="4252913"/>
          <p14:tracePt t="39195" x="5926138" y="4244975"/>
          <p14:tracePt t="39205" x="5919788" y="4232275"/>
          <p14:tracePt t="39211" x="5891213" y="4211638"/>
          <p14:tracePt t="39221" x="5872163" y="4205288"/>
          <p14:tracePt t="39228" x="5843588" y="4197350"/>
          <p14:tracePt t="39238" x="5803900" y="4176713"/>
          <p14:tracePt t="39244" x="5768975" y="4170363"/>
          <p14:tracePt t="39254" x="5729288" y="4149725"/>
          <p14:tracePt t="39261" x="5681663" y="4129088"/>
          <p14:tracePt t="39269" x="5626100" y="4122738"/>
          <p14:tracePt t="39278" x="5572125" y="4102100"/>
          <p14:tracePt t="39286" x="5524500" y="4089400"/>
          <p14:tracePt t="39294" x="5497513" y="4089400"/>
          <p14:tracePt t="39302" x="5462588" y="4089400"/>
          <p14:tracePt t="39311" x="5435600" y="4089400"/>
          <p14:tracePt t="39318" x="5387975" y="4089400"/>
          <p14:tracePt t="39327" x="5381625" y="4102100"/>
          <p14:tracePt t="39335" x="5360988" y="4122738"/>
          <p14:tracePt t="39344" x="5340350" y="4149725"/>
          <p14:tracePt t="39351" x="5340350" y="4170363"/>
          <p14:tracePt t="39360" x="5327650" y="4197350"/>
          <p14:tracePt t="39367" x="5313363" y="4224338"/>
          <p14:tracePt t="39377" x="5313363" y="4252913"/>
          <p14:tracePt t="39384" x="5313363" y="4292600"/>
          <p14:tracePt t="39394" x="5307013" y="4327525"/>
          <p14:tracePt t="39400" x="5307013" y="4367213"/>
          <p14:tracePt t="39410" x="5307013" y="4408488"/>
          <p14:tracePt t="39417" x="5307013" y="4456113"/>
          <p14:tracePt t="39427" x="5307013" y="4497388"/>
          <p14:tracePt t="39433" x="5327650" y="4545013"/>
          <p14:tracePt t="39444" x="5340350" y="4578350"/>
          <p14:tracePt t="39449" x="5360988" y="4625975"/>
          <p14:tracePt t="39460" x="5387975" y="4667250"/>
          <p14:tracePt t="39466" x="5414963" y="4700588"/>
          <p14:tracePt t="39477" x="5449888" y="4741863"/>
          <p14:tracePt t="39482" x="5476875" y="4768850"/>
          <p14:tracePt t="39494" x="5510213" y="4789488"/>
          <p14:tracePt t="39500" x="5538788" y="4810125"/>
          <p14:tracePt t="39510" x="5572125" y="4816475"/>
          <p14:tracePt t="39515" x="5599113" y="4824413"/>
          <p14:tracePt t="39527" x="5646738" y="4824413"/>
          <p14:tracePt t="39532" x="5700713" y="4824413"/>
          <p14:tracePt t="39544" x="5756275" y="4816475"/>
          <p14:tracePt t="39549" x="5795963" y="4810125"/>
          <p14:tracePt t="39560" x="5843588" y="4776788"/>
          <p14:tracePt t="39566" x="5891213" y="4748213"/>
          <p14:tracePt t="39577" x="5932488" y="4714875"/>
          <p14:tracePt t="39582" x="5973763" y="4673600"/>
          <p14:tracePt t="39594" x="6015038" y="4640263"/>
          <p14:tracePt t="39599" x="6042025" y="4598988"/>
          <p14:tracePt t="39610" x="6054725" y="4551363"/>
          <p14:tracePt t="39615" x="6069013" y="4524375"/>
          <p14:tracePt t="39627" x="6075363" y="4491038"/>
          <p14:tracePt t="39632" x="6089650" y="4456113"/>
          <p14:tracePt t="39644" x="6089650" y="4422775"/>
          <p14:tracePt t="39648" x="6089650" y="4395788"/>
          <p14:tracePt t="39661" x="6075363" y="4375150"/>
          <p14:tracePt t="39667" x="6048375" y="4348163"/>
          <p14:tracePt t="39677" x="6015038" y="4319588"/>
          <p14:tracePt t="39682" x="5946775" y="4279900"/>
          <p14:tracePt t="39694" x="5905500" y="4271963"/>
          <p14:tracePt t="39698" x="5851525" y="4252913"/>
          <p14:tracePt t="39711" x="5795963" y="4244975"/>
          <p14:tracePt t="39712" x="5721350" y="4232275"/>
          <p14:tracePt t="39720" x="5646738" y="4224338"/>
          <p14:tracePt t="39728" x="5578475" y="4211638"/>
          <p14:tracePt t="39737" x="5510213" y="4211638"/>
          <p14:tracePt t="39744" x="5462588" y="4211638"/>
          <p14:tracePt t="39754" x="5449888" y="4211638"/>
          <p14:tracePt t="39761" x="5408613" y="4211638"/>
          <p14:tracePt t="39770" x="5360988" y="4232275"/>
          <p14:tracePt t="39777" x="5340350" y="4252913"/>
          <p14:tracePt t="39786" x="5327650" y="4292600"/>
          <p14:tracePt t="39794" x="5313363" y="4348163"/>
          <p14:tracePt t="39802" x="5313363" y="4381500"/>
          <p14:tracePt t="39811" x="5313363" y="4443413"/>
          <p14:tracePt t="39818" x="5313363" y="4497388"/>
          <p14:tracePt t="39827" x="5313363" y="4551363"/>
          <p14:tracePt t="39834" x="5334000" y="4613275"/>
          <p14:tracePt t="39844" x="5340350" y="4652963"/>
          <p14:tracePt t="39851" x="5360988" y="4687888"/>
          <p14:tracePt t="39860" x="5375275" y="4700588"/>
          <p14:tracePt t="39867" x="5387975" y="4735513"/>
          <p14:tracePt t="39877" x="5414963" y="4768850"/>
          <p14:tracePt t="39884" x="5429250" y="4768850"/>
          <p14:tracePt t="39894" x="5449888" y="4776788"/>
          <p14:tracePt t="39900" x="5476875" y="4789488"/>
          <p14:tracePt t="39911" x="5497513" y="4789488"/>
          <p14:tracePt t="39917" x="5510213" y="4789488"/>
          <p14:tracePt t="39930" x="5538788" y="4776788"/>
          <p14:tracePt t="39934" x="5557838" y="4762500"/>
          <p14:tracePt t="39944" x="5586413" y="4735513"/>
          <p14:tracePt t="39949" x="5613400" y="4694238"/>
          <p14:tracePt t="39960" x="5634038" y="4640263"/>
          <p14:tracePt t="39966" x="5661025" y="4592638"/>
          <p14:tracePt t="39977" x="5681663" y="4530725"/>
          <p14:tracePt t="39982" x="5700713" y="4476750"/>
          <p14:tracePt t="39994" x="5700713" y="4408488"/>
          <p14:tracePt t="39999" x="5708650" y="4367213"/>
          <p14:tracePt t="40010" x="5708650" y="4319588"/>
          <p14:tracePt t="40015" x="5708650" y="4279900"/>
          <p14:tracePt t="40027" x="5700713" y="4244975"/>
          <p14:tracePt t="40032" x="5681663" y="4211638"/>
          <p14:tracePt t="40044" x="5653088" y="4184650"/>
          <p14:tracePt t="40049" x="5613400" y="4170363"/>
          <p14:tracePt t="40060" x="5538788" y="4149725"/>
          <p14:tracePt t="40066" x="5510213" y="4149725"/>
          <p14:tracePt t="40077" x="5456238" y="4149725"/>
          <p14:tracePt t="40082" x="5402263" y="4149725"/>
          <p14:tracePt t="40094" x="5354638" y="4149725"/>
          <p14:tracePt t="40099" x="5307013" y="4170363"/>
          <p14:tracePt t="40110" x="5265738" y="4197350"/>
          <p14:tracePt t="40116" x="5232400" y="4232275"/>
          <p14:tracePt t="40127" x="5205413" y="4279900"/>
          <p14:tracePt t="40132" x="5184775" y="4327525"/>
          <p14:tracePt t="40144" x="5170488" y="4381500"/>
          <p14:tracePt t="40149" x="5164138" y="4429125"/>
          <p14:tracePt t="40160" x="5164138" y="4476750"/>
          <p14:tracePt t="40165" x="5164138" y="4524375"/>
          <p14:tracePt t="40177" x="5164138" y="4572000"/>
          <p14:tracePt t="40181" x="5164138" y="4613275"/>
          <p14:tracePt t="40194" x="5191125" y="4646613"/>
          <p14:tracePt t="40199" x="5211763" y="4673600"/>
          <p14:tracePt t="40211" x="5253038" y="4700588"/>
          <p14:tracePt t="40211" x="5286375" y="4735513"/>
          <p14:tracePt t="40220" x="5334000" y="4741863"/>
          <p14:tracePt t="40228" x="5381625" y="4748213"/>
          <p14:tracePt t="40237" x="5429250" y="4748213"/>
          <p14:tracePt t="40244" x="5476875" y="4748213"/>
          <p14:tracePt t="40253" x="5530850" y="4748213"/>
          <p14:tracePt t="40261" x="5578475" y="4735513"/>
          <p14:tracePt t="40269" x="5626100" y="4700588"/>
          <p14:tracePt t="40277" x="5673725" y="4667250"/>
          <p14:tracePt t="40285" x="5721350" y="4625975"/>
          <p14:tracePt t="40294" x="5768975" y="4572000"/>
          <p14:tracePt t="40302" x="5795963" y="4524375"/>
          <p14:tracePt t="40311" x="5824538" y="4456113"/>
          <p14:tracePt t="40318" x="5843588" y="4408488"/>
          <p14:tracePt t="40327" x="5857875" y="4367213"/>
          <p14:tracePt t="40334" x="5857875" y="4306888"/>
          <p14:tracePt t="40344" x="5872163" y="4271963"/>
          <p14:tracePt t="40351" x="5872163" y="4232275"/>
          <p14:tracePt t="40360" x="5857875" y="4197350"/>
          <p14:tracePt t="40367" x="5843588" y="4176713"/>
          <p14:tracePt t="40377" x="5816600" y="4149725"/>
          <p14:tracePt t="40384" x="5776913" y="4129088"/>
          <p14:tracePt t="40394" x="5729288" y="4110038"/>
          <p14:tracePt t="40400" x="5694363" y="4110038"/>
          <p14:tracePt t="40410" x="5646738" y="4110038"/>
          <p14:tracePt t="40416" x="5599113" y="4110038"/>
          <p14:tracePt t="40427" x="5551488" y="4110038"/>
          <p14:tracePt t="40433" x="5524500" y="4129088"/>
          <p14:tracePt t="40444" x="5483225" y="4157663"/>
          <p14:tracePt t="40449" x="5456238" y="4176713"/>
          <p14:tracePt t="40460" x="5435600" y="4211638"/>
          <p14:tracePt t="40466" x="5414963" y="4252913"/>
          <p14:tracePt t="40477" x="5414963" y="4292600"/>
          <p14:tracePt t="40482" x="5408613" y="4333875"/>
          <p14:tracePt t="40494" x="5408613" y="4381500"/>
          <p14:tracePt t="40499" x="5408613" y="4422775"/>
          <p14:tracePt t="40510" x="5414963" y="4456113"/>
          <p14:tracePt t="40516" x="5449888" y="4497388"/>
          <p14:tracePt t="40527" x="5476875" y="4524375"/>
          <p14:tracePt t="40532" x="5510213" y="4551363"/>
          <p14:tracePt t="40544" x="5538788" y="4572000"/>
          <p14:tracePt t="40549" x="5572125" y="4592638"/>
          <p14:tracePt t="40560" x="5613400" y="4592638"/>
          <p14:tracePt t="40565" x="5653088" y="4598988"/>
          <p14:tracePt t="40577" x="5694363" y="4598988"/>
          <p14:tracePt t="40581" x="5735638" y="4598988"/>
          <p14:tracePt t="40594" x="5783263" y="4592638"/>
          <p14:tracePt t="40599" x="5824538" y="4565650"/>
          <p14:tracePt t="40610" x="5857875" y="4530725"/>
          <p14:tracePt t="40616" x="5899150" y="4497388"/>
          <p14:tracePt t="40627" x="5926138" y="4456113"/>
          <p14:tracePt t="40632" x="5946775" y="4408488"/>
          <p14:tracePt t="40644" x="5967413" y="4375150"/>
          <p14:tracePt t="40649" x="5973763" y="4333875"/>
          <p14:tracePt t="40661" x="5980113" y="4300538"/>
          <p14:tracePt t="40662" x="5980113" y="4279900"/>
          <p14:tracePt t="40671" x="5980113" y="4252913"/>
          <p14:tracePt t="40678" x="5980113" y="4224338"/>
          <p14:tracePt t="40688" x="5967413" y="4205288"/>
          <p14:tracePt t="40694" x="5953125" y="4197350"/>
          <p14:tracePt t="40704" x="5926138" y="4184650"/>
          <p14:tracePt t="40711" x="5905500" y="4184650"/>
          <p14:tracePt t="40721" x="5878513" y="4184650"/>
          <p14:tracePt t="40728" x="5851525" y="4184650"/>
          <p14:tracePt t="40737" x="5830888" y="4197350"/>
          <p14:tracePt t="40744" x="5803900" y="4211638"/>
          <p14:tracePt t="40753" x="5795963" y="4224338"/>
          <p14:tracePt t="40761" x="5768975" y="4252913"/>
          <p14:tracePt t="40769" x="5756275" y="4279900"/>
          <p14:tracePt t="40777" x="5748338" y="4300538"/>
          <p14:tracePt t="40785" x="5748338" y="4333875"/>
          <p14:tracePt t="40794" x="5748338" y="4367213"/>
          <p14:tracePt t="40801" x="5748338" y="4395788"/>
          <p14:tracePt t="40811" x="5748338" y="4422775"/>
          <p14:tracePt t="40818" x="5756275" y="4443413"/>
          <p14:tracePt t="40827" x="5776913" y="4470400"/>
          <p14:tracePt t="40834" x="5795963" y="4476750"/>
          <p14:tracePt t="40844" x="5824538" y="4497388"/>
          <p14:tracePt t="40851" x="5843588" y="4503738"/>
          <p14:tracePt t="40861" x="5872163" y="4518025"/>
          <p14:tracePt t="40867" x="5899150" y="4518025"/>
          <p14:tracePt t="40877" x="5926138" y="4518025"/>
          <p14:tracePt t="40883" x="5953125" y="4518025"/>
          <p14:tracePt t="40894" x="5980113" y="4518025"/>
          <p14:tracePt t="40900" x="6015038" y="4497388"/>
          <p14:tracePt t="40910" x="6021388" y="4491038"/>
          <p14:tracePt t="40918" x="6042025" y="4470400"/>
          <p14:tracePt t="40929" x="6054725" y="4456113"/>
          <p14:tracePt t="40934" x="6069013" y="4443413"/>
          <p14:tracePt t="40944" x="6075363" y="4429125"/>
          <p14:tracePt t="40949" x="6075363" y="4408488"/>
          <p14:tracePt t="40960" x="6089650" y="4408488"/>
          <p14:tracePt t="40966" x="6089650" y="4402138"/>
          <p14:tracePt t="40989" x="6089650" y="4395788"/>
          <p14:tracePt t="41267" x="6096000" y="4395788"/>
          <p14:tracePt t="41277" x="6096000" y="4381500"/>
          <p14:tracePt t="41285" x="6096000" y="4375150"/>
          <p14:tracePt t="41294" x="6102350" y="4367213"/>
          <p14:tracePt t="41302" x="6102350" y="4354513"/>
          <p14:tracePt t="41309" x="6102350" y="4348163"/>
          <p14:tracePt t="41319" x="6102350" y="4333875"/>
          <p14:tracePt t="41326" x="6116638" y="4319588"/>
          <p14:tracePt t="41334" x="6116638" y="4306888"/>
          <p14:tracePt t="41343" x="6116638" y="4300538"/>
          <p14:tracePt t="41350" x="6116638" y="4292600"/>
          <p14:tracePt t="41360" x="6116638" y="4279900"/>
          <p14:tracePt t="41366" x="6116638" y="4259263"/>
          <p14:tracePt t="41376" x="6096000" y="4252913"/>
          <p14:tracePt t="41382" x="6075363" y="4232275"/>
          <p14:tracePt t="41392" x="6054725" y="4224338"/>
          <p14:tracePt t="41399" x="6027738" y="4197350"/>
          <p14:tracePt t="41408" x="6000750" y="4176713"/>
          <p14:tracePt t="41415" x="5967413" y="4170363"/>
          <p14:tracePt t="41425" x="5926138" y="4149725"/>
          <p14:tracePt t="41431" x="5891213" y="4137025"/>
          <p14:tracePt t="41441" x="5872163" y="4137025"/>
          <p14:tracePt t="41448" x="5824538" y="4129088"/>
          <p14:tracePt t="41457" x="5803900" y="4129088"/>
          <p14:tracePt t="41464" x="5776913" y="4129088"/>
          <p14:tracePt t="41474" x="5748338" y="4129088"/>
          <p14:tracePt t="41481" x="5729288" y="4129088"/>
          <p14:tracePt t="41490" x="5700713" y="4129088"/>
          <p14:tracePt t="41497" x="5681663" y="4137025"/>
          <p14:tracePt t="41507" x="5673725" y="4149725"/>
          <p14:tracePt t="41514" x="5653088" y="4157663"/>
          <p14:tracePt t="41523" x="5646738" y="4170363"/>
          <p14:tracePt t="41532" x="5634038" y="4176713"/>
          <p14:tracePt t="41539" x="5626100" y="4184650"/>
          <p14:tracePt t="41547" x="5613400" y="4184650"/>
          <p14:tracePt t="41556" x="5613400" y="4197350"/>
          <p14:tracePt t="41563" x="5605463" y="4197350"/>
          <p14:tracePt t="41572" x="5605463" y="4205288"/>
          <p14:tracePt t="41596" x="5599113" y="4211638"/>
          <p14:tracePt t="41604" x="5599113" y="4224338"/>
          <p14:tracePt t="41613" x="5586413" y="4224338"/>
          <p14:tracePt t="41628" x="5586413" y="4232275"/>
          <p14:tracePt t="41637" x="5578475" y="4244975"/>
          <p14:tracePt t="41646" x="5572125" y="4244975"/>
          <p14:tracePt t="41653" x="5572125" y="4252913"/>
          <p14:tracePt t="41662" x="5557838" y="4259263"/>
          <p14:tracePt t="41670" x="5557838" y="4271963"/>
          <p14:tracePt t="41679" x="5551488" y="4279900"/>
          <p14:tracePt t="41687" x="5551488" y="4292600"/>
          <p14:tracePt t="41695" x="5538788" y="4300538"/>
          <p14:tracePt t="41704" x="5538788" y="4306888"/>
          <p14:tracePt t="41712" x="5538788" y="4319588"/>
          <p14:tracePt t="41720" x="5530850" y="4327525"/>
          <p14:tracePt t="41734" x="5530850" y="4333875"/>
          <p14:tracePt t="41743" x="5530850" y="4348163"/>
          <p14:tracePt t="41752" x="5530850" y="4354513"/>
          <p14:tracePt t="41760" x="5530850" y="4375150"/>
          <p14:tracePt t="41769" x="5530850" y="4381500"/>
          <p14:tracePt t="41777" x="5530850" y="4395788"/>
          <p14:tracePt t="41786" x="5530850" y="4408488"/>
          <p14:tracePt t="41794" x="5530850" y="4429125"/>
          <p14:tracePt t="41801" x="5551488" y="4449763"/>
          <p14:tracePt t="41810" x="5557838" y="4470400"/>
          <p14:tracePt t="41818" x="5578475" y="4491038"/>
          <p14:tracePt t="41826" x="5599113" y="4503738"/>
          <p14:tracePt t="41834" x="5626100" y="4518025"/>
          <p14:tracePt t="41842" x="5634038" y="4530725"/>
          <p14:tracePt t="41850" x="5653088" y="4545013"/>
          <p14:tracePt t="41859" x="5681663" y="4551363"/>
          <p14:tracePt t="41867" x="5721350" y="4565650"/>
          <p14:tracePt t="41875" x="5735638" y="4565650"/>
          <p14:tracePt t="41882" x="5768975" y="4565650"/>
          <p14:tracePt t="41893" x="5795963" y="4565650"/>
          <p14:tracePt t="41898" x="5824538" y="4565650"/>
          <p14:tracePt t="41909" x="5851525" y="4545013"/>
          <p14:tracePt t="41915" x="5878513" y="4518025"/>
          <p14:tracePt t="41924" x="5905500" y="4491038"/>
          <p14:tracePt t="41931" x="5932488" y="4456113"/>
          <p14:tracePt t="41941" x="5953125" y="4422775"/>
          <p14:tracePt t="41948" x="5973763" y="4395788"/>
          <p14:tracePt t="41957" x="5973763" y="4375150"/>
          <p14:tracePt t="41964" x="5980113" y="4354513"/>
          <p14:tracePt t="41973" x="5994400" y="4327525"/>
          <p14:tracePt t="41981" x="5994400" y="4300538"/>
          <p14:tracePt t="41991" x="5994400" y="4271963"/>
          <p14:tracePt t="41999" x="5994400" y="4252913"/>
          <p14:tracePt t="42007" x="5967413" y="4232275"/>
          <p14:tracePt t="42014" x="5932488" y="4211638"/>
          <p14:tracePt t="42023" x="5891213" y="4205288"/>
          <p14:tracePt t="42030" x="5851525" y="4184650"/>
          <p14:tracePt t="42040" x="5803900" y="4176713"/>
          <p14:tracePt t="42047" x="5768975" y="4176713"/>
          <p14:tracePt t="42055" x="5729288" y="4176713"/>
          <p14:tracePt t="42064" x="5708650" y="4176713"/>
          <p14:tracePt t="42072" x="5653088" y="4176713"/>
          <p14:tracePt t="42080" x="5646738" y="4176713"/>
          <p14:tracePt t="42088" x="5626100" y="4176713"/>
          <p14:tracePt t="42097" x="5605463" y="4184650"/>
          <p14:tracePt t="42104" x="5586413" y="4205288"/>
          <p14:tracePt t="42114" x="5572125" y="4211638"/>
          <p14:tracePt t="42121" x="5557838" y="4232275"/>
          <p14:tracePt t="42130" x="5551488" y="4252913"/>
          <p14:tracePt t="42137" x="5538788" y="4259263"/>
          <p14:tracePt t="42146" x="5530850" y="4279900"/>
          <p14:tracePt t="42153" x="5530850" y="4300538"/>
          <p14:tracePt t="42163" x="5524500" y="4319588"/>
          <p14:tracePt t="42170" x="5524500" y="4348163"/>
          <p14:tracePt t="42180" x="5524500" y="4367213"/>
          <p14:tracePt t="42186" x="5524500" y="4395788"/>
          <p14:tracePt t="42196" x="5524500" y="4422775"/>
          <p14:tracePt t="42203" x="5530850" y="4429125"/>
          <p14:tracePt t="42213" x="5538788" y="4449763"/>
          <p14:tracePt t="42219" x="5551488" y="4470400"/>
          <p14:tracePt t="42230" x="5572125" y="4491038"/>
          <p14:tracePt t="42235" x="5586413" y="4503738"/>
          <p14:tracePt t="42246" x="5599113" y="4518025"/>
          <p14:tracePt t="42251" x="5613400" y="4524375"/>
          <p14:tracePt t="42263" x="5626100" y="4530725"/>
          <p14:tracePt t="42268" x="5634038" y="4545013"/>
          <p14:tracePt t="42280" x="5653088" y="4545013"/>
          <p14:tracePt t="42285" x="5681663" y="4551363"/>
          <p14:tracePt t="42296" x="5700713" y="4551363"/>
          <p14:tracePt t="42302" x="5729288" y="4551363"/>
          <p14:tracePt t="42313" x="5756275" y="4551363"/>
          <p14:tracePt t="42319" x="5783263" y="4524375"/>
          <p14:tracePt t="42330" x="5824538" y="4503738"/>
          <p14:tracePt t="42337" x="5851525" y="4491038"/>
          <p14:tracePt t="42348" x="5878513" y="4456113"/>
          <p14:tracePt t="42352" x="5891213" y="4443413"/>
          <p14:tracePt t="42365" x="5926138" y="4402138"/>
          <p14:tracePt t="42369" x="5932488" y="4395788"/>
          <p14:tracePt t="42380" x="5946775" y="4367213"/>
          <p14:tracePt t="42385" x="5953125" y="4348163"/>
          <p14:tracePt t="42396" x="5967413" y="4327525"/>
          <p14:tracePt t="42401" x="5967413" y="4319588"/>
          <p14:tracePt t="42413" x="5967413" y="4306888"/>
          <p14:tracePt t="42418" x="5967413" y="4300538"/>
          <p14:tracePt t="42430" x="5967413" y="4292600"/>
          <p14:tracePt t="42448" x="5967413" y="4279900"/>
          <p14:tracePt t="42488" x="5967413" y="4271963"/>
          <p14:tracePt t="42505" x="5953125" y="4271963"/>
          <p14:tracePt t="42521" x="5946775" y="4259263"/>
          <p14:tracePt t="42537" x="5932488" y="4259263"/>
          <p14:tracePt t="42546" x="5926138" y="4252913"/>
          <p14:tracePt t="42554" x="5905500" y="4252913"/>
          <p14:tracePt t="42563" x="5899150" y="4244975"/>
          <p14:tracePt t="42571" x="5878513" y="4244975"/>
          <p14:tracePt t="42580" x="5857875" y="4232275"/>
          <p14:tracePt t="42588" x="5830888" y="4224338"/>
          <p14:tracePt t="42597" x="5824538" y="4224338"/>
          <p14:tracePt t="42605" x="5795963" y="4224338"/>
          <p14:tracePt t="42613" x="5776913" y="4211638"/>
          <p14:tracePt t="42621" x="5756275" y="4211638"/>
          <p14:tracePt t="42630" x="5735638" y="4211638"/>
          <p14:tracePt t="42637" x="5729288" y="4211638"/>
          <p14:tracePt t="42646" x="5721350" y="4211638"/>
          <p14:tracePt t="42654" x="5708650" y="4211638"/>
          <p14:tracePt t="42663" x="5700713" y="4211638"/>
          <p14:tracePt t="42677" x="5694363" y="4211638"/>
          <p14:tracePt t="42686" x="5694363" y="4224338"/>
          <p14:tracePt t="42694" x="5681663" y="4232275"/>
          <p14:tracePt t="42703" x="5681663" y="4244975"/>
          <p14:tracePt t="42718" x="5681663" y="4259263"/>
          <p14:tracePt t="42726" x="5681663" y="4279900"/>
          <p14:tracePt t="42735" x="5681663" y="4292600"/>
          <p14:tracePt t="42742" x="5681663" y="4319588"/>
          <p14:tracePt t="42752" x="5681663" y="4327525"/>
          <p14:tracePt t="42759" x="5681663" y="4348163"/>
          <p14:tracePt t="42768" x="5694363" y="4367213"/>
          <p14:tracePt t="42777" x="5700713" y="4375150"/>
          <p14:tracePt t="42784" x="5700713" y="4395788"/>
          <p14:tracePt t="42793" x="5708650" y="4402138"/>
          <p14:tracePt t="42801" x="5708650" y="4422775"/>
          <p14:tracePt t="42810" x="5721350" y="4422775"/>
          <p14:tracePt t="42817" x="5721350" y="4443413"/>
          <p14:tracePt t="42826" x="5729288" y="4449763"/>
          <p14:tracePt t="42833" x="5735638" y="4456113"/>
          <p14:tracePt t="42842" x="5748338" y="4470400"/>
          <p14:tracePt t="42849" x="5756275" y="4476750"/>
          <p14:tracePt t="42858" x="5768975" y="4491038"/>
          <p14:tracePt t="42866" x="5776913" y="4491038"/>
          <p14:tracePt t="42875" x="5783263" y="4497388"/>
          <p14:tracePt t="42882" x="5795963" y="4497388"/>
          <p14:tracePt t="42891" x="5803900" y="4497388"/>
          <p14:tracePt t="42898" x="5816600" y="4497388"/>
          <p14:tracePt t="42908" x="5824538" y="4497388"/>
          <p14:tracePt t="42915" x="5830888" y="4497388"/>
          <p14:tracePt t="42924" x="5843588" y="4497388"/>
          <p14:tracePt t="42933" x="5851525" y="4497388"/>
          <p14:tracePt t="42947" x="5857875" y="4497388"/>
          <p14:tracePt t="42955" x="5872163" y="4497388"/>
          <p14:tracePt t="42972" x="5878513" y="4497388"/>
          <p14:tracePt t="45553" x="5878513" y="4491038"/>
          <p14:tracePt t="45561" x="5878513" y="4476750"/>
          <p14:tracePt t="45569" x="5878513" y="4456113"/>
          <p14:tracePt t="45578" x="5878513" y="4449763"/>
          <p14:tracePt t="45587" x="5878513" y="4429125"/>
          <p14:tracePt t="45595" x="5878513" y="4408488"/>
          <p14:tracePt t="45604" x="5878513" y="4395788"/>
          <p14:tracePt t="45612" x="5878513" y="4375150"/>
          <p14:tracePt t="45620" x="5878513" y="4348163"/>
          <p14:tracePt t="45628" x="5878513" y="4327525"/>
          <p14:tracePt t="45636" x="5878513" y="4306888"/>
          <p14:tracePt t="45643" x="5878513" y="4300538"/>
          <p14:tracePt t="45653" x="5878513" y="4292600"/>
          <p14:tracePt t="45659" x="5891213" y="4279900"/>
          <p14:tracePt t="45675" x="5891213" y="4271963"/>
          <p14:tracePt t="46126" x="5891213" y="4259263"/>
          <p14:tracePt t="46134" x="5878513" y="4252913"/>
          <p14:tracePt t="46143" x="5857875" y="4244975"/>
          <p14:tracePt t="46152" x="5843588" y="4224338"/>
          <p14:tracePt t="46161" x="5830888" y="4224338"/>
          <p14:tracePt t="46169" x="5824538" y="4211638"/>
          <p14:tracePt t="46177" x="5803900" y="4205288"/>
          <p14:tracePt t="46185" x="5783263" y="4205288"/>
          <p14:tracePt t="46193" x="5768975" y="4205288"/>
          <p14:tracePt t="46201" x="5748338" y="4205288"/>
          <p14:tracePt t="46210" x="5721350" y="4205288"/>
          <p14:tracePt t="46217" x="5708650" y="4205288"/>
          <p14:tracePt t="46226" x="5681663" y="4205288"/>
          <p14:tracePt t="46233" x="5661025" y="4205288"/>
          <p14:tracePt t="46243" x="5646738" y="4205288"/>
          <p14:tracePt t="46250" x="5613400" y="4224338"/>
          <p14:tracePt t="46259" x="5599113" y="4232275"/>
          <p14:tracePt t="46266" x="5578475" y="4244975"/>
          <p14:tracePt t="46275" x="5557838" y="4259263"/>
          <p14:tracePt t="46282" x="5538788" y="4279900"/>
          <p14:tracePt t="46291" x="5530850" y="4292600"/>
          <p14:tracePt t="46298" x="5524500" y="4306888"/>
          <p14:tracePt t="46309" x="5510213" y="4327525"/>
          <p14:tracePt t="46315" x="5497513" y="4354513"/>
          <p14:tracePt t="46324" x="5483225" y="4381500"/>
          <p14:tracePt t="46331" x="5483225" y="4408488"/>
          <p14:tracePt t="46341" x="5483225" y="4443413"/>
          <p14:tracePt t="46348" x="5483225" y="4470400"/>
          <p14:tracePt t="46358" x="5483225" y="4476750"/>
          <p14:tracePt t="46364" x="5483225" y="4524375"/>
          <p14:tracePt t="46374" x="5497513" y="4551363"/>
          <p14:tracePt t="46380" x="5503863" y="4572000"/>
          <p14:tracePt t="46390" x="5503863" y="4578350"/>
          <p14:tracePt t="46397" x="5524500" y="4619625"/>
          <p14:tracePt t="46407" x="5530850" y="4625975"/>
          <p14:tracePt t="46414" x="5538788" y="4646613"/>
          <p14:tracePt t="46423" x="5557838" y="4667250"/>
          <p14:tracePt t="46430" x="5572125" y="4673600"/>
          <p14:tracePt t="46439" x="5586413" y="4694238"/>
          <p14:tracePt t="46447" x="5599113" y="4700588"/>
          <p14:tracePt t="46455" x="5605463" y="4700588"/>
          <p14:tracePt t="46464" x="5613400" y="4714875"/>
          <p14:tracePt t="46472" x="5626100" y="4714875"/>
          <p14:tracePt t="46480" x="5634038" y="4714875"/>
          <p14:tracePt t="46488" x="5653088" y="4714875"/>
          <p14:tracePt t="46497" x="5661025" y="4714875"/>
          <p14:tracePt t="46504" x="5673725" y="4714875"/>
          <p14:tracePt t="46513" x="5694363" y="4694238"/>
          <p14:tracePt t="46520" x="5708650" y="4673600"/>
          <p14:tracePt t="46530" x="5721350" y="4652963"/>
          <p14:tracePt t="46537" x="5735638" y="4625975"/>
          <p14:tracePt t="46547" x="5756275" y="4598988"/>
          <p14:tracePt t="46553" x="5776913" y="4572000"/>
          <p14:tracePt t="46563" x="5795963" y="4545013"/>
          <p14:tracePt t="46570" x="5803900" y="4518025"/>
          <p14:tracePt t="46580" x="5816600" y="4497388"/>
          <p14:tracePt t="46586" x="5824538" y="4470400"/>
          <p14:tracePt t="46597" x="5830888" y="4449763"/>
          <p14:tracePt t="46602" x="5830888" y="4422775"/>
          <p14:tracePt t="46613" x="5843588" y="4402138"/>
          <p14:tracePt t="46618" x="5843588" y="4381500"/>
          <p14:tracePt t="46630" x="5843588" y="4354513"/>
          <p14:tracePt t="46635" x="5830888" y="4333875"/>
          <p14:tracePt t="46646" x="5816600" y="4327525"/>
          <p14:tracePt t="46653" x="5783263" y="4306888"/>
          <p14:tracePt t="46663" x="5756275" y="4300538"/>
          <p14:tracePt t="46668" x="5721350" y="4279900"/>
          <p14:tracePt t="46680" x="5700713" y="4279900"/>
          <p14:tracePt t="46685" x="5673725" y="4271963"/>
          <p14:tracePt t="46696" x="5646738" y="4271963"/>
          <p14:tracePt t="46701" x="5613400" y="4271963"/>
          <p14:tracePt t="46713" x="5586413" y="4271963"/>
          <p14:tracePt t="46718" x="5578475" y="4271963"/>
          <p14:tracePt t="46730" x="5557838" y="4271963"/>
          <p14:tracePt t="46734" x="5551488" y="4271963"/>
          <p14:tracePt t="46747" x="5538788" y="4279900"/>
          <p14:tracePt t="46752" x="5524500" y="4300538"/>
          <p14:tracePt t="46764" x="5524500" y="4327525"/>
          <p14:tracePt t="46769" x="5510213" y="4348163"/>
          <p14:tracePt t="46780" x="5510213" y="4381500"/>
          <p14:tracePt t="46784" x="5510213" y="4408488"/>
          <p14:tracePt t="46796" x="5510213" y="4449763"/>
          <p14:tracePt t="46802" x="5524500" y="4497388"/>
          <p14:tracePt t="46813" x="5530850" y="4530725"/>
          <p14:tracePt t="46819" x="5557838" y="4572000"/>
          <p14:tracePt t="46830" x="5578475" y="4613275"/>
          <p14:tracePt t="46835" x="5605463" y="4640263"/>
          <p14:tracePt t="46846" x="5634038" y="4667250"/>
          <p14:tracePt t="46851" x="5646738" y="4667250"/>
          <p14:tracePt t="46863" x="5681663" y="4694238"/>
          <p14:tracePt t="46864" x="5708650" y="4694238"/>
          <p14:tracePt t="46874" x="5729288" y="4694238"/>
          <p14:tracePt t="46880" x="5768975" y="4694238"/>
          <p14:tracePt t="46890" x="5776913" y="4694238"/>
          <p14:tracePt t="46897" x="5795963" y="4694238"/>
          <p14:tracePt t="46907" x="5816600" y="4687888"/>
          <p14:tracePt t="46914" x="5830888" y="4673600"/>
          <p14:tracePt t="46922" x="5851525" y="4652963"/>
          <p14:tracePt t="46933" x="5872163" y="4640263"/>
          <p14:tracePt t="51323" x="5872163" y="4613275"/>
          <p14:tracePt t="51328" x="5872163" y="4598988"/>
          <p14:tracePt t="51339" x="5891213" y="4572000"/>
          <p14:tracePt t="51346" x="5899150" y="4545013"/>
          <p14:tracePt t="51356" x="5926138" y="4503738"/>
          <p14:tracePt t="51362" x="5932488" y="4476750"/>
          <p14:tracePt t="51373" x="5953125" y="4429125"/>
          <p14:tracePt t="51378" x="5980113" y="4395788"/>
          <p14:tracePt t="51389" x="6000750" y="4348163"/>
          <p14:tracePt t="51395" x="6021388" y="4319588"/>
          <p14:tracePt t="51406" x="6021388" y="4300538"/>
          <p14:tracePt t="51410" x="6042025" y="4259263"/>
          <p14:tracePt t="51423" x="6048375" y="4232275"/>
          <p14:tracePt t="51428" x="6054725" y="4224338"/>
          <p14:tracePt t="51440" x="6054725" y="4205288"/>
          <p14:tracePt t="51443" x="6069013" y="4184650"/>
          <p14:tracePt t="51456" x="6069013" y="4176713"/>
          <p14:tracePt t="51461" x="6069013" y="4170363"/>
          <p14:tracePt t="51474" x="6069013" y="4157663"/>
          <p14:tracePt t="51490" x="6048375" y="4149725"/>
          <p14:tracePt t="51499" x="6042025" y="4149725"/>
          <p14:tracePt t="51507" x="6027738" y="4149725"/>
          <p14:tracePt t="51515" x="6021388" y="4137025"/>
          <p14:tracePt t="51523" x="6000750" y="4137025"/>
          <p14:tracePt t="51531" x="5994400" y="4137025"/>
          <p14:tracePt t="51540" x="5973763" y="4137025"/>
          <p14:tracePt t="51556" x="5953125" y="4137025"/>
          <p14:tracePt t="51564" x="5946775" y="4137025"/>
          <p14:tracePt t="51572" x="5932488" y="4137025"/>
          <p14:tracePt t="51587" x="5926138" y="4149725"/>
          <p14:tracePt t="51597" x="5919788" y="4157663"/>
          <p14:tracePt t="51606" x="5905500" y="4176713"/>
          <p14:tracePt t="51614" x="5905500" y="4197350"/>
          <p14:tracePt t="51623" x="5905500" y="4211638"/>
          <p14:tracePt t="51630" x="5899150" y="4244975"/>
          <p14:tracePt t="51639" x="5899150" y="4279900"/>
          <p14:tracePt t="51647" x="5899150" y="4319588"/>
          <p14:tracePt t="51655" x="5899150" y="4354513"/>
          <p14:tracePt t="51663" x="5899150" y="4402138"/>
          <p14:tracePt t="51672" x="5899150" y="4449763"/>
          <p14:tracePt t="51680" x="5899150" y="4497388"/>
          <p14:tracePt t="51687" x="5899150" y="4503738"/>
          <p14:tracePt t="51696" x="5905500" y="4545013"/>
          <p14:tracePt t="51704" x="5919788" y="4572000"/>
          <p14:tracePt t="51712" x="5919788" y="4598988"/>
          <p14:tracePt t="51721" x="5926138" y="4613275"/>
          <p14:tracePt t="51728" x="5932488" y="4625975"/>
          <p14:tracePt t="51736" x="5932488" y="4640263"/>
          <p14:tracePt t="51744" x="5946775" y="4646613"/>
          <p14:tracePt t="51759" x="5953125" y="4646613"/>
          <p14:tracePt t="51776" x="5967413" y="4646613"/>
          <p14:tracePt t="51784" x="5973763" y="4646613"/>
          <p14:tracePt t="51800" x="5980113" y="4646613"/>
          <p14:tracePt t="51817" x="5994400" y="4646613"/>
          <p14:tracePt t="51825" x="5994400" y="4640263"/>
          <p14:tracePt t="51833" x="6000750" y="4640263"/>
          <p14:tracePt t="51842" x="6000750" y="4625975"/>
          <p14:tracePt t="51850" x="6015038" y="4625975"/>
          <p14:tracePt t="51858" x="6015038" y="4619625"/>
          <p14:tracePt t="51866" x="6021388" y="4613275"/>
          <p14:tracePt t="51875" x="6021388" y="4598988"/>
          <p14:tracePt t="51883" x="6021388" y="4592638"/>
          <p14:tracePt t="51891" x="6027738" y="4578350"/>
          <p14:tracePt t="51899" x="6027738" y="4572000"/>
          <p14:tracePt t="51908" x="6027738" y="4565650"/>
          <p14:tracePt t="51916" x="6042025" y="4551363"/>
          <p14:tracePt t="51925" x="6042025" y="4545013"/>
          <p14:tracePt t="51932" x="6042025" y="4530725"/>
          <p14:tracePt t="51941" x="6042025" y="4518025"/>
          <p14:tracePt t="51949" x="6042025" y="4503738"/>
          <p14:tracePt t="51957" x="6042025" y="4491038"/>
          <p14:tracePt t="51965" x="6042025" y="4470400"/>
          <p14:tracePt t="51974" x="6027738" y="4449763"/>
          <p14:tracePt t="51982" x="6021388" y="4429125"/>
          <p14:tracePt t="51991" x="6000750" y="4408488"/>
          <p14:tracePt t="51999" x="5994400" y="4402138"/>
          <p14:tracePt t="52008" x="5980113" y="4381500"/>
          <p14:tracePt t="52016" x="5967413" y="4375150"/>
          <p14:tracePt t="52024" x="5953125" y="4367213"/>
          <p14:tracePt t="52032" x="5932488" y="4348163"/>
          <p14:tracePt t="52041" x="5926138" y="4333875"/>
          <p14:tracePt t="52048" x="5905500" y="4327525"/>
          <p14:tracePt t="52058" x="5899150" y="4319588"/>
          <p14:tracePt t="52064" x="5891213" y="4319588"/>
          <p14:tracePt t="52074" x="5878513" y="4319588"/>
          <p14:tracePt t="52081" x="5872163" y="4319588"/>
          <p14:tracePt t="52090" x="5857875" y="4319588"/>
          <p14:tracePt t="52103" x="5851525" y="4319588"/>
          <p14:tracePt t="52120" x="5843588" y="4319588"/>
          <p14:tracePt t="52144" x="5843588" y="4327525"/>
          <p14:tracePt t="52153" x="5830888" y="4327525"/>
          <p14:tracePt t="52162" x="5830888" y="4333875"/>
          <p14:tracePt t="52170" x="5830888" y="4348163"/>
          <p14:tracePt t="52179" x="5830888" y="4367213"/>
          <p14:tracePt t="52187" x="5830888" y="4381500"/>
          <p14:tracePt t="52196" x="5830888" y="4402138"/>
          <p14:tracePt t="52203" x="5830888" y="4429125"/>
          <p14:tracePt t="52212" x="5830888" y="4456113"/>
          <p14:tracePt t="52220" x="5830888" y="4491038"/>
          <p14:tracePt t="52228" x="5830888" y="4503738"/>
          <p14:tracePt t="52236" x="5830888" y="4530725"/>
          <p14:tracePt t="52244" x="5830888" y="4551363"/>
          <p14:tracePt t="52253" x="5843588" y="4578350"/>
          <p14:tracePt t="52261" x="5851525" y="4592638"/>
          <p14:tracePt t="52269" x="5851525" y="4613275"/>
          <p14:tracePt t="52276" x="5857875" y="4613275"/>
          <p14:tracePt t="52286" x="5857875" y="4619625"/>
          <p14:tracePt t="52300" x="5872163" y="4619625"/>
          <p14:tracePt t="52324" x="5878513" y="4619625"/>
          <p14:tracePt t="52333" x="5891213" y="4619625"/>
          <p14:tracePt t="52342" x="5899150" y="4598988"/>
          <p14:tracePt t="52350" x="5905500" y="4592638"/>
          <p14:tracePt t="52359" x="5926138" y="4572000"/>
          <p14:tracePt t="52367" x="5926138" y="4551363"/>
          <p14:tracePt t="52375" x="5946775" y="4530725"/>
          <p14:tracePt t="52383" x="5953125" y="4518025"/>
          <p14:tracePt t="52392" x="5953125" y="4497388"/>
          <p14:tracePt t="52400" x="5973763" y="4476750"/>
          <p14:tracePt t="52408" x="5973763" y="4456113"/>
          <p14:tracePt t="52416" x="5973763" y="4449763"/>
          <p14:tracePt t="52424" x="5980113" y="4429125"/>
          <p14:tracePt t="52433" x="5980113" y="4408488"/>
          <p14:tracePt t="52441" x="5980113" y="4402138"/>
          <p14:tracePt t="52449" x="5980113" y="4381500"/>
          <p14:tracePt t="52457" x="5980113" y="4375150"/>
          <p14:tracePt t="52465" x="5980113" y="4367213"/>
          <p14:tracePt t="52474" x="5980113" y="4354513"/>
          <p14:tracePt t="52481" x="5973763" y="4348163"/>
          <p14:tracePt t="52490" x="5967413" y="4333875"/>
          <p14:tracePt t="52505" x="5953125" y="4327525"/>
          <p14:tracePt t="52514" x="5946775" y="4327525"/>
          <p14:tracePt t="52530" x="5932488" y="4327525"/>
          <p14:tracePt t="52546" x="5926138" y="4327525"/>
          <p14:tracePt t="52611" x="5926138" y="4333875"/>
          <p14:tracePt t="52865" x="5946775" y="4333875"/>
          <p14:tracePt t="52875" x="5973763" y="4333875"/>
          <p14:tracePt t="52884" x="6015038" y="4333875"/>
          <p14:tracePt t="52892" x="6042025" y="4333875"/>
          <p14:tracePt t="52900" x="6075363" y="4333875"/>
          <p14:tracePt t="52908" x="6116638" y="4333875"/>
          <p14:tracePt t="52917" x="6218238" y="4348163"/>
          <p14:tracePt t="52925" x="6292850" y="4354513"/>
          <p14:tracePt t="52932" x="6340475" y="4367213"/>
          <p14:tracePt t="52941" x="6408738" y="4381500"/>
          <p14:tracePt t="52948" x="6483350" y="4395788"/>
          <p14:tracePt t="52957" x="6545263" y="4408488"/>
          <p14:tracePt t="52965" x="6605588" y="4422775"/>
          <p14:tracePt t="52974" x="6661150" y="4429125"/>
          <p14:tracePt t="52981" x="6681788" y="4429125"/>
          <p14:tracePt t="52990" x="6708775" y="4443413"/>
          <p14:tracePt t="52997" x="6742113" y="4443413"/>
          <p14:tracePt t="53007" x="6762750" y="4443413"/>
          <p14:tracePt t="53013" x="6783388" y="4443413"/>
          <p14:tracePt t="53023" x="6810375" y="4443413"/>
          <p14:tracePt t="53030" x="6816725" y="4443413"/>
          <p14:tracePt t="53040" x="6837363" y="4429125"/>
          <p14:tracePt t="53046" x="6851650" y="4422775"/>
          <p14:tracePt t="53056" x="6864350" y="4402138"/>
          <p14:tracePt t="53063" x="6878638" y="4395788"/>
          <p14:tracePt t="53073" x="6884988" y="4375150"/>
          <p14:tracePt t="53079" x="6899275" y="4354513"/>
          <p14:tracePt t="53088" x="6905625" y="4348163"/>
          <p14:tracePt t="53096" x="6911975" y="4327525"/>
          <p14:tracePt t="53105" x="6911975" y="4319588"/>
          <p14:tracePt t="53112" x="6911975" y="4306888"/>
          <p14:tracePt t="53122" x="6926263" y="4292600"/>
          <p14:tracePt t="53128" x="6926263" y="4279900"/>
          <p14:tracePt t="53144" x="6926263" y="4271963"/>
          <p14:tracePt t="53177" x="6905625" y="4271963"/>
          <p14:tracePt t="53185" x="6899275" y="4271963"/>
          <p14:tracePt t="53194" x="6878638" y="4271963"/>
          <p14:tracePt t="53202" x="6858000" y="4271963"/>
          <p14:tracePt t="53211" x="6837363" y="4271963"/>
          <p14:tracePt t="53219" x="6816725" y="4279900"/>
          <p14:tracePt t="53227" x="6810375" y="4292600"/>
          <p14:tracePt t="53236" x="6789738" y="4300538"/>
          <p14:tracePt t="53244" x="6783388" y="4306888"/>
          <p14:tracePt t="53253" x="6762750" y="4327525"/>
          <p14:tracePt t="53262" x="6756400" y="4333875"/>
          <p14:tracePt t="53269" x="6742113" y="4354513"/>
          <p14:tracePt t="53278" x="6742113" y="4367213"/>
          <p14:tracePt t="53285" x="6742113" y="4375150"/>
          <p14:tracePt t="53294" x="6742113" y="4395788"/>
          <p14:tracePt t="53302" x="6742113" y="4402138"/>
          <p14:tracePt t="53311" x="6742113" y="4422775"/>
          <p14:tracePt t="53319" x="6742113" y="4429125"/>
          <p14:tracePt t="53327" x="6742113" y="4443413"/>
          <p14:tracePt t="53335" x="6742113" y="4456113"/>
          <p14:tracePt t="53342" x="6742113" y="4476750"/>
          <p14:tracePt t="53350" x="6742113" y="4491038"/>
          <p14:tracePt t="53361" x="6756400" y="4497388"/>
          <p14:tracePt t="53367" x="6762750" y="4503738"/>
          <p14:tracePt t="53375" x="6777038" y="4503738"/>
          <p14:tracePt t="53383" x="6777038" y="4518025"/>
          <p14:tracePt t="53392" x="6783388" y="4518025"/>
          <p14:tracePt t="53400" x="6789738" y="4518025"/>
          <p14:tracePt t="53411" x="6810375" y="4518025"/>
          <p14:tracePt t="53416" x="6816725" y="4518025"/>
          <p14:tracePt t="53425" x="6831013" y="4518025"/>
          <p14:tracePt t="53433" x="6851650" y="4497388"/>
          <p14:tracePt t="53444" x="6858000" y="4491038"/>
          <p14:tracePt t="53449" x="6864350" y="4456113"/>
          <p14:tracePt t="53456" x="6878638" y="4449763"/>
          <p14:tracePt t="53464" x="6884988" y="4429125"/>
          <p14:tracePt t="53473" x="6884988" y="4408488"/>
          <p14:tracePt t="53480" x="6899275" y="4381500"/>
          <p14:tracePt t="53490" x="6899275" y="4375150"/>
          <p14:tracePt t="53497" x="6899275" y="4333875"/>
          <p14:tracePt t="53506" x="6899275" y="4319588"/>
          <p14:tracePt t="53513" x="6899275" y="4300538"/>
          <p14:tracePt t="53523" x="6878638" y="4279900"/>
          <p14:tracePt t="53530" x="6851650" y="4259263"/>
          <p14:tracePt t="53539" x="6837363" y="4252913"/>
          <p14:tracePt t="53546" x="6816725" y="4244975"/>
          <p14:tracePt t="53555" x="6804025" y="4232275"/>
          <p14:tracePt t="53562" x="6789738" y="4232275"/>
          <p14:tracePt t="53572" x="6777038" y="4232275"/>
          <p14:tracePt t="53579" x="6756400" y="4232275"/>
          <p14:tracePt t="53589" x="6742113" y="4232275"/>
          <p14:tracePt t="53595" x="6735763" y="4232275"/>
          <p14:tracePt t="53605" x="6729413" y="4232275"/>
          <p14:tracePt t="53612" x="6715125" y="4244975"/>
          <p14:tracePt t="53622" x="6708775" y="4259263"/>
          <p14:tracePt t="53628" x="6708775" y="4271963"/>
          <p14:tracePt t="53638" x="6694488" y="4279900"/>
          <p14:tracePt t="53645" x="6694488" y="4300538"/>
          <p14:tracePt t="53654" x="6694488" y="4306888"/>
          <p14:tracePt t="53662" x="6694488" y="4327525"/>
          <p14:tracePt t="53670" x="6694488" y="4333875"/>
          <p14:tracePt t="53678" x="6694488" y="4354513"/>
          <p14:tracePt t="53686" x="6694488" y="4375150"/>
          <p14:tracePt t="53695" x="6694488" y="4381500"/>
          <p14:tracePt t="53702" x="6708775" y="4395788"/>
          <p14:tracePt t="53712" x="6715125" y="4408488"/>
          <p14:tracePt t="53719" x="6729413" y="4422775"/>
          <p14:tracePt t="53728" x="6735763" y="4422775"/>
          <p14:tracePt t="53735" x="6742113" y="4429125"/>
          <p14:tracePt t="53745" x="6756400" y="4429125"/>
          <p14:tracePt t="53751" x="6777038" y="4429125"/>
          <p14:tracePt t="53761" x="6783388" y="4429125"/>
          <p14:tracePt t="53768" x="6804025" y="4429125"/>
          <p14:tracePt t="53778" x="6816725" y="4408488"/>
          <p14:tracePt t="53784" x="6837363" y="4395788"/>
          <p14:tracePt t="53795" x="6851650" y="4375150"/>
          <p14:tracePt t="53800" x="6878638" y="4333875"/>
          <p14:tracePt t="53812" x="6884988" y="4306888"/>
          <p14:tracePt t="53817" x="6905625" y="4279900"/>
          <p14:tracePt t="53828" x="6926263" y="4252913"/>
          <p14:tracePt t="53833" x="6926263" y="4232275"/>
          <p14:tracePt t="53845" x="6938963" y="4205288"/>
          <p14:tracePt t="53850" x="6938963" y="4184650"/>
          <p14:tracePt t="53861" x="6953250" y="4170363"/>
          <p14:tracePt t="53866" x="6953250" y="4157663"/>
          <p14:tracePt t="53878" x="6959600" y="4149725"/>
          <p14:tracePt t="53895" x="6973888" y="4137025"/>
          <p14:tracePt t="54021" x="6980238" y="4137025"/>
          <p14:tracePt t="54037" x="6986588" y="4137025"/>
          <p14:tracePt t="54046" x="7000875" y="4137025"/>
          <p14:tracePt t="54054" x="7007225" y="4137025"/>
          <p14:tracePt t="54062" x="7027863" y="4137025"/>
          <p14:tracePt t="54070" x="7034213" y="4137025"/>
          <p14:tracePt t="54078" x="7062788" y="4137025"/>
          <p14:tracePt t="54088" x="7081838" y="4137025"/>
          <p14:tracePt t="54095" x="7102475" y="4149725"/>
          <p14:tracePt t="54105" x="7123113" y="4149725"/>
          <p14:tracePt t="54113" x="7129463" y="4149725"/>
          <p14:tracePt t="54121" x="7150100" y="4149725"/>
          <p14:tracePt t="54129" x="7158038" y="4149725"/>
          <p14:tracePt t="54144" x="7170738" y="4149725"/>
          <p14:tracePt t="54193" x="7170738" y="4157663"/>
          <p14:tracePt t="54202" x="7170738" y="4170363"/>
          <p14:tracePt t="54209" x="7170738" y="4176713"/>
          <p14:tracePt t="54218" x="7170738" y="4197350"/>
          <p14:tracePt t="54226" x="7170738" y="4224338"/>
          <p14:tracePt t="54235" x="7170738" y="4252913"/>
          <p14:tracePt t="54242" x="7170738" y="4279900"/>
          <p14:tracePt t="54251" x="7158038" y="4319588"/>
          <p14:tracePt t="54259" x="7158038" y="4354513"/>
          <p14:tracePt t="54268" x="7158038" y="4402138"/>
          <p14:tracePt t="54275" x="7158038" y="4449763"/>
          <p14:tracePt t="54284" x="7158038" y="4491038"/>
          <p14:tracePt t="54292" x="7158038" y="4503738"/>
          <p14:tracePt t="54300" x="7158038" y="4530725"/>
          <p14:tracePt t="54308" x="7158038" y="4565650"/>
          <p14:tracePt t="54317" x="7158038" y="4572000"/>
          <p14:tracePt t="54325" x="7158038" y="4592638"/>
          <p14:tracePt t="54333" x="7158038" y="4598988"/>
          <p14:tracePt t="54341" x="7158038" y="4613275"/>
          <p14:tracePt t="54365" x="7158038" y="4619625"/>
          <p14:tracePt t="54438" x="7150100" y="4619625"/>
          <p14:tracePt t="54455" x="7137400" y="4619625"/>
          <p14:tracePt t="54529" x="7150100" y="4613275"/>
          <p14:tracePt t="54538" x="7158038" y="4613275"/>
          <p14:tracePt t="54546" x="7170738" y="4598988"/>
          <p14:tracePt t="54555" x="7185025" y="4598988"/>
          <p14:tracePt t="54562" x="7197725" y="4592638"/>
          <p14:tracePt t="54571" x="7205663" y="4592638"/>
          <p14:tracePt t="54580" x="7218363" y="4578350"/>
          <p14:tracePt t="54595" x="7224713" y="4578350"/>
          <p14:tracePt t="54603" x="7224713" y="4572000"/>
          <p14:tracePt t="54652" x="7205663" y="4572000"/>
          <p14:tracePt t="54661" x="7158038" y="4578350"/>
          <p14:tracePt t="54669" x="7096125" y="4598988"/>
          <p14:tracePt t="54678" x="7007225" y="4619625"/>
          <p14:tracePt t="54686" x="6810375" y="4652963"/>
          <p14:tracePt t="54694" x="6619875" y="4667250"/>
          <p14:tracePt t="54703" x="6408738" y="4673600"/>
          <p14:tracePt t="54709" x="6116638" y="4687888"/>
          <p14:tracePt t="54719" x="5843588" y="4687888"/>
          <p14:tracePt t="54726" x="5557838" y="4667250"/>
          <p14:tracePt t="54735" x="5307013" y="4598988"/>
          <p14:tracePt t="54742" x="5184775" y="4565650"/>
          <p14:tracePt t="54752" x="4973638" y="4491038"/>
          <p14:tracePt t="54759" x="4899025" y="4456113"/>
          <p14:tracePt t="54769" x="4851400" y="4429125"/>
          <p14:tracePt t="54775" x="4762500" y="4395788"/>
          <p14:tracePt t="54785" x="4694238" y="4367213"/>
          <p14:tracePt t="54792" x="4646613" y="4333875"/>
          <p14:tracePt t="54802" x="4625975" y="4319588"/>
          <p14:tracePt t="54809" x="4613275" y="4292600"/>
          <p14:tracePt t="55037" x="4613275" y="4271963"/>
          <p14:tracePt t="55045" x="4613275" y="4259263"/>
          <p14:tracePt t="55053" x="4613275" y="4252913"/>
          <p14:tracePt t="55062" x="4613275" y="4232275"/>
          <p14:tracePt t="55078" x="4613275" y="4224338"/>
          <p14:tracePt t="55087" x="4613275" y="4211638"/>
          <p14:tracePt t="55102" x="4613275" y="4205288"/>
          <p14:tracePt t="55111" x="4598988" y="4197350"/>
          <p14:tracePt t="55120" x="4592638" y="4197350"/>
          <p14:tracePt t="55128" x="4572000" y="4197350"/>
          <p14:tracePt t="55137" x="4551363" y="4197350"/>
          <p14:tracePt t="55145" x="4530725" y="4211638"/>
          <p14:tracePt t="55153" x="4518025" y="4232275"/>
          <p14:tracePt t="55162" x="4503738" y="4259263"/>
          <p14:tracePt t="55169" x="4491038" y="4279900"/>
          <p14:tracePt t="55178" x="4470400" y="4319588"/>
          <p14:tracePt t="55185" x="4456113" y="4348163"/>
          <p14:tracePt t="55194" x="4449763" y="4381500"/>
          <p14:tracePt t="55202" x="4449763" y="4429125"/>
          <p14:tracePt t="55211" x="4449763" y="4470400"/>
          <p14:tracePt t="55218" x="4449763" y="4518025"/>
          <p14:tracePt t="55228" x="4449763" y="4565650"/>
          <p14:tracePt t="55234" x="4449763" y="4613275"/>
          <p14:tracePt t="55244" x="4476750" y="4646613"/>
          <p14:tracePt t="55250" x="4503738" y="4687888"/>
          <p14:tracePt t="55260" x="4524375" y="4700588"/>
          <p14:tracePt t="55267" x="4565650" y="4735513"/>
          <p14:tracePt t="55276" x="4592638" y="4741863"/>
          <p14:tracePt t="55283" x="4619625" y="4748213"/>
          <p14:tracePt t="55293" x="4652963" y="4762500"/>
          <p14:tracePt t="55300" x="4687888" y="4762500"/>
          <p14:tracePt t="55309" x="4714875" y="4762500"/>
          <p14:tracePt t="55316" x="4748213" y="4741863"/>
          <p14:tracePt t="55326" x="4776788" y="4721225"/>
          <p14:tracePt t="55332" x="4795838" y="4687888"/>
          <p14:tracePt t="55342" x="4824413" y="4652963"/>
          <p14:tracePt t="55349" x="4843463" y="4613275"/>
          <p14:tracePt t="55358" x="4864100" y="4572000"/>
          <p14:tracePt t="55365" x="4872038" y="4530725"/>
          <p14:tracePt t="55375" x="4872038" y="4491038"/>
          <p14:tracePt t="55382" x="4884738" y="4449763"/>
          <p14:tracePt t="55391" x="4884738" y="4408488"/>
          <p14:tracePt t="55399" x="4884738" y="4381500"/>
          <p14:tracePt t="55407" x="4864100" y="4354513"/>
          <p14:tracePt t="55415" x="4843463" y="4333875"/>
          <p14:tracePt t="55423" x="4824413" y="4319588"/>
          <p14:tracePt t="55432" x="4789488" y="4306888"/>
          <p14:tracePt t="55440" x="4748213" y="4300538"/>
          <p14:tracePt t="55448" x="4721225" y="4300538"/>
          <p14:tracePt t="55456" x="4687888" y="4300538"/>
          <p14:tracePt t="55465" x="4652963" y="4300538"/>
          <p14:tracePt t="55472" x="4625975" y="4327525"/>
          <p14:tracePt t="55481" x="4613275" y="4354513"/>
          <p14:tracePt t="55489" x="4578350" y="4395788"/>
          <p14:tracePt t="55498" x="4572000" y="4443413"/>
          <p14:tracePt t="55505" x="4565650" y="4518025"/>
          <p14:tracePt t="55515" x="4565650" y="4551363"/>
          <p14:tracePt t="55521" x="4565650" y="4613275"/>
          <p14:tracePt t="55531" x="4565650" y="4667250"/>
          <p14:tracePt t="55538" x="4578350" y="4714875"/>
          <p14:tracePt t="55548" x="4598988" y="4748213"/>
          <p14:tracePt t="55554" x="4640263" y="4789488"/>
          <p14:tracePt t="55565" x="4652963" y="4810125"/>
          <p14:tracePt t="55571" x="4694238" y="4824413"/>
          <p14:tracePt t="55581" x="4721225" y="4837113"/>
          <p14:tracePt t="55587" x="4748213" y="4837113"/>
          <p14:tracePt t="55598" x="4789488" y="4837113"/>
          <p14:tracePt t="55603" x="4816475" y="4837113"/>
          <p14:tracePt t="55615" x="4851400" y="4810125"/>
          <p14:tracePt t="55620" x="4884738" y="4789488"/>
          <p14:tracePt t="55631" x="4911725" y="4741863"/>
          <p14:tracePt t="55636" x="4938713" y="4700588"/>
          <p14:tracePt t="55648" x="4959350" y="4667250"/>
          <p14:tracePt t="55654" x="4959350" y="4646613"/>
          <p14:tracePt t="55665" x="4967288" y="4613275"/>
          <p14:tracePt t="55670" x="4967288" y="4578350"/>
          <p14:tracePt t="55681" x="4973638" y="4565650"/>
          <p14:tracePt t="55687" x="4973638" y="4551363"/>
          <p14:tracePt t="55698" x="4973638" y="4545013"/>
          <p14:tracePt t="55702" x="4973638" y="4530725"/>
          <p14:tracePt t="55715" x="4967288" y="4524375"/>
          <p14:tracePt t="56430" x="4967288" y="4518025"/>
          <p14:tracePt t="56440" x="4959350" y="4497388"/>
          <p14:tracePt t="56448" x="4946650" y="4476750"/>
          <p14:tracePt t="56456" x="4938713" y="4470400"/>
          <p14:tracePt t="56465" x="4932363" y="4449763"/>
          <p14:tracePt t="56472" x="4919663" y="4443413"/>
          <p14:tracePt t="56480" x="4911725" y="4422775"/>
          <p14:tracePt t="56488" x="4891088" y="4402138"/>
          <p14:tracePt t="56497" x="4864100" y="4375150"/>
          <p14:tracePt t="56507" x="4843463" y="4354513"/>
          <p14:tracePt t="56513" x="4816475" y="4333875"/>
          <p14:tracePt t="56523" x="4789488" y="4306888"/>
          <p14:tracePt t="56530" x="4768850" y="4300538"/>
          <p14:tracePt t="56540" x="4748213" y="4292600"/>
          <p14:tracePt t="56546" x="4721225" y="4271963"/>
          <p14:tracePt t="56556" x="4714875" y="4259263"/>
          <p14:tracePt t="56563" x="4687888" y="4259263"/>
          <p14:tracePt t="56572" x="4667250" y="4259263"/>
          <p14:tracePt t="56580" x="4652963" y="4259263"/>
          <p14:tracePt t="56588" x="4640263" y="4259263"/>
          <p14:tracePt t="56596" x="4619625" y="4259263"/>
          <p14:tracePt t="56605" x="4613275" y="4259263"/>
          <p14:tracePt t="56612" x="4598988" y="4259263"/>
          <p14:tracePt t="56621" x="4578350" y="4271963"/>
          <p14:tracePt t="56629" x="4572000" y="4279900"/>
          <p14:tracePt t="56638" x="4565650" y="4300538"/>
          <p14:tracePt t="56645" x="4545013" y="4327525"/>
          <p14:tracePt t="56654" x="4530725" y="4333875"/>
          <p14:tracePt t="56661" x="4524375" y="4367213"/>
          <p14:tracePt t="56671" x="4524375" y="4381500"/>
          <p14:tracePt t="56677" x="4524375" y="4408488"/>
          <p14:tracePt t="56686" x="4518025" y="4443413"/>
          <p14:tracePt t="56694" x="4518025" y="4476750"/>
          <p14:tracePt t="56702" x="4518025" y="4503738"/>
          <p14:tracePt t="56710" x="4518025" y="4530725"/>
          <p14:tracePt t="56719" x="4518025" y="4572000"/>
          <p14:tracePt t="56726" x="4518025" y="4598988"/>
          <p14:tracePt t="56735" x="4518025" y="4619625"/>
          <p14:tracePt t="56743" x="4518025" y="4646613"/>
          <p14:tracePt t="56752" x="4518025" y="4673600"/>
          <p14:tracePt t="56759" x="4524375" y="4700588"/>
          <p14:tracePt t="56768" x="4530725" y="4714875"/>
          <p14:tracePt t="56775" x="4545013" y="4735513"/>
          <p14:tracePt t="56784" x="4551363" y="4741863"/>
          <p14:tracePt t="56792" x="4565650" y="4748213"/>
          <p14:tracePt t="56800" x="4572000" y="4762500"/>
          <p14:tracePt t="56808" x="4578350" y="4768850"/>
          <p14:tracePt t="56817" x="4598988" y="4776788"/>
          <p14:tracePt t="56824" x="4613275" y="4776788"/>
          <p14:tracePt t="56833" x="4625975" y="4776788"/>
          <p14:tracePt t="56840" x="4646613" y="4789488"/>
          <p14:tracePt t="58585" x="4625975" y="4789488"/>
          <p14:tracePt t="58595" x="4598988" y="4789488"/>
          <p14:tracePt t="58603" x="4565650" y="4795838"/>
          <p14:tracePt t="58611" x="4449763" y="4816475"/>
          <p14:tracePt t="58620" x="4319588" y="4816475"/>
          <p14:tracePt t="58627" x="4149725" y="4816475"/>
          <p14:tracePt t="58636" x="3932238" y="4816475"/>
          <p14:tracePt t="58644" x="3694113" y="4748213"/>
          <p14:tracePt t="58651" x="3422650" y="4667250"/>
          <p14:tracePt t="58661" x="3197225" y="4572000"/>
          <p14:tracePt t="58668" x="3095625" y="4524375"/>
          <p14:tracePt t="58677" x="3021013" y="4497388"/>
          <p14:tracePt t="58684" x="2967038" y="4470400"/>
          <p14:tracePt t="58693" x="2871788" y="4422775"/>
          <p14:tracePt t="58700" x="2795588" y="4395788"/>
          <p14:tracePt t="58709" x="2755900" y="4375150"/>
          <p14:tracePt t="58716" x="2728913" y="4354513"/>
          <p14:tracePt t="59093" x="2700338" y="4354513"/>
          <p14:tracePt t="59102" x="2652713" y="4333875"/>
          <p14:tracePt t="59111" x="2598738" y="4319588"/>
          <p14:tracePt t="59119" x="2538413" y="4306888"/>
          <p14:tracePt t="59127" x="2503488" y="4300538"/>
          <p14:tracePt t="59136" x="2476500" y="4300538"/>
          <p14:tracePt t="59143" x="2449513" y="4300538"/>
          <p14:tracePt t="59152" x="2414588" y="4300538"/>
          <p14:tracePt t="59160" x="2366963" y="4300538"/>
          <p14:tracePt t="59175" x="2354263" y="4319588"/>
          <p14:tracePt t="59184" x="2333625" y="4348163"/>
          <p14:tracePt t="59193" x="2333625" y="4367213"/>
          <p14:tracePt t="59201" x="2333625" y="4395788"/>
          <p14:tracePt t="59209" x="2333625" y="4429125"/>
          <p14:tracePt t="59217" x="2333625" y="4456113"/>
          <p14:tracePt t="59225" x="2333625" y="4497388"/>
          <p14:tracePt t="59234" x="2339975" y="4545013"/>
          <p14:tracePt t="59241" x="2366963" y="4578350"/>
          <p14:tracePt t="59250" x="2387600" y="4625975"/>
          <p14:tracePt t="59257" x="2414588" y="4667250"/>
          <p14:tracePt t="59267" x="2449513" y="4700588"/>
          <p14:tracePt t="59273" x="2462213" y="4735513"/>
          <p14:tracePt t="59283" x="2503488" y="4768850"/>
          <p14:tracePt t="59290" x="2509838" y="4776788"/>
          <p14:tracePt t="59300" x="2551113" y="4810125"/>
          <p14:tracePt t="59306" x="2586038" y="4824413"/>
          <p14:tracePt t="59316" x="2625725" y="4843463"/>
          <p14:tracePt t="59324" x="2700338" y="4851400"/>
          <p14:tracePt t="59333" x="2768600" y="4872038"/>
          <p14:tracePt t="59341" x="2851150" y="4884738"/>
          <p14:tracePt t="59349" x="2967038" y="4884738"/>
          <p14:tracePt t="59357" x="3163888" y="4911725"/>
          <p14:tracePt t="59365" x="3252788" y="4919663"/>
          <p14:tracePt t="59374" x="3408363" y="4932363"/>
          <p14:tracePt t="59382" x="3571875" y="4932363"/>
          <p14:tracePt t="59390" x="3735388" y="4938713"/>
          <p14:tracePt t="59398" x="3905250" y="4938713"/>
          <p14:tracePt t="59407" x="3959225" y="4938713"/>
          <p14:tracePt t="59414" x="4075113" y="4938713"/>
          <p14:tracePt t="59423" x="4170363" y="4919663"/>
          <p14:tracePt t="59431" x="4252913" y="4891088"/>
          <p14:tracePt t="59440" x="4306888" y="4864100"/>
          <p14:tracePt t="59447" x="4354513" y="4837113"/>
          <p14:tracePt t="59457" x="4395788" y="4810125"/>
          <p14:tracePt t="59463" x="4429125" y="4768850"/>
          <p14:tracePt t="59473" x="4443413" y="4762500"/>
          <p14:tracePt t="59480" x="4449763" y="4735513"/>
          <p14:tracePt t="59490" x="4470400" y="4700588"/>
          <p14:tracePt t="59495" x="4470400" y="4687888"/>
          <p14:tracePt t="59506" x="4476750" y="4652963"/>
          <p14:tracePt t="59512" x="4476750" y="4625975"/>
          <p14:tracePt t="59522" x="4476750" y="4619625"/>
          <p14:tracePt t="59529" x="4476750" y="4598988"/>
          <p14:tracePt t="59538" x="4470400" y="4578350"/>
          <p14:tracePt t="59546" x="4456113" y="4565650"/>
          <p14:tracePt t="59555" x="4449763" y="4551363"/>
          <p14:tracePt t="59562" x="4443413" y="4545013"/>
          <p14:tracePt t="59572" x="4429125" y="4530725"/>
          <p14:tracePt t="59578" x="4422775" y="4530725"/>
          <p14:tracePt t="59587" x="4402138" y="4524375"/>
          <p14:tracePt t="59594" x="4395788" y="4524375"/>
          <p14:tracePt t="59603" x="4375150" y="4524375"/>
          <p14:tracePt t="59611" x="4367213" y="4524375"/>
          <p14:tracePt t="59619" x="4348163" y="4524375"/>
          <p14:tracePt t="59627" x="4333875" y="4524375"/>
          <p14:tracePt t="59636" x="4319588" y="4524375"/>
          <p14:tracePt t="59643" x="4306888" y="4530725"/>
          <p14:tracePt t="59652" x="4292600" y="4551363"/>
          <p14:tracePt t="59659" x="4271963" y="4572000"/>
          <p14:tracePt t="59668" x="4259263" y="4592638"/>
          <p14:tracePt t="59676" x="4252913" y="4619625"/>
          <p14:tracePt t="59685" x="4252913" y="4640263"/>
          <p14:tracePt t="59692" x="4252913" y="4667250"/>
          <p14:tracePt t="59702" x="4252913" y="4687888"/>
          <p14:tracePt t="59708" x="4252913" y="4700588"/>
          <p14:tracePt t="59718" x="4252913" y="4721225"/>
          <p14:tracePt t="59725" x="4252913" y="4735513"/>
          <p14:tracePt t="59734" x="4259263" y="4741863"/>
          <p14:tracePt t="59740" x="4279900" y="4748213"/>
          <p14:tracePt t="59750" x="4300538" y="4748213"/>
          <p14:tracePt t="59757" x="4319588" y="4748213"/>
          <p14:tracePt t="59767" x="4333875" y="4748213"/>
          <p14:tracePt t="59773" x="4367213" y="4741863"/>
          <p14:tracePt t="59783" x="4395788" y="4700588"/>
          <p14:tracePt t="59790" x="4422775" y="4667250"/>
          <p14:tracePt t="59800" x="4449763" y="4625975"/>
          <p14:tracePt t="59806" x="4470400" y="4578350"/>
          <p14:tracePt t="59816" x="4476750" y="4530725"/>
          <p14:tracePt t="59823" x="4491038" y="4476750"/>
          <p14:tracePt t="59833" x="4491038" y="4429125"/>
          <p14:tracePt t="59839" x="4491038" y="4381500"/>
          <p14:tracePt t="59849" x="4491038" y="4375150"/>
          <p14:tracePt t="59856" x="4491038" y="4348163"/>
          <p14:tracePt t="59865" x="4491038" y="4319588"/>
          <p14:tracePt t="59872" x="4476750" y="4300538"/>
          <p14:tracePt t="59888" x="4470400" y="4292600"/>
          <p14:tracePt t="64231" x="4456113" y="4292600"/>
          <p14:tracePt t="64248" x="4443413" y="4292600"/>
          <p14:tracePt t="64248" x="4422775" y="4292600"/>
          <p14:tracePt t="64258" x="4395788" y="4292600"/>
          <p14:tracePt t="64265" x="4367213" y="4279900"/>
          <p14:tracePt t="64274" x="4348163" y="4279900"/>
          <p14:tracePt t="64281" x="4306888" y="4271963"/>
          <p14:tracePt t="64290" x="4292600" y="4271963"/>
          <p14:tracePt t="64298" x="4252913" y="4271963"/>
          <p14:tracePt t="64306" x="4232275" y="4259263"/>
          <p14:tracePt t="64315" x="4205288" y="4259263"/>
          <p14:tracePt t="64322" x="4184650" y="4259263"/>
          <p14:tracePt t="64331" x="4176713" y="4259263"/>
          <p14:tracePt t="64339" x="4170363" y="4259263"/>
          <p14:tracePt t="64347" x="4157663" y="4259263"/>
          <p14:tracePt t="64723" x="4149725" y="4259263"/>
          <p14:tracePt t="64732" x="4075113" y="4259263"/>
          <p14:tracePt t="64740" x="3986213" y="4252913"/>
          <p14:tracePt t="64749" x="3925888" y="4252913"/>
          <p14:tracePt t="64757" x="3851275" y="4252913"/>
          <p14:tracePt t="64765" x="3768725" y="4252913"/>
          <p14:tracePt t="64772" x="3708400" y="4259263"/>
          <p14:tracePt t="64782" x="3660775" y="4292600"/>
          <p14:tracePt t="64789" x="3613150" y="4306888"/>
          <p14:tracePt t="64798" x="3538538" y="4354513"/>
          <p14:tracePt t="64806" x="3449638" y="4408488"/>
          <p14:tracePt t="64814" x="3408363" y="4456113"/>
          <p14:tracePt t="65255" x="3395663" y="4456113"/>
          <p14:tracePt t="65264" x="3348038" y="4456113"/>
          <p14:tracePt t="65273" x="3300413" y="4456113"/>
          <p14:tracePt t="65280" x="3252788" y="4456113"/>
          <p14:tracePt t="65288" x="3224213" y="4456113"/>
          <p14:tracePt t="65297" x="3190875" y="4456113"/>
          <p14:tracePt t="65305" x="3163888" y="4470400"/>
          <p14:tracePt t="65313" x="3143250" y="4476750"/>
          <p14:tracePt t="65322" x="3122613" y="4491038"/>
          <p14:tracePt t="65331" x="3089275" y="4518025"/>
          <p14:tracePt t="65339" x="3054350" y="4530725"/>
          <p14:tracePt t="65347" x="3048000" y="4545013"/>
          <p14:tracePt t="65632" x="3041650" y="4524375"/>
          <p14:tracePt t="65642" x="3021013" y="4503738"/>
          <p14:tracePt t="65651" x="2994025" y="4476750"/>
          <p14:tracePt t="65660" x="2967038" y="4456113"/>
          <p14:tracePt t="65667" x="2946400" y="4429125"/>
          <p14:tracePt t="65675" x="2884488" y="4395788"/>
          <p14:tracePt t="65682" x="2843213" y="4367213"/>
          <p14:tracePt t="65692" x="2795588" y="4327525"/>
          <p14:tracePt t="65699" x="2747963" y="4306888"/>
          <p14:tracePt t="65708" x="2700338" y="4292600"/>
          <p14:tracePt t="65715" x="2652713" y="4279900"/>
          <p14:tracePt t="65723" x="2613025" y="4279900"/>
          <p14:tracePt t="65730" x="2598738" y="4279900"/>
          <p14:tracePt t="65741" x="2565400" y="4279900"/>
          <p14:tracePt t="65748" x="2538413" y="4279900"/>
          <p14:tracePt t="65757" x="2524125" y="4279900"/>
          <p14:tracePt t="65765" x="2509838" y="4292600"/>
          <p14:tracePt t="65773" x="2490788" y="4300538"/>
          <p14:tracePt t="65780" x="2482850" y="4319588"/>
          <p14:tracePt t="65790" x="2476500" y="4333875"/>
          <p14:tracePt t="65796" x="2462213" y="4367213"/>
          <p14:tracePt t="65806" x="2462213" y="4395788"/>
          <p14:tracePt t="65813" x="2462213" y="4429125"/>
          <p14:tracePt t="65822" x="2462213" y="4456113"/>
          <p14:tracePt t="65829" x="2482850" y="4497388"/>
          <p14:tracePt t="65839" x="2503488" y="4530725"/>
          <p14:tracePt t="65846" x="2530475" y="4572000"/>
          <p14:tracePt t="65855" x="2565400" y="4598988"/>
          <p14:tracePt t="65862" x="2605088" y="4625975"/>
          <p14:tracePt t="65872" x="2646363" y="4646613"/>
          <p14:tracePt t="65879" x="2681288" y="4652963"/>
          <p14:tracePt t="65888" x="2728913" y="4667250"/>
          <p14:tracePt t="65895" x="2776538" y="4667250"/>
          <p14:tracePt t="65905" x="2824163" y="4667250"/>
          <p14:tracePt t="65913" x="2871788" y="4667250"/>
          <p14:tracePt t="65920" x="2905125" y="4646613"/>
          <p14:tracePt t="65931" x="2946400" y="4625975"/>
          <p14:tracePt t="65937" x="2973388" y="4598988"/>
          <p14:tracePt t="65945" x="3000375" y="4572000"/>
          <p14:tracePt t="65953" x="3021013" y="4545013"/>
          <p14:tracePt t="65962" x="3027363" y="4518025"/>
          <p14:tracePt t="65969" x="3027363" y="4497388"/>
          <p14:tracePt t="65978" x="3027363" y="4476750"/>
          <p14:tracePt t="65986" x="3027363" y="4443413"/>
          <p14:tracePt t="65995" x="3027363" y="4422775"/>
          <p14:tracePt t="66002" x="3021013" y="4402138"/>
          <p14:tracePt t="66011" x="3000375" y="4381500"/>
          <p14:tracePt t="66018" x="2973388" y="4367213"/>
          <p14:tracePt t="66028" x="2932113" y="4348163"/>
          <p14:tracePt t="66035" x="2898775" y="4333875"/>
          <p14:tracePt t="66045" x="2857500" y="4327525"/>
          <p14:tracePt t="66051" x="2824163" y="4319588"/>
          <p14:tracePt t="66061" x="2803525" y="4319588"/>
          <p14:tracePt t="66068" x="2776538" y="4319588"/>
          <p14:tracePt t="66078" x="2747963" y="4319588"/>
          <p14:tracePt t="66084" x="2728913" y="4319588"/>
          <p14:tracePt t="66095" x="2720975" y="4319588"/>
          <p14:tracePt t="66100" x="2700338" y="4319588"/>
          <p14:tracePt t="66111" x="2687638" y="4319588"/>
          <p14:tracePt t="66124" x="2687638" y="4327525"/>
          <p14:tracePt t="66541" x="2687638" y="4354513"/>
          <p14:tracePt t="66550" x="2687638" y="4381500"/>
          <p14:tracePt t="66558" x="2720975" y="4422775"/>
          <p14:tracePt t="66567" x="2735263" y="4456113"/>
          <p14:tracePt t="66576" x="2768600" y="4491038"/>
          <p14:tracePt t="66584" x="2795588" y="4524375"/>
          <p14:tracePt t="66593" x="2830513" y="4545013"/>
          <p14:tracePt t="66600" x="2857500" y="4572000"/>
          <p14:tracePt t="66609" x="2884488" y="4578350"/>
          <p14:tracePt t="66616" x="2925763" y="4592638"/>
          <p14:tracePt t="66625" x="2952750" y="4592638"/>
          <p14:tracePt t="66634" x="2994025" y="4592638"/>
          <p14:tracePt t="66642" x="3021013" y="4592638"/>
          <p14:tracePt t="66651" x="3041650" y="4592638"/>
          <p14:tracePt t="66658" x="3054350" y="4578350"/>
          <p14:tracePt t="66667" x="3074988" y="4572000"/>
          <p14:tracePt t="66675" x="3089275" y="4565650"/>
          <p14:tracePt t="66684" x="3095625" y="4545013"/>
          <p14:tracePt t="66691" x="3101975" y="4524375"/>
          <p14:tracePt t="66700" x="3101975" y="4518025"/>
          <p14:tracePt t="66707" x="3101975" y="4497388"/>
          <p14:tracePt t="66717" x="3101975" y="4476750"/>
          <p14:tracePt t="66724" x="3095625" y="4456113"/>
          <p14:tracePt t="66733" x="3068638" y="4443413"/>
          <p14:tracePt t="66739" x="3041650" y="4422775"/>
          <p14:tracePt t="66750" x="2994025" y="4395788"/>
          <p14:tracePt t="66756" x="2952750" y="4375150"/>
          <p14:tracePt t="66766" x="2905125" y="4354513"/>
          <p14:tracePt t="66773" x="2857500" y="4348163"/>
          <p14:tracePt t="66783" x="2803525" y="4327525"/>
          <p14:tracePt t="66789" x="2795588" y="4327525"/>
          <p14:tracePt t="66799" x="2747963" y="4327525"/>
          <p14:tracePt t="66806" x="2720975" y="4327525"/>
          <p14:tracePt t="66815" x="2687638" y="4327525"/>
          <p14:tracePt t="66822" x="2673350" y="4327525"/>
          <p14:tracePt t="66831" x="2660650" y="4327525"/>
          <p14:tracePt t="66839" x="2652713" y="4333875"/>
          <p14:tracePt t="66848" x="2633663" y="4354513"/>
          <p14:tracePt t="66854" x="2633663" y="4375150"/>
          <p14:tracePt t="66863" x="2633663" y="4402138"/>
          <p14:tracePt t="66871" x="2633663" y="4422775"/>
          <p14:tracePt t="66880" x="2633663" y="4449763"/>
          <p14:tracePt t="66887" x="2633663" y="4476750"/>
          <p14:tracePt t="66896" x="2646363" y="4503738"/>
          <p14:tracePt t="66904" x="2646363" y="4518025"/>
          <p14:tracePt t="66913" x="2660650" y="4530725"/>
          <p14:tracePt t="66921" x="2681288" y="4551363"/>
          <p14:tracePt t="66931" x="2687638" y="4565650"/>
          <p14:tracePt t="66936" x="2700338" y="4572000"/>
          <p14:tracePt t="66945" x="2708275" y="4572000"/>
          <p14:tracePt t="66953" x="2720975" y="4578350"/>
          <p14:tracePt t="66965" x="2728913" y="4578350"/>
          <p14:tracePt t="66969" x="2747963" y="4578350"/>
          <p14:tracePt t="66978" x="2755900" y="4572000"/>
          <p14:tracePt t="66985" x="2755900" y="4551363"/>
          <p14:tracePt t="66994" x="2776538" y="4530725"/>
          <p14:tracePt t="67001" x="2776538" y="4518025"/>
          <p14:tracePt t="67010" x="2782888" y="4476750"/>
          <p14:tracePt t="67017" x="2782888" y="4470400"/>
          <p14:tracePt t="67026" x="2782888" y="4449763"/>
          <p14:tracePt t="67034" x="2782888" y="4429125"/>
          <p14:tracePt t="67044" x="2782888" y="4408488"/>
          <p14:tracePt t="67050" x="2782888" y="4395788"/>
          <p14:tracePt t="67060" x="2776538" y="4381500"/>
          <p14:tracePt t="67067" x="2768600" y="4375150"/>
          <p14:tracePt t="67077" x="2755900" y="4367213"/>
          <p14:tracePt t="67083" x="2747963" y="4354513"/>
          <p14:tracePt t="67093" x="2735263" y="4354513"/>
          <p14:tracePt t="67099" x="2720975" y="4354513"/>
          <p14:tracePt t="67109" x="2708275" y="4354513"/>
          <p14:tracePt t="67116" x="2700338" y="4354513"/>
          <p14:tracePt t="67125" x="2687638" y="4354513"/>
          <p14:tracePt t="67132" x="2681288" y="4354513"/>
          <p14:tracePt t="67142" x="2673350" y="4354513"/>
          <p14:tracePt t="67149" x="2660650" y="4354513"/>
          <p14:tracePt t="67173" x="2652713" y="4367213"/>
          <p14:tracePt t="67189" x="2652713" y="4375150"/>
          <p14:tracePt t="67213" x="2652713" y="4381500"/>
          <p14:tracePt t="67246" x="2652713" y="4395788"/>
          <p14:tracePt t="67279" x="2652713" y="4402138"/>
          <p14:tracePt t="67288" x="2660650" y="4402138"/>
          <p14:tracePt t="67320" x="2673350" y="4402138"/>
          <p14:tracePt t="67369" x="2673350" y="4395788"/>
          <p14:tracePt t="67386" x="2673350" y="4381500"/>
          <p14:tracePt t="67410" x="2673350" y="4375150"/>
          <p14:tracePt t="67516" x="2681288" y="4375150"/>
          <p14:tracePt t="67541" x="2687638" y="4381500"/>
          <p14:tracePt t="67550" x="2700338" y="4395788"/>
          <p14:tracePt t="67559" x="2720975" y="4402138"/>
          <p14:tracePt t="67568" x="2728913" y="4408488"/>
          <p14:tracePt t="67575" x="2735263" y="4429125"/>
          <p14:tracePt t="67585" x="2755900" y="4443413"/>
          <p14:tracePt t="67591" x="2768600" y="4456113"/>
          <p14:tracePt t="67600" x="2782888" y="4470400"/>
          <p14:tracePt t="67608" x="2795588" y="4476750"/>
          <p14:tracePt t="67616" x="2803525" y="4491038"/>
          <p14:tracePt t="67624" x="2803525" y="4497388"/>
          <p14:tracePt t="67640" x="2809875" y="4503738"/>
          <p14:tracePt t="67754" x="2809875" y="4497388"/>
          <p14:tracePt t="67779" x="2809875" y="4491038"/>
          <p14:tracePt t="67811" x="2809875" y="4476750"/>
          <p14:tracePt t="67860" x="2809875" y="4470400"/>
          <p14:tracePt t="67885" x="2809875" y="4456113"/>
          <p14:tracePt t="67910" x="2809875" y="4449763"/>
          <p14:tracePt t="67926" x="2809875" y="4443413"/>
          <p14:tracePt t="67935" x="2809875" y="4429125"/>
          <p14:tracePt t="67959" x="2809875" y="4422775"/>
          <p14:tracePt t="67967" x="2809875" y="4408488"/>
          <p14:tracePt t="67976" x="2824163" y="4408488"/>
          <p14:tracePt t="68000" x="2824163" y="4402138"/>
          <p14:tracePt t="68049" x="2830513" y="4402138"/>
          <p14:tracePt t="68065" x="2830513" y="4395788"/>
          <p14:tracePt t="68090" x="2843213" y="4381500"/>
          <p14:tracePt t="68099" x="2843213" y="4375150"/>
          <p14:tracePt t="68108" x="2843213" y="4367213"/>
          <p14:tracePt t="68123" x="2851150" y="4354513"/>
          <p14:tracePt t="68132" x="2851150" y="4348163"/>
          <p14:tracePt t="68142" x="2851150" y="4333875"/>
          <p14:tracePt t="68148" x="2857500" y="4327525"/>
          <p14:tracePt t="68157" x="2857500" y="4319588"/>
          <p14:tracePt t="68165" x="2857500" y="4306888"/>
          <p14:tracePt t="68174" x="2871788" y="4306888"/>
          <p14:tracePt t="68182" x="2871788" y="4300538"/>
          <p14:tracePt t="68213" x="2871788" y="4292600"/>
          <p14:tracePt t="68237" x="2857500" y="4292600"/>
          <p14:tracePt t="68246" x="2851150" y="4292600"/>
          <p14:tracePt t="68255" x="2830513" y="4292600"/>
          <p14:tracePt t="68263" x="2824163" y="4292600"/>
          <p14:tracePt t="68271" x="2803525" y="4292600"/>
          <p14:tracePt t="68279" x="2782888" y="4292600"/>
          <p14:tracePt t="68287" x="2776538" y="4292600"/>
          <p14:tracePt t="68295" x="2747963" y="4306888"/>
          <p14:tracePt t="68303" x="2735263" y="4306888"/>
          <p14:tracePt t="68312" x="2720975" y="4327525"/>
          <p14:tracePt t="68321" x="2708275" y="4348163"/>
          <p14:tracePt t="68328" x="2687638" y="4367213"/>
          <p14:tracePt t="68337" x="2681288" y="4375150"/>
          <p14:tracePt t="68345" x="2681288" y="4395788"/>
          <p14:tracePt t="68353" x="2673350" y="4408488"/>
          <p14:tracePt t="68361" x="2673350" y="4429125"/>
          <p14:tracePt t="68370" x="2660650" y="4443413"/>
          <p14:tracePt t="68378" x="2660650" y="4456113"/>
          <p14:tracePt t="68386" x="2660650" y="4470400"/>
          <p14:tracePt t="68394" x="2660650" y="4476750"/>
          <p14:tracePt t="68402" x="2660650" y="4491038"/>
          <p14:tracePt t="68411" x="2673350" y="4497388"/>
          <p14:tracePt t="68419" x="2673350" y="4503738"/>
          <p14:tracePt t="68427" x="2681288" y="4503738"/>
          <p14:tracePt t="68435" x="2700338" y="4518025"/>
          <p14:tracePt t="68451" x="2720975" y="4518025"/>
          <p14:tracePt t="68460" x="2728913" y="4518025"/>
          <p14:tracePt t="68468" x="2735263" y="4518025"/>
          <p14:tracePt t="68476" x="2747963" y="4518025"/>
          <p14:tracePt t="68484" x="2755900" y="4503738"/>
          <p14:tracePt t="68493" x="2755900" y="4497388"/>
          <p14:tracePt t="68501" x="2768600" y="4497388"/>
          <p14:tracePt t="68509" x="2768600" y="4491038"/>
          <p14:tracePt t="68517" x="2768600" y="4476750"/>
          <p14:tracePt t="68525" x="2776538" y="4476750"/>
          <p14:tracePt t="68533" x="2776538" y="4470400"/>
          <p14:tracePt t="68549" x="2776538" y="4456113"/>
          <p14:tracePt t="68574" x="2776538" y="4449763"/>
          <p14:tracePt t="68590" x="2768600" y="4449763"/>
          <p14:tracePt t="68615" x="2768600" y="4443413"/>
          <p14:tracePt t="68631" x="2755900" y="4443413"/>
          <p14:tracePt t="68713" x="2768600" y="4449763"/>
          <p14:tracePt t="68723" x="2768600" y="4456113"/>
          <p14:tracePt t="68731" x="2776538" y="4470400"/>
          <p14:tracePt t="68741" x="2782888" y="4476750"/>
          <p14:tracePt t="68754" x="2795588" y="4491038"/>
          <p14:tracePt t="68770" x="2795588" y="4497388"/>
          <p14:tracePt t="68787" x="2803525" y="4497388"/>
          <p14:tracePt t="68827" x="2803525" y="4476750"/>
          <p14:tracePt t="68836" x="2803525" y="4456113"/>
          <p14:tracePt t="68844" x="2809875" y="4443413"/>
          <p14:tracePt t="68853" x="2809875" y="4422775"/>
          <p14:tracePt t="68861" x="2809875" y="4395788"/>
          <p14:tracePt t="68870" x="2809875" y="4367213"/>
          <p14:tracePt t="68878" x="2809875" y="4348163"/>
          <p14:tracePt t="68887" x="2809875" y="4327525"/>
          <p14:tracePt t="68895" x="2809875" y="4306888"/>
          <p14:tracePt t="68903" x="2824163" y="4292600"/>
          <p14:tracePt t="68913" x="2824163" y="4279900"/>
          <p14:tracePt t="68920" x="2824163" y="4259263"/>
          <p14:tracePt t="68934" x="2824163" y="4252913"/>
          <p14:tracePt t="68967" x="2824163" y="4244975"/>
          <p14:tracePt t="68991" x="2830513" y="4244975"/>
          <p14:tracePt t="69008" x="2830513" y="4232275"/>
          <p14:tracePt t="69024" x="2843213" y="4224338"/>
          <p14:tracePt t="69034" x="2843213" y="4211638"/>
          <p14:tracePt t="69043" x="2851150" y="4205288"/>
          <p14:tracePt t="69050" x="2857500" y="4197350"/>
          <p14:tracePt t="69060" x="2857500" y="4184650"/>
          <p14:tracePt t="69066" x="2871788" y="4176713"/>
          <p14:tracePt t="69074" x="2871788" y="4170363"/>
          <p14:tracePt t="69083" x="2878138" y="4157663"/>
          <p14:tracePt t="69091" x="2878138" y="4149725"/>
          <p14:tracePt t="69099" x="2884488" y="4149725"/>
          <p14:tracePt t="69107" x="2884488" y="4137025"/>
          <p14:tracePt t="69131" x="2898775" y="4137025"/>
          <p14:tracePt t="69221" x="2884488" y="4149725"/>
          <p14:tracePt t="69230" x="2878138" y="4157663"/>
          <p14:tracePt t="69239" x="2871788" y="4170363"/>
          <p14:tracePt t="69246" x="2857500" y="4176713"/>
          <p14:tracePt t="69256" x="2851150" y="4184650"/>
          <p14:tracePt t="69265" x="2843213" y="4197350"/>
          <p14:tracePt t="69272" x="2830513" y="4205288"/>
          <p14:tracePt t="69281" x="2824163" y="4211638"/>
          <p14:tracePt t="69295" x="2809875" y="4224338"/>
          <p14:tracePt t="69319" x="2809875" y="4232275"/>
          <p14:tracePt t="69401" x="2824163" y="4232275"/>
          <p14:tracePt t="69409" x="2830513" y="4224338"/>
          <p14:tracePt t="69418" x="2843213" y="4224338"/>
          <p14:tracePt t="69427" x="2851150" y="4224338"/>
          <p14:tracePt t="69434" x="2871788" y="4211638"/>
          <p14:tracePt t="69444" x="2878138" y="4211638"/>
          <p14:tracePt t="69451" x="2884488" y="4205288"/>
          <p14:tracePt t="69459" x="2905125" y="4205288"/>
          <p14:tracePt t="69468" x="2919413" y="4205288"/>
          <p14:tracePt t="69476" x="2925763" y="4205288"/>
          <p14:tracePt t="69500" x="2932113" y="4205288"/>
          <p14:tracePt t="69524" x="2946400" y="4205288"/>
          <p14:tracePt t="69540" x="2946400" y="4211638"/>
          <p14:tracePt t="69550" x="2946400" y="4224338"/>
          <p14:tracePt t="69558" x="2946400" y="4232275"/>
          <p14:tracePt t="69567" x="2946400" y="4252913"/>
          <p14:tracePt t="69575" x="2946400" y="4259263"/>
          <p14:tracePt t="69584" x="2946400" y="4292600"/>
          <p14:tracePt t="69592" x="2946400" y="4319588"/>
          <p14:tracePt t="69600" x="2932113" y="4348163"/>
          <p14:tracePt t="70073" x="2952750" y="4348163"/>
          <p14:tracePt t="70081" x="2979738" y="4333875"/>
          <p14:tracePt t="70090" x="3006725" y="4327525"/>
          <p14:tracePt t="70100" x="3054350" y="4327525"/>
          <p14:tracePt t="70106" x="3089275" y="4319588"/>
          <p14:tracePt t="70116" x="3122613" y="4319588"/>
          <p14:tracePt t="70124" x="3197225" y="4319588"/>
          <p14:tracePt t="70132" x="3292475" y="4319588"/>
          <p14:tracePt t="70141" x="3375025" y="4319588"/>
          <p14:tracePt t="70149" x="3470275" y="4327525"/>
          <p14:tracePt t="70158" x="3565525" y="4354513"/>
          <p14:tracePt t="70165" x="3667125" y="4402138"/>
          <p14:tracePt t="70175" x="3756025" y="4443413"/>
          <p14:tracePt t="70182" x="3803650" y="4470400"/>
          <p14:tracePt t="70191" x="3884613" y="4503738"/>
          <p14:tracePt t="70198" x="3911600" y="4524375"/>
          <p14:tracePt t="70207" x="3959225" y="4551363"/>
          <p14:tracePt t="70214" x="4006850" y="4578350"/>
          <p14:tracePt t="70224" x="4033838" y="4592638"/>
          <p14:tracePt t="70230" x="4062413" y="4613275"/>
          <p14:tracePt t="70240" x="4081463" y="4619625"/>
          <p14:tracePt t="70247" x="4089400" y="4625975"/>
          <p14:tracePt t="70257" x="4102100" y="4640263"/>
          <p14:tracePt t="70278" x="4110038" y="4646613"/>
          <p14:tracePt t="70483" x="4137025" y="4625975"/>
          <p14:tracePt t="70492" x="4157663" y="4619625"/>
          <p14:tracePt t="70500" x="4176713" y="4598988"/>
          <p14:tracePt t="70509" x="4197350" y="4578350"/>
          <p14:tracePt t="70517" x="4211638" y="4572000"/>
          <p14:tracePt t="70525" x="4232275" y="4565650"/>
          <p14:tracePt t="70533" x="4259263" y="4545013"/>
          <p14:tracePt t="70541" x="4292600" y="4518025"/>
          <p14:tracePt t="70550" x="4300538" y="4503738"/>
          <p14:tracePt t="70558" x="4319588" y="4491038"/>
          <p14:tracePt t="70566" x="4333875" y="4476750"/>
          <p14:tracePt t="70575" x="4354513" y="4456113"/>
          <p14:tracePt t="70582" x="4367213" y="4449763"/>
          <p14:tracePt t="70591" x="4375150" y="4443413"/>
          <p14:tracePt t="70598" x="4381500" y="4429125"/>
          <p14:tracePt t="70614" x="4395788" y="4429125"/>
          <p14:tracePt t="70622" x="4395788" y="4422775"/>
          <p14:tracePt t="70663" x="4381500" y="4422775"/>
          <p14:tracePt t="70680" x="4367213" y="4422775"/>
          <p14:tracePt t="70688" x="4354513" y="4422775"/>
          <p14:tracePt t="70696" x="4348163" y="4422775"/>
          <p14:tracePt t="70713" x="4333875" y="4422775"/>
          <p14:tracePt t="70720" x="4327525" y="4429125"/>
          <p14:tracePt t="70745" x="4319588" y="4429125"/>
          <p14:tracePt t="70753" x="4319588" y="4443413"/>
          <p14:tracePt t="70786" x="4327525" y="4443413"/>
          <p14:tracePt t="70795" x="4348163" y="4443413"/>
          <p14:tracePt t="70803" x="4354513" y="4429125"/>
          <p14:tracePt t="70813" x="4381500" y="4422775"/>
          <p14:tracePt t="70821" x="4402138" y="4408488"/>
          <p14:tracePt t="70830" x="4422775" y="4402138"/>
          <p14:tracePt t="70837" x="4443413" y="4395788"/>
          <p14:tracePt t="70846" x="4456113" y="4395788"/>
          <p14:tracePt t="70854" x="4476750" y="4381500"/>
          <p14:tracePt t="70863" x="4491038" y="4381500"/>
          <p14:tracePt t="70871" x="4497388" y="4381500"/>
          <p14:tracePt t="70880" x="4503738" y="4381500"/>
          <p14:tracePt t="70901" x="4503738" y="4375150"/>
          <p14:tracePt t="70942" x="4497388" y="4375150"/>
          <p14:tracePt t="70951" x="4491038" y="4375150"/>
          <p14:tracePt t="70959" x="4470400" y="4375150"/>
          <p14:tracePt t="70968" x="4456113" y="4375150"/>
          <p14:tracePt t="70975" x="4449763" y="4375150"/>
          <p14:tracePt t="70984" x="4443413" y="4375150"/>
          <p14:tracePt t="70992" x="4429125" y="4375150"/>
          <p14:tracePt t="71000" x="4422775" y="4375150"/>
          <p14:tracePt t="71009" x="4408488" y="4375150"/>
          <p14:tracePt t="71376" x="4402138" y="4375150"/>
          <p14:tracePt t="71386" x="4402138" y="4367213"/>
          <p14:tracePt t="71490" x="4402138" y="4354513"/>
          <p14:tracePt t="71630" x="4402138" y="4348163"/>
          <p14:tracePt t="71696" x="4395788" y="4348163"/>
          <p14:tracePt t="71810" x="4402138" y="4348163"/>
          <p14:tracePt t="71819" x="4402138" y="4354513"/>
          <p14:tracePt t="71827" x="4422775" y="4367213"/>
          <p14:tracePt t="71836" x="4429125" y="4375150"/>
          <p14:tracePt t="71843" x="4443413" y="4381500"/>
          <p14:tracePt t="71853" x="4449763" y="4395788"/>
          <p14:tracePt t="71862" x="4456113" y="4402138"/>
          <p14:tracePt t="71869" x="4470400" y="4408488"/>
          <p14:tracePt t="71879" x="4476750" y="4429125"/>
          <p14:tracePt t="71885" x="4491038" y="4429125"/>
          <p14:tracePt t="71895" x="4491038" y="4443413"/>
          <p14:tracePt t="71901" x="4497388" y="4449763"/>
          <p14:tracePt t="71917" x="4503738" y="4456113"/>
          <p14:tracePt t="72015" x="4503738" y="4449763"/>
          <p14:tracePt t="72023" x="4503738" y="4443413"/>
          <p14:tracePt t="72040" x="4503738" y="4429125"/>
          <p14:tracePt t="72050" x="4503738" y="4422775"/>
          <p14:tracePt t="72065" x="4503738" y="4408488"/>
          <p14:tracePt t="72081" x="4503738" y="4402138"/>
          <p14:tracePt t="72097" x="4503738" y="4395788"/>
          <p14:tracePt t="72130" x="4503738" y="4381500"/>
          <p14:tracePt t="72170" x="4503738" y="4375150"/>
          <p14:tracePt t="72203" x="4503738" y="4367213"/>
          <p14:tracePt t="72220" x="4503738" y="4354513"/>
          <p14:tracePt t="72228" x="4503738" y="4348163"/>
          <p14:tracePt t="72238" x="4503738" y="4333875"/>
          <p14:tracePt t="72253" x="4518025" y="4327525"/>
          <p14:tracePt t="72261" x="4518025" y="4319588"/>
          <p14:tracePt t="72277" x="4518025" y="4306888"/>
          <p14:tracePt t="72293" x="4518025" y="4300538"/>
          <p14:tracePt t="72303" x="4524375" y="4300538"/>
          <p14:tracePt t="72311" x="4524375" y="4292600"/>
          <p14:tracePt t="72335" x="4524375" y="4279900"/>
          <p14:tracePt t="72367" x="4524375" y="4271963"/>
          <p14:tracePt t="72531" x="4524375" y="4259263"/>
          <p14:tracePt t="72540" x="4530725" y="4259263"/>
          <p14:tracePt t="72550" x="4530725" y="4252913"/>
          <p14:tracePt t="72557" x="4530725" y="4244975"/>
          <p14:tracePt t="72566" x="4545013" y="4244975"/>
          <p14:tracePt t="72581" x="4545013" y="4232275"/>
          <p14:tracePt t="72589" x="4551363" y="4232275"/>
          <p14:tracePt t="72629" x="4551363" y="4224338"/>
          <p14:tracePt t="72736" x="4545013" y="4224338"/>
          <p14:tracePt t="72793" x="4530725" y="4224338"/>
          <p14:tracePt t="73064" x="4524375" y="4224338"/>
          <p14:tracePt t="73080" x="4518025" y="4224338"/>
          <p14:tracePt t="73091" x="4503738" y="4224338"/>
          <p14:tracePt t="73097" x="4497388" y="4224338"/>
          <p14:tracePt t="73105" x="4470400" y="4224338"/>
          <p14:tracePt t="73114" x="4408488" y="4224338"/>
          <p14:tracePt t="73121" x="4354513" y="4224338"/>
          <p14:tracePt t="73131" x="4271963" y="4224338"/>
          <p14:tracePt t="73138" x="4157663" y="4224338"/>
          <p14:tracePt t="73146" x="4033838" y="4224338"/>
          <p14:tracePt t="73154" x="3890963" y="4224338"/>
          <p14:tracePt t="73163" x="3762375" y="4244975"/>
          <p14:tracePt t="73171" x="3640138" y="4259263"/>
          <p14:tracePt t="73179" x="3586163" y="4271963"/>
          <p14:tracePt t="73187" x="3490913" y="4292600"/>
          <p14:tracePt t="73196" x="3462338" y="4300538"/>
          <p14:tracePt t="73203" x="3395663" y="4306888"/>
          <p14:tracePt t="73212" x="3348038" y="4319588"/>
          <p14:tracePt t="73220" x="3300413" y="4333875"/>
          <p14:tracePt t="73473" x="3286125" y="4333875"/>
          <p14:tracePt t="73483" x="3265488" y="4333875"/>
          <p14:tracePt t="73492" x="3224213" y="4333875"/>
          <p14:tracePt t="73499" x="3176588" y="4333875"/>
          <p14:tracePt t="73507" x="3089275" y="4348163"/>
          <p14:tracePt t="73515" x="3006725" y="4354513"/>
          <p14:tracePt t="73523" x="2905125" y="4354513"/>
          <p14:tracePt t="73531" x="2809875" y="4354513"/>
          <p14:tracePt t="73540" x="2700338" y="4354513"/>
          <p14:tracePt t="73548" x="2605088" y="4333875"/>
          <p14:tracePt t="73556" x="2551113" y="4327525"/>
          <p14:tracePt t="73564" x="2455863" y="4319588"/>
          <p14:tracePt t="73572" x="2381250" y="4300538"/>
          <p14:tracePt t="73581" x="2327275" y="4300538"/>
          <p14:tracePt t="73589" x="2292350" y="4292600"/>
          <p14:tracePt t="73598" x="2259013" y="4292600"/>
          <p14:tracePt t="73606" x="2232025" y="4292600"/>
          <p14:tracePt t="73615" x="2205038" y="4292600"/>
          <p14:tracePt t="73622" x="2184400" y="4292600"/>
          <p14:tracePt t="73632" x="2163763" y="4292600"/>
          <p14:tracePt t="73639" x="2157413" y="4292600"/>
          <p14:tracePt t="73649" x="2136775" y="4292600"/>
          <p14:tracePt t="73655" x="2122488" y="4292600"/>
          <p14:tracePt t="73665" x="2109788" y="4292600"/>
          <p14:tracePt t="73671" x="2095500" y="4300538"/>
          <p14:tracePt t="73681" x="2081213" y="4306888"/>
          <p14:tracePt t="73688" x="2047875" y="4319588"/>
          <p14:tracePt t="73698" x="2033588" y="4327525"/>
          <p14:tracePt t="73704" x="2014538" y="4327525"/>
          <p14:tracePt t="73714" x="1985963" y="4333875"/>
          <p14:tracePt t="73721" x="1958975" y="4348163"/>
          <p14:tracePt t="73731" x="1925638" y="4348163"/>
          <p14:tracePt t="73737" x="1898650" y="4354513"/>
          <p14:tracePt t="73747" x="1871663" y="4367213"/>
          <p14:tracePt t="73753" x="1836738" y="4367213"/>
          <p14:tracePt t="73764" x="1803400" y="4375150"/>
          <p14:tracePt t="73770" x="1768475" y="4375150"/>
          <p14:tracePt t="73779" x="1728788" y="4375150"/>
          <p14:tracePt t="73787" x="1714500" y="4381500"/>
          <p14:tracePt t="73794" x="1687513" y="4381500"/>
          <p14:tracePt t="73802" x="1652588" y="4395788"/>
          <p14:tracePt t="73812" x="1639888" y="4395788"/>
          <p14:tracePt t="73819" x="1619250" y="4395788"/>
          <p14:tracePt t="73828" x="1598613" y="4402138"/>
          <p14:tracePt t="73836" x="1592263" y="4402138"/>
          <p14:tracePt t="73846" x="1577975" y="4402138"/>
          <p14:tracePt t="73851" x="1571625" y="4408488"/>
          <p14:tracePt t="73861" x="1571625" y="4422775"/>
          <p14:tracePt t="73868" x="1565275" y="4429125"/>
          <p14:tracePt t="73876" x="1550988" y="4429125"/>
          <p14:tracePt t="73884" x="1544638" y="4443413"/>
          <p14:tracePt t="73893" x="1544638" y="4456113"/>
          <p14:tracePt t="73900" x="1530350" y="4456113"/>
          <p14:tracePt t="73911" x="1524000" y="4470400"/>
          <p14:tracePt t="73916" x="1524000" y="4476750"/>
          <p14:tracePt t="73925" x="1517650" y="4491038"/>
          <p14:tracePt t="73933" x="1517650" y="4497388"/>
          <p14:tracePt t="73942" x="1503363" y="4503738"/>
          <p14:tracePt t="73949" x="1503363" y="4518025"/>
          <p14:tracePt t="73958" x="1497013" y="4518025"/>
          <p14:tracePt t="73965" x="1497013" y="4524375"/>
          <p14:tracePt t="73982" x="1497013" y="4530725"/>
          <p14:tracePt t="73998" x="1482725" y="4545013"/>
          <p14:tracePt t="74022" x="1482725" y="4551363"/>
          <p14:tracePt t="74031" x="1476375" y="4551363"/>
          <p14:tracePt t="74047" x="1476375" y="4565650"/>
          <p14:tracePt t="74072" x="1476375" y="4572000"/>
          <p14:tracePt t="74104" x="1476375" y="4578350"/>
          <p14:tracePt t="74113" x="1482725" y="4578350"/>
          <p14:tracePt t="74121" x="1503363" y="4592638"/>
          <p14:tracePt t="74130" x="1524000" y="4592638"/>
          <p14:tracePt t="74139" x="1565275" y="4598988"/>
          <p14:tracePt t="74148" x="1619250" y="4619625"/>
          <p14:tracePt t="74156" x="1687513" y="4640263"/>
          <p14:tracePt t="74165" x="1768475" y="4652963"/>
          <p14:tracePt t="74172" x="1863725" y="4673600"/>
          <p14:tracePt t="74181" x="2062163" y="4721225"/>
          <p14:tracePt t="74188" x="2143125" y="4741863"/>
          <p14:tracePt t="74198" x="2306638" y="4776788"/>
          <p14:tracePt t="74204" x="2462213" y="4816475"/>
          <p14:tracePt t="74214" x="2633663" y="4864100"/>
          <p14:tracePt t="74221" x="2809875" y="4899025"/>
          <p14:tracePt t="74228" x="2979738" y="4932363"/>
          <p14:tracePt t="74237" x="3128963" y="4959350"/>
          <p14:tracePt t="74248" x="3271838" y="4986338"/>
          <p14:tracePt t="74253" x="3327400" y="4994275"/>
          <p14:tracePt t="74261" x="3435350" y="5014913"/>
          <p14:tracePt t="74269" x="3538538" y="5021263"/>
          <p14:tracePt t="74278" x="3613150" y="5033963"/>
          <p14:tracePt t="74286" x="3667125" y="5033963"/>
          <p14:tracePt t="74297" x="3729038" y="5041900"/>
          <p14:tracePt t="74302" x="3768725" y="5041900"/>
          <p14:tracePt t="74312" x="3810000" y="5041900"/>
          <p14:tracePt t="74319" x="3851275" y="5041900"/>
          <p14:tracePt t="74328" x="3884613" y="5041900"/>
          <p14:tracePt t="74336" x="3911600" y="5041900"/>
          <p14:tracePt t="74344" x="3938588" y="5041900"/>
          <p14:tracePt t="74352" x="3959225" y="5041900"/>
          <p14:tracePt t="74361" x="3986213" y="5041900"/>
          <p14:tracePt t="74367" x="4027488" y="5033963"/>
          <p14:tracePt t="74377" x="4033838" y="5033963"/>
          <p14:tracePt t="74384" x="4075113" y="5014913"/>
          <p14:tracePt t="74393" x="4081463" y="5006975"/>
          <p14:tracePt t="74401" x="4102100" y="4994275"/>
          <p14:tracePt t="74409" x="4129088" y="4986338"/>
          <p14:tracePt t="74417" x="4137025" y="4973638"/>
          <p14:tracePt t="74425" x="4157663" y="4967288"/>
          <p14:tracePt t="74432" x="4176713" y="4959350"/>
          <p14:tracePt t="74442" x="4197350" y="4946650"/>
          <p14:tracePt t="74449" x="4205288" y="4938713"/>
          <p14:tracePt t="74458" x="4224338" y="4919663"/>
          <p14:tracePt t="74465" x="4232275" y="4911725"/>
          <p14:tracePt t="74475" x="4252913" y="4891088"/>
          <p14:tracePt t="74482" x="4259263" y="4872038"/>
          <p14:tracePt t="74490" x="4271963" y="4851400"/>
          <p14:tracePt t="74498" x="4292600" y="4824413"/>
          <p14:tracePt t="74507" x="4292600" y="4795838"/>
          <p14:tracePt t="74515" x="4306888" y="4768850"/>
          <p14:tracePt t="74524" x="4319588" y="4741863"/>
          <p14:tracePt t="74532" x="4327525" y="4700588"/>
          <p14:tracePt t="74541" x="4333875" y="4667250"/>
          <p14:tracePt t="74548" x="4348163" y="4625975"/>
          <p14:tracePt t="74557" x="4348163" y="4598988"/>
          <p14:tracePt t="74565" x="4354513" y="4565650"/>
          <p14:tracePt t="74574" x="4354513" y="4545013"/>
          <p14:tracePt t="74581" x="4354513" y="4497388"/>
          <p14:tracePt t="74589" x="4354513" y="4470400"/>
          <p14:tracePt t="74598" x="4348163" y="4449763"/>
          <p14:tracePt t="74606" x="4333875" y="4422775"/>
          <p14:tracePt t="74614" x="4319588" y="4395788"/>
          <p14:tracePt t="74622" x="4300538" y="4375150"/>
          <p14:tracePt t="74631" x="4279900" y="4354513"/>
          <p14:tracePt t="74638" x="4252913" y="4327525"/>
          <p14:tracePt t="74647" x="4224338" y="4306888"/>
          <p14:tracePt t="74654" x="4211638" y="4300538"/>
          <p14:tracePt t="74664" x="4176713" y="4259263"/>
          <p14:tracePt t="74671" x="4157663" y="4244975"/>
          <p14:tracePt t="74681" x="4137025" y="4224338"/>
          <p14:tracePt t="74687" x="4110038" y="4205288"/>
          <p14:tracePt t="74697" x="4081463" y="4197350"/>
          <p14:tracePt t="74704" x="4054475" y="4170363"/>
          <p14:tracePt t="74714" x="4014788" y="4149725"/>
          <p14:tracePt t="74720" x="3979863" y="4137025"/>
          <p14:tracePt t="74731" x="3932238" y="4122738"/>
          <p14:tracePt t="74736" x="3884613" y="4102100"/>
          <p14:tracePt t="74748" x="3836988" y="4089400"/>
          <p14:tracePt t="74753" x="3783013" y="4081463"/>
          <p14:tracePt t="74764" x="3681413" y="4062413"/>
          <p14:tracePt t="74769" x="3613150" y="4054475"/>
          <p14:tracePt t="74781" x="3565525" y="4048125"/>
          <p14:tracePt t="74786" x="3490913" y="4048125"/>
          <p14:tracePt t="74797" x="3422650" y="4033838"/>
          <p14:tracePt t="74803" x="3348038" y="4033838"/>
          <p14:tracePt t="74814" x="3271838" y="4033838"/>
          <p14:tracePt t="74819" x="3217863" y="4033838"/>
          <p14:tracePt t="74831" x="3143250" y="4033838"/>
          <p14:tracePt t="74835" x="3074988" y="4033838"/>
          <p14:tracePt t="74847" x="3021013" y="4033838"/>
          <p14:tracePt t="74853" x="2967038" y="4033838"/>
          <p14:tracePt t="74864" x="2919413" y="4033838"/>
          <p14:tracePt t="74868" x="2871788" y="4033838"/>
          <p14:tracePt t="74881" x="2830513" y="4033838"/>
          <p14:tracePt t="74885" x="2795588" y="4033838"/>
          <p14:tracePt t="74897" x="2747963" y="4033838"/>
          <p14:tracePt t="74902" x="2708275" y="4033838"/>
          <p14:tracePt t="74915" x="2673350" y="4033838"/>
          <p14:tracePt t="74920" x="2633663" y="4033838"/>
          <p14:tracePt t="74933" x="2598738" y="4033838"/>
          <p14:tracePt t="74935" x="2565400" y="4033838"/>
          <p14:tracePt t="74947" x="2530475" y="4033838"/>
          <p14:tracePt t="74952" x="2490788" y="4033838"/>
          <p14:tracePt t="74964" x="2462213" y="4048125"/>
          <p14:tracePt t="74969" x="2435225" y="4054475"/>
          <p14:tracePt t="74981" x="2401888" y="4062413"/>
          <p14:tracePt t="74985" x="2366963" y="4075113"/>
          <p14:tracePt t="74997" x="2339975" y="4081463"/>
          <p14:tracePt t="75002" x="2306638" y="4089400"/>
          <p14:tracePt t="75014" x="2279650" y="4102100"/>
          <p14:tracePt t="75018" x="2244725" y="4110038"/>
          <p14:tracePt t="75031" x="2217738" y="4122738"/>
          <p14:tracePt t="75031" x="2190750" y="4129088"/>
          <p14:tracePt t="75040" x="2163763" y="4137025"/>
          <p14:tracePt t="75048" x="2143125" y="4149725"/>
          <p14:tracePt t="75057" x="2116138" y="4170363"/>
          <p14:tracePt t="75065" x="2095500" y="4176713"/>
          <p14:tracePt t="75073" x="2081213" y="4184650"/>
          <p14:tracePt t="75081" x="2062163" y="4197350"/>
          <p14:tracePt t="75089" x="2033588" y="4205288"/>
          <p14:tracePt t="75098" x="2014538" y="4211638"/>
          <p14:tracePt t="75105" x="1993900" y="4224338"/>
          <p14:tracePt t="75114" x="1973263" y="4232275"/>
          <p14:tracePt t="75122" x="1966913" y="4244975"/>
          <p14:tracePt t="75131" x="1946275" y="4252913"/>
          <p14:tracePt t="75138" x="1925638" y="4259263"/>
          <p14:tracePt t="75148" x="1919288" y="4271963"/>
          <p14:tracePt t="75154" x="1911350" y="4279900"/>
          <p14:tracePt t="75164" x="1898650" y="4279900"/>
          <p14:tracePt t="75171" x="1890713" y="4292600"/>
          <p14:tracePt t="75181" x="1884363" y="4300538"/>
          <p14:tracePt t="75194" x="1871663" y="4306888"/>
          <p14:tracePt t="75204" x="1871663" y="4319588"/>
          <p14:tracePt t="75219" x="1863725" y="4327525"/>
          <p14:tracePt t="75235" x="1851025" y="4333875"/>
          <p14:tracePt t="75252" x="1851025" y="4348163"/>
          <p14:tracePt t="75260" x="1851025" y="4354513"/>
          <p14:tracePt t="75292" x="1851025" y="4367213"/>
          <p14:tracePt t="75317" x="1851025" y="4375150"/>
          <p14:tracePt t="75325" x="1851025" y="4381500"/>
          <p14:tracePt t="75334" x="1851025" y="4402138"/>
          <p14:tracePt t="75342" x="1863725" y="4422775"/>
          <p14:tracePt t="75351" x="1871663" y="4443413"/>
          <p14:tracePt t="75359" x="1884363" y="4449763"/>
          <p14:tracePt t="75366" x="1898650" y="4476750"/>
          <p14:tracePt t="75376" x="1911350" y="4491038"/>
          <p14:tracePt t="75385" x="1938338" y="4524375"/>
          <p14:tracePt t="75393" x="1958975" y="4545013"/>
          <p14:tracePt t="75399" x="1985963" y="4565650"/>
          <p14:tracePt t="75409" x="2006600" y="4578350"/>
          <p14:tracePt t="75418" x="2041525" y="4592638"/>
          <p14:tracePt t="75426" x="2068513" y="4613275"/>
          <p14:tracePt t="75432" x="2116138" y="4625975"/>
          <p14:tracePt t="75442" x="2157413" y="4646613"/>
          <p14:tracePt t="75449" x="2244725" y="4673600"/>
          <p14:tracePt t="75458" x="2279650" y="4694238"/>
          <p14:tracePt t="75465" x="2339975" y="4700588"/>
          <p14:tracePt t="75475" x="2414588" y="4721225"/>
          <p14:tracePt t="75481" x="2482850" y="4741863"/>
          <p14:tracePt t="75491" x="2565400" y="4748213"/>
          <p14:tracePt t="75499" x="2700338" y="4768850"/>
          <p14:tracePt t="75508" x="2782888" y="4768850"/>
          <p14:tracePt t="75516" x="2830513" y="4776788"/>
          <p14:tracePt t="75524" x="2925763" y="4776788"/>
          <p14:tracePt t="75532" x="3000375" y="4776788"/>
          <p14:tracePt t="75540" x="3089275" y="4776788"/>
          <p14:tracePt t="75549" x="3217863" y="4776788"/>
          <p14:tracePt t="75557" x="3313113" y="4776788"/>
          <p14:tracePt t="75565" x="3348038" y="4776788"/>
          <p14:tracePt t="75573" x="3435350" y="4776788"/>
          <p14:tracePt t="75581" x="3509963" y="4776788"/>
          <p14:tracePt t="75589" x="3571875" y="4776788"/>
          <p14:tracePt t="75598" x="3640138" y="4776788"/>
          <p14:tracePt t="75605" x="3687763" y="4776788"/>
          <p14:tracePt t="75614" x="3714750" y="4776788"/>
          <p14:tracePt t="75622" x="3756025" y="4768850"/>
          <p14:tracePt t="75631" x="3810000" y="4768850"/>
          <p14:tracePt t="75638" x="3830638" y="4762500"/>
          <p14:tracePt t="75647" x="3878263" y="4748213"/>
          <p14:tracePt t="75655" x="3905250" y="4741863"/>
          <p14:tracePt t="75664" x="3932238" y="4735513"/>
          <p14:tracePt t="75671" x="3959225" y="4714875"/>
          <p14:tracePt t="75681" x="3986213" y="4700588"/>
          <p14:tracePt t="75687" x="4014788" y="4687888"/>
          <p14:tracePt t="75697" x="4033838" y="4667250"/>
          <p14:tracePt t="75703" x="4075113" y="4646613"/>
          <p14:tracePt t="75712" x="4089400" y="4625975"/>
          <p14:tracePt t="75720" x="4110038" y="4613275"/>
          <p14:tracePt t="75729" x="4129088" y="4592638"/>
          <p14:tracePt t="75736" x="4149725" y="4572000"/>
          <p14:tracePt t="75744" x="4157663" y="4551363"/>
          <p14:tracePt t="75753" x="4176713" y="4530725"/>
          <p14:tracePt t="75761" x="4184650" y="4518025"/>
          <p14:tracePt t="75769" x="4197350" y="4503738"/>
          <p14:tracePt t="75777" x="4197350" y="4497388"/>
          <p14:tracePt t="75785" x="4197350" y="4491038"/>
          <p14:tracePt t="75794" x="4205288" y="4476750"/>
          <p14:tracePt t="75801" x="4205288" y="4470400"/>
          <p14:tracePt t="75817" x="4197350" y="4456113"/>
          <p14:tracePt t="75825" x="4184650" y="4443413"/>
          <p14:tracePt t="75835" x="4170363" y="4429125"/>
          <p14:tracePt t="75843" x="4129088" y="4408488"/>
          <p14:tracePt t="75850" x="4102100" y="4402138"/>
          <p14:tracePt t="75860" x="4062413" y="4381500"/>
          <p14:tracePt t="75866" x="4014788" y="4354513"/>
          <p14:tracePt t="75876" x="3959225" y="4327525"/>
          <p14:tracePt t="75883" x="3911600" y="4300538"/>
          <p14:tracePt t="75892" x="3857625" y="4271963"/>
          <p14:tracePt t="75899" x="3789363" y="4252913"/>
          <p14:tracePt t="75909" x="3741738" y="4224338"/>
          <p14:tracePt t="75916" x="3687763" y="4205288"/>
          <p14:tracePt t="75926" x="3633788" y="4184650"/>
          <p14:tracePt t="75932" x="3571875" y="4170363"/>
          <p14:tracePt t="75942" x="3509963" y="4149725"/>
          <p14:tracePt t="75948" x="3449638" y="4137025"/>
          <p14:tracePt t="75958" x="3387725" y="4129088"/>
          <p14:tracePt t="75966" x="3319463" y="4110038"/>
          <p14:tracePt t="75975" x="3265488" y="4102100"/>
          <p14:tracePt t="75983" x="3211513" y="4089400"/>
          <p14:tracePt t="75991" x="3143250" y="4089400"/>
          <p14:tracePt t="75999" x="3089275" y="4081463"/>
          <p14:tracePt t="76007" x="3027363" y="4075113"/>
          <p14:tracePt t="76016" x="2979738" y="4075113"/>
          <p14:tracePt t="76024" x="2932113" y="4075113"/>
          <p14:tracePt t="76032" x="2898775" y="4075113"/>
          <p14:tracePt t="76040" x="2857500" y="4075113"/>
          <p14:tracePt t="76048" x="2843213" y="4075113"/>
          <p14:tracePt t="76056" x="2803525" y="4075113"/>
          <p14:tracePt t="76065" x="2782888" y="4075113"/>
          <p14:tracePt t="76072" x="2755900" y="4075113"/>
          <p14:tracePt t="76081" x="2720975" y="4075113"/>
          <p14:tracePt t="76089" x="2700338" y="4075113"/>
          <p14:tracePt t="76097" x="2673350" y="4081463"/>
          <p14:tracePt t="76105" x="2652713" y="4081463"/>
          <p14:tracePt t="76114" x="2625725" y="4102100"/>
          <p14:tracePt t="76122" x="2605088" y="4122738"/>
          <p14:tracePt t="76131" x="2578100" y="4129088"/>
          <p14:tracePt t="76138" x="2557463" y="4149725"/>
          <p14:tracePt t="76148" x="2538413" y="4170363"/>
          <p14:tracePt t="76154" x="2524125" y="4184650"/>
          <p14:tracePt t="76164" x="2490788" y="4211638"/>
          <p14:tracePt t="76171" x="2476500" y="4232275"/>
          <p14:tracePt t="76181" x="2455863" y="4252913"/>
          <p14:tracePt t="76187" x="2449513" y="4259263"/>
          <p14:tracePt t="76198" x="2428875" y="4292600"/>
          <p14:tracePt t="76203" x="2401888" y="4306888"/>
          <p14:tracePt t="76211" x="2387600" y="4327525"/>
          <p14:tracePt t="76221" x="2381250" y="4333875"/>
          <p14:tracePt t="76230" x="2360613" y="4354513"/>
          <p14:tracePt t="76236" x="2354263" y="4367213"/>
          <p14:tracePt t="76245" x="2339975" y="4375150"/>
          <p14:tracePt t="76259" x="2339975" y="4381500"/>
          <p14:tracePt t="76269" x="2333625" y="4381500"/>
          <p14:tracePt t="76276" x="2333625" y="4395788"/>
          <p14:tracePt t="76300" x="2333625" y="4402138"/>
          <p14:tracePt t="76317" x="2333625" y="4422775"/>
          <p14:tracePt t="76325" x="2339975" y="4429125"/>
          <p14:tracePt t="76334" x="2354263" y="4449763"/>
          <p14:tracePt t="76342" x="2366963" y="4470400"/>
          <p14:tracePt t="76350" x="2387600" y="4497388"/>
          <p14:tracePt t="76359" x="2414588" y="4524375"/>
          <p14:tracePt t="76366" x="2449513" y="4551363"/>
          <p14:tracePt t="76376" x="2476500" y="4578350"/>
          <p14:tracePt t="76382" x="2509838" y="4598988"/>
          <p14:tracePt t="76392" x="2557463" y="4625975"/>
          <p14:tracePt t="76399" x="2605088" y="4652963"/>
          <p14:tracePt t="76409" x="2660650" y="4673600"/>
          <p14:tracePt t="76415" x="2720975" y="4694238"/>
          <p14:tracePt t="76425" x="2776538" y="4714875"/>
          <p14:tracePt t="76433" x="2878138" y="4741863"/>
          <p14:tracePt t="76442" x="2967038" y="4762500"/>
          <p14:tracePt t="76450" x="3000375" y="4762500"/>
          <p14:tracePt t="76458" x="3089275" y="4776788"/>
          <p14:tracePt t="76466" x="3163888" y="4789488"/>
          <p14:tracePt t="76474" x="3238500" y="4795838"/>
          <p14:tracePt t="76483" x="3367088" y="4810125"/>
          <p14:tracePt t="76491" x="3462338" y="4816475"/>
          <p14:tracePt t="76500" x="3509963" y="4816475"/>
          <p14:tracePt t="76507" x="3586163" y="4816475"/>
          <p14:tracePt t="76516" x="3667125" y="4816475"/>
          <p14:tracePt t="76523" x="3735388" y="4816475"/>
          <p14:tracePt t="76532" x="3803650" y="4810125"/>
          <p14:tracePt t="76540" x="3863975" y="4789488"/>
          <p14:tracePt t="76549" x="3911600" y="4776788"/>
          <p14:tracePt t="76556" x="3959225" y="4762500"/>
          <p14:tracePt t="76566" x="3986213" y="4741863"/>
          <p14:tracePt t="76572" x="4006850" y="4735513"/>
          <p14:tracePt t="76582" x="4033838" y="4714875"/>
          <p14:tracePt t="76589" x="4054475" y="4700588"/>
          <p14:tracePt t="76599" x="4081463" y="4687888"/>
          <p14:tracePt t="76604" x="4089400" y="4673600"/>
          <p14:tracePt t="76616" x="4110038" y="4667250"/>
          <p14:tracePt t="76621" x="4122738" y="4646613"/>
          <p14:tracePt t="76632" x="4137025" y="4640263"/>
          <p14:tracePt t="76637" x="4149725" y="4625975"/>
          <p14:tracePt t="76646" x="4157663" y="4619625"/>
          <p14:tracePt t="76654" x="4157663" y="4613275"/>
          <p14:tracePt t="76665" x="4170363" y="4598988"/>
          <p14:tracePt t="76670" x="4170363" y="4578350"/>
          <p14:tracePt t="76679" x="4176713" y="4572000"/>
          <p14:tracePt t="76687" x="4176713" y="4565650"/>
          <p14:tracePt t="76697" x="4184650" y="4551363"/>
          <p14:tracePt t="76703" x="4184650" y="4545013"/>
          <p14:tracePt t="76712" x="4184650" y="4530725"/>
          <p14:tracePt t="76720" x="4184650" y="4524375"/>
          <p14:tracePt t="76728" x="4184650" y="4518025"/>
          <p14:tracePt t="76737" x="4184650" y="4503738"/>
          <p14:tracePt t="76745" x="4184650" y="4497388"/>
          <p14:tracePt t="76753" x="4184650" y="4491038"/>
          <p14:tracePt t="76761" x="4184650" y="4476750"/>
          <p14:tracePt t="76769" x="4184650" y="4470400"/>
          <p14:tracePt t="76777" x="4184650" y="4449763"/>
          <p14:tracePt t="76785" x="4184650" y="4443413"/>
          <p14:tracePt t="76794" x="4184650" y="4429125"/>
          <p14:tracePt t="76801" x="4184650" y="4422775"/>
          <p14:tracePt t="76810" x="4184650" y="4408488"/>
          <p14:tracePt t="76817" x="4184650" y="4402138"/>
          <p14:tracePt t="76827" x="4184650" y="4381500"/>
          <p14:tracePt t="76834" x="4184650" y="4375150"/>
          <p14:tracePt t="76843" x="4176713" y="4348163"/>
          <p14:tracePt t="76850" x="4170363" y="4333875"/>
          <p14:tracePt t="76859" x="4149725" y="4319588"/>
          <p14:tracePt t="76866" x="4122738" y="4300538"/>
          <p14:tracePt t="76875" x="4081463" y="4279900"/>
          <p14:tracePt t="76883" x="4027488" y="4244975"/>
          <p14:tracePt t="76891" x="3973513" y="4211638"/>
          <p14:tracePt t="76899" x="3932238" y="4197350"/>
          <p14:tracePt t="76908" x="3816350" y="4149725"/>
          <p14:tracePt t="76915" x="3735388" y="4122738"/>
          <p14:tracePt t="76924" x="3646488" y="4102100"/>
          <p14:tracePt t="76932" x="3605213" y="4089400"/>
          <p14:tracePt t="76940" x="3530600" y="4081463"/>
          <p14:tracePt t="76948" x="3462338" y="4075113"/>
          <p14:tracePt t="76957" x="3395663" y="4075113"/>
          <p14:tracePt t="76965" x="3348038" y="4075113"/>
          <p14:tracePt t="76974" x="3327400" y="4075113"/>
          <p14:tracePt t="76981" x="3271838" y="4075113"/>
          <p14:tracePt t="76991" x="3252788" y="4075113"/>
          <p14:tracePt t="76998" x="3238500" y="4081463"/>
          <p14:tracePt t="77007" x="3211513" y="4089400"/>
          <p14:tracePt t="77015" x="3190875" y="4102100"/>
          <p14:tracePt t="77023" x="3170238" y="4102100"/>
          <p14:tracePt t="77031" x="3143250" y="4122738"/>
          <p14:tracePt t="77039" x="3122613" y="4129088"/>
          <p14:tracePt t="77048" x="3095625" y="4129088"/>
          <p14:tracePt t="77056" x="3074988" y="4137025"/>
          <p14:tracePt t="77064" x="3048000" y="4149725"/>
          <p14:tracePt t="77072" x="3027363" y="4157663"/>
          <p14:tracePt t="77081" x="3000375" y="4170363"/>
          <p14:tracePt t="77088" x="2979738" y="4176713"/>
          <p14:tracePt t="77097" x="2952750" y="4184650"/>
          <p14:tracePt t="77105" x="2946400" y="4197350"/>
          <p14:tracePt t="77114" x="2919413" y="4197350"/>
          <p14:tracePt t="77121" x="2905125" y="4211638"/>
          <p14:tracePt t="77131" x="2884488" y="4211638"/>
          <p14:tracePt t="77137" x="2878138" y="4224338"/>
          <p14:tracePt t="77147" x="2871788" y="4232275"/>
          <p14:tracePt t="77161" x="2857500" y="4244975"/>
          <p14:tracePt t="77177" x="2857500" y="4252913"/>
          <p14:tracePt t="77193" x="2857500" y="4271963"/>
          <p14:tracePt t="77203" x="2857500" y="4292600"/>
          <p14:tracePt t="77211" x="2857500" y="4300538"/>
          <p14:tracePt t="77219" x="2871788" y="4319588"/>
          <p14:tracePt t="77228" x="2884488" y="4348163"/>
          <p14:tracePt t="77236" x="2898775" y="4375150"/>
          <p14:tracePt t="77244" x="2905125" y="4402138"/>
          <p14:tracePt t="77252" x="2925763" y="4429125"/>
          <p14:tracePt t="77261" x="2946400" y="4456113"/>
          <p14:tracePt t="77268" x="2967038" y="4497388"/>
          <p14:tracePt t="77277" x="2973388" y="4524375"/>
          <p14:tracePt t="77284" x="3000375" y="4551363"/>
          <p14:tracePt t="77293" x="3027363" y="4572000"/>
          <p14:tracePt t="77301" x="3068638" y="4598988"/>
          <p14:tracePt t="77309" x="3101975" y="4625975"/>
          <p14:tracePt t="77317" x="3163888" y="4652963"/>
          <p14:tracePt t="77326" x="3217863" y="4687888"/>
          <p14:tracePt t="77334" x="3265488" y="4714875"/>
          <p14:tracePt t="77342" x="3327400" y="4735513"/>
          <p14:tracePt t="77349" x="3387725" y="4748213"/>
          <p14:tracePt t="77359" x="3449638" y="4768850"/>
          <p14:tracePt t="77366" x="3509963" y="4776788"/>
          <p14:tracePt t="77375" x="3565525" y="4789488"/>
          <p14:tracePt t="77382" x="3619500" y="4795838"/>
          <p14:tracePt t="77392" x="3681413" y="4810125"/>
          <p14:tracePt t="77398" x="3735388" y="4816475"/>
          <p14:tracePt t="77408" x="3789363" y="4816475"/>
          <p14:tracePt t="77415" x="3851275" y="4816475"/>
          <p14:tracePt t="77425" x="3890963" y="4816475"/>
          <p14:tracePt t="77433" x="3932238" y="4816475"/>
          <p14:tracePt t="77441" x="3979863" y="4816475"/>
          <p14:tracePt t="77448" x="4006850" y="4810125"/>
          <p14:tracePt t="77458" x="4033838" y="4789488"/>
          <p14:tracePt t="77465" x="4062413" y="4768850"/>
          <p14:tracePt t="77474" x="4081463" y="4748213"/>
          <p14:tracePt t="77481" x="4110038" y="4735513"/>
          <p14:tracePt t="77490" x="4122738" y="4714875"/>
          <p14:tracePt t="77498" x="4137025" y="4687888"/>
          <p14:tracePt t="77506" x="4149725" y="4652963"/>
          <p14:tracePt t="77515" x="4170363" y="4619625"/>
          <p14:tracePt t="77523" x="4176713" y="4592638"/>
          <p14:tracePt t="77531" x="4184650" y="4551363"/>
          <p14:tracePt t="77538" x="4197350" y="4545013"/>
          <p14:tracePt t="77548" x="4205288" y="4518025"/>
          <p14:tracePt t="77555" x="4205288" y="4491038"/>
          <p14:tracePt t="77564" x="4211638" y="4456113"/>
          <p14:tracePt t="77571" x="4211638" y="4429125"/>
          <p14:tracePt t="77581" x="4224338" y="4408488"/>
          <p14:tracePt t="77588" x="4224338" y="4395788"/>
          <p14:tracePt t="77597" x="4224338" y="4375150"/>
          <p14:tracePt t="77604" x="4224338" y="4354513"/>
          <p14:tracePt t="77615" x="4224338" y="4333875"/>
          <p14:tracePt t="77621" x="4205288" y="4319588"/>
          <p14:tracePt t="77631" x="4184650" y="4300538"/>
          <p14:tracePt t="77637" x="4157663" y="4292600"/>
          <p14:tracePt t="77647" x="4129088" y="4271963"/>
          <p14:tracePt t="77653" x="4081463" y="4252913"/>
          <p14:tracePt t="77664" x="4033838" y="4232275"/>
          <p14:tracePt t="77669" x="3979863" y="4211638"/>
          <p14:tracePt t="77681" x="3911600" y="4197350"/>
          <p14:tracePt t="77686" x="3803650" y="4157663"/>
          <p14:tracePt t="77697" x="3708400" y="4149725"/>
          <p14:tracePt t="77703" x="3619500" y="4129088"/>
          <p14:tracePt t="77714" x="3530600" y="4110038"/>
          <p14:tracePt t="77720" x="3422650" y="4089400"/>
          <p14:tracePt t="77731" x="3327400" y="4075113"/>
          <p14:tracePt t="77736" x="3238500" y="4062413"/>
          <p14:tracePt t="77747" x="3190875" y="4054475"/>
          <p14:tracePt t="77752" x="3095625" y="4048125"/>
          <p14:tracePt t="77764" x="3027363" y="4048125"/>
          <p14:tracePt t="77769" x="2967038" y="4048125"/>
          <p14:tracePt t="77781" x="2905125" y="4048125"/>
          <p14:tracePt t="77785" x="2857500" y="4048125"/>
          <p14:tracePt t="77797" x="2824163" y="4048125"/>
          <p14:tracePt t="77802" x="2782888" y="4048125"/>
          <p14:tracePt t="77814" x="2755900" y="4054475"/>
          <p14:tracePt t="77819" x="2728913" y="4075113"/>
          <p14:tracePt t="77831" x="2708275" y="4089400"/>
          <p14:tracePt t="77836" x="2673350" y="4110038"/>
          <p14:tracePt t="77847" x="2660650" y="4122738"/>
          <p14:tracePt t="77853" x="2646363" y="4137025"/>
          <p14:tracePt t="77864" x="2625725" y="4157663"/>
          <p14:tracePt t="77869" x="2605088" y="4170363"/>
          <p14:tracePt t="77881" x="2586038" y="4184650"/>
          <p14:tracePt t="77886" x="2578100" y="4205288"/>
          <p14:tracePt t="77897" x="2565400" y="4211638"/>
          <p14:tracePt t="77902" x="2557463" y="4232275"/>
          <p14:tracePt t="77916" x="2557463" y="4244975"/>
          <p14:tracePt t="77918" x="2551113" y="4259263"/>
          <p14:tracePt t="77924" x="2551113" y="4271963"/>
          <p14:tracePt t="77934" x="2538413" y="4292600"/>
          <p14:tracePt t="77941" x="2538413" y="4300538"/>
          <p14:tracePt t="77948" x="2538413" y="4319588"/>
          <p14:tracePt t="77958" x="2538413" y="4327525"/>
          <p14:tracePt t="77965" x="2538413" y="4348163"/>
          <p14:tracePt t="77974" x="2538413" y="4354513"/>
          <p14:tracePt t="77981" x="2538413" y="4375150"/>
          <p14:tracePt t="77990" x="2538413" y="4395788"/>
          <p14:tracePt t="77998" x="2538413" y="4408488"/>
          <p14:tracePt t="78006" x="2551113" y="4429125"/>
          <p14:tracePt t="78014" x="2557463" y="4456113"/>
          <p14:tracePt t="78022" x="2578100" y="4476750"/>
          <p14:tracePt t="78031" x="2605088" y="4497388"/>
          <p14:tracePt t="78038" x="2625725" y="4518025"/>
          <p14:tracePt t="78048" x="2652713" y="4530725"/>
          <p14:tracePt t="78055" x="2681288" y="4551363"/>
          <p14:tracePt t="78064" x="2708275" y="4572000"/>
          <p14:tracePt t="78071" x="2735263" y="4578350"/>
          <p14:tracePt t="78081" x="2776538" y="4598988"/>
          <p14:tracePt t="78088" x="2809875" y="4613275"/>
          <p14:tracePt t="78097" x="2857500" y="4619625"/>
          <p14:tracePt t="78104" x="2905125" y="4619625"/>
          <p14:tracePt t="78114" x="2967038" y="4625975"/>
          <p14:tracePt t="78120" x="3021013" y="4625975"/>
          <p14:tracePt t="78131" x="3068638" y="4625975"/>
          <p14:tracePt t="78137" x="3122613" y="4625975"/>
          <p14:tracePt t="78148" x="3190875" y="4625975"/>
          <p14:tracePt t="78153" x="3244850" y="4625975"/>
          <p14:tracePt t="78164" x="3300413" y="4625975"/>
          <p14:tracePt t="78170" x="3360738" y="4625975"/>
          <p14:tracePt t="78181" x="3408363" y="4613275"/>
          <p14:tracePt t="78186" x="3443288" y="4598988"/>
          <p14:tracePt t="78197" x="3482975" y="4578350"/>
          <p14:tracePt t="78202" x="3497263" y="4572000"/>
          <p14:tracePt t="78214" x="3530600" y="4551363"/>
          <p14:tracePt t="78219" x="3557588" y="4545013"/>
          <p14:tracePt t="78231" x="3586163" y="4518025"/>
          <p14:tracePt t="78236" x="3592513" y="4503738"/>
          <p14:tracePt t="78247" x="3613150" y="4476750"/>
          <p14:tracePt t="78253" x="3619500" y="4456113"/>
          <p14:tracePt t="78264" x="3633788" y="4443413"/>
          <p14:tracePt t="78269" x="3646488" y="4408488"/>
          <p14:tracePt t="78281" x="3646488" y="4402138"/>
          <p14:tracePt t="78285" x="3660775" y="4381500"/>
          <p14:tracePt t="78297" x="3667125" y="4367213"/>
          <p14:tracePt t="78303" x="3667125" y="4333875"/>
          <p14:tracePt t="78314" x="3681413" y="4327525"/>
          <p14:tracePt t="78320" x="3681413" y="4300538"/>
          <p14:tracePt t="78331" x="3681413" y="4279900"/>
          <p14:tracePt t="78335" x="3681413" y="4252913"/>
          <p14:tracePt t="78347" x="3681413" y="4232275"/>
          <p14:tracePt t="78352" x="3667125" y="4211638"/>
          <p14:tracePt t="78364" x="3640138" y="4197350"/>
          <p14:tracePt t="78369" x="3586163" y="4149725"/>
          <p14:tracePt t="78381" x="3530600" y="4129088"/>
          <p14:tracePt t="78386" x="3449638" y="4102100"/>
          <p14:tracePt t="78397" x="3408363" y="4089400"/>
          <p14:tracePt t="78402" x="3286125" y="4062413"/>
          <p14:tracePt t="78414" x="3190875" y="4048125"/>
          <p14:tracePt t="78418" x="3101975" y="4048125"/>
          <p14:tracePt t="78431" x="3000375" y="4033838"/>
          <p14:tracePt t="78431" x="2952750" y="4033838"/>
          <p14:tracePt t="78441" x="2871788" y="4033838"/>
          <p14:tracePt t="78448" x="2803525" y="4033838"/>
          <p14:tracePt t="78458" x="2735263" y="4033838"/>
          <p14:tracePt t="78464" x="2681288" y="4033838"/>
          <p14:tracePt t="78473" x="2633663" y="4048125"/>
          <p14:tracePt t="78481" x="2586038" y="4062413"/>
          <p14:tracePt t="78489" x="2557463" y="4075113"/>
          <p14:tracePt t="78498" x="2551113" y="4081463"/>
          <p14:tracePt t="78506" x="2530475" y="4102100"/>
          <p14:tracePt t="78514" x="2509838" y="4122738"/>
          <p14:tracePt t="78522" x="2503488" y="4137025"/>
          <p14:tracePt t="78531" x="2490788" y="4149725"/>
          <p14:tracePt t="78539" x="2490788" y="4170363"/>
          <p14:tracePt t="78547" x="2482850" y="4197350"/>
          <p14:tracePt t="78555" x="2482850" y="4211638"/>
          <p14:tracePt t="78564" x="2482850" y="4252913"/>
          <p14:tracePt t="78571" x="2482850" y="4279900"/>
          <p14:tracePt t="78581" x="2503488" y="4327525"/>
          <p14:tracePt t="78587" x="2530475" y="4381500"/>
          <p14:tracePt t="78597" x="2557463" y="4443413"/>
          <p14:tracePt t="78604" x="2586038" y="4491038"/>
          <p14:tracePt t="78614" x="2613025" y="4545013"/>
          <p14:tracePt t="78620" x="2652713" y="4592638"/>
          <p14:tracePt t="78631" x="2681288" y="4625975"/>
          <p14:tracePt t="78636" x="2728913" y="4673600"/>
          <p14:tracePt t="78647" x="2768600" y="4700588"/>
          <p14:tracePt t="78653" x="2824163" y="4741863"/>
          <p14:tracePt t="78664" x="2878138" y="4762500"/>
          <p14:tracePt t="78669" x="2946400" y="4789488"/>
          <p14:tracePt t="78681" x="3006725" y="4810125"/>
          <p14:tracePt t="78687" x="3101975" y="4837113"/>
          <p14:tracePt t="78697" x="3149600" y="4837113"/>
          <p14:tracePt t="78702" x="3271838" y="4843463"/>
          <p14:tracePt t="78714" x="3313113" y="4843463"/>
          <p14:tracePt t="78719" x="3387725" y="4843463"/>
          <p14:tracePt t="78731" x="3462338" y="4843463"/>
          <p14:tracePt t="78736" x="3530600" y="4837113"/>
          <p14:tracePt t="78747" x="3586163" y="4816475"/>
          <p14:tracePt t="78752" x="3646488" y="4789488"/>
          <p14:tracePt t="78764" x="3708400" y="4768850"/>
          <p14:tracePt t="78770" x="3756025" y="4735513"/>
          <p14:tracePt t="78781" x="3803650" y="4700588"/>
          <p14:tracePt t="78786" x="3836988" y="4673600"/>
          <p14:tracePt t="78797" x="3857625" y="4652963"/>
          <p14:tracePt t="78803" x="3878263" y="4625975"/>
          <p14:tracePt t="78814" x="3905250" y="4613275"/>
          <p14:tracePt t="78820" x="3911600" y="4592638"/>
          <p14:tracePt t="78831" x="3925888" y="4572000"/>
          <p14:tracePt t="78836" x="3932238" y="4565650"/>
          <p14:tracePt t="78847" x="3932238" y="4545013"/>
          <p14:tracePt t="78852" x="3932238" y="4524375"/>
          <p14:tracePt t="78864" x="3932238" y="4518025"/>
          <p14:tracePt t="78869" x="3905250" y="4491038"/>
          <p14:tracePt t="78881" x="3857625" y="4470400"/>
          <p14:tracePt t="78885" x="3810000" y="4449763"/>
          <p14:tracePt t="78898" x="3735388" y="4429125"/>
          <p14:tracePt t="78898" x="3640138" y="4402138"/>
          <p14:tracePt t="78907" x="3530600" y="4375150"/>
          <p14:tracePt t="78916" x="3414713" y="4354513"/>
          <p14:tracePt t="78924" x="3292475" y="4327525"/>
          <p14:tracePt t="78934" x="3176588" y="4319588"/>
          <p14:tracePt t="78940" x="3128963" y="4319588"/>
          <p14:tracePt t="78948" x="3027363" y="4306888"/>
          <p14:tracePt t="78956" x="2946400" y="4306888"/>
          <p14:tracePt t="78965" x="2871788" y="4306888"/>
          <p14:tracePt t="78973" x="2803525" y="4306888"/>
          <p14:tracePt t="78981" x="2768600" y="4306888"/>
          <p14:tracePt t="78989" x="2728913" y="4327525"/>
          <p14:tracePt t="78998" x="2708275" y="4348163"/>
          <p14:tracePt t="79005" x="2681288" y="4375150"/>
          <p14:tracePt t="79014" x="2673350" y="4402138"/>
          <p14:tracePt t="79022" x="2660650" y="4443413"/>
          <p14:tracePt t="79031" x="2652713" y="4476750"/>
          <p14:tracePt t="79038" x="2652713" y="4518025"/>
          <p14:tracePt t="79047" x="2652713" y="4565650"/>
          <p14:tracePt t="79054" x="2652713" y="4598988"/>
          <p14:tracePt t="79064" x="2652713" y="4640263"/>
          <p14:tracePt t="79071" x="2652713" y="4673600"/>
          <p14:tracePt t="79081" x="2652713" y="4700588"/>
          <p14:tracePt t="79087" x="2681288" y="4741863"/>
          <p14:tracePt t="79097" x="2708275" y="4776788"/>
          <p14:tracePt t="79104" x="2735263" y="4816475"/>
          <p14:tracePt t="79114" x="2776538" y="4851400"/>
          <p14:tracePt t="79120" x="2824163" y="4884738"/>
          <p14:tracePt t="79131" x="2871788" y="4911725"/>
          <p14:tracePt t="79136" x="2925763" y="4932363"/>
          <p14:tracePt t="79147" x="2967038" y="4946650"/>
          <p14:tracePt t="79153" x="3021013" y="4967288"/>
          <p14:tracePt t="79164" x="3089275" y="4973638"/>
          <p14:tracePt t="79169" x="3143250" y="4973638"/>
          <p14:tracePt t="79181" x="3211513" y="4986338"/>
          <p14:tracePt t="79186" x="3271838" y="4986338"/>
          <p14:tracePt t="79197" x="3327400" y="4986338"/>
          <p14:tracePt t="79202" x="3443288" y="4986338"/>
          <p14:tracePt t="79214" x="3530600" y="4973638"/>
          <p14:tracePt t="79220" x="3613150" y="4959350"/>
          <p14:tracePt t="79231" x="3687763" y="4932363"/>
          <p14:tracePt t="79236" x="3735388" y="4919663"/>
          <p14:tracePt t="79247" x="3803650" y="4891088"/>
          <p14:tracePt t="79254" x="3863975" y="4864100"/>
          <p14:tracePt t="79264" x="3925888" y="4837113"/>
          <p14:tracePt t="79270" x="3973513" y="4810125"/>
          <p14:tracePt t="79281" x="4006850" y="4776788"/>
          <p14:tracePt t="79286" x="4027488" y="4762500"/>
          <p14:tracePt t="79297" x="4048125" y="4741863"/>
          <p14:tracePt t="79303" x="4062413" y="4721225"/>
          <p14:tracePt t="79314" x="4075113" y="4700588"/>
          <p14:tracePt t="79319" x="4081463" y="4687888"/>
          <p14:tracePt t="79331" x="4081463" y="4667250"/>
          <p14:tracePt t="79335" x="4089400" y="4646613"/>
          <p14:tracePt t="79347" x="4089400" y="4640263"/>
          <p14:tracePt t="79352" x="4089400" y="4613275"/>
          <p14:tracePt t="79364" x="4089400" y="4592638"/>
          <p14:tracePt t="79368" x="4081463" y="4572000"/>
          <p14:tracePt t="79381" x="4062413" y="4545013"/>
          <p14:tracePt t="79385" x="4027488" y="4518025"/>
          <p14:tracePt t="79397" x="3979863" y="4470400"/>
          <p14:tracePt t="79402" x="3911600" y="4429125"/>
          <p14:tracePt t="79414" x="3830638" y="4381500"/>
          <p14:tracePt t="79415" x="3735388" y="4333875"/>
          <p14:tracePt t="79424" x="3613150" y="4292600"/>
          <p14:tracePt t="79432" x="3482975" y="4252913"/>
          <p14:tracePt t="79440" x="3224213" y="4184650"/>
          <p14:tracePt t="79448" x="3149600" y="4176713"/>
          <p14:tracePt t="79456" x="3000375" y="4149725"/>
          <p14:tracePt t="79465" x="2857500" y="4129088"/>
          <p14:tracePt t="79473" x="2803525" y="4129088"/>
          <p14:tracePt t="79481" x="2708275" y="4129088"/>
          <p14:tracePt t="79489" x="2613025" y="4129088"/>
          <p14:tracePt t="79498" x="2551113" y="4129088"/>
          <p14:tracePt t="79505" x="2530475" y="4129088"/>
          <p14:tracePt t="79514" x="2490788" y="4137025"/>
          <p14:tracePt t="79521" x="2455863" y="4157663"/>
          <p14:tracePt t="79531" x="2435225" y="4176713"/>
          <p14:tracePt t="79538" x="2414588" y="4197350"/>
          <p14:tracePt t="79548" x="2408238" y="4205288"/>
          <p14:tracePt t="79554" x="2401888" y="4224338"/>
          <p14:tracePt t="79564" x="2387600" y="4244975"/>
          <p14:tracePt t="79571" x="2387600" y="4279900"/>
          <p14:tracePt t="79581" x="2387600" y="4292600"/>
          <p14:tracePt t="79587" x="2381250" y="4327525"/>
          <p14:tracePt t="79597" x="2381250" y="4333875"/>
          <p14:tracePt t="79603" x="2381250" y="4367213"/>
          <p14:tracePt t="79614" x="2381250" y="4375150"/>
          <p14:tracePt t="79620" x="2381250" y="4395788"/>
          <p14:tracePt t="79631" x="2381250" y="4408488"/>
          <p14:tracePt t="79636" x="2381250" y="4422775"/>
          <p14:tracePt t="79647" x="2387600" y="4429125"/>
          <p14:tracePt t="79653" x="2387600" y="4443413"/>
          <p14:tracePt t="79664" x="2401888" y="4443413"/>
          <p14:tracePt t="79669" x="2401888" y="4449763"/>
          <p14:tracePt t="79681" x="2408238" y="4449763"/>
          <p14:tracePt t="79686" x="2414588" y="4456113"/>
          <p14:tracePt t="79697" x="2428875" y="4456113"/>
          <p14:tracePt t="79702" x="2435225" y="4470400"/>
          <p14:tracePt t="79714" x="2455863" y="4476750"/>
          <p14:tracePt t="79720" x="2476500" y="4476750"/>
          <p14:tracePt t="79731" x="2503488" y="4497388"/>
          <p14:tracePt t="79736" x="2530475" y="4503738"/>
          <p14:tracePt t="79747" x="2565400" y="4518025"/>
          <p14:tracePt t="79753" x="2605088" y="4530725"/>
          <p14:tracePt t="79764" x="2646363" y="4545013"/>
          <p14:tracePt t="79770" x="2687638" y="4551363"/>
          <p14:tracePt t="79781" x="2735263" y="4565650"/>
          <p14:tracePt t="79786" x="2795588" y="4572000"/>
          <p14:tracePt t="79797" x="2843213" y="4572000"/>
          <p14:tracePt t="79802" x="2884488" y="4578350"/>
          <p14:tracePt t="79814" x="2932113" y="4578350"/>
          <p14:tracePt t="79819" x="2979738" y="4578350"/>
          <p14:tracePt t="79831" x="3027363" y="4578350"/>
          <p14:tracePt t="79836" x="3089275" y="4572000"/>
          <p14:tracePt t="79847" x="3128963" y="4551363"/>
          <p14:tracePt t="79853" x="3176588" y="4530725"/>
          <p14:tracePt t="79864" x="3224213" y="4518025"/>
          <p14:tracePt t="79869" x="3271838" y="4503738"/>
          <p14:tracePt t="79881" x="3292475" y="4491038"/>
          <p14:tracePt t="79885" x="3319463" y="4476750"/>
          <p14:tracePt t="79898" x="3348038" y="4456113"/>
          <p14:tracePt t="79898" x="3367088" y="4449763"/>
          <p14:tracePt t="79907" x="3387725" y="4443413"/>
          <p14:tracePt t="79918" x="3395663" y="4429125"/>
          <p14:tracePt t="79923" x="3408363" y="4422775"/>
          <p14:tracePt t="79938" x="3408363" y="4408488"/>
          <p14:tracePt t="79947" x="3414713" y="4408488"/>
          <p14:tracePt t="82126" x="3414713" y="4402138"/>
          <p14:tracePt t="82134" x="3414713" y="4395788"/>
          <p14:tracePt t="82144" x="3422650" y="4381500"/>
          <p14:tracePt t="82153" x="3435350" y="4367213"/>
          <p14:tracePt t="82159" x="3449638" y="4348163"/>
          <p14:tracePt t="82168" x="3462338" y="4327525"/>
          <p14:tracePt t="82176" x="3470275" y="4300538"/>
          <p14:tracePt t="82184" x="3490913" y="4279900"/>
          <p14:tracePt t="82192" x="3497263" y="4252913"/>
          <p14:tracePt t="82201" x="3509963" y="4232275"/>
          <p14:tracePt t="82208" x="3538538" y="4205288"/>
          <p14:tracePt t="82217" x="3538538" y="4184650"/>
          <p14:tracePt t="82224" x="3557588" y="4157663"/>
          <p14:tracePt t="82234" x="3557588" y="4137025"/>
          <p14:tracePt t="82241" x="3565525" y="4122738"/>
          <p14:tracePt t="82250" x="3565525" y="4102100"/>
          <p14:tracePt t="82258" x="3565525" y="4081463"/>
          <p14:tracePt t="82267" x="3571875" y="4062413"/>
          <p14:tracePt t="82274" x="3571875" y="4048125"/>
          <p14:tracePt t="82284" x="3571875" y="4033838"/>
          <p14:tracePt t="82298" x="3571875" y="4027488"/>
          <p14:tracePt t="82306" x="3571875" y="4014788"/>
          <p14:tracePt t="82323" x="3565525" y="4014788"/>
          <p14:tracePt t="82339" x="3557588" y="4014788"/>
          <p14:tracePt t="82347" x="3544888" y="4014788"/>
          <p14:tracePt t="82363" x="3538538" y="4014788"/>
          <p14:tracePt t="82372" x="3530600" y="4014788"/>
          <p14:tracePt t="82381" x="3530600" y="4027488"/>
          <p14:tracePt t="82389" x="3517900" y="4033838"/>
          <p14:tracePt t="82962" x="3517900" y="4027488"/>
          <p14:tracePt t="82970" x="3517900" y="4006850"/>
          <p14:tracePt t="82978" x="3517900" y="3979863"/>
          <p14:tracePt t="82987" x="3530600" y="3959225"/>
          <p14:tracePt t="82995" x="3530600" y="3938588"/>
          <p14:tracePt t="83004" x="3538538" y="3890963"/>
          <p14:tracePt t="83012" x="3544888" y="3851275"/>
          <p14:tracePt t="83021" x="3544888" y="3803650"/>
          <p14:tracePt t="83027" x="3557588" y="3756025"/>
          <p14:tracePt t="83037" x="3557588" y="3708400"/>
          <p14:tracePt t="83044" x="3557588" y="3667125"/>
          <p14:tracePt t="83054" x="3557588" y="3633788"/>
          <p14:tracePt t="83061" x="3538538" y="3592513"/>
          <p14:tracePt t="83070" x="3530600" y="3586163"/>
          <p14:tracePt t="83078" x="3509963" y="3565525"/>
          <p14:tracePt t="83087" x="3470275" y="3538538"/>
          <p14:tracePt t="83095" x="3449638" y="3530600"/>
          <p14:tracePt t="83103" x="3422650" y="3517900"/>
          <p14:tracePt t="83111" x="3408363" y="3517900"/>
          <p14:tracePt t="83119" x="3375025" y="3517900"/>
          <p14:tracePt t="83127" x="3348038" y="3517900"/>
          <p14:tracePt t="83135" x="3319463" y="3530600"/>
          <p14:tracePt t="83144" x="3300413" y="3538538"/>
          <p14:tracePt t="83152" x="3286125" y="3565525"/>
          <p14:tracePt t="83161" x="3265488" y="3586163"/>
          <p14:tracePt t="83168" x="3244850" y="3613150"/>
          <p14:tracePt t="83178" x="3244850" y="3619500"/>
          <p14:tracePt t="83185" x="3238500" y="3640138"/>
          <p14:tracePt t="83194" x="3238500" y="3667125"/>
          <p14:tracePt t="83201" x="3238500" y="3687763"/>
          <p14:tracePt t="83210" x="3238500" y="3714750"/>
          <p14:tracePt t="83218" x="3238500" y="3735388"/>
          <p14:tracePt t="83226" x="3244850" y="3741738"/>
          <p14:tracePt t="83234" x="3265488" y="3756025"/>
          <p14:tracePt t="83243" x="3286125" y="3768725"/>
          <p14:tracePt t="83250" x="3313113" y="3768725"/>
          <p14:tracePt t="83260" x="3327400" y="3783013"/>
          <p14:tracePt t="83266" x="3360738" y="3783013"/>
          <p14:tracePt t="83276" x="3387725" y="3783013"/>
          <p14:tracePt t="83283" x="3414713" y="3783013"/>
          <p14:tracePt t="83292" x="3443288" y="3768725"/>
          <p14:tracePt t="83300" x="3470275" y="3756025"/>
          <p14:tracePt t="83309" x="3490913" y="3729038"/>
          <p14:tracePt t="83315" x="3509963" y="3708400"/>
          <p14:tracePt t="83324" x="3517900" y="3681413"/>
          <p14:tracePt t="83332" x="3517900" y="3646488"/>
          <p14:tracePt t="83342" x="3517900" y="3619500"/>
          <p14:tracePt t="83348" x="3517900" y="3592513"/>
          <p14:tracePt t="83357" x="3517900" y="3586163"/>
          <p14:tracePt t="83365" x="3517900" y="3565525"/>
          <p14:tracePt t="83373" x="3509963" y="3544888"/>
          <p14:tracePt t="83381" x="3490913" y="3538538"/>
          <p14:tracePt t="83390" x="3482975" y="3530600"/>
          <p14:tracePt t="83398" x="3462338" y="3530600"/>
          <p14:tracePt t="83408" x="3443288" y="3530600"/>
          <p14:tracePt t="83413" x="3422650" y="3530600"/>
          <p14:tracePt t="83422" x="3408363" y="3530600"/>
          <p14:tracePt t="83430" x="3387725" y="3544888"/>
          <p14:tracePt t="83438" x="3360738" y="3571875"/>
          <p14:tracePt t="83446" x="3348038" y="3605213"/>
          <p14:tracePt t="83455" x="3319463" y="3640138"/>
          <p14:tracePt t="83463" x="3313113" y="3681413"/>
          <p14:tracePt t="83471" x="3292475" y="3729038"/>
          <p14:tracePt t="83479" x="3286125" y="3762375"/>
          <p14:tracePt t="83487" x="3271838" y="3803650"/>
          <p14:tracePt t="83495" x="3271838" y="3810000"/>
          <p14:tracePt t="83504" x="3271838" y="3836988"/>
          <p14:tracePt t="83511" x="3271838" y="3863975"/>
          <p14:tracePt t="83521" x="3271838" y="3884613"/>
          <p14:tracePt t="83528" x="3286125" y="3890963"/>
          <p14:tracePt t="83537" x="3300413" y="3890963"/>
          <p14:tracePt t="83544" x="3319463" y="3890963"/>
          <p14:tracePt t="83553" x="3340100" y="3890963"/>
          <p14:tracePt t="83560" x="3360738" y="3890963"/>
          <p14:tracePt t="83570" x="3387725" y="3878263"/>
          <p14:tracePt t="83577" x="3408363" y="3851275"/>
          <p14:tracePt t="83586" x="3422650" y="3816350"/>
          <p14:tracePt t="83595" x="3443288" y="3783013"/>
          <p14:tracePt t="83602" x="3449638" y="3741738"/>
          <p14:tracePt t="83610" x="3462338" y="3708400"/>
          <p14:tracePt t="83618" x="3462338" y="3687763"/>
          <p14:tracePt t="83626" x="3462338" y="3660775"/>
          <p14:tracePt t="83635" x="3462338" y="3633788"/>
          <p14:tracePt t="83643" x="3462338" y="3605213"/>
          <p14:tracePt t="83652" x="3462338" y="3586163"/>
          <p14:tracePt t="83660" x="3462338" y="3571875"/>
          <p14:tracePt t="83668" x="3449638" y="3557588"/>
          <p14:tracePt t="83676" x="3435350" y="3544888"/>
          <p14:tracePt t="83684" x="3422650" y="3544888"/>
          <p14:tracePt t="83693" x="3408363" y="3538538"/>
          <p14:tracePt t="83700" x="3387725" y="3538538"/>
          <p14:tracePt t="83709" x="3367088" y="3538538"/>
          <p14:tracePt t="83717" x="3348038" y="3538538"/>
          <p14:tracePt t="83726" x="3327400" y="3565525"/>
          <p14:tracePt t="83733" x="3319463" y="3592513"/>
          <p14:tracePt t="83742" x="3313113" y="3605213"/>
          <p14:tracePt t="83749" x="3300413" y="3633788"/>
          <p14:tracePt t="83759" x="3292475" y="3646488"/>
          <p14:tracePt t="83766" x="3292475" y="3667125"/>
          <p14:tracePt t="83776" x="3292475" y="3687763"/>
          <p14:tracePt t="83782" x="3292475" y="3708400"/>
          <p14:tracePt t="83792" x="3292475" y="3729038"/>
          <p14:tracePt t="83799" x="3292475" y="3735388"/>
          <p14:tracePt t="83809" x="3292475" y="3741738"/>
          <p14:tracePt t="83815" x="3300413" y="3762375"/>
          <p14:tracePt t="83826" x="3313113" y="3768725"/>
          <p14:tracePt t="83831" x="3327400" y="3789363"/>
          <p14:tracePt t="84076" x="3327400" y="3810000"/>
          <p14:tracePt t="84084" x="3327400" y="3836988"/>
          <p14:tracePt t="84092" x="3348038" y="3863975"/>
          <p14:tracePt t="84102" x="3360738" y="3905250"/>
          <p14:tracePt t="84111" x="3387725" y="3973513"/>
          <p14:tracePt t="84119" x="3414713" y="4048125"/>
          <p14:tracePt t="84128" x="3443288" y="4137025"/>
          <p14:tracePt t="84134" x="3482975" y="4252913"/>
          <p14:tracePt t="84144" x="3509963" y="4367213"/>
          <p14:tracePt t="84150" x="3557588" y="4491038"/>
          <p14:tracePt t="84161" x="3592513" y="4598988"/>
          <p14:tracePt t="84166" x="3640138" y="4741863"/>
          <p14:tracePt t="84176" x="3681413" y="4851400"/>
          <p14:tracePt t="84183" x="3708400" y="4919663"/>
          <p14:tracePt t="84192" x="3741738" y="5006975"/>
          <p14:tracePt t="84199" x="3783013" y="5081588"/>
          <p14:tracePt t="84209" x="3816350" y="5137150"/>
          <p14:tracePt t="84215" x="3836988" y="5157788"/>
          <p14:tracePt t="84225" x="3863975" y="5184775"/>
          <p14:tracePt t="84461" x="3878263" y="5184775"/>
          <p14:tracePt t="84470" x="3905250" y="5184775"/>
          <p14:tracePt t="84478" x="3925888" y="5184775"/>
          <p14:tracePt t="84487" x="3952875" y="5184775"/>
          <p14:tracePt t="84495" x="3979863" y="5184775"/>
          <p14:tracePt t="84504" x="4000500" y="5170488"/>
          <p14:tracePt t="84512" x="4048125" y="5157788"/>
          <p14:tracePt t="84519" x="4089400" y="5137150"/>
          <p14:tracePt t="84529" x="4129088" y="5116513"/>
          <p14:tracePt t="84537" x="4170363" y="5089525"/>
          <p14:tracePt t="84545" x="4176713" y="5081588"/>
          <p14:tracePt t="84552" x="4211638" y="5041900"/>
          <p14:tracePt t="84561" x="4224338" y="5033963"/>
          <p14:tracePt t="84569" x="4244975" y="5014913"/>
          <p14:tracePt t="84577" x="4252913" y="4973638"/>
          <p14:tracePt t="84585" x="4252913" y="4959350"/>
          <p14:tracePt t="84594" x="4252913" y="4932363"/>
          <p14:tracePt t="84602" x="4252913" y="4911725"/>
          <p14:tracePt t="84610" x="4252913" y="4891088"/>
          <p14:tracePt t="84618" x="4244975" y="4884738"/>
          <p14:tracePt t="84626" x="4211638" y="4864100"/>
          <p14:tracePt t="84635" x="4197350" y="4851400"/>
          <p14:tracePt t="84643" x="4157663" y="4843463"/>
          <p14:tracePt t="84652" x="4122738" y="4843463"/>
          <p14:tracePt t="84659" x="4081463" y="4843463"/>
          <p14:tracePt t="84668" x="4048125" y="4843463"/>
          <p14:tracePt t="84676" x="4027488" y="4843463"/>
          <p14:tracePt t="84685" x="3973513" y="4843463"/>
          <p14:tracePt t="84692" x="3959225" y="4851400"/>
          <p14:tracePt t="84701" x="3932238" y="4864100"/>
          <p14:tracePt t="84708" x="3911600" y="4884738"/>
          <p14:tracePt t="84718" x="3884613" y="4911725"/>
          <p14:tracePt t="84724" x="3878263" y="4938713"/>
          <p14:tracePt t="84735" x="3863975" y="4967288"/>
          <p14:tracePt t="84741" x="3863975" y="4994275"/>
          <p14:tracePt t="84751" x="3863975" y="5033963"/>
          <p14:tracePt t="84757" x="3863975" y="5068888"/>
          <p14:tracePt t="84768" x="3863975" y="5116513"/>
          <p14:tracePt t="84773" x="3890963" y="5157788"/>
          <p14:tracePt t="84785" x="3911600" y="5184775"/>
          <p14:tracePt t="84790" x="3932238" y="5191125"/>
          <p14:tracePt t="84801" x="3952875" y="5211763"/>
          <p14:tracePt t="84807" x="3979863" y="5232400"/>
          <p14:tracePt t="84818" x="4006850" y="5238750"/>
          <p14:tracePt t="84823" x="4033838" y="5238750"/>
          <p14:tracePt t="84835" x="4062413" y="5238750"/>
          <p14:tracePt t="84839" x="4102100" y="5211763"/>
          <p14:tracePt t="84851" x="4129088" y="5170488"/>
          <p14:tracePt t="84857" x="4176713" y="5129213"/>
          <p14:tracePt t="84868" x="4205288" y="5081588"/>
          <p14:tracePt t="84874" x="4224338" y="5021263"/>
          <p14:tracePt t="84885" x="4252913" y="4967288"/>
          <p14:tracePt t="84890" x="4271963" y="4911725"/>
          <p14:tracePt t="84901" x="4279900" y="4851400"/>
          <p14:tracePt t="84906" x="4279900" y="4810125"/>
          <p14:tracePt t="84919" x="4279900" y="4768850"/>
          <p14:tracePt t="84924" x="4279900" y="4735513"/>
          <p14:tracePt t="84937" x="4279900" y="4700588"/>
          <p14:tracePt t="84939" x="4259263" y="4673600"/>
          <p14:tracePt t="84952" x="4232275" y="4652963"/>
          <p14:tracePt t="84957" x="4197350" y="4646613"/>
          <p14:tracePt t="84968" x="4157663" y="4640263"/>
          <p14:tracePt t="84973" x="4110038" y="4640263"/>
          <p14:tracePt t="84985" x="4075113" y="4640263"/>
          <p14:tracePt t="84989" x="4033838" y="4640263"/>
          <p14:tracePt t="85002" x="4000500" y="4652963"/>
          <p14:tracePt t="85003" x="3973513" y="4687888"/>
          <p14:tracePt t="85012" x="3925888" y="4762500"/>
          <p14:tracePt t="85019" x="3911600" y="4789488"/>
          <p14:tracePt t="85028" x="3890963" y="4851400"/>
          <p14:tracePt t="85037" x="3884613" y="4911725"/>
          <p14:tracePt t="85044" x="3863975" y="4973638"/>
          <p14:tracePt t="85052" x="3863975" y="5021263"/>
          <p14:tracePt t="85062" x="3863975" y="5081588"/>
          <p14:tracePt t="85069" x="3863975" y="5137150"/>
          <p14:tracePt t="85077" x="3863975" y="5170488"/>
          <p14:tracePt t="85085" x="3878263" y="5205413"/>
          <p14:tracePt t="85094" x="3890963" y="5232400"/>
          <p14:tracePt t="85102" x="3925888" y="5253038"/>
          <p14:tracePt t="85110" x="3952875" y="5259388"/>
          <p14:tracePt t="85118" x="3979863" y="5265738"/>
          <p14:tracePt t="85126" x="4027488" y="5265738"/>
          <p14:tracePt t="85135" x="4054475" y="5265738"/>
          <p14:tracePt t="85142" x="4102100" y="5259388"/>
          <p14:tracePt t="85151" x="4129088" y="5238750"/>
          <p14:tracePt t="85159" x="4170363" y="5211763"/>
          <p14:tracePt t="85168" x="4197350" y="5184775"/>
          <p14:tracePt t="85175" x="4224338" y="5143500"/>
          <p14:tracePt t="85185" x="4232275" y="5116513"/>
          <p14:tracePt t="85191" x="4252913" y="5081588"/>
          <p14:tracePt t="85201" x="4259263" y="5041900"/>
          <p14:tracePt t="85208" x="4259263" y="5014913"/>
          <p14:tracePt t="85218" x="4259263" y="4994275"/>
          <p14:tracePt t="85224" x="4259263" y="4967288"/>
          <p14:tracePt t="85235" x="4252913" y="4946650"/>
          <p14:tracePt t="85240" x="4232275" y="4932363"/>
          <p14:tracePt t="85251" x="4205288" y="4911725"/>
          <p14:tracePt t="85257" x="4176713" y="4899025"/>
          <p14:tracePt t="85268" x="4137025" y="4891088"/>
          <p14:tracePt t="85273" x="4102100" y="4891088"/>
          <p14:tracePt t="85285" x="4075113" y="4891088"/>
          <p14:tracePt t="85290" x="4048125" y="4891088"/>
          <p14:tracePt t="85302" x="4014788" y="4919663"/>
          <p14:tracePt t="85307" x="3986213" y="4938713"/>
          <p14:tracePt t="85318" x="3973513" y="4967288"/>
          <p14:tracePt t="85324" x="3952875" y="4994275"/>
          <p14:tracePt t="85335" x="3938588" y="5014913"/>
          <p14:tracePt t="85341" x="3925888" y="5062538"/>
          <p14:tracePt t="85351" x="3925888" y="5089525"/>
          <p14:tracePt t="85356" x="3925888" y="5116513"/>
          <p14:tracePt t="85368" x="3925888" y="5143500"/>
          <p14:tracePt t="85373" x="3925888" y="5164138"/>
          <p14:tracePt t="85385" x="3925888" y="5191125"/>
          <p14:tracePt t="85389" x="3925888" y="5211763"/>
          <p14:tracePt t="85402" x="3925888" y="5218113"/>
          <p14:tracePt t="85406" x="3925888" y="5238750"/>
          <p14:tracePt t="85418" x="3932238" y="5253038"/>
          <p14:tracePt t="85424" x="3952875" y="5259388"/>
          <p14:tracePt t="85435" x="3973513" y="5265738"/>
          <p14:tracePt t="85441" x="3986213" y="5265738"/>
          <p14:tracePt t="85451" x="4014788" y="5265738"/>
          <p14:tracePt t="85456" x="4048125" y="5253038"/>
          <p14:tracePt t="85468" x="4075113" y="5232400"/>
          <p14:tracePt t="85473" x="4110038" y="5191125"/>
          <p14:tracePt t="85485" x="4149725" y="5164138"/>
          <p14:tracePt t="85490" x="4184650" y="5137150"/>
          <p14:tracePt t="85502" x="4211638" y="5095875"/>
          <p14:tracePt t="85506" x="4224338" y="5081588"/>
          <p14:tracePt t="85518" x="4244975" y="5041900"/>
          <p14:tracePt t="85519" x="4259263" y="5021263"/>
          <p14:tracePt t="85528" x="4271963" y="5006975"/>
          <p14:tracePt t="85536" x="4271963" y="4986338"/>
          <p14:tracePt t="85544" x="4279900" y="4967288"/>
          <p14:tracePt t="85552" x="4279900" y="4959350"/>
          <p14:tracePt t="85562" x="4279900" y="4938713"/>
          <p14:tracePt t="85569" x="4271963" y="4938713"/>
          <p14:tracePt t="85577" x="4244975" y="4932363"/>
          <p14:tracePt t="85585" x="4211638" y="4932363"/>
          <p14:tracePt t="85594" x="4184650" y="4932363"/>
          <p14:tracePt t="85602" x="4149725" y="4932363"/>
          <p14:tracePt t="85609" x="4110038" y="4938713"/>
          <p14:tracePt t="85618" x="4062413" y="4959350"/>
          <p14:tracePt t="85626" x="4027488" y="4973638"/>
          <p14:tracePt t="85635" x="3986213" y="5006975"/>
          <p14:tracePt t="85642" x="3959225" y="5021263"/>
          <p14:tracePt t="85652" x="3932238" y="5054600"/>
          <p14:tracePt t="85658" x="3911600" y="5081588"/>
          <p14:tracePt t="85668" x="3890963" y="5110163"/>
          <p14:tracePt t="85675" x="3884613" y="5137150"/>
          <p14:tracePt t="85685" x="3878263" y="5184775"/>
          <p14:tracePt t="85691" x="3878263" y="5211763"/>
          <p14:tracePt t="85701" x="3878263" y="5253038"/>
          <p14:tracePt t="85708" x="3878263" y="5286375"/>
          <p14:tracePt t="85718" x="3878263" y="5313363"/>
          <p14:tracePt t="85724" x="3890963" y="5340350"/>
          <p14:tracePt t="85735" x="3911600" y="5375275"/>
          <p14:tracePt t="85740" x="3938588" y="5402263"/>
          <p14:tracePt t="85751" x="3959225" y="5414963"/>
          <p14:tracePt t="85757" x="3979863" y="5429250"/>
          <p14:tracePt t="85768" x="4000500" y="5435600"/>
          <p14:tracePt t="85773" x="4014788" y="5449888"/>
          <p14:tracePt t="85785" x="4033838" y="5449888"/>
          <p14:tracePt t="85790" x="4075113" y="5456238"/>
          <p14:tracePt t="85801" x="4081463" y="5456238"/>
          <p14:tracePt t="85806" x="4110038" y="5456238"/>
          <p14:tracePt t="85818" x="4137025" y="5449888"/>
          <p14:tracePt t="85824" x="4157663" y="5414963"/>
          <p14:tracePt t="85835" x="4170363" y="5402263"/>
          <p14:tracePt t="85841" x="4184650" y="5375275"/>
          <p14:tracePt t="85851" x="4205288" y="5340350"/>
          <p14:tracePt t="85856" x="4224338" y="5313363"/>
          <p14:tracePt t="85868" x="4232275" y="5265738"/>
          <p14:tracePt t="85875" x="4244975" y="5238750"/>
          <p14:tracePt t="85885" x="4244975" y="5205413"/>
          <p14:tracePt t="85889" x="4244975" y="5170488"/>
          <p14:tracePt t="85901" x="4244975" y="5143500"/>
          <p14:tracePt t="85907" x="4244975" y="5110163"/>
          <p14:tracePt t="85919" x="4244975" y="5081588"/>
          <p14:tracePt t="85924" x="4211638" y="5062538"/>
          <p14:tracePt t="85937" x="4184650" y="5033963"/>
          <p14:tracePt t="85938" x="4157663" y="5021263"/>
          <p14:tracePt t="85947" x="4122738" y="5006975"/>
          <p14:tracePt t="85953" x="4081463" y="5006975"/>
          <p14:tracePt t="85963" x="4048125" y="4994275"/>
          <p14:tracePt t="85969" x="4006850" y="4994275"/>
          <p14:tracePt t="85979" x="3979863" y="4994275"/>
          <p14:tracePt t="85986" x="3952875" y="5006975"/>
          <p14:tracePt t="85996" x="3925888" y="5021263"/>
          <p14:tracePt t="86002" x="3905250" y="5054600"/>
          <p14:tracePt t="86012" x="3884613" y="5081588"/>
          <p14:tracePt t="86019" x="3863975" y="5116513"/>
          <p14:tracePt t="86028" x="3857625" y="5164138"/>
          <p14:tracePt t="86035" x="3851275" y="5211763"/>
          <p14:tracePt t="86045" x="3836988" y="5259388"/>
          <p14:tracePt t="86052" x="3836988" y="5292725"/>
          <p14:tracePt t="86061" x="3836988" y="5334000"/>
          <p14:tracePt t="86069" x="3836988" y="5375275"/>
          <p14:tracePt t="86077" x="3836988" y="5408613"/>
          <p14:tracePt t="86085" x="3851275" y="5414963"/>
          <p14:tracePt t="86093" x="3878263" y="5462588"/>
          <p14:tracePt t="86102" x="3890963" y="5483225"/>
          <p14:tracePt t="86109" x="3925888" y="5497513"/>
          <p14:tracePt t="86118" x="3952875" y="5510213"/>
          <p14:tracePt t="86125" x="3979863" y="5510213"/>
          <p14:tracePt t="86135" x="4014788" y="5524500"/>
          <p14:tracePt t="86142" x="4054475" y="5524500"/>
          <p14:tracePt t="86151" x="4081463" y="5524500"/>
          <p14:tracePt t="86158" x="4122738" y="5524500"/>
          <p14:tracePt t="86168" x="4157663" y="5497513"/>
          <p14:tracePt t="86175" x="4184650" y="5476875"/>
          <p14:tracePt t="86185" x="4211638" y="5449888"/>
          <p14:tracePt t="86191" x="4244975" y="5408613"/>
          <p14:tracePt t="86202" x="4259263" y="5381625"/>
          <p14:tracePt t="86207" x="4279900" y="5340350"/>
          <p14:tracePt t="86218" x="4292600" y="5313363"/>
          <p14:tracePt t="86223" x="4292600" y="5292725"/>
          <p14:tracePt t="86235" x="4300538" y="5280025"/>
          <p14:tracePt t="86240" x="4306888" y="5253038"/>
          <p14:tracePt t="86251" x="4306888" y="5211763"/>
          <p14:tracePt t="86257" x="4306888" y="5205413"/>
          <p14:tracePt t="86268" x="4306888" y="5191125"/>
          <p14:tracePt t="86273" x="4292600" y="5170488"/>
          <p14:tracePt t="86285" x="4279900" y="5170488"/>
          <p14:tracePt t="86290" x="4271963" y="5164138"/>
          <p14:tracePt t="86301" x="4259263" y="5164138"/>
          <p14:tracePt t="86306" x="4252913" y="5164138"/>
          <p14:tracePt t="86318" x="4244975" y="5164138"/>
          <p14:tracePt t="87206" x="4252913" y="5164138"/>
          <p14:tracePt t="87215" x="4259263" y="5164138"/>
          <p14:tracePt t="87223" x="4279900" y="5164138"/>
          <p14:tracePt t="87231" x="4306888" y="5164138"/>
          <p14:tracePt t="87239" x="4327525" y="5164138"/>
          <p14:tracePt t="87248" x="4348163" y="5164138"/>
          <p14:tracePt t="87256" x="4367213" y="5164138"/>
          <p14:tracePt t="87264" x="4395788" y="5164138"/>
          <p14:tracePt t="87272" x="4408488" y="5164138"/>
          <p14:tracePt t="87281" x="4429125" y="5164138"/>
          <p14:tracePt t="87289" x="4449763" y="5164138"/>
          <p14:tracePt t="87298" x="4470400" y="5164138"/>
          <p14:tracePt t="87306" x="4476750" y="5164138"/>
          <p14:tracePt t="87315" x="4491038" y="5164138"/>
          <p14:tracePt t="87323" x="4497388" y="5164138"/>
          <p14:tracePt t="87331" x="4503738" y="5164138"/>
          <p14:tracePt t="87354" x="4518025" y="5164138"/>
          <p14:tracePt t="87976" x="4524375" y="5157788"/>
          <p14:tracePt t="87985" x="4530725" y="5143500"/>
          <p14:tracePt t="87995" x="4551363" y="5116513"/>
          <p14:tracePt t="88003" x="4565650" y="5110163"/>
          <p14:tracePt t="88012" x="4578350" y="5089525"/>
          <p14:tracePt t="88019" x="4592638" y="5068888"/>
          <p14:tracePt t="88028" x="4613275" y="5054600"/>
          <p14:tracePt t="88035" x="4619625" y="5041900"/>
          <p14:tracePt t="88044" x="4625975" y="5033963"/>
          <p14:tracePt t="88051" x="4625975" y="5021263"/>
          <p14:tracePt t="88060" x="4640263" y="5021263"/>
          <p14:tracePt t="88079" x="4640263" y="5014913"/>
          <p14:tracePt t="88132" x="4619625" y="5014913"/>
          <p14:tracePt t="88140" x="4598988" y="5014913"/>
          <p14:tracePt t="88149" x="4592638" y="5014913"/>
          <p14:tracePt t="88157" x="4572000" y="5014913"/>
          <p14:tracePt t="88165" x="4551363" y="5014913"/>
          <p14:tracePt t="88173" x="4530725" y="5014913"/>
          <p14:tracePt t="88182" x="4518025" y="5021263"/>
          <p14:tracePt t="88190" x="4497388" y="5021263"/>
          <p14:tracePt t="88199" x="4491038" y="5021263"/>
          <p14:tracePt t="88206" x="4476750" y="5021263"/>
          <p14:tracePt t="88215" x="4470400" y="5021263"/>
          <p14:tracePt t="88230" x="4456113" y="5021263"/>
          <p14:tracePt t="88296" x="4470400" y="5021263"/>
          <p14:tracePt t="88304" x="4476750" y="5021263"/>
          <p14:tracePt t="88314" x="4491038" y="5021263"/>
          <p14:tracePt t="88321" x="4497388" y="5021263"/>
          <p14:tracePt t="88330" x="4518025" y="5021263"/>
          <p14:tracePt t="88338" x="4524375" y="5021263"/>
          <p14:tracePt t="88347" x="4545013" y="5021263"/>
          <p14:tracePt t="88355" x="4551363" y="5021263"/>
          <p14:tracePt t="88362" x="4565650" y="5021263"/>
          <p14:tracePt t="88371" x="4572000" y="5021263"/>
          <p14:tracePt t="88379" x="4578350" y="5021263"/>
          <p14:tracePt t="88388" x="4592638" y="5021263"/>
          <p14:tracePt t="88410" x="4598988" y="5021263"/>
          <p14:tracePt t="88443" x="4613275" y="5021263"/>
          <p14:tracePt t="88484" x="4613275" y="5033963"/>
          <p14:tracePt t="88509" x="4619625" y="5033963"/>
          <p14:tracePt t="88607" x="4619625" y="5041900"/>
          <p14:tracePt t="88624" x="4625975" y="5041900"/>
          <p14:tracePt t="88632" x="4625975" y="5054600"/>
          <p14:tracePt t="88641" x="4640263" y="5062538"/>
          <p14:tracePt t="88650" x="4646613" y="5068888"/>
          <p14:tracePt t="88658" x="4652963" y="5081588"/>
          <p14:tracePt t="88667" x="4652963" y="5089525"/>
          <p14:tracePt t="88674" x="4667250" y="5095875"/>
          <p14:tracePt t="88683" x="4667250" y="5110163"/>
          <p14:tracePt t="88689" x="4673600" y="5116513"/>
          <p14:tracePt t="88699" x="4673600" y="5129213"/>
          <p14:tracePt t="88706" x="4673600" y="5137150"/>
          <p14:tracePt t="88716" x="4673600" y="5143500"/>
          <p14:tracePt t="88722" x="4673600" y="5164138"/>
          <p14:tracePt t="88732" x="4673600" y="5170488"/>
          <p14:tracePt t="88739" x="4673600" y="5191125"/>
          <p14:tracePt t="88749" x="4652963" y="5211763"/>
          <p14:tracePt t="88755" x="4646613" y="5218113"/>
          <p14:tracePt t="88764" x="4640263" y="5232400"/>
          <p14:tracePt t="88771" x="4619625" y="5253038"/>
          <p14:tracePt t="88781" x="4598988" y="5259388"/>
          <p14:tracePt t="88788" x="4592638" y="5265738"/>
          <p14:tracePt t="88797" x="4572000" y="5280025"/>
          <p14:tracePt t="88805" x="4565650" y="5286375"/>
          <p14:tracePt t="88814" x="4551363" y="5292725"/>
          <p14:tracePt t="88830" x="4545013" y="5307013"/>
          <p14:tracePt t="88853" x="4545013" y="5313363"/>
          <p14:tracePt t="88919" x="4545013" y="5327650"/>
          <p14:tracePt t="88936" x="4551363" y="5327650"/>
          <p14:tracePt t="88951" x="4565650" y="5327650"/>
          <p14:tracePt t="88960" x="4572000" y="5327650"/>
          <p14:tracePt t="88969" x="4578350" y="5327650"/>
          <p14:tracePt t="88977" x="4592638" y="5327650"/>
          <p14:tracePt t="88985" x="4598988" y="5327650"/>
          <p14:tracePt t="88994" x="4613275" y="5327650"/>
          <p14:tracePt t="89002" x="4619625" y="5327650"/>
          <p14:tracePt t="89017" x="4625975" y="5327650"/>
          <p14:tracePt t="89041" x="4640263" y="5327650"/>
          <p14:tracePt t="89574" x="4640263" y="5313363"/>
          <p14:tracePt t="89591" x="4625975" y="5313363"/>
          <p14:tracePt t="89599" x="4625975" y="5307013"/>
          <p14:tracePt t="89607" x="4619625" y="5307013"/>
          <p14:tracePt t="89615" x="4619625" y="5292725"/>
          <p14:tracePt t="89632" x="4613275" y="5286375"/>
          <p14:tracePt t="89648" x="4598988" y="5280025"/>
          <p14:tracePt t="89664" x="4598988" y="5265738"/>
          <p14:tracePt t="89681" x="4598988" y="5259388"/>
          <p14:tracePt t="89697" x="4598988" y="5253038"/>
          <p14:tracePt t="89713" x="4598988" y="5238750"/>
          <p14:tracePt t="89730" x="4613275" y="5238750"/>
          <p14:tracePt t="89738" x="4613275" y="5232400"/>
          <p14:tracePt t="89763" x="4619625" y="5232400"/>
          <p14:tracePt t="89860" x="4625975" y="5232400"/>
          <p14:tracePt t="89869" x="4625975" y="5218113"/>
          <p14:tracePt t="89885" x="4640263" y="5218113"/>
          <p14:tracePt t="89895" x="4646613" y="5211763"/>
          <p14:tracePt t="89903" x="4646613" y="5205413"/>
          <p14:tracePt t="89912" x="4652963" y="5191125"/>
          <p14:tracePt t="89920" x="4667250" y="5191125"/>
          <p14:tracePt t="89929" x="4673600" y="5184775"/>
          <p14:tracePt t="89936" x="4694238" y="5170488"/>
          <p14:tracePt t="89946" x="4700588" y="5164138"/>
          <p14:tracePt t="89952" x="4714875" y="5143500"/>
          <p14:tracePt t="89962" x="4735513" y="5137150"/>
          <p14:tracePt t="89968" x="4741863" y="5129213"/>
          <p14:tracePt t="89977" x="4748213" y="5110163"/>
          <p14:tracePt t="89985" x="4762500" y="5089525"/>
          <p14:tracePt t="89995" x="4768850" y="5068888"/>
          <p14:tracePt t="90001" x="4768850" y="5041900"/>
          <p14:tracePt t="90012" x="4768850" y="5014913"/>
          <p14:tracePt t="90018" x="4768850" y="4959350"/>
          <p14:tracePt t="90028" x="4741863" y="4899025"/>
          <p14:tracePt t="90034" x="4700588" y="4837113"/>
          <p14:tracePt t="90045" x="4652963" y="4768850"/>
          <p14:tracePt t="90051" x="4598988" y="4694238"/>
          <p14:tracePt t="90061" x="4524375" y="4598988"/>
          <p14:tracePt t="90067" x="4449763" y="4518025"/>
          <p14:tracePt t="90077" x="4375150" y="4443413"/>
          <p14:tracePt t="90083" x="4348163" y="4402138"/>
          <p14:tracePt t="90092" x="4279900" y="4327525"/>
          <p14:tracePt t="90100" x="4224338" y="4271963"/>
          <p14:tracePt t="90108" x="4176713" y="4211638"/>
          <p14:tracePt t="90117" x="4157663" y="4205288"/>
          <p14:tracePt t="90126" x="4122738" y="4170363"/>
          <p14:tracePt t="90133" x="4102100" y="4157663"/>
          <p14:tracePt t="90142" x="4081463" y="4137025"/>
          <p14:tracePt t="90336" x="4081463" y="4129088"/>
          <p14:tracePt t="90345" x="4081463" y="4081463"/>
          <p14:tracePt t="90354" x="4081463" y="4048125"/>
          <p14:tracePt t="90362" x="4075113" y="4000500"/>
          <p14:tracePt t="90370" x="4062413" y="3932238"/>
          <p14:tracePt t="90379" x="4048125" y="3878263"/>
          <p14:tracePt t="90387" x="4027488" y="3810000"/>
          <p14:tracePt t="90395" x="4000500" y="3741738"/>
          <p14:tracePt t="90403" x="3973513" y="3687763"/>
          <p14:tracePt t="90412" x="3938588" y="3633788"/>
          <p14:tracePt t="90419" x="3890963" y="3544888"/>
          <p14:tracePt t="90429" x="3857625" y="3482975"/>
          <p14:tracePt t="90436" x="3816350" y="3422650"/>
          <p14:tracePt t="90444" x="3803650" y="3414713"/>
          <p14:tracePt t="90452" x="3768725" y="3375025"/>
          <p14:tracePt t="90460" x="3756025" y="3360738"/>
          <p14:tracePt t="90469" x="3735388" y="3348038"/>
          <p14:tracePt t="90477" x="3714750" y="3340100"/>
          <p14:tracePt t="90485" x="3694113" y="3340100"/>
          <p14:tracePt t="90493" x="3681413" y="3340100"/>
          <p14:tracePt t="90501" x="3660775" y="3340100"/>
          <p14:tracePt t="90511" x="3640138" y="3340100"/>
          <p14:tracePt t="90517" x="3619500" y="3340100"/>
          <p14:tracePt t="90527" x="3592513" y="3340100"/>
          <p14:tracePt t="90533" x="3586163" y="3340100"/>
          <p14:tracePt t="90543" x="3565525" y="3340100"/>
          <p14:tracePt t="90550" x="3544888" y="3340100"/>
          <p14:tracePt t="90559" x="3530600" y="3348038"/>
          <p14:tracePt t="90566" x="3509963" y="3348038"/>
          <p14:tracePt t="90576" x="3490913" y="3360738"/>
          <p14:tracePt t="90582" x="3470275" y="3367088"/>
          <p14:tracePt t="90592" x="3462338" y="3375025"/>
          <p14:tracePt t="90599" x="3443288" y="3387725"/>
          <p14:tracePt t="90609" x="3435350" y="3387725"/>
          <p14:tracePt t="90615" x="3422650" y="3395663"/>
          <p14:tracePt t="90625" x="3414713" y="3408363"/>
          <p14:tracePt t="90632" x="3408363" y="3414713"/>
          <p14:tracePt t="90641" x="3395663" y="3422650"/>
          <p14:tracePt t="90648" x="3387725" y="3422650"/>
          <p14:tracePt t="90657" x="3387725" y="3435350"/>
          <p14:tracePt t="90665" x="3387725" y="3443288"/>
          <p14:tracePt t="90674" x="3387725" y="3449638"/>
          <p14:tracePt t="90682" x="3387725" y="3470275"/>
          <p14:tracePt t="90690" x="3387725" y="3482975"/>
          <p14:tracePt t="90698" x="3387725" y="3509963"/>
          <p14:tracePt t="90706" x="3387725" y="3517900"/>
          <p14:tracePt t="90715" x="3387725" y="3538538"/>
          <p14:tracePt t="90723" x="3387725" y="3557588"/>
          <p14:tracePt t="90731" x="3387725" y="3571875"/>
          <p14:tracePt t="90739" x="3387725" y="3592513"/>
          <p14:tracePt t="90748" x="3387725" y="3605213"/>
          <p14:tracePt t="90756" x="3387725" y="3613150"/>
          <p14:tracePt t="90765" x="3387725" y="3619500"/>
          <p14:tracePt t="90771" x="3395663" y="3619500"/>
          <p14:tracePt t="90795" x="3408363" y="3619500"/>
          <p14:tracePt t="90805" x="3414713" y="3619500"/>
          <p14:tracePt t="90812" x="3435350" y="3619500"/>
          <p14:tracePt t="90822" x="3443288" y="3613150"/>
          <p14:tracePt t="90830" x="3462338" y="3605213"/>
          <p14:tracePt t="90838" x="3490913" y="3586163"/>
          <p14:tracePt t="90846" x="3497263" y="3565525"/>
          <p14:tracePt t="90854" x="3530600" y="3544888"/>
          <p14:tracePt t="90862" x="3538538" y="3538538"/>
          <p14:tracePt t="90870" x="3544888" y="3517900"/>
          <p14:tracePt t="90879" x="3557588" y="3497263"/>
          <p14:tracePt t="90887" x="3565525" y="3482975"/>
          <p14:tracePt t="90897" x="3571875" y="3462338"/>
          <p14:tracePt t="90902" x="3571875" y="3449638"/>
          <p14:tracePt t="90914" x="3571875" y="3435350"/>
          <p14:tracePt t="90919" x="3571875" y="3422650"/>
          <p14:tracePt t="90928" x="3565525" y="3422650"/>
          <p14:tracePt t="90935" x="3544888" y="3414713"/>
          <p14:tracePt t="90944" x="3530600" y="3414713"/>
          <p14:tracePt t="90952" x="3497263" y="3414713"/>
          <p14:tracePt t="90961" x="3470275" y="3414713"/>
          <p14:tracePt t="90968" x="3449638" y="3414713"/>
          <p14:tracePt t="90977" x="3422650" y="3414713"/>
          <p14:tracePt t="90984" x="3395663" y="3414713"/>
          <p14:tracePt t="90994" x="3387725" y="3422650"/>
          <p14:tracePt t="91000" x="3367088" y="3435350"/>
          <p14:tracePt t="91010" x="3360738" y="3443288"/>
          <p14:tracePt t="91017" x="3348038" y="3462338"/>
          <p14:tracePt t="91026" x="3340100" y="3470275"/>
          <p14:tracePt t="91033" x="3340100" y="3490913"/>
          <p14:tracePt t="91043" x="3327400" y="3509963"/>
          <p14:tracePt t="91049" x="3327400" y="3538538"/>
          <p14:tracePt t="91059" x="3327400" y="3557588"/>
          <p14:tracePt t="91066" x="3327400" y="3586163"/>
          <p14:tracePt t="91076" x="3327400" y="3613150"/>
          <p14:tracePt t="91082" x="3327400" y="3619500"/>
          <p14:tracePt t="91092" x="3327400" y="3640138"/>
          <p14:tracePt t="91099" x="3340100" y="3667125"/>
          <p14:tracePt t="91109" x="3348038" y="3687763"/>
          <p14:tracePt t="91115" x="3360738" y="3694113"/>
          <p14:tracePt t="91125" x="3367088" y="3708400"/>
          <p14:tracePt t="91132" x="3387725" y="3714750"/>
          <p14:tracePt t="91142" x="3395663" y="3714750"/>
          <p14:tracePt t="91149" x="3414713" y="3714750"/>
          <p14:tracePt t="91157" x="3443288" y="3714750"/>
          <p14:tracePt t="91165" x="3462338" y="3714750"/>
          <p14:tracePt t="91174" x="3490913" y="3687763"/>
          <p14:tracePt t="91182" x="3517900" y="3667125"/>
          <p14:tracePt t="91190" x="3565525" y="3633788"/>
          <p14:tracePt t="91199" x="3586163" y="3605213"/>
          <p14:tracePt t="91206" x="3613150" y="3565525"/>
          <p14:tracePt t="91215" x="3640138" y="3530600"/>
          <p14:tracePt t="91222" x="3640138" y="3517900"/>
          <p14:tracePt t="91231" x="3660775" y="3490913"/>
          <p14:tracePt t="91239" x="3660775" y="3462338"/>
          <p14:tracePt t="91248" x="3660775" y="3443288"/>
          <p14:tracePt t="91255" x="3660775" y="3422650"/>
          <p14:tracePt t="91265" x="3660775" y="3395663"/>
          <p14:tracePt t="91271" x="3660775" y="3387725"/>
          <p14:tracePt t="91281" x="3633788" y="3375025"/>
          <p14:tracePt t="91288" x="3605213" y="3367088"/>
          <p14:tracePt t="91298" x="3571875" y="3360738"/>
          <p14:tracePt t="91304" x="3538538" y="3360738"/>
          <p14:tracePt t="91315" x="3509963" y="3360738"/>
          <p14:tracePt t="91321" x="3482975" y="3360738"/>
          <p14:tracePt t="91331" x="3462338" y="3367088"/>
          <p14:tracePt t="91337" x="3443288" y="3375025"/>
          <p14:tracePt t="91348" x="3422650" y="3395663"/>
          <p14:tracePt t="91353" x="3408363" y="3422650"/>
          <p14:tracePt t="91365" x="3408363" y="3435350"/>
          <p14:tracePt t="91370" x="3395663" y="3449638"/>
          <p14:tracePt t="91381" x="3395663" y="3482975"/>
          <p14:tracePt t="91387" x="3395663" y="3509963"/>
          <p14:tracePt t="91398" x="3395663" y="3538538"/>
          <p14:tracePt t="91403" x="3395663" y="3557588"/>
          <p14:tracePt t="91415" x="3395663" y="3586163"/>
          <p14:tracePt t="91420" x="3414713" y="3613150"/>
          <p14:tracePt t="91432" x="3435350" y="3640138"/>
          <p14:tracePt t="91437" x="3449638" y="3640138"/>
          <p14:tracePt t="91448" x="3490913" y="3667125"/>
          <p14:tracePt t="91454" x="3517900" y="3681413"/>
          <p14:tracePt t="91465" x="3544888" y="3687763"/>
          <p14:tracePt t="91470" x="3571875" y="3687763"/>
          <p14:tracePt t="91482" x="3605213" y="3687763"/>
          <p14:tracePt t="91486" x="3619500" y="3687763"/>
          <p14:tracePt t="91498" x="3660775" y="3667125"/>
          <p14:tracePt t="91504" x="3687763" y="3646488"/>
          <p14:tracePt t="91515" x="3708400" y="3633788"/>
          <p14:tracePt t="91520" x="3729038" y="3605213"/>
          <p14:tracePt t="91531" x="3735388" y="3586163"/>
          <p14:tracePt t="91537" x="3741738" y="3557588"/>
          <p14:tracePt t="91548" x="3756025" y="3544888"/>
          <p14:tracePt t="91553" x="3756025" y="3517900"/>
          <p14:tracePt t="91565" x="3756025" y="3490913"/>
          <p14:tracePt t="91569" x="3756025" y="3462338"/>
          <p14:tracePt t="91582" x="3756025" y="3435350"/>
          <p14:tracePt t="91585" x="3756025" y="3414713"/>
          <p14:tracePt t="91598" x="3729038" y="3408363"/>
          <p14:tracePt t="91603" x="3694113" y="3387725"/>
          <p14:tracePt t="91615" x="3667125" y="3375025"/>
          <p14:tracePt t="91616" x="3633788" y="3375025"/>
          <p14:tracePt t="91625" x="3592513" y="3375025"/>
          <p14:tracePt t="91632" x="3557588" y="3375025"/>
          <p14:tracePt t="91641" x="3538538" y="3375025"/>
          <p14:tracePt t="91649" x="3490913" y="3375025"/>
          <p14:tracePt t="91658" x="3470275" y="3408363"/>
          <p14:tracePt t="91665" x="3443288" y="3435350"/>
          <p14:tracePt t="91673" x="3422650" y="3462338"/>
          <p14:tracePt t="91682" x="3408363" y="3490913"/>
          <p14:tracePt t="91689" x="3395663" y="3538538"/>
          <p14:tracePt t="91698" x="3395663" y="3571875"/>
          <p14:tracePt t="91706" x="3395663" y="3613150"/>
          <p14:tracePt t="91715" x="3395663" y="3646488"/>
          <p14:tracePt t="91722" x="3395663" y="3681413"/>
          <p14:tracePt t="91731" x="3408363" y="3714750"/>
          <p14:tracePt t="91739" x="3422650" y="3741738"/>
          <p14:tracePt t="91748" x="3449638" y="3756025"/>
          <p14:tracePt t="91755" x="3490913" y="3768725"/>
          <p14:tracePt t="91765" x="3544888" y="3768725"/>
          <p14:tracePt t="91771" x="3605213" y="3768725"/>
          <p14:tracePt t="91781" x="3646488" y="3756025"/>
          <p14:tracePt t="91787" x="3681413" y="3729038"/>
          <p14:tracePt t="91798" x="3714750" y="3681413"/>
          <p14:tracePt t="91804" x="3756025" y="3619500"/>
          <p14:tracePt t="91815" x="3768725" y="3571875"/>
          <p14:tracePt t="91820" x="3789363" y="3517900"/>
          <p14:tracePt t="91832" x="3789363" y="3462338"/>
          <p14:tracePt t="91837" x="3789363" y="3414713"/>
          <p14:tracePt t="91848" x="3789363" y="3375025"/>
          <p14:tracePt t="91853" x="3783013" y="3360738"/>
          <p14:tracePt t="91865" x="3762375" y="3340100"/>
          <p14:tracePt t="91870" x="3741738" y="3327400"/>
          <p14:tracePt t="91881" x="3729038" y="3327400"/>
          <p14:tracePt t="91886" x="3708400" y="3327400"/>
          <p14:tracePt t="91898" x="3687763" y="3327400"/>
          <p14:tracePt t="91903" x="3660775" y="3327400"/>
          <p14:tracePt t="91916" x="3646488" y="3327400"/>
          <p14:tracePt t="91922" x="3633788" y="3360738"/>
          <p14:tracePt t="91933" x="3633788" y="3375025"/>
          <p14:tracePt t="92590" x="3640138" y="3387725"/>
          <p14:tracePt t="92599" x="3681413" y="3422650"/>
          <p14:tracePt t="92608" x="3714750" y="3482975"/>
          <p14:tracePt t="92617" x="3762375" y="3544888"/>
          <p14:tracePt t="92624" x="3863975" y="3714750"/>
          <p14:tracePt t="92632" x="3938588" y="3857625"/>
          <p14:tracePt t="92641" x="4027488" y="4062413"/>
          <p14:tracePt t="92649" x="4129088" y="4292600"/>
          <p14:tracePt t="92657" x="4232275" y="4565650"/>
          <p14:tracePt t="92666" x="4333875" y="4816475"/>
          <p14:tracePt t="92672" x="4375150" y="4919663"/>
          <p14:tracePt t="92682" x="4402138" y="5014913"/>
          <p14:tracePt t="92689" x="4456113" y="5164138"/>
          <p14:tracePt t="92698" x="4470400" y="5205413"/>
          <p14:tracePt t="92705" x="4497388" y="5292725"/>
          <p14:tracePt t="92714" x="4518025" y="5354638"/>
          <p14:tracePt t="92721" x="4530725" y="5387975"/>
          <p14:tracePt t="92730" x="4545013" y="5414963"/>
          <p14:tracePt t="92737" x="4545013" y="5429250"/>
          <p14:tracePt t="92746" x="4551363" y="5435600"/>
          <p14:tracePt t="92819" x="4551363" y="5429250"/>
          <p14:tracePt t="93909" x="4565650" y="5414963"/>
          <p14:tracePt t="93918" x="4572000" y="5414963"/>
          <p14:tracePt t="93926" x="4578350" y="5414963"/>
          <p14:tracePt t="93935" x="4598988" y="5408613"/>
          <p14:tracePt t="93944" x="4619625" y="5408613"/>
          <p14:tracePt t="93952" x="4640263" y="5402263"/>
          <p14:tracePt t="93961" x="4667250" y="5387975"/>
          <p14:tracePt t="93967" x="4700588" y="5387975"/>
          <p14:tracePt t="93976" x="4748213" y="5381625"/>
          <p14:tracePt t="93982" x="4789488" y="5381625"/>
          <p14:tracePt t="93993" x="4843463" y="5381625"/>
          <p14:tracePt t="93999" x="4899025" y="5381625"/>
          <p14:tracePt t="94009" x="4959350" y="5381625"/>
          <p14:tracePt t="94016" x="5014913" y="5381625"/>
          <p14:tracePt t="96262" x="5006975" y="5381625"/>
          <p14:tracePt t="96271" x="4994275" y="5381625"/>
          <p14:tracePt t="96280" x="4973638" y="5375275"/>
          <p14:tracePt t="96288" x="4946650" y="5354638"/>
          <p14:tracePt t="96295" x="4884738" y="5327650"/>
          <p14:tracePt t="96304" x="4795838" y="5280025"/>
          <p14:tracePt t="96312" x="4646613" y="5184775"/>
          <p14:tracePt t="96321" x="4497388" y="5089525"/>
          <p14:tracePt t="96329" x="4348163" y="4986338"/>
          <p14:tracePt t="96337" x="4259263" y="4932363"/>
          <p14:tracePt t="96346" x="4205288" y="4891088"/>
          <p14:tracePt t="96353" x="4089400" y="4810125"/>
          <p14:tracePt t="96362" x="4054475" y="4789488"/>
          <p14:tracePt t="96370" x="3986213" y="4748213"/>
          <p14:tracePt t="96380" x="3938588" y="4721225"/>
          <p14:tracePt t="96386" x="3905250" y="4700588"/>
          <p14:tracePt t="96397" x="3890963" y="4700588"/>
          <p14:tracePt t="96803" x="3878263" y="4700588"/>
          <p14:tracePt t="96813" x="3836988" y="4700588"/>
          <p14:tracePt t="96821" x="3789363" y="4700588"/>
          <p14:tracePt t="96830" x="3735388" y="4700588"/>
          <p14:tracePt t="96837" x="3660775" y="4700588"/>
          <p14:tracePt t="96846" x="3571875" y="4694238"/>
          <p14:tracePt t="96854" x="3414713" y="4673600"/>
          <p14:tracePt t="96862" x="3238500" y="4652963"/>
          <p14:tracePt t="96870" x="3143250" y="4640263"/>
          <p14:tracePt t="96879" x="2967038" y="4598988"/>
          <p14:tracePt t="96886" x="2795588" y="4551363"/>
          <p14:tracePt t="96895" x="2646363" y="4518025"/>
          <p14:tracePt t="96902" x="2586038" y="4503738"/>
          <p14:tracePt t="96913" x="2476500" y="4476750"/>
          <p14:tracePt t="96918" x="2449513" y="4470400"/>
          <p14:tracePt t="96927" x="2366963" y="4449763"/>
          <p14:tracePt t="96935" x="2327275" y="4443413"/>
          <p14:tracePt t="96944" x="2292350" y="4443413"/>
          <p14:tracePt t="96951" x="2265363" y="4429125"/>
          <p14:tracePt t="96960" x="2238375" y="4429125"/>
          <p14:tracePt t="96967" x="2205038" y="4429125"/>
          <p14:tracePt t="96977" x="2190750" y="4429125"/>
          <p14:tracePt t="96984" x="2157413" y="4429125"/>
          <p14:tracePt t="96993" x="2136775" y="4429125"/>
          <p14:tracePt t="97000" x="2109788" y="4429125"/>
          <p14:tracePt t="97010" x="2095500" y="4429125"/>
          <p14:tracePt t="97017" x="2068513" y="4429125"/>
          <p14:tracePt t="97026" x="2047875" y="4429125"/>
          <p14:tracePt t="97033" x="2020888" y="4429125"/>
          <p14:tracePt t="97043" x="2006600" y="4443413"/>
          <p14:tracePt t="97050" x="1973263" y="4443413"/>
          <p14:tracePt t="97059" x="1958975" y="4449763"/>
          <p14:tracePt t="97066" x="1938338" y="4449763"/>
          <p14:tracePt t="97076" x="1919288" y="4449763"/>
          <p14:tracePt t="97083" x="1911350" y="4449763"/>
          <p14:tracePt t="97092" x="1890713" y="4456113"/>
          <p14:tracePt t="97100" x="1871663" y="4456113"/>
          <p14:tracePt t="97109" x="1863725" y="4456113"/>
          <p14:tracePt t="97116" x="1843088" y="4470400"/>
          <p14:tracePt t="97126" x="1824038" y="4470400"/>
          <p14:tracePt t="97133" x="1816100" y="4470400"/>
          <p14:tracePt t="97143" x="1803400" y="4476750"/>
          <p14:tracePt t="97150" x="1795463" y="4476750"/>
          <p14:tracePt t="97159" x="1776413" y="4476750"/>
          <p14:tracePt t="97166" x="1768475" y="4491038"/>
          <p14:tracePt t="97174" x="1762125" y="4491038"/>
          <p14:tracePt t="97183" x="1747838" y="4491038"/>
          <p14:tracePt t="97191" x="1741488" y="4497388"/>
          <p14:tracePt t="97200" x="1728788" y="4497388"/>
          <p14:tracePt t="97207" x="1714500" y="4503738"/>
          <p14:tracePt t="97216" x="1714500" y="4518025"/>
          <p14:tracePt t="97224" x="1700213" y="4518025"/>
          <p14:tracePt t="97233" x="1693863" y="4524375"/>
          <p14:tracePt t="97240" x="1687513" y="4530725"/>
          <p14:tracePt t="97249" x="1673225" y="4530725"/>
          <p14:tracePt t="97256" x="1666875" y="4545013"/>
          <p14:tracePt t="97266" x="1666875" y="4551363"/>
          <p14:tracePt t="97272" x="1652588" y="4551363"/>
          <p14:tracePt t="97282" x="1652588" y="4565650"/>
          <p14:tracePt t="97289" x="1646238" y="4565650"/>
          <p14:tracePt t="97305" x="1646238" y="4572000"/>
          <p14:tracePt t="97361" x="1646238" y="4578350"/>
          <p14:tracePt t="97410" x="1652588" y="4578350"/>
          <p14:tracePt t="97419" x="1666875" y="4592638"/>
          <p14:tracePt t="97427" x="1687513" y="4598988"/>
          <p14:tracePt t="97435" x="1714500" y="4598988"/>
          <p14:tracePt t="97443" x="1747838" y="4613275"/>
          <p14:tracePt t="97453" x="1816100" y="4625975"/>
          <p14:tracePt t="97461" x="1871663" y="4640263"/>
          <p14:tracePt t="97469" x="1919288" y="4646613"/>
          <p14:tracePt t="97477" x="1973263" y="4667250"/>
          <p14:tracePt t="97486" x="2095500" y="4694238"/>
          <p14:tracePt t="97493" x="2184400" y="4700588"/>
          <p14:tracePt t="97502" x="2217738" y="4714875"/>
          <p14:tracePt t="97510" x="2306638" y="4721225"/>
          <p14:tracePt t="97519" x="2381250" y="4735513"/>
          <p14:tracePt t="97526" x="2449513" y="4741863"/>
          <p14:tracePt t="97536" x="2509838" y="4741863"/>
          <p14:tracePt t="97542" x="2586038" y="4748213"/>
          <p14:tracePt t="97553" x="2652713" y="4762500"/>
          <p14:tracePt t="97558" x="2708275" y="4762500"/>
          <p14:tracePt t="97569" x="2782888" y="4768850"/>
          <p14:tracePt t="97574" x="2843213" y="4768850"/>
          <p14:tracePt t="97586" x="2905125" y="4776788"/>
          <p14:tracePt t="97591" x="2967038" y="4776788"/>
          <p14:tracePt t="97602" x="3021013" y="4776788"/>
          <p14:tracePt t="97607" x="3074988" y="4789488"/>
          <p14:tracePt t="97618" x="3143250" y="4789488"/>
          <p14:tracePt t="97624" x="3197225" y="4795838"/>
          <p14:tracePt t="97634" x="3252788" y="4810125"/>
          <p14:tracePt t="97640" x="3300413" y="4810125"/>
          <p14:tracePt t="97650" x="3348038" y="4816475"/>
          <p14:tracePt t="97657" x="3387725" y="4816475"/>
          <p14:tracePt t="97667" x="3435350" y="4816475"/>
          <p14:tracePt t="97673" x="3443288" y="4816475"/>
          <p14:tracePt t="97683" x="3497263" y="4816475"/>
          <p14:tracePt t="97690" x="3538538" y="4816475"/>
          <p14:tracePt t="97698" x="3565525" y="4816475"/>
          <p14:tracePt t="97706" x="3592513" y="4816475"/>
          <p14:tracePt t="97714" x="3613150" y="4816475"/>
          <p14:tracePt t="97723" x="3640138" y="4816475"/>
          <p14:tracePt t="97731" x="3667125" y="4816475"/>
          <p14:tracePt t="97738" x="3687763" y="4816475"/>
          <p14:tracePt t="97748" x="3708400" y="4816475"/>
          <p14:tracePt t="97756" x="3741738" y="4816475"/>
          <p14:tracePt t="97764" x="3762375" y="4810125"/>
          <p14:tracePt t="97771" x="3783013" y="4795838"/>
          <p14:tracePt t="97779" x="3803650" y="4776788"/>
          <p14:tracePt t="97787" x="3830638" y="4768850"/>
          <p14:tracePt t="97796" x="3857625" y="4748213"/>
          <p14:tracePt t="97804" x="3884613" y="4735513"/>
          <p14:tracePt t="97812" x="3911600" y="4721225"/>
          <p14:tracePt t="97819" x="3938588" y="4714875"/>
          <p14:tracePt t="97829" x="3986213" y="4694238"/>
          <p14:tracePt t="97836" x="4000500" y="4694238"/>
          <p14:tracePt t="97845" x="4027488" y="4673600"/>
          <p14:tracePt t="97852" x="4048125" y="4667250"/>
          <p14:tracePt t="97862" x="4075113" y="4667250"/>
          <p14:tracePt t="97868" x="4089400" y="4652963"/>
          <p14:tracePt t="97878" x="4102100" y="4652963"/>
          <p14:tracePt t="97885" x="4122738" y="4646613"/>
          <p14:tracePt t="97894" x="4129088" y="4640263"/>
          <p14:tracePt t="97901" x="4137025" y="4640263"/>
          <p14:tracePt t="97913" x="4137025" y="4625975"/>
          <p14:tracePt t="97919" x="4149725" y="4619625"/>
          <p14:tracePt t="97934" x="4149725" y="4613275"/>
          <p14:tracePt t="97942" x="4149725" y="4598988"/>
          <p14:tracePt t="97950" x="4157663" y="4592638"/>
          <p14:tracePt t="97959" x="4157663" y="4572000"/>
          <p14:tracePt t="97967" x="4157663" y="4565650"/>
          <p14:tracePt t="97975" x="4157663" y="4551363"/>
          <p14:tracePt t="97984" x="4157663" y="4545013"/>
          <p14:tracePt t="97992" x="4157663" y="4518025"/>
          <p14:tracePt t="98000" x="4149725" y="4497388"/>
          <p14:tracePt t="98008" x="4122738" y="4476750"/>
          <p14:tracePt t="98017" x="4081463" y="4449763"/>
          <p14:tracePt t="98026" x="4048125" y="4422775"/>
          <p14:tracePt t="98035" x="3979863" y="4381500"/>
          <p14:tracePt t="98043" x="3878263" y="4327525"/>
          <p14:tracePt t="98051" x="3768725" y="4279900"/>
          <p14:tracePt t="98059" x="3640138" y="4224338"/>
          <p14:tracePt t="98068" x="3375025" y="4122738"/>
          <p14:tracePt t="98075" x="3292475" y="4089400"/>
          <p14:tracePt t="98085" x="3128963" y="4033838"/>
          <p14:tracePt t="98091" x="2973388" y="4000500"/>
          <p14:tracePt t="98101" x="2824163" y="3959225"/>
          <p14:tracePt t="98107" x="2673350" y="3952875"/>
          <p14:tracePt t="98118" x="2613025" y="3952875"/>
          <p14:tracePt t="98124" x="2503488" y="3952875"/>
          <p14:tracePt t="98133" x="2414588" y="3952875"/>
          <p14:tracePt t="98140" x="2339975" y="3952875"/>
          <p14:tracePt t="98150" x="2279650" y="3952875"/>
          <p14:tracePt t="98157" x="2217738" y="3959225"/>
          <p14:tracePt t="98166" x="2170113" y="3979863"/>
          <p14:tracePt t="98173" x="2122488" y="4000500"/>
          <p14:tracePt t="98182" x="2095500" y="4014788"/>
          <p14:tracePt t="98189" x="2081213" y="4027488"/>
          <p14:tracePt t="98198" x="2047875" y="4048125"/>
          <p14:tracePt t="98206" x="2006600" y="4075113"/>
          <p14:tracePt t="98216" x="1973263" y="4081463"/>
          <p14:tracePt t="98222" x="1946275" y="4102100"/>
          <p14:tracePt t="98230" x="1919288" y="4122738"/>
          <p14:tracePt t="98239" x="1884363" y="4149725"/>
          <p14:tracePt t="98250" x="1851025" y="4170363"/>
          <p14:tracePt t="98254" x="1816100" y="4184650"/>
          <p14:tracePt t="98263" x="1768475" y="4211638"/>
          <p14:tracePt t="98271" x="1728788" y="4232275"/>
          <p14:tracePt t="98279" x="1720850" y="4244975"/>
          <p14:tracePt t="98287" x="1693863" y="4271963"/>
          <p14:tracePt t="98296" x="1666875" y="4279900"/>
          <p14:tracePt t="98304" x="1646238" y="4300538"/>
          <p14:tracePt t="98312" x="1625600" y="4319588"/>
          <p14:tracePt t="98320" x="1619250" y="4327525"/>
          <p14:tracePt t="98329" x="1604963" y="4333875"/>
          <p14:tracePt t="98336" x="1604963" y="4348163"/>
          <p14:tracePt t="98345" x="1598613" y="4354513"/>
          <p14:tracePt t="98352" x="1598613" y="4367213"/>
          <p14:tracePt t="98361" x="1598613" y="4381500"/>
          <p14:tracePt t="98369" x="1598613" y="4402138"/>
          <p14:tracePt t="98378" x="1598613" y="4408488"/>
          <p14:tracePt t="98385" x="1598613" y="4443413"/>
          <p14:tracePt t="98395" x="1604963" y="4470400"/>
          <p14:tracePt t="98401" x="1619250" y="4497388"/>
          <p14:tracePt t="98411" x="1646238" y="4518025"/>
          <p14:tracePt t="98418" x="1666875" y="4551363"/>
          <p14:tracePt t="98427" x="1693863" y="4572000"/>
          <p14:tracePt t="98436" x="1728788" y="4598988"/>
          <p14:tracePt t="98443" x="1768475" y="4625975"/>
          <p14:tracePt t="98451" x="1795463" y="4652963"/>
          <p14:tracePt t="98460" x="1843088" y="4673600"/>
          <p14:tracePt t="98467" x="1890713" y="4700588"/>
          <p14:tracePt t="98477" x="1946275" y="4735513"/>
          <p14:tracePt t="98484" x="2047875" y="4768850"/>
          <p14:tracePt t="98493" x="2116138" y="4789488"/>
          <p14:tracePt t="98501" x="2157413" y="4795838"/>
          <p14:tracePt t="98509" x="2232025" y="4816475"/>
          <p14:tracePt t="98517" x="2306638" y="4824413"/>
          <p14:tracePt t="98525" x="2381250" y="4837113"/>
          <p14:tracePt t="98534" x="2462213" y="4851400"/>
          <p14:tracePt t="98542" x="2586038" y="4851400"/>
          <p14:tracePt t="98550" x="2681288" y="4864100"/>
          <p14:tracePt t="98558" x="2720975" y="4864100"/>
          <p14:tracePt t="98567" x="2857500" y="4872038"/>
          <p14:tracePt t="98574" x="2946400" y="4884738"/>
          <p14:tracePt t="98584" x="3041650" y="4884738"/>
          <p14:tracePt t="98590" x="3074988" y="4884738"/>
          <p14:tracePt t="98600" x="3163888" y="4884738"/>
          <p14:tracePt t="98607" x="3224213" y="4884738"/>
          <p14:tracePt t="98617" x="3292475" y="4884738"/>
          <p14:tracePt t="98623" x="3340100" y="4872038"/>
          <p14:tracePt t="98634" x="3395663" y="4864100"/>
          <p14:tracePt t="98640" x="3435350" y="4851400"/>
          <p14:tracePt t="98650" x="3470275" y="4837113"/>
          <p14:tracePt t="98656" x="3490913" y="4837113"/>
          <p14:tracePt t="98667" x="3538538" y="4810125"/>
          <p14:tracePt t="98673" x="3544888" y="4795838"/>
          <p14:tracePt t="98684" x="3565525" y="4776788"/>
          <p14:tracePt t="98689" x="3586163" y="4768850"/>
          <p14:tracePt t="98700" x="3605213" y="4748213"/>
          <p14:tracePt t="98705" x="3613150" y="4735513"/>
          <p14:tracePt t="98717" x="3633788" y="4700588"/>
          <p14:tracePt t="98722" x="3633788" y="4687888"/>
          <p14:tracePt t="98734" x="3640138" y="4667250"/>
          <p14:tracePt t="98738" x="3640138" y="4646613"/>
          <p14:tracePt t="98751" x="3646488" y="4625975"/>
          <p14:tracePt t="98756" x="3646488" y="4613275"/>
          <p14:tracePt t="98767" x="3660775" y="4592638"/>
          <p14:tracePt t="98772" x="3660775" y="4572000"/>
          <p14:tracePt t="98784" x="3660775" y="4551363"/>
          <p14:tracePt t="98789" x="3660775" y="4545013"/>
          <p14:tracePt t="98800" x="3660775" y="4530725"/>
          <p14:tracePt t="98804" x="3660775" y="4518025"/>
          <p14:tracePt t="98817" x="3646488" y="4503738"/>
          <p14:tracePt t="98823" x="3640138" y="4497388"/>
          <p14:tracePt t="98834" x="3613150" y="4491038"/>
          <p14:tracePt t="98839" x="3586163" y="4470400"/>
          <p14:tracePt t="98850" x="3544888" y="4449763"/>
          <p14:tracePt t="98855" x="3470275" y="4422775"/>
          <p14:tracePt t="98867" x="3408363" y="4402138"/>
          <p14:tracePt t="98872" x="3313113" y="4381500"/>
          <p14:tracePt t="98884" x="3211513" y="4367213"/>
          <p14:tracePt t="98889" x="3101975" y="4348163"/>
          <p14:tracePt t="98900" x="3054350" y="4348163"/>
          <p14:tracePt t="98904" x="2967038" y="4333875"/>
          <p14:tracePt t="98919" x="2871788" y="4333875"/>
          <p14:tracePt t="98920" x="2795588" y="4333875"/>
          <p14:tracePt t="98927" x="2728913" y="4333875"/>
          <p14:tracePt t="98936" x="2700338" y="4333875"/>
          <p14:tracePt t="98944" x="2652713" y="4354513"/>
          <p14:tracePt t="98951" x="2625725" y="4375150"/>
          <p14:tracePt t="98960" x="2605088" y="4395788"/>
          <p14:tracePt t="98968" x="2586038" y="4402138"/>
          <p14:tracePt t="98976" x="2578100" y="4408488"/>
          <p14:tracePt t="98984" x="2565400" y="4429125"/>
          <p14:tracePt t="98992" x="2565400" y="4456113"/>
          <p14:tracePt t="99001" x="2565400" y="4476750"/>
          <p14:tracePt t="99009" x="2565400" y="4497388"/>
          <p14:tracePt t="99017" x="2578100" y="4530725"/>
          <p14:tracePt t="99025" x="2598738" y="4565650"/>
          <p14:tracePt t="99034" x="2625725" y="4598988"/>
          <p14:tracePt t="99041" x="2660650" y="4640263"/>
          <p14:tracePt t="99051" x="2700338" y="4687888"/>
          <p14:tracePt t="99057" x="2747963" y="4721225"/>
          <p14:tracePt t="99067" x="2782888" y="4748213"/>
          <p14:tracePt t="99074" x="2830513" y="4776788"/>
          <p14:tracePt t="99084" x="2905125" y="4816475"/>
          <p14:tracePt t="99091" x="2973388" y="4837113"/>
          <p14:tracePt t="99100" x="3000375" y="4837113"/>
          <p14:tracePt t="99107" x="3074988" y="4837113"/>
          <p14:tracePt t="99117" x="3143250" y="4837113"/>
          <p14:tracePt t="99123" x="3217863" y="4837113"/>
          <p14:tracePt t="99134" x="3327400" y="4810125"/>
          <p14:tracePt t="99139" x="3360738" y="4789488"/>
          <p14:tracePt t="99150" x="3422650" y="4748213"/>
          <p14:tracePt t="99156" x="3490913" y="4714875"/>
          <p14:tracePt t="99167" x="3544888" y="4673600"/>
          <p14:tracePt t="99173" x="3557588" y="4652963"/>
          <p14:tracePt t="99184" x="3592513" y="4625975"/>
          <p14:tracePt t="99188" x="3619500" y="4613275"/>
          <p14:tracePt t="99200" x="3640138" y="4592638"/>
          <p14:tracePt t="99206" x="3646488" y="4578350"/>
          <p14:tracePt t="99217" x="3667125" y="4572000"/>
          <p14:tracePt t="99819" x="3687763" y="4572000"/>
          <p14:tracePt t="99827" x="3708400" y="4578350"/>
          <p14:tracePt t="99836" x="3735388" y="4598988"/>
          <p14:tracePt t="99844" x="3762375" y="4619625"/>
          <p14:tracePt t="99852" x="3810000" y="4646613"/>
          <p14:tracePt t="99861" x="3938588" y="4714875"/>
          <p14:tracePt t="99869" x="4081463" y="4795838"/>
          <p14:tracePt t="99877" x="4252913" y="4899025"/>
          <p14:tracePt t="99885" x="4619625" y="5095875"/>
          <p14:tracePt t="99894" x="4776788" y="5164138"/>
          <p14:tracePt t="99903" x="5334000" y="5429250"/>
          <p14:tracePt t="99910" x="5510213" y="5497513"/>
          <p14:tracePt t="99918" x="5851525" y="5626100"/>
          <p14:tracePt t="99926" x="6164263" y="5729288"/>
          <p14:tracePt t="99935" x="6272213" y="5756275"/>
          <p14:tracePt t="99942" x="6491288" y="5803900"/>
          <p14:tracePt t="99952" x="6557963" y="5816600"/>
          <p14:tracePt t="99959" x="6694488" y="5824538"/>
          <p14:tracePt t="100499" x="6694488" y="5803900"/>
          <p14:tracePt t="100508" x="6715125" y="5795963"/>
          <p14:tracePt t="100516" x="6735763" y="5776913"/>
          <p14:tracePt t="100524" x="6756400" y="5768975"/>
          <p14:tracePt t="100533" x="6810375" y="5735638"/>
          <p14:tracePt t="100541" x="6878638" y="5708650"/>
          <p14:tracePt t="100549" x="6953250" y="5700713"/>
          <p14:tracePt t="100557" x="7048500" y="5681663"/>
          <p14:tracePt t="100566" x="7150100" y="5661025"/>
          <p14:tracePt t="100574" x="7280275" y="5653088"/>
          <p14:tracePt t="100582" x="7402513" y="5646738"/>
          <p14:tracePt t="100591" x="7545388" y="5634038"/>
          <p14:tracePt t="100599" x="7599363" y="5634038"/>
          <p14:tracePt t="100610" x="7715250" y="5626100"/>
          <p14:tracePt t="100614" x="7824788" y="5626100"/>
          <p14:tracePt t="100623" x="7920038" y="5613400"/>
          <p14:tracePt t="100631" x="8007350" y="5613400"/>
          <p14:tracePt t="100639" x="8034338" y="5613400"/>
          <p14:tracePt t="100646" x="8089900" y="5613400"/>
          <p14:tracePt t="100656" x="8158163" y="5613400"/>
          <p14:tracePt t="101679" x="8143875" y="5613400"/>
          <p14:tracePt t="101687" x="8089900" y="5613400"/>
          <p14:tracePt t="101696" x="8021638" y="5626100"/>
          <p14:tracePt t="101703" x="7932738" y="5634038"/>
          <p14:tracePt t="101713" x="7824788" y="5653088"/>
          <p14:tracePt t="101720" x="7694613" y="5673725"/>
          <p14:tracePt t="101730" x="7443788" y="5700713"/>
          <p14:tracePt t="101737" x="6911975" y="5735638"/>
          <p14:tracePt t="101746" x="6742113" y="5735638"/>
          <p14:tracePt t="101754" x="6388100" y="5735638"/>
          <p14:tracePt t="101762" x="6000750" y="5735638"/>
          <p14:tracePt t="101770" x="5857875" y="5708650"/>
          <p14:tracePt t="101778" x="5572125" y="5653088"/>
          <p14:tracePt t="101786" x="5334000" y="5605463"/>
          <p14:tracePt t="101794" x="5265738" y="5578475"/>
          <p14:tracePt t="101803" x="5211763" y="5572125"/>
          <p14:tracePt t="101811" x="5110163" y="5538788"/>
          <p14:tracePt t="101820" x="5033963" y="5524500"/>
          <p14:tracePt t="101828" x="5006975" y="5503863"/>
          <p14:tracePt t="101836" x="4967288" y="5483225"/>
          <p14:tracePt t="104638" x="4938713" y="5483225"/>
          <p14:tracePt t="104651" x="4911725" y="5483225"/>
          <p14:tracePt t="104656" x="4872038" y="5497513"/>
          <p14:tracePt t="104668" x="4824413" y="5497513"/>
          <p14:tracePt t="104673" x="4762500" y="5497513"/>
          <p14:tracePt t="104685" x="4667250" y="5497513"/>
          <p14:tracePt t="104690" x="4545013" y="5497513"/>
          <p14:tracePt t="104701" x="4292600" y="5476875"/>
          <p14:tracePt t="104705" x="4129088" y="5408613"/>
          <p14:tracePt t="104718" x="4048125" y="5375275"/>
          <p14:tracePt t="104722" x="3756025" y="5232400"/>
          <p14:tracePt t="104735" x="3592513" y="5129213"/>
          <p14:tracePt t="104739" x="3422650" y="4994275"/>
          <p14:tracePt t="104752" x="3360738" y="4919663"/>
          <p14:tracePt t="104752" x="3313113" y="4851400"/>
          <p14:tracePt t="104761" x="3211513" y="4762500"/>
          <p14:tracePt t="104769" x="3143250" y="4673600"/>
          <p14:tracePt t="104777" x="3122613" y="4646613"/>
          <p14:tracePt t="104785" x="3089275" y="4598988"/>
          <p14:tracePt t="104794" x="3068638" y="4565650"/>
          <p14:tracePt t="104802" x="3048000" y="4530725"/>
          <p14:tracePt t="104810" x="3041650" y="4524375"/>
          <p14:tracePt t="104818" x="3041650" y="4503738"/>
          <p14:tracePt t="104826" x="3041650" y="4497388"/>
          <p14:tracePt t="104841" x="3041650" y="4491038"/>
          <p14:tracePt t="104882" x="3041650" y="4476750"/>
          <p14:tracePt t="104923" x="3021013" y="4476750"/>
          <p14:tracePt t="104932" x="3000375" y="4476750"/>
          <p14:tracePt t="104941" x="2973388" y="4470400"/>
          <p14:tracePt t="104949" x="2946400" y="4470400"/>
          <p14:tracePt t="104958" x="2905125" y="4470400"/>
          <p14:tracePt t="104966" x="2857500" y="4470400"/>
          <p14:tracePt t="104975" x="2809875" y="4470400"/>
          <p14:tracePt t="104983" x="2768600" y="4470400"/>
          <p14:tracePt t="104990" x="2720975" y="4491038"/>
          <p14:tracePt t="104999" x="2681288" y="4497388"/>
          <p14:tracePt t="105007" x="2660650" y="4503738"/>
          <p14:tracePt t="105015" x="2633663" y="4524375"/>
          <p14:tracePt t="105023" x="2613025" y="4530725"/>
          <p14:tracePt t="105031" x="2598738" y="4551363"/>
          <p14:tracePt t="105039" x="2578100" y="4578350"/>
          <p14:tracePt t="105048" x="2578100" y="4619625"/>
          <p14:tracePt t="105055" x="2578100" y="4673600"/>
          <p14:tracePt t="105064" x="2578100" y="4741863"/>
          <p14:tracePt t="105071" x="2598738" y="4816475"/>
          <p14:tracePt t="105082" x="2652713" y="4911725"/>
          <p14:tracePt t="105088" x="2768600" y="5110163"/>
          <p14:tracePt t="105097" x="2857500" y="5232400"/>
          <p14:tracePt t="105104" x="2925763" y="5286375"/>
          <p14:tracePt t="105113" x="3048000" y="5402263"/>
          <p14:tracePt t="105120" x="3170238" y="5476875"/>
          <p14:tracePt t="105130" x="3286125" y="5530850"/>
          <p14:tracePt t="105137" x="3414713" y="5557838"/>
          <p14:tracePt t="105146" x="3544888" y="5578475"/>
          <p14:tracePt t="105153" x="3667125" y="5578475"/>
          <p14:tracePt t="105162" x="3783013" y="5557838"/>
          <p14:tracePt t="105170" x="3905250" y="5497513"/>
          <p14:tracePt t="105179" x="4027488" y="5408613"/>
          <p14:tracePt t="105187" x="4137025" y="5307013"/>
          <p14:tracePt t="105195" x="4232275" y="5205413"/>
          <p14:tracePt t="105203" x="4306888" y="5089525"/>
          <p14:tracePt t="105212" x="4367213" y="4967288"/>
          <p14:tracePt t="105220" x="4375150" y="4919663"/>
          <p14:tracePt t="105228" x="4395788" y="4816475"/>
          <p14:tracePt t="105236" x="4402138" y="4667250"/>
          <p14:tracePt t="105244" x="4402138" y="4578350"/>
          <p14:tracePt t="105253" x="4354513" y="4518025"/>
          <p14:tracePt t="105261" x="4279900" y="4456113"/>
          <p14:tracePt t="105270" x="4197350" y="4402138"/>
          <p14:tracePt t="105277" x="3979863" y="4306888"/>
          <p14:tracePt t="105286" x="3803650" y="4279900"/>
          <p14:tracePt t="105293" x="3714750" y="4271963"/>
          <p14:tracePt t="105303" x="3557588" y="4259263"/>
          <p14:tracePt t="105310" x="3387725" y="4259263"/>
          <p14:tracePt t="105319" x="3244850" y="4259263"/>
          <p14:tracePt t="105326" x="3197225" y="4279900"/>
          <p14:tracePt t="105336" x="3116263" y="4327525"/>
          <p14:tracePt t="105343" x="3027363" y="4367213"/>
          <p14:tracePt t="105352" x="2979738" y="4408488"/>
          <p14:tracePt t="105359" x="2973388" y="4422775"/>
          <p14:tracePt t="105369" x="2952750" y="4456113"/>
          <p14:tracePt t="105375" x="2925763" y="4503738"/>
          <p14:tracePt t="105386" x="2925763" y="4530725"/>
          <p14:tracePt t="105392" x="2925763" y="4565650"/>
          <p14:tracePt t="105402" x="2932113" y="4592638"/>
          <p14:tracePt t="105408" x="2973388" y="4625975"/>
          <p14:tracePt t="105419" x="3021013" y="4652963"/>
          <p14:tracePt t="105425" x="3095625" y="4687888"/>
          <p14:tracePt t="105436" x="3163888" y="4700588"/>
          <p14:tracePt t="105441" x="3252788" y="4714875"/>
          <p14:tracePt t="105452" x="3367088" y="4721225"/>
          <p14:tracePt t="105458" x="3490913" y="4721225"/>
          <p14:tracePt t="105469" x="3605213" y="4714875"/>
          <p14:tracePt t="105474" x="3714750" y="4667250"/>
          <p14:tracePt t="105486" x="3816350" y="4619625"/>
          <p14:tracePt t="105491" x="3857625" y="4592638"/>
          <p14:tracePt t="105502" x="3925888" y="4545013"/>
          <p14:tracePt t="105508" x="3979863" y="4497388"/>
          <p14:tracePt t="105519" x="4006850" y="4449763"/>
          <p14:tracePt t="105525" x="4027488" y="4408488"/>
          <p14:tracePt t="105536" x="4027488" y="4375150"/>
          <p14:tracePt t="105541" x="4027488" y="4333875"/>
          <p14:tracePt t="105552" x="4014788" y="4319588"/>
          <p14:tracePt t="105558" x="3952875" y="4279900"/>
          <p14:tracePt t="105569" x="3863975" y="4271963"/>
          <p14:tracePt t="105575" x="3762375" y="4271963"/>
          <p14:tracePt t="105586" x="3640138" y="4271963"/>
          <p14:tracePt t="105591" x="3517900" y="4271963"/>
          <p14:tracePt t="105603" x="3395663" y="4279900"/>
          <p14:tracePt t="105608" x="3286125" y="4306888"/>
          <p14:tracePt t="105619" x="3238500" y="4327525"/>
          <p14:tracePt t="105625" x="3163888" y="4375150"/>
          <p14:tracePt t="105636" x="3095625" y="4402138"/>
          <p14:tracePt t="105640" x="3054350" y="4443413"/>
          <p14:tracePt t="105653" x="3021013" y="4470400"/>
          <p14:tracePt t="105653" x="3000375" y="4497388"/>
          <p14:tracePt t="105662" x="3000375" y="4530725"/>
          <p14:tracePt t="105670" x="3000375" y="4565650"/>
          <p14:tracePt t="105679" x="3000375" y="4598988"/>
          <p14:tracePt t="105686" x="3041650" y="4640263"/>
          <p14:tracePt t="105695" x="3068638" y="4652963"/>
          <p14:tracePt t="105703" x="3116263" y="4687888"/>
          <p14:tracePt t="105712" x="3211513" y="4714875"/>
          <p14:tracePt t="105720" x="3292475" y="4721225"/>
          <p14:tracePt t="105728" x="3375025" y="4721225"/>
          <p14:tracePt t="105736" x="3470275" y="4721225"/>
          <p14:tracePt t="105745" x="3557588" y="4694238"/>
          <p14:tracePt t="105753" x="3592513" y="4673600"/>
          <p14:tracePt t="105760" x="3660775" y="4640263"/>
          <p14:tracePt t="105770" x="3708400" y="4592638"/>
          <p14:tracePt t="105777" x="3741738" y="4545013"/>
          <p14:tracePt t="105786" x="3768725" y="4503738"/>
          <p14:tracePt t="105793" x="3783013" y="4476750"/>
          <p14:tracePt t="105803" x="3783013" y="4449763"/>
          <p14:tracePt t="105809" x="3783013" y="4422775"/>
          <p14:tracePt t="105820" x="3783013" y="4402138"/>
          <p14:tracePt t="105826" x="3741738" y="4375150"/>
          <p14:tracePt t="105836" x="3687763" y="4367213"/>
          <p14:tracePt t="105842" x="3613150" y="4354513"/>
          <p14:tracePt t="105852" x="3538538" y="4354513"/>
          <p14:tracePt t="105859" x="3443288" y="4354513"/>
          <p14:tracePt t="105869" x="3395663" y="4354513"/>
          <p14:tracePt t="105875" x="3313113" y="4367213"/>
          <p14:tracePt t="105886" x="3238500" y="4381500"/>
          <p14:tracePt t="105891" x="3176588" y="4408488"/>
          <p14:tracePt t="105903" x="3143250" y="4443413"/>
          <p14:tracePt t="105908" x="3101975" y="4476750"/>
          <p14:tracePt t="105920" x="3095625" y="4503738"/>
          <p14:tracePt t="105926" x="3089275" y="4545013"/>
          <p14:tracePt t="105938" x="3089275" y="4578350"/>
          <p14:tracePt t="105942" x="3089275" y="4619625"/>
          <p14:tracePt t="105953" x="3116263" y="4646613"/>
          <p14:tracePt t="105958" x="3149600" y="4673600"/>
          <p14:tracePt t="105969" x="3224213" y="4714875"/>
          <p14:tracePt t="105974" x="3300413" y="4721225"/>
          <p14:tracePt t="105986" x="3387725" y="4735513"/>
          <p14:tracePt t="105991" x="3482975" y="4735513"/>
          <p14:tracePt t="106002" x="3586163" y="4700588"/>
          <p14:tracePt t="106008" x="3681413" y="4667250"/>
          <p14:tracePt t="106019" x="3714750" y="4640263"/>
          <p14:tracePt t="106025" x="3789363" y="4592638"/>
          <p14:tracePt t="106036" x="3836988" y="4545013"/>
          <p14:tracePt t="106041" x="3878263" y="4503738"/>
          <p14:tracePt t="106053" x="3884613" y="4470400"/>
          <p14:tracePt t="106058" x="3890963" y="4429125"/>
          <p14:tracePt t="106069" x="3890963" y="4402138"/>
          <p14:tracePt t="106075" x="3878263" y="4375150"/>
          <p14:tracePt t="106086" x="3830638" y="4367213"/>
          <p14:tracePt t="106092" x="3741738" y="4354513"/>
          <p14:tracePt t="106103" x="3667125" y="4354513"/>
          <p14:tracePt t="106107" x="3557588" y="4354513"/>
          <p14:tracePt t="106119" x="3449638" y="4354513"/>
          <p14:tracePt t="106123" x="3408363" y="4354513"/>
          <p14:tracePt t="106136" x="3319463" y="4375150"/>
          <p14:tracePt t="106137" x="3252788" y="4395788"/>
          <p14:tracePt t="106146" x="3238500" y="4408488"/>
          <p14:tracePt t="106153" x="3197225" y="4429125"/>
          <p14:tracePt t="106163" x="3149600" y="4470400"/>
          <p14:tracePt t="106170" x="3143250" y="4491038"/>
          <p14:tracePt t="106179" x="3143250" y="4524375"/>
          <p14:tracePt t="106188" x="3149600" y="4545013"/>
          <p14:tracePt t="106195" x="3176588" y="4572000"/>
          <p14:tracePt t="106203" x="3224213" y="4592638"/>
          <p14:tracePt t="106212" x="3327400" y="4619625"/>
          <p14:tracePt t="106220" x="3408363" y="4625975"/>
          <p14:tracePt t="106228" x="3497263" y="4625975"/>
          <p14:tracePt t="106236" x="3592513" y="4625975"/>
          <p14:tracePt t="106244" x="3633788" y="4613275"/>
          <p14:tracePt t="106253" x="3694113" y="4572000"/>
          <p14:tracePt t="106260" x="3762375" y="4530725"/>
          <p14:tracePt t="106269" x="3810000" y="4491038"/>
          <p14:tracePt t="106277" x="3836988" y="4449763"/>
          <p14:tracePt t="106286" x="3851275" y="4408488"/>
          <p14:tracePt t="106293" x="3857625" y="4381500"/>
          <p14:tracePt t="106302" x="3857625" y="4348163"/>
          <p14:tracePt t="106309" x="3857625" y="4327525"/>
          <p14:tracePt t="106319" x="3816350" y="4300538"/>
          <p14:tracePt t="106326" x="3756025" y="4292600"/>
          <p14:tracePt t="106336" x="3667125" y="4292600"/>
          <p14:tracePt t="106342" x="3592513" y="4292600"/>
          <p14:tracePt t="106353" x="3490913" y="4292600"/>
          <p14:tracePt t="106359" x="3443288" y="4300538"/>
          <p14:tracePt t="106369" x="3348038" y="4327525"/>
          <p14:tracePt t="106375" x="3286125" y="4354513"/>
          <p14:tracePt t="106386" x="3224213" y="4395788"/>
          <p14:tracePt t="106391" x="3190875" y="4422775"/>
          <p14:tracePt t="106402" x="3170238" y="4456113"/>
          <p14:tracePt t="106408" x="3163888" y="4497388"/>
          <p14:tracePt t="106419" x="3163888" y="4530725"/>
          <p14:tracePt t="106424" x="3163888" y="4565650"/>
          <p14:tracePt t="106436" x="3170238" y="4592638"/>
          <p14:tracePt t="106442" x="3197225" y="4613275"/>
          <p14:tracePt t="106452" x="3238500" y="4625975"/>
          <p14:tracePt t="106458" x="3319463" y="4640263"/>
          <p14:tracePt t="106469" x="3387725" y="4640263"/>
          <p14:tracePt t="106474" x="3462338" y="4640263"/>
          <p14:tracePt t="106486" x="3538538" y="4619625"/>
          <p14:tracePt t="106491" x="3571875" y="4598988"/>
          <p14:tracePt t="106502" x="3640138" y="4551363"/>
          <p14:tracePt t="106507" x="3694113" y="4518025"/>
          <p14:tracePt t="106519" x="3741738" y="4470400"/>
          <p14:tracePt t="106525" x="3783013" y="4429125"/>
          <p14:tracePt t="106536" x="3783013" y="4422775"/>
          <p14:tracePt t="106541" x="3810000" y="4367213"/>
          <p14:tracePt t="106553" x="3810000" y="4348163"/>
          <p14:tracePt t="106557" x="3810000" y="4327525"/>
          <p14:tracePt t="106570" x="3783013" y="4300538"/>
          <p14:tracePt t="106575" x="3729038" y="4292600"/>
          <p14:tracePt t="106586" x="3660775" y="4292600"/>
          <p14:tracePt t="106590" x="3565525" y="4292600"/>
          <p14:tracePt t="106602" x="3470275" y="4292600"/>
          <p14:tracePt t="106607" x="3375025" y="4292600"/>
          <p14:tracePt t="106619" x="3327400" y="4300538"/>
          <p14:tracePt t="106624" x="3244850" y="4319588"/>
          <p14:tracePt t="106636" x="3176588" y="4348163"/>
          <p14:tracePt t="106641" x="3149600" y="4367213"/>
          <p14:tracePt t="106653" x="3122613" y="4381500"/>
          <p14:tracePt t="106653" x="3074988" y="4422775"/>
          <p14:tracePt t="106662" x="3074988" y="4449763"/>
          <p14:tracePt t="106670" x="3074988" y="4476750"/>
          <p14:tracePt t="106679" x="3074988" y="4503738"/>
          <p14:tracePt t="106687" x="3101975" y="4530725"/>
          <p14:tracePt t="106695" x="3149600" y="4551363"/>
          <p14:tracePt t="106703" x="3238500" y="4598988"/>
          <p14:tracePt t="106711" x="3300413" y="4613275"/>
          <p14:tracePt t="106720" x="3395663" y="4613275"/>
          <p14:tracePt t="106728" x="3490913" y="4613275"/>
          <p14:tracePt t="106736" x="3592513" y="4613275"/>
          <p14:tracePt t="106744" x="3694113" y="4572000"/>
          <p14:tracePt t="106753" x="3783013" y="4524375"/>
          <p14:tracePt t="106760" x="3863975" y="4456113"/>
          <p14:tracePt t="106769" x="3938588" y="4381500"/>
          <p14:tracePt t="106777" x="3959225" y="4333875"/>
          <p14:tracePt t="106786" x="4000500" y="4271963"/>
          <p14:tracePt t="106793" x="4014788" y="4211638"/>
          <p14:tracePt t="106802" x="4027488" y="4170363"/>
          <p14:tracePt t="106809" x="4027488" y="4129088"/>
          <p14:tracePt t="106819" x="4027488" y="4102100"/>
          <p14:tracePt t="106826" x="3979863" y="4062413"/>
          <p14:tracePt t="106836" x="3911600" y="4054475"/>
          <p14:tracePt t="106842" x="3783013" y="4054475"/>
          <p14:tracePt t="106853" x="3708400" y="4054475"/>
          <p14:tracePt t="106859" x="3592513" y="4075113"/>
          <p14:tracePt t="106869" x="3470275" y="4137025"/>
          <p14:tracePt t="106874" x="3348038" y="4211638"/>
          <p14:tracePt t="106886" x="3252788" y="4300538"/>
          <p14:tracePt t="106891" x="3163888" y="4381500"/>
          <p14:tracePt t="106903" x="3128963" y="4429125"/>
          <p14:tracePt t="106908" x="3074988" y="4503738"/>
          <p14:tracePt t="106921" x="3048000" y="4578350"/>
          <p14:tracePt t="106926" x="3041650" y="4646613"/>
          <p14:tracePt t="106936" x="3041650" y="4700588"/>
          <p14:tracePt t="106941" x="3041650" y="4741863"/>
          <p14:tracePt t="106952" x="3041650" y="4768850"/>
          <p14:tracePt t="106957" x="3089275" y="4795838"/>
          <p14:tracePt t="106969" x="3149600" y="4843463"/>
          <p14:tracePt t="106974" x="3217863" y="4843463"/>
          <p14:tracePt t="106986" x="3300413" y="4843463"/>
          <p14:tracePt t="106990" x="3408363" y="4843463"/>
          <p14:tracePt t="107003" x="3497263" y="4824413"/>
          <p14:tracePt t="107008" x="3605213" y="4776788"/>
          <p14:tracePt t="107019" x="3687763" y="4721225"/>
          <p14:tracePt t="107025" x="3729038" y="4687888"/>
          <p14:tracePt t="107036" x="3789363" y="4619625"/>
          <p14:tracePt t="107041" x="3851275" y="4551363"/>
          <p14:tracePt t="107052" x="3878263" y="4503738"/>
          <p14:tracePt t="107058" x="3890963" y="4449763"/>
          <p14:tracePt t="107069" x="3890963" y="4408488"/>
          <p14:tracePt t="107074" x="3890963" y="4375150"/>
          <p14:tracePt t="107086" x="3863975" y="4333875"/>
          <p14:tracePt t="107091" x="3816350" y="4306888"/>
          <p14:tracePt t="107103" x="3714750" y="4292600"/>
          <p14:tracePt t="107107" x="3640138" y="4292600"/>
          <p14:tracePt t="107119" x="3517900" y="4292600"/>
          <p14:tracePt t="107123" x="3387725" y="4300538"/>
          <p14:tracePt t="107136" x="3265488" y="4348163"/>
          <p14:tracePt t="107140" x="3143250" y="4408488"/>
          <p14:tracePt t="107153" x="3048000" y="4476750"/>
          <p14:tracePt t="107153" x="2967038" y="4551363"/>
          <p14:tracePt t="107162" x="2946400" y="4598988"/>
          <p14:tracePt t="107170" x="2905125" y="4673600"/>
          <p14:tracePt t="107178" x="2884488" y="4741863"/>
          <p14:tracePt t="107189" x="2884488" y="4795838"/>
          <p14:tracePt t="107195" x="2884488" y="4843463"/>
          <p14:tracePt t="107203" x="2884488" y="4872038"/>
          <p14:tracePt t="107211" x="2946400" y="4932363"/>
          <p14:tracePt t="107220" x="2979738" y="4932363"/>
          <p14:tracePt t="107227" x="3068638" y="4946650"/>
          <p14:tracePt t="107236" x="3149600" y="4946650"/>
          <p14:tracePt t="107244" x="3244850" y="4946650"/>
          <p14:tracePt t="107253" x="3327400" y="4932363"/>
          <p14:tracePt t="107260" x="3422650" y="4872038"/>
          <p14:tracePt t="107269" x="3497263" y="4810125"/>
          <p14:tracePt t="107276" x="3538538" y="4768850"/>
          <p14:tracePt t="107286" x="3571875" y="4714875"/>
          <p14:tracePt t="107293" x="3613150" y="4652963"/>
          <p14:tracePt t="107302" x="3633788" y="4598988"/>
          <p14:tracePt t="107309" x="3640138" y="4551363"/>
          <p14:tracePt t="107320" x="3640138" y="4503738"/>
          <p14:tracePt t="107325" x="3640138" y="4470400"/>
          <p14:tracePt t="107336" x="3640138" y="4456113"/>
          <p14:tracePt t="107342" x="3619500" y="4443413"/>
          <p14:tracePt t="107352" x="3613150" y="4422775"/>
          <p14:tracePt t="107358" x="3592513" y="4408488"/>
          <p14:tracePt t="107369" x="3586163" y="4408488"/>
          <p14:tracePt t="107374" x="3565525" y="4408488"/>
          <p14:tracePt t="107386" x="3557588" y="4408488"/>
          <p14:tracePt t="107391" x="3544888" y="4408488"/>
          <p14:tracePt t="107415" x="3544888" y="4422775"/>
          <p14:tracePt t="107424" x="3544888" y="4429125"/>
          <p14:tracePt t="108570" x="3538538" y="4429125"/>
          <p14:tracePt t="108579" x="3517900" y="4429125"/>
          <p14:tracePt t="108588" x="3490913" y="4429125"/>
          <p14:tracePt t="108594" x="3462338" y="4422775"/>
          <p14:tracePt t="108604" x="3435350" y="4422775"/>
          <p14:tracePt t="108613" x="3414713" y="4422775"/>
          <p14:tracePt t="108620" x="3387725" y="4422775"/>
          <p14:tracePt t="108629" x="3367088" y="4422775"/>
          <p14:tracePt t="108637" x="3348038" y="4422775"/>
          <p14:tracePt t="108645" x="3340100" y="4422775"/>
          <p14:tracePt t="108653" x="3319463" y="4429125"/>
          <p14:tracePt t="108668" x="3313113" y="4443413"/>
          <p14:tracePt t="108677" x="3313113" y="4449763"/>
          <p14:tracePt t="108685" x="3313113" y="4456113"/>
          <p14:tracePt t="108694" x="3313113" y="4470400"/>
          <p14:tracePt t="108709" x="3313113" y="4476750"/>
          <p14:tracePt t="108718" x="3319463" y="4491038"/>
          <p14:tracePt t="108727" x="3327400" y="4497388"/>
          <p14:tracePt t="108735" x="3348038" y="4503738"/>
          <p14:tracePt t="108744" x="3360738" y="4518025"/>
          <p14:tracePt t="108752" x="3367088" y="4518025"/>
          <p14:tracePt t="108761" x="3375025" y="4524375"/>
          <p14:tracePt t="108768" x="3387725" y="4524375"/>
          <p14:tracePt t="109070" x="3367088" y="4524375"/>
          <p14:tracePt t="109078" x="3340100" y="4530725"/>
          <p14:tracePt t="109088" x="3313113" y="4551363"/>
          <p14:tracePt t="109097" x="3265488" y="4565650"/>
          <p14:tracePt t="109104" x="3211513" y="4572000"/>
          <p14:tracePt t="109112" x="3149600" y="4578350"/>
          <p14:tracePt t="109120" x="3041650" y="4598988"/>
          <p14:tracePt t="109128" x="2925763" y="4613275"/>
          <p14:tracePt t="109135" x="2803525" y="4625975"/>
          <p14:tracePt t="109145" x="2687638" y="4640263"/>
          <p14:tracePt t="109152" x="2646363" y="4640263"/>
          <p14:tracePt t="109161" x="2557463" y="4646613"/>
          <p14:tracePt t="109168" x="2538413" y="4652963"/>
          <p14:tracePt t="109178" x="2490788" y="4652963"/>
          <p14:tracePt t="109185" x="2455863" y="4667250"/>
          <p14:tracePt t="109194" x="2435225" y="4667250"/>
          <p14:tracePt t="109201" x="2428875" y="4667250"/>
          <p14:tracePt t="109211" x="2414588" y="4673600"/>
          <p14:tracePt t="109218" x="2408238" y="4673600"/>
          <p14:tracePt t="109283" x="2414588" y="4673600"/>
          <p14:tracePt t="109405" x="2408238" y="4673600"/>
          <p14:tracePt t="109414" x="2401888" y="4673600"/>
          <p14:tracePt t="109430" x="2387600" y="4673600"/>
          <p14:tracePt t="109439" x="2381250" y="4673600"/>
          <p14:tracePt t="109447" x="2366963" y="4673600"/>
          <p14:tracePt t="109456" x="2366963" y="4667250"/>
          <p14:tracePt t="109463" x="2366963" y="4652963"/>
          <p14:tracePt t="109472" x="2360613" y="4646613"/>
          <p14:tracePt t="109480" x="2360613" y="4640263"/>
          <p14:tracePt t="109488" x="2354263" y="4640263"/>
          <p14:tracePt t="109496" x="2354263" y="4625975"/>
          <p14:tracePt t="109504" x="2354263" y="4619625"/>
          <p14:tracePt t="109520" x="2354263" y="4613275"/>
          <p14:tracePt t="109537" x="2354263" y="4598988"/>
          <p14:tracePt t="109561" x="2354263" y="4592638"/>
          <p14:tracePt t="109725" x="2354263" y="4578350"/>
          <p14:tracePt t="109734" x="2354263" y="4572000"/>
          <p14:tracePt t="109750" x="2354263" y="4551363"/>
          <p14:tracePt t="109759" x="2354263" y="4545013"/>
          <p14:tracePt t="109767" x="2354263" y="4530725"/>
          <p14:tracePt t="109775" x="2354263" y="4518025"/>
          <p14:tracePt t="109783" x="2354263" y="4503738"/>
          <p14:tracePt t="109791" x="2354263" y="4491038"/>
          <p14:tracePt t="109799" x="2354263" y="4470400"/>
          <p14:tracePt t="109808" x="2354263" y="4456113"/>
          <p14:tracePt t="109816" x="2354263" y="4449763"/>
          <p14:tracePt t="109832" x="2354263" y="4443413"/>
          <p14:tracePt t="109840" x="2354263" y="4429125"/>
          <p14:tracePt t="109987" x="2360613" y="4429125"/>
          <p14:tracePt t="110028" x="2366963" y="4429125"/>
          <p14:tracePt t="110045" x="2381250" y="4422775"/>
          <p14:tracePt t="110053" x="2387600" y="4422775"/>
          <p14:tracePt t="110062" x="2401888" y="4408488"/>
          <p14:tracePt t="110078" x="2414588" y="4408488"/>
          <p14:tracePt t="110086" x="2428875" y="4402138"/>
          <p14:tracePt t="110094" x="2435225" y="4402138"/>
          <p14:tracePt t="110103" x="2449513" y="4402138"/>
          <p14:tracePt t="110111" x="2455863" y="4402138"/>
          <p14:tracePt t="110120" x="2462213" y="4402138"/>
          <p14:tracePt t="110128" x="2476500" y="4402138"/>
          <p14:tracePt t="110143" x="2482850" y="4402138"/>
          <p14:tracePt t="110152" x="2490788" y="4402138"/>
          <p14:tracePt t="110168" x="2490788" y="4408488"/>
          <p14:tracePt t="110177" x="2503488" y="4429125"/>
          <p14:tracePt t="110186" x="2503488" y="4443413"/>
          <p14:tracePt t="110194" x="2503488" y="4449763"/>
          <p14:tracePt t="110202" x="2503488" y="4470400"/>
          <p14:tracePt t="110211" x="2503488" y="4476750"/>
          <p14:tracePt t="110218" x="2503488" y="4491038"/>
          <p14:tracePt t="110228" x="2490788" y="4503738"/>
          <p14:tracePt t="110235" x="2482850" y="4518025"/>
          <p14:tracePt t="110250" x="2476500" y="4524375"/>
          <p14:tracePt t="110266" x="2462213" y="4524375"/>
          <p14:tracePt t="110274" x="2462213" y="4530725"/>
          <p14:tracePt t="110356" x="2462213" y="4524375"/>
          <p14:tracePt t="110365" x="2476500" y="4524375"/>
          <p14:tracePt t="110373" x="2482850" y="4524375"/>
          <p14:tracePt t="110381" x="2503488" y="4518025"/>
          <p14:tracePt t="110397" x="2524125" y="4518025"/>
          <p14:tracePt t="110405" x="2530475" y="4518025"/>
          <p14:tracePt t="110414" x="2538413" y="4518025"/>
          <p14:tracePt t="110422" x="2551113" y="4518025"/>
          <p14:tracePt t="110431" x="2557463" y="4518025"/>
          <p14:tracePt t="110439" x="2565400" y="4518025"/>
          <p14:tracePt t="110447" x="2578100" y="4518025"/>
          <p14:tracePt t="110455" x="2578100" y="4524375"/>
          <p14:tracePt t="110464" x="2586038" y="4524375"/>
          <p14:tracePt t="110479" x="2586038" y="4530725"/>
          <p14:tracePt t="110488" x="2598738" y="4530725"/>
          <p14:tracePt t="110503" x="2605088" y="4545013"/>
          <p14:tracePt t="110512" x="2613025" y="4545013"/>
          <p14:tracePt t="110521" x="2625725" y="4551363"/>
          <p14:tracePt t="110530" x="2633663" y="4565650"/>
          <p14:tracePt t="110538" x="2652713" y="4572000"/>
          <p14:tracePt t="110547" x="2681288" y="4578350"/>
          <p14:tracePt t="110554" x="2700338" y="4592638"/>
          <p14:tracePt t="110564" x="2720975" y="4613275"/>
          <p14:tracePt t="110570" x="2747963" y="4619625"/>
          <p14:tracePt t="110579" x="2755900" y="4625975"/>
          <p14:tracePt t="110586" x="2782888" y="4640263"/>
          <p14:tracePt t="110597" x="2803525" y="4652963"/>
          <p14:tracePt t="110603" x="2824163" y="4652963"/>
          <p14:tracePt t="110612" x="2843213" y="4667250"/>
          <p14:tracePt t="110914" x="2824163" y="4667250"/>
          <p14:tracePt t="110923" x="2803525" y="4652963"/>
          <p14:tracePt t="110931" x="2782888" y="4640263"/>
          <p14:tracePt t="110939" x="2768600" y="4625975"/>
          <p14:tracePt t="110947" x="2747963" y="4613275"/>
          <p14:tracePt t="110956" x="2720975" y="4592638"/>
          <p14:tracePt t="110965" x="2708275" y="4578350"/>
          <p14:tracePt t="110972" x="2681288" y="4565650"/>
          <p14:tracePt t="110981" x="2660650" y="4551363"/>
          <p14:tracePt t="110988" x="2646363" y="4530725"/>
          <p14:tracePt t="110997" x="2625725" y="4524375"/>
          <p14:tracePt t="111005" x="2613025" y="4524375"/>
          <p14:tracePt t="111016" x="2605088" y="4518025"/>
          <p14:tracePt t="111021" x="2598738" y="4503738"/>
          <p14:tracePt t="111036" x="2586038" y="4503738"/>
          <p14:tracePt t="111077" x="2578100" y="4497388"/>
          <p14:tracePt t="111110" x="2565400" y="4497388"/>
          <p14:tracePt t="111134" x="2557463" y="4497388"/>
          <p14:tracePt t="111159" x="2551113" y="4497388"/>
          <p14:tracePt t="111356" x="2557463" y="4497388"/>
          <p14:tracePt t="111364" x="2565400" y="4497388"/>
          <p14:tracePt t="111374" x="2565400" y="4491038"/>
          <p14:tracePt t="111382" x="2578100" y="4491038"/>
          <p14:tracePt t="111390" x="2586038" y="4491038"/>
          <p14:tracePt t="111399" x="2598738" y="4491038"/>
          <p14:tracePt t="111421" x="2605088" y="4491038"/>
          <p14:tracePt t="111446" x="2613025" y="4497388"/>
          <p14:tracePt t="111455" x="2613025" y="4503738"/>
          <p14:tracePt t="111463" x="2613025" y="4518025"/>
          <p14:tracePt t="111471" x="2613025" y="4524375"/>
          <p14:tracePt t="111479" x="2613025" y="4530725"/>
          <p14:tracePt t="111488" x="2613025" y="4545013"/>
          <p14:tracePt t="111496" x="2613025" y="4551363"/>
          <p14:tracePt t="111504" x="2613025" y="4565650"/>
          <p14:tracePt t="111512" x="2613025" y="4572000"/>
          <p14:tracePt t="111675" x="2625725" y="4572000"/>
          <p14:tracePt t="111683" x="2646363" y="4572000"/>
          <p14:tracePt t="111693" x="2687638" y="4565650"/>
          <p14:tracePt t="111703" x="2747963" y="4545013"/>
          <p14:tracePt t="111710" x="2809875" y="4530725"/>
          <p14:tracePt t="111718" x="2878138" y="4524375"/>
          <p14:tracePt t="111725" x="2946400" y="4524375"/>
          <p14:tracePt t="111735" x="3176588" y="4497388"/>
          <p14:tracePt t="111741" x="3265488" y="4497388"/>
          <p14:tracePt t="111751" x="3443288" y="4497388"/>
          <p14:tracePt t="111758" x="3633788" y="4497388"/>
          <p14:tracePt t="111767" x="3803650" y="4497388"/>
          <p14:tracePt t="111774" x="3959225" y="4497388"/>
          <p14:tracePt t="111784" x="4027488" y="4497388"/>
          <p14:tracePt t="111790" x="4137025" y="4497388"/>
          <p14:tracePt t="111800" x="4176713" y="4497388"/>
          <p14:tracePt t="111807" x="4232275" y="4497388"/>
          <p14:tracePt t="111816" x="4279900" y="4497388"/>
          <p14:tracePt t="111823" x="4306888" y="4497388"/>
          <p14:tracePt t="111832" x="4327525" y="4497388"/>
          <p14:tracePt t="111847" x="4333875" y="4503738"/>
          <p14:tracePt t="111880" x="4327525" y="4503738"/>
          <p14:tracePt t="111888" x="4319588" y="4503738"/>
          <p14:tracePt t="111905" x="4306888" y="4503738"/>
          <p14:tracePt t="111921" x="4300538" y="4503738"/>
          <p14:tracePt t="111946" x="4292600" y="4503738"/>
          <p14:tracePt t="111954" x="4279900" y="4503738"/>
          <p14:tracePt t="111963" x="4279900" y="4497388"/>
          <p14:tracePt t="111971" x="4271963" y="4491038"/>
          <p14:tracePt t="111980" x="4271963" y="4476750"/>
          <p14:tracePt t="111988" x="4259263" y="4476750"/>
          <p14:tracePt t="111996" x="4259263" y="4470400"/>
          <p14:tracePt t="112005" x="4252913" y="4470400"/>
          <p14:tracePt t="112012" x="4252913" y="4456113"/>
          <p14:tracePt t="112117" x="4252913" y="4449763"/>
          <p14:tracePt t="112151" x="4259263" y="4443413"/>
          <p14:tracePt t="112183" x="4259263" y="4429125"/>
          <p14:tracePt t="112257" x="4271963" y="4429125"/>
          <p14:tracePt t="112289" x="4279900" y="4443413"/>
          <p14:tracePt t="112306" x="4292600" y="4443413"/>
          <p14:tracePt t="112339" x="4300538" y="4449763"/>
          <p14:tracePt t="113330" x="4300538" y="4470400"/>
          <p14:tracePt t="113339" x="4306888" y="4497388"/>
          <p14:tracePt t="113349" x="4327525" y="4530725"/>
          <p14:tracePt t="113355" x="4333875" y="4578350"/>
          <p14:tracePt t="113364" x="4354513" y="4667250"/>
          <p14:tracePt t="113372" x="4381500" y="4741863"/>
          <p14:tracePt t="113381" x="4402138" y="4843463"/>
          <p14:tracePt t="113389" x="4422775" y="4959350"/>
          <p14:tracePt t="113397" x="4443413" y="5089525"/>
          <p14:tracePt t="113404" x="4470400" y="5238750"/>
          <p14:tracePt t="113413" x="4497388" y="5402263"/>
          <p14:tracePt t="113421" x="4524375" y="5538788"/>
          <p14:tracePt t="113429" x="4530725" y="5599113"/>
          <p14:tracePt t="113437" x="4551363" y="5694363"/>
          <p14:tracePt t="113447" x="4565650" y="5729288"/>
          <p14:tracePt t="113454" x="4572000" y="5783263"/>
          <p14:tracePt t="113463" x="4578350" y="5830888"/>
          <p14:tracePt t="113470" x="4598988" y="5857875"/>
          <p14:tracePt t="113480" x="4619625" y="5891213"/>
          <p14:tracePt t="113486" x="4640263" y="5899150"/>
          <p14:tracePt t="113496" x="4652963" y="5899150"/>
          <p14:tracePt t="113503" x="4687888" y="5899150"/>
          <p14:tracePt t="113512" x="4735513" y="5878513"/>
          <p14:tracePt t="113520" x="4762500" y="5851525"/>
          <p14:tracePt t="113528" x="4816475" y="5783263"/>
          <p14:tracePt t="113536" x="4864100" y="5721350"/>
          <p14:tracePt t="113545" x="4911725" y="5646738"/>
          <p14:tracePt t="113555" x="4919663" y="5613400"/>
          <p14:tracePt t="113562" x="4946650" y="5538788"/>
          <p14:tracePt t="113570" x="4967288" y="5462588"/>
          <p14:tracePt t="113578" x="4973638" y="5408613"/>
          <p14:tracePt t="113587" x="4986338" y="5340350"/>
          <p14:tracePt t="113595" x="4986338" y="5280025"/>
          <p14:tracePt t="113602" x="4986338" y="5232400"/>
          <p14:tracePt t="113610" x="4973638" y="5191125"/>
          <p14:tracePt t="113618" x="4946650" y="5157788"/>
          <p14:tracePt t="113626" x="4919663" y="5137150"/>
          <p14:tracePt t="113636" x="4884738" y="5116513"/>
          <p14:tracePt t="113642" x="4837113" y="5110163"/>
          <p14:tracePt t="113652" x="4776788" y="5110163"/>
          <p14:tracePt t="113659" x="4721225" y="5110163"/>
          <p14:tracePt t="113669" x="4667250" y="5110163"/>
          <p14:tracePt t="113676" x="4619625" y="5129213"/>
          <p14:tracePt t="113685" x="4572000" y="5157788"/>
          <p14:tracePt t="113692" x="4524375" y="5184775"/>
          <p14:tracePt t="113701" x="4497388" y="5211763"/>
          <p14:tracePt t="113708" x="4456113" y="5253038"/>
          <p14:tracePt t="113718" x="4449763" y="5259388"/>
          <p14:tracePt t="113725" x="4422775" y="5307013"/>
          <p14:tracePt t="113734" x="4408488" y="5340350"/>
          <p14:tracePt t="113741" x="4408488" y="5375275"/>
          <p14:tracePt t="113751" x="4408488" y="5408613"/>
          <p14:tracePt t="113758" x="4408488" y="5435600"/>
          <p14:tracePt t="113768" x="4408488" y="5476875"/>
          <p14:tracePt t="113774" x="4429125" y="5510213"/>
          <p14:tracePt t="113784" x="4456113" y="5538788"/>
          <p14:tracePt t="113790" x="4491038" y="5572125"/>
          <p14:tracePt t="113801" x="4518025" y="5586413"/>
          <p14:tracePt t="113806" x="4551363" y="5599113"/>
          <p14:tracePt t="113818" x="4592638" y="5605463"/>
          <p14:tracePt t="113823" x="4640263" y="5613400"/>
          <p14:tracePt t="113834" x="4673600" y="5613400"/>
          <p14:tracePt t="113840" x="4714875" y="5613400"/>
          <p14:tracePt t="113851" x="4762500" y="5586413"/>
          <p14:tracePt t="113857" x="4795838" y="5557838"/>
          <p14:tracePt t="113868" x="4824413" y="5524500"/>
          <p14:tracePt t="113873" x="4851400" y="5497513"/>
          <p14:tracePt t="113884" x="4872038" y="5456238"/>
          <p14:tracePt t="113890" x="4872038" y="5435600"/>
          <p14:tracePt t="113901" x="4884738" y="5408613"/>
          <p14:tracePt t="113906" x="4891088" y="5387975"/>
          <p14:tracePt t="113919" x="4891088" y="5375275"/>
          <p14:tracePt t="113925" x="4891088" y="5354638"/>
          <p14:tracePt t="113939" x="4884738" y="5340350"/>
          <p14:tracePt t="113951" x="4872038" y="5340350"/>
          <p14:tracePt t="113956" x="4851400" y="5340350"/>
          <p14:tracePt t="113968" x="4837113" y="5354638"/>
          <p14:tracePt t="117519" x="4824413" y="5354638"/>
          <p14:tracePt t="117533" x="4816475" y="5354638"/>
          <p14:tracePt t="117534" x="4810125" y="5354638"/>
          <p14:tracePt t="117542" x="4795838" y="5354638"/>
          <p14:tracePt t="117550" x="4768850" y="5354638"/>
          <p14:tracePt t="117558" x="4735513" y="5354638"/>
          <p14:tracePt t="117566" x="4694238" y="5340350"/>
          <p14:tracePt t="117574" x="4619625" y="5307013"/>
          <p14:tracePt t="117583" x="4530725" y="5253038"/>
          <p14:tracePt t="117590" x="4333875" y="5116513"/>
          <p14:tracePt t="117600" x="4170363" y="5006975"/>
          <p14:tracePt t="117607" x="3979863" y="4851400"/>
          <p14:tracePt t="117616" x="3884613" y="4789488"/>
          <p14:tracePt t="117623" x="3708400" y="4687888"/>
          <p14:tracePt t="117633" x="3565525" y="4598988"/>
          <p14:tracePt t="117640" x="3497263" y="4572000"/>
          <p14:tracePt t="117649" x="3395663" y="4524375"/>
          <p14:tracePt t="117656" x="3367088" y="4518025"/>
          <p14:tracePt t="117666" x="3300413" y="4497388"/>
          <p14:tracePt t="117672" x="3252788" y="4491038"/>
          <p14:tracePt t="117683" x="3224213" y="4476750"/>
          <p14:tracePt t="117688" x="3217863" y="4476750"/>
          <p14:tracePt t="117699" x="3211513" y="4476750"/>
          <p14:tracePt t="117974" x="3211513" y="4470400"/>
          <p14:tracePt t="117983" x="3211513" y="4456113"/>
          <p14:tracePt t="117993" x="3217863" y="4449763"/>
          <p14:tracePt t="118002" x="3238500" y="4429125"/>
          <p14:tracePt t="118009" x="3252788" y="4402138"/>
          <p14:tracePt t="118019" x="3271838" y="4375150"/>
          <p14:tracePt t="118025" x="3286125" y="4354513"/>
          <p14:tracePt t="118034" x="3292475" y="4333875"/>
          <p14:tracePt t="118040" x="3300413" y="4319588"/>
          <p14:tracePt t="118050" x="3313113" y="4292600"/>
          <p14:tracePt t="118057" x="3313113" y="4259263"/>
          <p14:tracePt t="118067" x="3313113" y="4244975"/>
          <p14:tracePt t="118073" x="3313113" y="4224338"/>
          <p14:tracePt t="118083" x="3300413" y="4211638"/>
          <p14:tracePt t="118089" x="3265488" y="4197350"/>
          <p14:tracePt t="118099" x="3211513" y="4176713"/>
          <p14:tracePt t="118106" x="3128963" y="4170363"/>
          <p14:tracePt t="118116" x="3095625" y="4157663"/>
          <p14:tracePt t="118122" x="3021013" y="4157663"/>
          <p14:tracePt t="118132" x="2946400" y="4157663"/>
          <p14:tracePt t="118139" x="2878138" y="4157663"/>
          <p14:tracePt t="118149" x="2824163" y="4157663"/>
          <p14:tracePt t="118155" x="2768600" y="4176713"/>
          <p14:tracePt t="118165" x="2728913" y="4184650"/>
          <p14:tracePt t="118172" x="2700338" y="4211638"/>
          <p14:tracePt t="118181" x="2700338" y="4224338"/>
          <p14:tracePt t="118189" x="2681288" y="4244975"/>
          <p14:tracePt t="118197" x="2673350" y="4259263"/>
          <p14:tracePt t="118205" x="2660650" y="4300538"/>
          <p14:tracePt t="118214" x="2660650" y="4319588"/>
          <p14:tracePt t="118222" x="2660650" y="4348163"/>
          <p14:tracePt t="118230" x="2681288" y="4367213"/>
          <p14:tracePt t="118238" x="2708275" y="4402138"/>
          <p14:tracePt t="118246" x="2776538" y="4456113"/>
          <p14:tracePt t="118255" x="2843213" y="4503738"/>
          <p14:tracePt t="118262" x="2919413" y="4545013"/>
          <p14:tracePt t="118272" x="2994025" y="4572000"/>
          <p14:tracePt t="118278" x="3074988" y="4598988"/>
          <p14:tracePt t="118288" x="3170238" y="4619625"/>
          <p14:tracePt t="118295" x="3271838" y="4625975"/>
          <p14:tracePt t="118305" x="3360738" y="4625975"/>
          <p14:tracePt t="118311" x="3449638" y="4625975"/>
          <p14:tracePt t="118321" x="3530600" y="4592638"/>
          <p14:tracePt t="118328" x="3557588" y="4565650"/>
          <p14:tracePt t="118338" x="3619500" y="4518025"/>
          <p14:tracePt t="118344" x="3660775" y="4470400"/>
          <p14:tracePt t="118355" x="3694113" y="4422775"/>
          <p14:tracePt t="118361" x="3714750" y="4375150"/>
          <p14:tracePt t="118372" x="3714750" y="4327525"/>
          <p14:tracePt t="118377" x="3714750" y="4279900"/>
          <p14:tracePt t="118388" x="3714750" y="4244975"/>
          <p14:tracePt t="118393" x="3681413" y="4184650"/>
          <p14:tracePt t="118405" x="3633788" y="4157663"/>
          <p14:tracePt t="118411" x="3565525" y="4129088"/>
          <p14:tracePt t="118422" x="3490913" y="4102100"/>
          <p14:tracePt t="118427" x="3414713" y="4081463"/>
          <p14:tracePt t="118438" x="3313113" y="4075113"/>
          <p14:tracePt t="118444" x="3217863" y="4075113"/>
          <p14:tracePt t="118455" x="3170238" y="4075113"/>
          <p14:tracePt t="118459" x="3089275" y="4075113"/>
          <p14:tracePt t="118471" x="3006725" y="4081463"/>
          <p14:tracePt t="118477" x="2952750" y="4122738"/>
          <p14:tracePt t="118488" x="2905125" y="4157663"/>
          <p14:tracePt t="118494" x="2878138" y="4197350"/>
          <p14:tracePt t="118505" x="2851150" y="4244975"/>
          <p14:tracePt t="118511" x="2843213" y="4279900"/>
          <p14:tracePt t="118522" x="2830513" y="4319588"/>
          <p14:tracePt t="118527" x="2830513" y="4367213"/>
          <p14:tracePt t="118538" x="2830513" y="4408488"/>
          <p14:tracePt t="118543" x="2851150" y="4443413"/>
          <p14:tracePt t="118555" x="2878138" y="4476750"/>
          <p14:tracePt t="118560" x="2946400" y="4530725"/>
          <p14:tracePt t="118571" x="3000375" y="4565650"/>
          <p14:tracePt t="118577" x="3041650" y="4572000"/>
          <p14:tracePt t="118588" x="3101975" y="4578350"/>
          <p14:tracePt t="118593" x="3217863" y="4578350"/>
          <p14:tracePt t="118605" x="3300413" y="4578350"/>
          <p14:tracePt t="118609" x="3375025" y="4572000"/>
          <p14:tracePt t="118622" x="3449638" y="4530725"/>
          <p14:tracePt t="118623" x="3497263" y="4503738"/>
          <p14:tracePt t="118632" x="3557588" y="4449763"/>
          <p14:tracePt t="118641" x="3619500" y="4395788"/>
          <p14:tracePt t="118648" x="3660775" y="4348163"/>
          <p14:tracePt t="118656" x="3687763" y="4292600"/>
          <p14:tracePt t="118664" x="3694113" y="4244975"/>
          <p14:tracePt t="118675" x="3708400" y="4205288"/>
          <p14:tracePt t="118680" x="3708400" y="4170363"/>
          <p14:tracePt t="118689" x="3694113" y="4122738"/>
          <p14:tracePt t="118697" x="3646488" y="4102100"/>
          <p14:tracePt t="118706" x="3605213" y="4089400"/>
          <p14:tracePt t="118713" x="3565525" y="4081463"/>
          <p14:tracePt t="118722" x="3490913" y="4081463"/>
          <p14:tracePt t="118730" x="3375025" y="4081463"/>
          <p14:tracePt t="118739" x="3300413" y="4081463"/>
          <p14:tracePt t="118746" x="3265488" y="4102100"/>
          <p14:tracePt t="118755" x="3211513" y="4137025"/>
          <p14:tracePt t="118762" x="3143250" y="4184650"/>
          <p14:tracePt t="118772" x="3101975" y="4232275"/>
          <p14:tracePt t="118778" x="3068638" y="4279900"/>
          <p14:tracePt t="118788" x="3054350" y="4327525"/>
          <p14:tracePt t="118795" x="3048000" y="4381500"/>
          <p14:tracePt t="118805" x="3048000" y="4429125"/>
          <p14:tracePt t="118811" x="3048000" y="4491038"/>
          <p14:tracePt t="118822" x="3068638" y="4524375"/>
          <p14:tracePt t="118828" x="3101975" y="4572000"/>
          <p14:tracePt t="118838" x="3149600" y="4613275"/>
          <p14:tracePt t="118844" x="3197225" y="4640263"/>
          <p14:tracePt t="118855" x="3252788" y="4652963"/>
          <p14:tracePt t="118860" x="3313113" y="4673600"/>
          <p14:tracePt t="118871" x="3375025" y="4673600"/>
          <p14:tracePt t="118877" x="3462338" y="4673600"/>
          <p14:tracePt t="122433" x="3470275" y="4700588"/>
          <p14:tracePt t="122448" x="3509963" y="4768850"/>
          <p14:tracePt t="122449" x="3571875" y="4884738"/>
          <p14:tracePt t="122456" x="3660775" y="5006975"/>
          <p14:tracePt t="122465" x="3762375" y="5143500"/>
          <p14:tracePt t="122472" x="3890963" y="5286375"/>
          <p14:tracePt t="122481" x="3973513" y="5354638"/>
          <p14:tracePt t="122488" x="4089400" y="5476875"/>
          <p14:tracePt t="122498" x="4211638" y="5557838"/>
          <p14:tracePt t="122505" x="4333875" y="5634038"/>
          <p14:tracePt t="122515" x="4456113" y="5681663"/>
          <p14:tracePt t="122522" x="4503738" y="5694363"/>
          <p14:tracePt t="122531" x="4592638" y="5721350"/>
          <p14:tracePt t="122537" x="4687888" y="5735638"/>
          <p14:tracePt t="122548" x="4768850" y="5748338"/>
          <p14:tracePt t="122554" x="4837113" y="5748338"/>
          <p14:tracePt t="122565" x="4911725" y="5748338"/>
          <p14:tracePt t="122571" x="4973638" y="5748338"/>
          <p14:tracePt t="122581" x="5033963" y="5748338"/>
          <p14:tracePt t="122587" x="5081588" y="5748338"/>
          <p14:tracePt t="122598" x="5095875" y="5748338"/>
          <p14:tracePt t="122938" x="5116513" y="5748338"/>
          <p14:tracePt t="122947" x="5143500" y="5748338"/>
          <p14:tracePt t="122954" x="5170488" y="5756275"/>
          <p14:tracePt t="122964" x="5191125" y="5756275"/>
          <p14:tracePt t="122971" x="5218113" y="5756275"/>
          <p14:tracePt t="122980" x="5253038" y="5756275"/>
          <p14:tracePt t="122988" x="5292725" y="5756275"/>
          <p14:tracePt t="122997" x="5313363" y="5756275"/>
          <p14:tracePt t="123004" x="5354638" y="5756275"/>
          <p14:tracePt t="123013" x="5381625" y="5756275"/>
          <p14:tracePt t="123020" x="5402263" y="5756275"/>
          <p14:tracePt t="123030" x="5414963" y="5756275"/>
          <p14:tracePt t="123038" x="5429250" y="5756275"/>
          <p14:tracePt t="123077" x="5408613" y="5756275"/>
          <p14:tracePt t="123086" x="5375275" y="5756275"/>
          <p14:tracePt t="123094" x="5292725" y="5756275"/>
          <p14:tracePt t="123102" x="5238750" y="5756275"/>
          <p14:tracePt t="123110" x="5191125" y="5768975"/>
          <p14:tracePt t="123119" x="5137150" y="5776913"/>
          <p14:tracePt t="123127" x="5068888" y="5783263"/>
          <p14:tracePt t="123136" x="5006975" y="5803900"/>
          <p14:tracePt t="123145" x="4986338" y="5803900"/>
          <p14:tracePt t="123153" x="4938713" y="5816600"/>
          <p14:tracePt t="123161" x="4911725" y="5824538"/>
          <p14:tracePt t="123170" x="4891088" y="5830888"/>
          <p14:tracePt t="123178" x="4884738" y="5843588"/>
          <p14:tracePt t="124781" x="4872038" y="5843588"/>
          <p14:tracePt t="124790" x="4864100" y="5843588"/>
          <p14:tracePt t="124800" x="4843463" y="5857875"/>
          <p14:tracePt t="124809" x="4824413" y="5872163"/>
          <p14:tracePt t="124817" x="4810125" y="5891213"/>
          <p14:tracePt t="124825" x="4789488" y="5899150"/>
          <p14:tracePt t="124832" x="4768850" y="5919788"/>
          <p14:tracePt t="124842" x="4748213" y="5932488"/>
          <p14:tracePt t="124848" x="4741863" y="5946775"/>
          <p14:tracePt t="124857" x="4735513" y="5953125"/>
          <p14:tracePt t="124864" x="4735513" y="5973763"/>
          <p14:tracePt t="124873" x="4735513" y="5980113"/>
          <p14:tracePt t="124880" x="4735513" y="5994400"/>
          <p14:tracePt t="124890" x="4735513" y="6000750"/>
          <p14:tracePt t="124897" x="4748213" y="6000750"/>
          <p14:tracePt t="124907" x="4768850" y="6015038"/>
          <p14:tracePt t="124914" x="4795838" y="6015038"/>
          <p14:tracePt t="124923" x="4824413" y="6021388"/>
          <p14:tracePt t="124930" x="4843463" y="6021388"/>
          <p14:tracePt t="124939" x="4872038" y="6021388"/>
          <p14:tracePt t="124946" x="4891088" y="6021388"/>
          <p14:tracePt t="124956" x="4911725" y="6021388"/>
          <p14:tracePt t="124963" x="4932363" y="6021388"/>
          <p14:tracePt t="124972" x="4938713" y="6021388"/>
          <p14:tracePt t="124979" x="4946650" y="6021388"/>
          <p14:tracePt t="124989" x="4946650" y="6015038"/>
          <p14:tracePt t="125003" x="4946650" y="6000750"/>
          <p14:tracePt t="125011" x="4946650" y="5994400"/>
          <p14:tracePt t="125020" x="4946650" y="5980113"/>
          <p14:tracePt t="125028" x="4946650" y="5973763"/>
          <p14:tracePt t="125036" x="4938713" y="5973763"/>
          <p14:tracePt t="125045" x="4932363" y="5967413"/>
          <p14:tracePt t="125053" x="4919663" y="5967413"/>
          <p14:tracePt t="125061" x="4911725" y="5953125"/>
          <p14:tracePt t="136127" x="4899025" y="5899150"/>
          <p14:tracePt t="136134" x="4891088" y="5776913"/>
          <p14:tracePt t="136144" x="4872038" y="5626100"/>
          <p14:tracePt t="136151" x="4864100" y="5307013"/>
          <p14:tracePt t="136161" x="4864100" y="5143500"/>
          <p14:tracePt t="136166" x="4864100" y="4598988"/>
          <p14:tracePt t="136177" x="4864100" y="4176713"/>
          <p14:tracePt t="136182" x="4864100" y="3681413"/>
          <p14:tracePt t="136194" x="4864100" y="3116263"/>
          <p14:tracePt t="136199" x="4891088" y="2455863"/>
          <p14:tracePt t="136211" x="4932363" y="1354138"/>
          <p14:tracePt t="136216" x="4938713" y="1000125"/>
          <p14:tracePt t="136228" x="4946650" y="265113"/>
          <p14:tracePt t="136656" x="3571875" y="74613"/>
          <p14:tracePt t="136666" x="3530600" y="115888"/>
          <p14:tracePt t="136674" x="3422650" y="204788"/>
          <p14:tracePt t="136682" x="3360738" y="271463"/>
          <p14:tracePt t="136691" x="3300413" y="339725"/>
          <p14:tracePt t="136698" x="3265488" y="387350"/>
          <p14:tracePt t="136707" x="3244850" y="422275"/>
          <p14:tracePt t="136714" x="3238500" y="442913"/>
          <p14:tracePt t="136724" x="3217863" y="496888"/>
          <p14:tracePt t="136730" x="3211513" y="523875"/>
          <p14:tracePt t="136740" x="3211513" y="544513"/>
          <p14:tracePt t="136747" x="3211513" y="592138"/>
          <p14:tracePt t="136756" x="3211513" y="619125"/>
          <p14:tracePt t="136764" x="3211513" y="646113"/>
          <p14:tracePt t="136772" x="3211513" y="660400"/>
          <p14:tracePt t="136780" x="3224213" y="681038"/>
          <p14:tracePt t="136788" x="3244850" y="708025"/>
          <p14:tracePt t="136797" x="3265488" y="720725"/>
          <p14:tracePt t="136805" x="3286125" y="735013"/>
          <p14:tracePt t="136814" x="3313113" y="741363"/>
          <p14:tracePt t="136821" x="3348038" y="755650"/>
          <p14:tracePt t="136830" x="3375025" y="755650"/>
          <p14:tracePt t="136838" x="3443288" y="755650"/>
          <p14:tracePt t="136846" x="3497263" y="741363"/>
          <p14:tracePt t="136854" x="3565525" y="708025"/>
          <p14:tracePt t="136863" x="3619500" y="646113"/>
          <p14:tracePt t="136871" x="3687763" y="592138"/>
          <p14:tracePt t="136880" x="3714750" y="557213"/>
          <p14:tracePt t="136887" x="3768725" y="482600"/>
          <p14:tracePt t="136896" x="3810000" y="414338"/>
          <p14:tracePt t="136904" x="3836988" y="347663"/>
          <p14:tracePt t="136913" x="3851275" y="292100"/>
          <p14:tracePt t="136921" x="3851275" y="223838"/>
          <p14:tracePt t="136929" x="3851275" y="142875"/>
          <p14:tracePt t="136937" x="3810000" y="95250"/>
          <p14:tracePt t="136946" x="3756025" y="53975"/>
          <p14:tracePt t="136953" x="3681413" y="26988"/>
          <p14:tracePt t="136962" x="3605213" y="6350"/>
          <p14:tracePt t="137001" x="3197225" y="26988"/>
          <p14:tracePt t="137009" x="3143250" y="74613"/>
          <p14:tracePt t="137018" x="3089275" y="115888"/>
          <p14:tracePt t="137027" x="3048000" y="169863"/>
          <p14:tracePt t="137035" x="3006725" y="217488"/>
          <p14:tracePt t="137044" x="2994025" y="271463"/>
          <p14:tracePt t="137052" x="2979738" y="319088"/>
          <p14:tracePt t="137061" x="2973388" y="366713"/>
          <p14:tracePt t="137067" x="2973388" y="414338"/>
          <p14:tracePt t="137076" x="2973388" y="461963"/>
          <p14:tracePt t="137085" x="2994025" y="496888"/>
          <p14:tracePt t="137093" x="3048000" y="557213"/>
          <p14:tracePt t="137100" x="3101975" y="571500"/>
          <p14:tracePt t="137109" x="3176588" y="592138"/>
          <p14:tracePt t="137116" x="3271838" y="592138"/>
          <p14:tracePt t="137125" x="3375025" y="592138"/>
          <p14:tracePt t="137133" x="3482975" y="571500"/>
          <p14:tracePt t="137142" x="3592513" y="523875"/>
          <p14:tracePt t="137149" x="3708400" y="482600"/>
          <p14:tracePt t="137158" x="3810000" y="401638"/>
          <p14:tracePt t="137165" x="3851275" y="374650"/>
          <p14:tracePt t="137174" x="3911600" y="312738"/>
          <p14:tracePt t="137182" x="3979863" y="238125"/>
          <p14:tracePt t="137191" x="4014788" y="169863"/>
          <p14:tracePt t="137198" x="4048125" y="115888"/>
          <p14:tracePt t="137207" x="4054475" y="74613"/>
          <p14:tracePt t="137215" x="4062413" y="26988"/>
          <p14:tracePt t="137353" x="3271838" y="6350"/>
          <p14:tracePt t="137362" x="3271838" y="20638"/>
          <p14:tracePt t="137370" x="3271838" y="26988"/>
          <p14:tracePt t="137378" x="3271838" y="41275"/>
          <p14:tracePt t="137386" x="3271838" y="47625"/>
          <p14:tracePt t="137395" x="3271838" y="53975"/>
          <p14:tracePt t="137403" x="3271838" y="74613"/>
          <p14:tracePt t="137411" x="3292475" y="95250"/>
          <p14:tracePt t="137419" x="3313113" y="115888"/>
          <p14:tracePt t="137428" x="3319463" y="142875"/>
          <p14:tracePt t="137436" x="3340100" y="163513"/>
          <p14:tracePt t="137445" x="3367088" y="190500"/>
          <p14:tracePt t="137453" x="3387725" y="217488"/>
          <p14:tracePt t="137462" x="3414713" y="238125"/>
          <p14:tracePt t="137469" x="3435350" y="252413"/>
          <p14:tracePt t="137479" x="3462338" y="279400"/>
          <p14:tracePt t="137485" x="3490913" y="292100"/>
          <p14:tracePt t="137495" x="3530600" y="312738"/>
          <p14:tracePt t="137503" x="3605213" y="327025"/>
          <p14:tracePt t="137511" x="3660775" y="327025"/>
          <p14:tracePt t="137519" x="3729038" y="327025"/>
          <p14:tracePt t="137527" x="3768725" y="327025"/>
          <p14:tracePt t="137535" x="3830638" y="327025"/>
          <p14:tracePt t="137543" x="3890963" y="319088"/>
          <p14:tracePt t="137552" x="3952875" y="292100"/>
          <p14:tracePt t="137560" x="3979863" y="279400"/>
          <p14:tracePt t="137567" x="4006850" y="252413"/>
          <p14:tracePt t="137576" x="4033838" y="238125"/>
          <p14:tracePt t="137584" x="4054475" y="217488"/>
          <p14:tracePt t="137593" x="4062413" y="196850"/>
          <p14:tracePt t="137600" x="4062413" y="176213"/>
          <p14:tracePt t="137609" x="4062413" y="163513"/>
          <p14:tracePt t="137617" x="4062413" y="142875"/>
          <p14:tracePt t="137625" x="4014788" y="122238"/>
          <p14:tracePt t="137633" x="3959225" y="122238"/>
          <p14:tracePt t="137642" x="3884613" y="122238"/>
          <p14:tracePt t="137649" x="3789363" y="122238"/>
          <p14:tracePt t="137658" x="3694113" y="122238"/>
          <p14:tracePt t="137665" x="3605213" y="163513"/>
          <p14:tracePt t="137675" x="3517900" y="204788"/>
          <p14:tracePt t="137681" x="3435350" y="279400"/>
          <p14:tracePt t="137691" x="3360738" y="360363"/>
          <p14:tracePt t="137698" x="3340100" y="401638"/>
          <p14:tracePt t="137707" x="3292475" y="482600"/>
          <p14:tracePt t="137714" x="3265488" y="544513"/>
          <p14:tracePt t="137723" x="3244850" y="612775"/>
          <p14:tracePt t="137730" x="3238500" y="681038"/>
          <p14:tracePt t="137739" x="3238500" y="720725"/>
          <p14:tracePt t="137747" x="3238500" y="755650"/>
          <p14:tracePt t="137756" x="3265488" y="788988"/>
          <p14:tracePt t="137763" x="3327400" y="836613"/>
          <p14:tracePt t="137773" x="3395663" y="842963"/>
          <p14:tracePt t="137779" x="3462338" y="842963"/>
          <p14:tracePt t="137789" x="3565525" y="842963"/>
          <p14:tracePt t="137796" x="3660775" y="830263"/>
          <p14:tracePt t="137806" x="3762375" y="782638"/>
          <p14:tracePt t="137812" x="3857625" y="720725"/>
          <p14:tracePt t="137821" x="3959225" y="646113"/>
          <p14:tracePt t="137829" x="4048125" y="571500"/>
          <p14:tracePt t="137838" x="4081463" y="538163"/>
          <p14:tracePt t="137845" x="4129088" y="461963"/>
          <p14:tracePt t="137854" x="4170363" y="395288"/>
          <p14:tracePt t="137863" x="4184650" y="347663"/>
          <p14:tracePt t="137871" x="4184650" y="300038"/>
          <p14:tracePt t="137879" x="4184650" y="271463"/>
          <p14:tracePt t="137887" x="4184650" y="244475"/>
          <p14:tracePt t="137895" x="4170363" y="217488"/>
          <p14:tracePt t="137903" x="4129088" y="190500"/>
          <p14:tracePt t="137913" x="4048125" y="163513"/>
          <p14:tracePt t="137919" x="3973513" y="149225"/>
          <p14:tracePt t="137931" x="3884613" y="149225"/>
          <p14:tracePt t="137936" x="3836988" y="149225"/>
          <p14:tracePt t="137945" x="3762375" y="149225"/>
          <p14:tracePt t="137952" x="3640138" y="190500"/>
          <p14:tracePt t="137961" x="3613150" y="217488"/>
          <p14:tracePt t="137968" x="3517900" y="292100"/>
          <p14:tracePt t="137978" x="3497263" y="319088"/>
          <p14:tracePt t="137985" x="3462338" y="387350"/>
          <p14:tracePt t="137995" x="3443288" y="442913"/>
          <p14:tracePt t="138001" x="3422650" y="496888"/>
          <p14:tracePt t="138011" x="3422650" y="544513"/>
          <p14:tracePt t="138018" x="3422650" y="592138"/>
          <p14:tracePt t="138028" x="3435350" y="633413"/>
          <p14:tracePt t="138034" x="3490913" y="687388"/>
          <p14:tracePt t="138045" x="3544888" y="708025"/>
          <p14:tracePt t="138050" x="3633788" y="714375"/>
          <p14:tracePt t="138061" x="3729038" y="714375"/>
          <p14:tracePt t="138067" x="3851275" y="714375"/>
          <p14:tracePt t="138078" x="3986213" y="687388"/>
          <p14:tracePt t="138083" x="4122738" y="633413"/>
          <p14:tracePt t="138095" x="4232275" y="557213"/>
          <p14:tracePt t="138100" x="4333875" y="482600"/>
          <p14:tracePt t="138111" x="4375150" y="442913"/>
          <p14:tracePt t="138116" x="4429125" y="387350"/>
          <p14:tracePt t="138128" x="4470400" y="327025"/>
          <p14:tracePt t="138133" x="4470400" y="312738"/>
          <p14:tracePt t="138145" x="4497388" y="244475"/>
          <p14:tracePt t="138150" x="4497388" y="204788"/>
          <p14:tracePt t="138161" x="4497388" y="176213"/>
          <p14:tracePt t="138166" x="4449763" y="163513"/>
          <p14:tracePt t="138178" x="4375150" y="149225"/>
          <p14:tracePt t="138184" x="4292600" y="142875"/>
          <p14:tracePt t="138195" x="4197350" y="142875"/>
          <p14:tracePt t="138199" x="4062413" y="142875"/>
          <p14:tracePt t="138211" x="3959225" y="142875"/>
          <p14:tracePt t="138216" x="3905250" y="163513"/>
          <p14:tracePt t="138228" x="3816350" y="204788"/>
          <p14:tracePt t="138233" x="3735388" y="252413"/>
          <p14:tracePt t="138245" x="3681413" y="300038"/>
          <p14:tracePt t="138250" x="3633788" y="360363"/>
          <p14:tracePt t="138261" x="3605213" y="401638"/>
          <p14:tracePt t="138267" x="3586163" y="449263"/>
          <p14:tracePt t="138278" x="3571875" y="496888"/>
          <p14:tracePt t="138282" x="3571875" y="544513"/>
          <p14:tracePt t="138295" x="3571875" y="585788"/>
          <p14:tracePt t="138298" x="3619500" y="639763"/>
          <p14:tracePt t="138312" x="3681413" y="666750"/>
          <p14:tracePt t="138312" x="3741738" y="681038"/>
          <p14:tracePt t="138322" x="3830638" y="687388"/>
          <p14:tracePt t="138329" x="3925888" y="687388"/>
          <p14:tracePt t="138338" x="4014788" y="681038"/>
          <p14:tracePt t="138345" x="4110038" y="619125"/>
          <p14:tracePt t="138354" x="4205288" y="557213"/>
          <p14:tracePt t="138362" x="4232275" y="523875"/>
          <p14:tracePt t="138370" x="4279900" y="461963"/>
          <p14:tracePt t="138379" x="4319588" y="401638"/>
          <p14:tracePt t="138387" x="4327525" y="387350"/>
          <p14:tracePt t="138395" x="4348163" y="347663"/>
          <p14:tracePt t="138403" x="4348163" y="319088"/>
          <p14:tracePt t="138412" x="4348163" y="312738"/>
          <p14:tracePt t="138419" x="4348163" y="292100"/>
          <p14:tracePt t="138428" x="4333875" y="271463"/>
          <p14:tracePt t="138779" x="4333875" y="279400"/>
          <p14:tracePt t="138787" x="4348163" y="312738"/>
          <p14:tracePt t="138796" x="4375150" y="374650"/>
          <p14:tracePt t="138804" x="4422775" y="449263"/>
          <p14:tracePt t="138813" x="4476750" y="557213"/>
          <p14:tracePt t="138821" x="4619625" y="762000"/>
          <p14:tracePt t="138828" x="4741863" y="911225"/>
          <p14:tracePt t="138838" x="4891088" y="1062038"/>
          <p14:tracePt t="138849" x="5062538" y="1223963"/>
          <p14:tracePt t="138855" x="5253038" y="1381125"/>
          <p14:tracePt t="138866" x="5462588" y="1517650"/>
          <p14:tracePt t="138870" x="5681663" y="1646238"/>
          <p14:tracePt t="138882" x="5919788" y="1762125"/>
          <p14:tracePt t="138887" x="6170613" y="1851025"/>
          <p14:tracePt t="138898" x="6286500" y="1884363"/>
          <p14:tracePt t="138904" x="6483350" y="1925638"/>
          <p14:tracePt t="138917" x="6681788" y="1973263"/>
          <p14:tracePt t="138922" x="6742113" y="1973263"/>
          <p14:tracePt t="138934" x="6884988" y="1973263"/>
          <p14:tracePt t="138936" x="6980238" y="1973263"/>
          <p14:tracePt t="139131" x="7000875" y="1973263"/>
          <p14:tracePt t="139139" x="7034213" y="1973263"/>
          <p14:tracePt t="139148" x="7062788" y="1973263"/>
          <p14:tracePt t="139156" x="7096125" y="1973263"/>
          <p14:tracePt t="139165" x="7123113" y="1966913"/>
          <p14:tracePt t="139173" x="7137400" y="1946275"/>
          <p14:tracePt t="139182" x="7158038" y="1938338"/>
          <p14:tracePt t="139190" x="7170738" y="1919288"/>
          <p14:tracePt t="139198" x="7177088" y="1911350"/>
          <p14:tracePt t="139206" x="7197725" y="1890713"/>
          <p14:tracePt t="139215" x="7205663" y="1884363"/>
          <p14:tracePt t="139223" x="7218363" y="1851025"/>
          <p14:tracePt t="139231" x="7218363" y="1843088"/>
          <p14:tracePt t="139239" x="7218363" y="1824038"/>
          <p14:tracePt t="139248" x="7197725" y="1803400"/>
          <p14:tracePt t="139255" x="7170738" y="1789113"/>
          <p14:tracePt t="139264" x="7123113" y="1776413"/>
          <p14:tracePt t="139271" x="7075488" y="1768475"/>
          <p14:tracePt t="139280" x="6980238" y="1768475"/>
          <p14:tracePt t="139287" x="6953250" y="1768475"/>
          <p14:tracePt t="139297" x="6884988" y="1768475"/>
          <p14:tracePt t="139303" x="6831013" y="1795463"/>
          <p14:tracePt t="139313" x="6777038" y="1836738"/>
          <p14:tracePt t="139320" x="6729413" y="1884363"/>
          <p14:tracePt t="139329" x="6681788" y="1938338"/>
          <p14:tracePt t="139336" x="6653213" y="1993900"/>
          <p14:tracePt t="139346" x="6619875" y="2041525"/>
          <p14:tracePt t="139353" x="6613525" y="2089150"/>
          <p14:tracePt t="139361" x="6605588" y="2136775"/>
          <p14:tracePt t="139369" x="6605588" y="2170113"/>
          <p14:tracePt t="139378" x="6605588" y="2211388"/>
          <p14:tracePt t="139386" x="6619875" y="2238375"/>
          <p14:tracePt t="139395" x="6667500" y="2286000"/>
          <p14:tracePt t="139402" x="6715125" y="2312988"/>
          <p14:tracePt t="139412" x="6783388" y="2333625"/>
          <p14:tracePt t="139420" x="6816725" y="2333625"/>
          <p14:tracePt t="139428" x="6884988" y="2339975"/>
          <p14:tracePt t="139435" x="6953250" y="2339975"/>
          <p14:tracePt t="139444" x="7021513" y="2339975"/>
          <p14:tracePt t="139451" x="7062788" y="2327275"/>
          <p14:tracePt t="139461" x="7102475" y="2292350"/>
          <p14:tracePt t="139468" x="7123113" y="2286000"/>
          <p14:tracePt t="139477" x="7137400" y="2265363"/>
          <p14:tracePt t="139485" x="7158038" y="2244725"/>
          <p14:tracePt t="139493" x="7170738" y="2232025"/>
          <p14:tracePt t="139501" x="7170738" y="2217738"/>
          <p14:tracePt t="139510" x="7177088" y="2211388"/>
          <p14:tracePt t="139518" x="7177088" y="2205038"/>
          <p14:tracePt t="139557" x="7177088" y="2190750"/>
          <p14:tracePt t="139598" x="7177088" y="2184400"/>
          <p14:tracePt t="139606" x="7177088" y="2170113"/>
          <p14:tracePt t="139614" x="7177088" y="2163763"/>
          <p14:tracePt t="139624" x="7197725" y="2157413"/>
          <p14:tracePt t="139632" x="7205663" y="2143125"/>
          <p14:tracePt t="139640" x="7232650" y="2122488"/>
          <p14:tracePt t="139650" x="7259638" y="2109788"/>
          <p14:tracePt t="139656" x="7292975" y="2089150"/>
          <p14:tracePt t="139665" x="7300913" y="2081213"/>
          <p14:tracePt t="139673" x="7340600" y="2062163"/>
          <p14:tracePt t="139681" x="7354888" y="2041525"/>
          <p14:tracePt t="139689" x="7367588" y="2033588"/>
          <p14:tracePt t="139698" x="7381875" y="2020888"/>
          <p14:tracePt t="139706" x="7396163" y="2020888"/>
          <p14:tracePt t="139715" x="7396163" y="2014538"/>
          <p14:tracePt t="139723" x="7402513" y="2014538"/>
          <p14:tracePt t="139745" x="7402513" y="2006600"/>
          <p14:tracePt t="139770" x="7396163" y="2006600"/>
          <p14:tracePt t="139778" x="7381875" y="2006600"/>
          <p14:tracePt t="139787" x="7375525" y="2006600"/>
          <p14:tracePt t="139795" x="7354888" y="2006600"/>
          <p14:tracePt t="139803" x="7340600" y="2006600"/>
          <p14:tracePt t="139811" x="7327900" y="2006600"/>
          <p14:tracePt t="139820" x="7307263" y="2006600"/>
          <p14:tracePt t="139827" x="7300913" y="2006600"/>
          <p14:tracePt t="139836" x="7280275" y="2006600"/>
          <p14:tracePt t="139844" x="7272338" y="2006600"/>
          <p14:tracePt t="139852" x="7253288" y="2006600"/>
          <p14:tracePt t="139860" x="7245350" y="2006600"/>
          <p14:tracePt t="139869" x="7224713" y="2006600"/>
          <p14:tracePt t="139877" x="7218363" y="2006600"/>
          <p14:tracePt t="139885" x="7205663" y="2006600"/>
          <p14:tracePt t="139893" x="7197725" y="2014538"/>
          <p14:tracePt t="139902" x="7185025" y="2014538"/>
          <p14:tracePt t="139910" x="7177088" y="2014538"/>
          <p14:tracePt t="139926" x="7170738" y="2014538"/>
          <p14:tracePt t="140007" x="7185025" y="2014538"/>
          <p14:tracePt t="140017" x="7218363" y="2014538"/>
          <p14:tracePt t="140025" x="7245350" y="2020888"/>
          <p14:tracePt t="140034" x="7272338" y="2020888"/>
          <p14:tracePt t="140042" x="7292975" y="2020888"/>
          <p14:tracePt t="140050" x="7319963" y="2033588"/>
          <p14:tracePt t="140059" x="7340600" y="2033588"/>
          <p14:tracePt t="140067" x="7354888" y="2041525"/>
          <p14:tracePt t="140075" x="7367588" y="2047875"/>
          <p14:tracePt t="140083" x="7375525" y="2062163"/>
          <p14:tracePt t="140091" x="7381875" y="2068513"/>
          <p14:tracePt t="140106" x="7396163" y="2081213"/>
          <p14:tracePt t="140114" x="7396163" y="2095500"/>
          <p14:tracePt t="140123" x="7396163" y="2116138"/>
          <p14:tracePt t="140131" x="7396163" y="2122488"/>
          <p14:tracePt t="140139" x="7396163" y="2136775"/>
          <p14:tracePt t="140147" x="7381875" y="2157413"/>
          <p14:tracePt t="140156" x="7375525" y="2170113"/>
          <p14:tracePt t="140171" x="7367588" y="2184400"/>
          <p14:tracePt t="140188" x="7367588" y="2190750"/>
          <p14:tracePt t="140220" x="7367588" y="2184400"/>
          <p14:tracePt t="140229" x="7367588" y="2163763"/>
          <p14:tracePt t="140237" x="7375525" y="2143125"/>
          <p14:tracePt t="140246" x="7381875" y="2116138"/>
          <p14:tracePt t="140254" x="7396163" y="2089150"/>
          <p14:tracePt t="140263" x="7402513" y="2068513"/>
          <p14:tracePt t="140271" x="7402513" y="2047875"/>
          <p14:tracePt t="140279" x="7415213" y="2020888"/>
          <p14:tracePt t="140288" x="7415213" y="1993900"/>
          <p14:tracePt t="140295" x="7415213" y="1966913"/>
          <p14:tracePt t="140304" x="7415213" y="1946275"/>
          <p14:tracePt t="140312" x="7415213" y="1938338"/>
          <p14:tracePt t="140320" x="7415213" y="1919288"/>
          <p14:tracePt t="140328" x="7415213" y="1911350"/>
          <p14:tracePt t="140337" x="7402513" y="1911350"/>
          <p14:tracePt t="140345" x="7396163" y="1898650"/>
          <p14:tracePt t="140354" x="7381875" y="1898650"/>
          <p14:tracePt t="140361" x="7375525" y="1898650"/>
          <p14:tracePt t="140370" x="7367588" y="1898650"/>
          <p14:tracePt t="140378" x="7354888" y="1898650"/>
          <p14:tracePt t="140466" x="7367588" y="1898650"/>
          <p14:tracePt t="140483" x="7381875" y="1898650"/>
          <p14:tracePt t="140492" x="7396163" y="1898650"/>
          <p14:tracePt t="140500" x="7402513" y="1898650"/>
          <p14:tracePt t="140508" x="7415213" y="1898650"/>
          <p14:tracePt t="140517" x="7429500" y="1898650"/>
          <p14:tracePt t="140525" x="7443788" y="1898650"/>
          <p14:tracePt t="140534" x="7450138" y="1898650"/>
          <p14:tracePt t="140548" x="7456488" y="1898650"/>
          <p14:tracePt t="140565" x="7470775" y="1898650"/>
          <p14:tracePt t="140589" x="7477125" y="1898650"/>
          <p14:tracePt t="140598" x="7491413" y="1898650"/>
          <p14:tracePt t="140622" x="7497763" y="1898650"/>
          <p14:tracePt t="140631" x="7504113" y="1911350"/>
          <p14:tracePt t="140647" x="7524750" y="1925638"/>
          <p14:tracePt t="140655" x="7539038" y="1938338"/>
          <p14:tracePt t="140664" x="7539038" y="1958975"/>
          <p14:tracePt t="140672" x="7551738" y="1985963"/>
          <p14:tracePt t="140681" x="7551738" y="2014538"/>
          <p14:tracePt t="140689" x="7566025" y="2020888"/>
          <p14:tracePt t="140697" x="7566025" y="2047875"/>
          <p14:tracePt t="140705" x="7572375" y="2081213"/>
          <p14:tracePt t="140714" x="7572375" y="2095500"/>
          <p14:tracePt t="140722" x="7578725" y="2116138"/>
          <p14:tracePt t="140730" x="7578725" y="2136775"/>
          <p14:tracePt t="140738" x="7578725" y="2143125"/>
          <p14:tracePt t="140746" x="7578725" y="2157413"/>
          <p14:tracePt t="140754" x="7578725" y="2163763"/>
          <p14:tracePt t="140763" x="7578725" y="2170113"/>
          <p14:tracePt t="140794" x="7578725" y="2184400"/>
          <p14:tracePt t="141089" x="7578725" y="2190750"/>
          <p14:tracePt t="141099" x="7572375" y="2190750"/>
          <p14:tracePt t="141107" x="7572375" y="2205038"/>
          <p14:tracePt t="141116" x="7572375" y="2211388"/>
          <p14:tracePt t="141124" x="7566025" y="2211388"/>
          <p14:tracePt t="141138" x="7566025" y="2217738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Finite</a:t>
            </a:r>
            <a:r>
              <a:rPr lang="zh-CN" altLang="en-US" sz="4800" dirty="0"/>
              <a:t> </a:t>
            </a:r>
            <a:r>
              <a:rPr lang="en-US" altLang="zh-CN" sz="4800" dirty="0"/>
              <a:t>Fields with </a:t>
            </a:r>
            <a:r>
              <a:rPr lang="en-US" sz="4800" dirty="0"/>
              <a:t>Polynomial Arithmetic (cont.)</a:t>
            </a:r>
            <a:endParaRPr lang="en-AU" sz="48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706654-70B5-4E0C-ED69-21B368AE7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m:rPr>
                        <m:nor/>
                      </m:rPr>
                      <a:rPr lang="en-US"/>
                      <m:t>be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two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elements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m:rPr>
                        <m:nor/>
                      </m:rPr>
                      <a:rPr lang="ar-AE"/>
                      <m:t>, </m:t>
                    </m:r>
                    <m:r>
                      <m:rPr>
                        <m:nor/>
                      </m:rPr>
                      <a:rPr lang="en-US"/>
                      <m:t>where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nor/>
                      </m:rPr>
                      <a:rPr lang="ar-AE"/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Addition: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Subtraction: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​≡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Addition and subtraction are identical in GF(2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m</a:t>
                </a:r>
                <a:r>
                  <a:rPr lang="en-US" b="1" dirty="0">
                    <a:solidFill>
                      <a:srgbClr val="FF0000"/>
                    </a:solidFill>
                  </a:rPr>
                  <a:t>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8706654-70B5-4E0C-ED69-21B368AE7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965" t="-17151" b="-25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153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616"/>
    </mc:Choice>
    <mc:Fallback xmlns="">
      <p:transition spd="slow" advTm="163616"/>
    </mc:Fallback>
  </mc:AlternateContent>
  <p:extLst>
    <p:ext uri="{3A86A75C-4F4B-4683-9AE1-C65F6400EC91}">
      <p14:laserTraceLst xmlns:p14="http://schemas.microsoft.com/office/powerpoint/2010/main">
        <p14:tracePtLst>
          <p14:tracePt t="38" x="9605963" y="2211388"/>
          <p14:tracePt t="46" x="9491663" y="2211388"/>
          <p14:tracePt t="384" x="9491663" y="2197100"/>
          <p14:tracePt t="451" x="9504363" y="2197100"/>
          <p14:tracePt t="1003" x="9477375" y="2197100"/>
          <p14:tracePt t="1015" x="9396413" y="2197100"/>
          <p14:tracePt t="1026" x="9259888" y="2190750"/>
          <p14:tracePt t="1037" x="9048750" y="2190750"/>
          <p14:tracePt t="1048" x="8851900" y="2190750"/>
          <p14:tracePt t="1060" x="8578850" y="2197100"/>
          <p14:tracePt t="1071" x="8301038" y="2211388"/>
          <p14:tracePt t="1082" x="8027988" y="2244725"/>
          <p14:tracePt t="1093" x="7831138" y="2259013"/>
          <p14:tracePt t="1105" x="7572375" y="2279650"/>
          <p14:tracePt t="1116" x="7327900" y="2306638"/>
          <p14:tracePt t="1127" x="7081838" y="2319338"/>
          <p14:tracePt t="1138" x="6919913" y="2327275"/>
          <p14:tracePt t="1149" x="6756400" y="2354263"/>
          <p14:tracePt t="1172" x="6661150" y="2360613"/>
          <p14:tracePt t="1174" x="6613525" y="2360613"/>
          <p14:tracePt t="1520" x="6605588" y="2360613"/>
          <p14:tracePt t="1565" x="6613525" y="2360613"/>
          <p14:tracePt t="1666" x="6605588" y="2360613"/>
          <p14:tracePt t="1689" x="6592888" y="2374900"/>
          <p14:tracePt t="1713" x="6592888" y="2387600"/>
          <p14:tracePt t="1723" x="6592888" y="2408238"/>
          <p14:tracePt t="1735" x="6592888" y="2435225"/>
          <p14:tracePt t="1746" x="6592888" y="2470150"/>
          <p14:tracePt t="1757" x="6605588" y="2517775"/>
          <p14:tracePt t="1768" x="6613525" y="2565400"/>
          <p14:tracePt t="1780" x="6626225" y="2613025"/>
          <p14:tracePt t="1791" x="6653213" y="2646363"/>
          <p14:tracePt t="1803" x="6661150" y="2681288"/>
          <p14:tracePt t="1813" x="6688138" y="2714625"/>
          <p14:tracePt t="1824" x="6721475" y="2741613"/>
          <p14:tracePt t="1836" x="6735763" y="2762250"/>
          <p14:tracePt t="1847" x="6756400" y="2762250"/>
          <p14:tracePt t="1858" x="6769100" y="2776538"/>
          <p14:tracePt t="1869" x="6756400" y="2776538"/>
          <p14:tracePt t="1892" x="6756400" y="2762250"/>
          <p14:tracePt t="2128" x="6756400" y="2776538"/>
          <p14:tracePt t="2140" x="6756400" y="2782888"/>
          <p14:tracePt t="2162" x="6756400" y="2795588"/>
          <p14:tracePt t="2206" x="6769100" y="2795588"/>
          <p14:tracePt t="2229" x="6783388" y="2795588"/>
          <p14:tracePt t="2341" x="6789738" y="2795588"/>
          <p14:tracePt t="2364" x="6783388" y="2795588"/>
          <p14:tracePt t="3367" x="6783388" y="2782888"/>
          <p14:tracePt t="3703" x="6783388" y="2776538"/>
          <p14:tracePt t="3906" x="6769100" y="2776538"/>
          <p14:tracePt t="3917" x="6756400" y="2762250"/>
          <p14:tracePt t="3928" x="6742113" y="2762250"/>
          <p14:tracePt t="3939" x="6721475" y="2762250"/>
          <p14:tracePt t="3951" x="6708775" y="2762250"/>
          <p14:tracePt t="3962" x="6694488" y="2747963"/>
          <p14:tracePt t="3973" x="6688138" y="2747963"/>
          <p14:tracePt t="3984" x="6673850" y="2747963"/>
          <p14:tracePt t="3995" x="6661150" y="2747963"/>
          <p14:tracePt t="4009" x="6613525" y="2747963"/>
          <p14:tracePt t="4018" x="6545263" y="2762250"/>
          <p14:tracePt t="4029" x="6491288" y="2776538"/>
          <p14:tracePt t="4042" x="6462713" y="2782888"/>
          <p14:tracePt t="4052" x="6450013" y="2782888"/>
          <p14:tracePt t="4096" x="6429375" y="2782888"/>
          <p14:tracePt t="4108" x="6408738" y="2795588"/>
          <p14:tracePt t="4119" x="6367463" y="2795588"/>
          <p14:tracePt t="4130" x="6348413" y="2809875"/>
          <p14:tracePt t="4142" x="6313488" y="2843213"/>
          <p14:tracePt t="4153" x="6265863" y="2905125"/>
          <p14:tracePt t="4164" x="6232525" y="2959100"/>
          <p14:tracePt t="4176" x="6205538" y="3021013"/>
          <p14:tracePt t="4187" x="6137275" y="3149600"/>
          <p14:tracePt t="4198" x="6042025" y="3327400"/>
          <p14:tracePt t="4209" x="5986463" y="3462338"/>
          <p14:tracePt t="4221" x="5938838" y="3660775"/>
          <p14:tracePt t="4232" x="5926138" y="3836988"/>
          <p14:tracePt t="4243" x="5938838" y="3994150"/>
          <p14:tracePt t="4254" x="5938838" y="4062413"/>
          <p14:tracePt t="4265" x="5953125" y="4129088"/>
          <p14:tracePt t="4277" x="5959475" y="4176713"/>
          <p14:tracePt t="4288" x="5986463" y="4211638"/>
          <p14:tracePt t="4299" x="6007100" y="4224338"/>
          <p14:tracePt t="4310" x="6042025" y="4238625"/>
          <p14:tracePt t="4322" x="6075363" y="4244975"/>
          <p14:tracePt t="4333" x="6102350" y="4259263"/>
          <p14:tracePt t="4344" x="6122988" y="4259263"/>
          <p14:tracePt t="4355" x="6157913" y="4244975"/>
          <p14:tracePt t="4367" x="6197600" y="4244975"/>
          <p14:tracePt t="4378" x="6238875" y="4244975"/>
          <p14:tracePt t="4389" x="6280150" y="4238625"/>
          <p14:tracePt t="4401" x="6327775" y="4224338"/>
          <p14:tracePt t="4412" x="6367463" y="4205288"/>
          <p14:tracePt t="4423" x="6415088" y="4176713"/>
          <p14:tracePt t="4434" x="6462713" y="4164013"/>
          <p14:tracePt t="4446" x="6497638" y="4143375"/>
          <p14:tracePt t="4460" x="6545263" y="4116388"/>
          <p14:tracePt t="4468" x="6578600" y="4095750"/>
          <p14:tracePt t="4479" x="6605588" y="4075113"/>
          <p14:tracePt t="4491" x="6640513" y="4048125"/>
          <p14:tracePt t="4502" x="6653213" y="4027488"/>
          <p14:tracePt t="4513" x="6661150" y="4000500"/>
          <p14:tracePt t="4525" x="6673850" y="3979863"/>
          <p14:tracePt t="4535" x="6688138" y="3952875"/>
          <p14:tracePt t="4547" x="6688138" y="3946525"/>
          <p14:tracePt t="4558" x="6688138" y="3919538"/>
          <p14:tracePt t="4580" x="6688138" y="3911600"/>
          <p14:tracePt t="4648" x="6688138" y="3898900"/>
          <p14:tracePt t="4929" x="6688138" y="3911600"/>
          <p14:tracePt t="4952" x="6688138" y="3919538"/>
          <p14:tracePt t="4964" x="6688138" y="3932238"/>
          <p14:tracePt t="4974" x="6694488" y="3932238"/>
          <p14:tracePt t="4985" x="6708775" y="3946525"/>
          <p14:tracePt t="5030" x="6694488" y="3946525"/>
          <p14:tracePt t="5886" x="6694488" y="3932238"/>
          <p14:tracePt t="6043" x="6708775" y="3932238"/>
          <p14:tracePt t="6381" x="6783388" y="3952875"/>
          <p14:tracePt t="6393" x="6851650" y="3967163"/>
          <p14:tracePt t="6403" x="6967538" y="4000500"/>
          <p14:tracePt t="6414" x="7027863" y="4014788"/>
          <p14:tracePt t="6426" x="7081838" y="4014788"/>
          <p14:tracePt t="6437" x="7116763" y="4014788"/>
          <p14:tracePt t="6448" x="7129463" y="4014788"/>
          <p14:tracePt t="6493" x="7129463" y="4000500"/>
          <p14:tracePt t="6505" x="7116763" y="4000500"/>
          <p14:tracePt t="6594" x="7116763" y="3994150"/>
          <p14:tracePt t="6628" x="7110413" y="3994150"/>
          <p14:tracePt t="6661" x="7096125" y="3994150"/>
          <p14:tracePt t="6695" x="7081838" y="3994150"/>
          <p14:tracePt t="6729" x="7062788" y="3994150"/>
          <p14:tracePt t="6741" x="7034213" y="3994150"/>
          <p14:tracePt t="6752" x="7015163" y="3994150"/>
          <p14:tracePt t="6763" x="6967538" y="3994150"/>
          <p14:tracePt t="6774" x="6905625" y="3979863"/>
          <p14:tracePt t="6785" x="6824663" y="3967163"/>
          <p14:tracePt t="6797" x="6769100" y="3967163"/>
          <p14:tracePt t="7145" x="6783388" y="3967163"/>
          <p14:tracePt t="7168" x="6769100" y="3967163"/>
          <p14:tracePt t="7179" x="6769100" y="3952875"/>
          <p14:tracePt t="7235" x="6756400" y="3946525"/>
          <p14:tracePt t="7258" x="6756400" y="3932238"/>
          <p14:tracePt t="7269" x="6742113" y="3932238"/>
          <p14:tracePt t="7282" x="6735763" y="3919538"/>
          <p14:tracePt t="7292" x="6721475" y="3919538"/>
          <p14:tracePt t="7303" x="6721475" y="3911600"/>
          <p14:tracePt t="7315" x="6708775" y="3911600"/>
          <p14:tracePt t="7326" x="6708775" y="3898900"/>
          <p14:tracePt t="7337" x="6694488" y="3898900"/>
          <p14:tracePt t="7359" x="6694488" y="3884613"/>
          <p14:tracePt t="7371" x="6688138" y="3884613"/>
          <p14:tracePt t="7382" x="6673850" y="3884613"/>
          <p14:tracePt t="7393" x="6673850" y="3871913"/>
          <p14:tracePt t="7404" x="6661150" y="3871913"/>
          <p14:tracePt t="7416" x="6640513" y="3863975"/>
          <p14:tracePt t="7427" x="6613525" y="3851275"/>
          <p14:tracePt t="7439" x="6592888" y="3836988"/>
          <p14:tracePt t="7449" x="6572250" y="3824288"/>
          <p14:tracePt t="7461" x="6530975" y="3816350"/>
          <p14:tracePt t="7472" x="6477000" y="3803650"/>
          <p14:tracePt t="7483" x="6415088" y="3783013"/>
          <p14:tracePt t="7494" x="6361113" y="3756025"/>
          <p14:tracePt t="7505" x="6286500" y="3735388"/>
          <p14:tracePt t="7517" x="6205538" y="3700463"/>
          <p14:tracePt t="7528" x="6137275" y="3673475"/>
          <p14:tracePt t="7539" x="6075363" y="3652838"/>
          <p14:tracePt t="7551" x="6007100" y="3619500"/>
          <p14:tracePt t="7562" x="5953125" y="3592513"/>
          <p14:tracePt t="7573" x="5905500" y="3571875"/>
          <p14:tracePt t="7584" x="5878513" y="3544888"/>
          <p14:tracePt t="7595" x="5843588" y="3524250"/>
          <p14:tracePt t="7607" x="5810250" y="3509963"/>
          <p14:tracePt t="7618" x="5783263" y="3497263"/>
          <p14:tracePt t="7629" x="5762625" y="3490913"/>
          <p14:tracePt t="7641" x="5748338" y="3476625"/>
          <p14:tracePt t="7652" x="5741988" y="3476625"/>
          <p14:tracePt t="7663" x="5729288" y="3476625"/>
          <p14:tracePt t="7674" x="5715000" y="3462338"/>
          <p14:tracePt t="7686" x="5694363" y="3462338"/>
          <p14:tracePt t="7698" x="5661025" y="3449638"/>
          <p14:tracePt t="7708" x="5634038" y="3449638"/>
          <p14:tracePt t="7719" x="5599113" y="3443288"/>
          <p14:tracePt t="8236" x="5613400" y="3443288"/>
          <p14:tracePt t="8327" x="5613400" y="3449638"/>
          <p14:tracePt t="8720" x="5599113" y="3449638"/>
          <p14:tracePt t="8743" x="5586413" y="3443288"/>
          <p14:tracePt t="8754" x="5565775" y="3443288"/>
          <p14:tracePt t="8767" x="5538788" y="3443288"/>
          <p14:tracePt t="8777" x="5518150" y="3429000"/>
          <p14:tracePt t="8799" x="5483225" y="3429000"/>
          <p14:tracePt t="8801" x="5456238" y="3429000"/>
          <p14:tracePt t="8811" x="5422900" y="3414713"/>
          <p14:tracePt t="8823" x="5387975" y="3414713"/>
          <p14:tracePt t="8833" x="5354638" y="3414713"/>
          <p14:tracePt t="8844" x="5292725" y="3414713"/>
          <p14:tracePt t="8857" x="5245100" y="3408363"/>
          <p14:tracePt t="8868" x="5191125" y="3408363"/>
          <p14:tracePt t="8879" x="5164138" y="3414713"/>
          <p14:tracePt t="8889" x="5122863" y="3414713"/>
          <p14:tracePt t="8900" x="5081588" y="3443288"/>
          <p14:tracePt t="8912" x="5062538" y="3449638"/>
          <p14:tracePt t="8923" x="5041900" y="3476625"/>
          <p14:tracePt t="8934" x="5000625" y="3497263"/>
          <p14:tracePt t="8946" x="4979988" y="3530600"/>
          <p14:tracePt t="8957" x="4953000" y="3544888"/>
          <p14:tracePt t="8968" x="4946650" y="3571875"/>
          <p14:tracePt t="8979" x="4946650" y="3578225"/>
          <p14:tracePt t="8991" x="4946650" y="3592513"/>
          <p14:tracePt t="9002" x="4946650" y="3605213"/>
          <p14:tracePt t="9024" x="4932363" y="3605213"/>
          <p14:tracePt t="9058" x="4932363" y="3619500"/>
          <p14:tracePt t="9060" x="4932363" y="3605213"/>
          <p14:tracePt t="9654" x="4919663" y="3605213"/>
          <p14:tracePt t="9677" x="4932363" y="3605213"/>
          <p14:tracePt t="9856" x="4946650" y="3605213"/>
          <p14:tracePt t="10160" x="4946650" y="3592513"/>
          <p14:tracePt t="10295" x="4946650" y="3578225"/>
          <p14:tracePt t="11826" x="4953000" y="3578225"/>
          <p14:tracePt t="11859" x="4967288" y="3578225"/>
          <p14:tracePt t="12039" x="4953000" y="3578225"/>
          <p14:tracePt t="12051" x="4946650" y="3578225"/>
          <p14:tracePt t="12062" x="4932363" y="3578225"/>
          <p14:tracePt t="12073" x="4911725" y="3578225"/>
          <p14:tracePt t="12085" x="4872038" y="3592513"/>
          <p14:tracePt t="12096" x="4830763" y="3592513"/>
          <p14:tracePt t="12107" x="4783138" y="3605213"/>
          <p14:tracePt t="12118" x="4735513" y="3625850"/>
          <p14:tracePt t="12129" x="4700588" y="3652838"/>
          <p14:tracePt t="12141" x="4667250" y="3673475"/>
          <p14:tracePt t="12152" x="4625975" y="3708400"/>
          <p14:tracePt t="12165" x="4592638" y="3741738"/>
          <p14:tracePt t="12175" x="4586288" y="3768725"/>
          <p14:tracePt t="12197" x="4572000" y="3789363"/>
          <p14:tracePt t="12199" x="4572000" y="3803650"/>
          <p14:tracePt t="12208" x="4557713" y="3816350"/>
          <p14:tracePt t="12219" x="4538663" y="3816350"/>
          <p14:tracePt t="12601" x="4545013" y="3816350"/>
          <p14:tracePt t="12636" x="4557713" y="3816350"/>
          <p14:tracePt t="12647" x="4572000" y="3816350"/>
          <p14:tracePt t="12669" x="4586288" y="3816350"/>
          <p14:tracePt t="12692" x="4592638" y="3816350"/>
          <p14:tracePt t="12714" x="4605338" y="3816350"/>
          <p14:tracePt t="12737" x="4619625" y="3816350"/>
          <p14:tracePt t="12759" x="4625975" y="3816350"/>
          <p14:tracePt t="12838" x="4640263" y="3816350"/>
          <p14:tracePt t="12997" x="4625975" y="3816350"/>
          <p14:tracePt t="13051" x="4625975" y="3824288"/>
          <p14:tracePt t="13054" x="4640263" y="3824288"/>
          <p14:tracePt t="13063" x="4673600" y="3851275"/>
          <p14:tracePt t="13074" x="4803775" y="3898900"/>
          <p14:tracePt t="13086" x="4994275" y="3952875"/>
          <p14:tracePt t="13097" x="5224463" y="4000500"/>
          <p14:tracePt t="13108" x="5402263" y="4033838"/>
          <p14:tracePt t="13120" x="5667375" y="4075113"/>
          <p14:tracePt t="13131" x="5926138" y="4095750"/>
          <p14:tracePt t="13142" x="6157913" y="4129088"/>
          <p14:tracePt t="13153" x="6313488" y="4143375"/>
          <p14:tracePt t="13164" x="6443663" y="4157663"/>
          <p14:tracePt t="13177" x="6524625" y="4157663"/>
          <p14:tracePt t="13188" x="6557963" y="4157663"/>
          <p14:tracePt t="13209" x="6545263" y="4143375"/>
          <p14:tracePt t="13434" x="6557963" y="4143375"/>
          <p14:tracePt t="13445" x="6572250" y="4157663"/>
          <p14:tracePt t="13458" x="6578600" y="4157663"/>
          <p14:tracePt t="13468" x="6592888" y="4157663"/>
          <p14:tracePt t="13479" x="6605588" y="4157663"/>
          <p14:tracePt t="13490" x="6613525" y="4157663"/>
          <p14:tracePt t="13524" x="6605588" y="4143375"/>
          <p14:tracePt t="13569" x="6605588" y="4129088"/>
          <p14:tracePt t="13591" x="6605588" y="4116388"/>
          <p14:tracePt t="13603" x="6592888" y="4116388"/>
          <p14:tracePt t="13615" x="6578600" y="4095750"/>
          <p14:tracePt t="13626" x="6557963" y="4081463"/>
          <p14:tracePt t="13637" x="6530975" y="4075113"/>
          <p14:tracePt t="13649" x="6510338" y="4048125"/>
          <p14:tracePt t="13659" x="6477000" y="4033838"/>
          <p14:tracePt t="13670" x="6429375" y="4014788"/>
          <p14:tracePt t="13682" x="6396038" y="4000500"/>
          <p14:tracePt t="13693" x="6367463" y="3994150"/>
          <p14:tracePt t="13704" x="6327775" y="3979863"/>
          <p14:tracePt t="13715" x="6286500" y="3967163"/>
          <p14:tracePt t="13727" x="6253163" y="3967163"/>
          <p14:tracePt t="13738" x="6238875" y="3952875"/>
          <p14:tracePt t="13749" x="6218238" y="3952875"/>
          <p14:tracePt t="13760" x="6205538" y="3952875"/>
          <p14:tracePt t="13873" x="6218238" y="3952875"/>
          <p14:tracePt t="13895" x="6205538" y="3952875"/>
          <p14:tracePt t="13907" x="6205538" y="3946525"/>
          <p14:tracePt t="14099" x="6218238" y="3946525"/>
          <p14:tracePt t="14143" x="6218238" y="3932238"/>
          <p14:tracePt t="14188" x="6232525" y="3932238"/>
          <p14:tracePt t="14210" x="6238875" y="3919538"/>
          <p14:tracePt t="14266" x="6253163" y="3919538"/>
          <p14:tracePt t="14548" x="6253163" y="3911600"/>
          <p14:tracePt t="14604" x="6253163" y="3898900"/>
          <p14:tracePt t="14615" x="6253163" y="3884613"/>
          <p14:tracePt t="14628" x="6253163" y="3871913"/>
          <p14:tracePt t="14638" x="6238875" y="3863975"/>
          <p14:tracePt t="14649" x="6232525" y="3851275"/>
          <p14:tracePt t="14661" x="6218238" y="3851275"/>
          <p14:tracePt t="14672" x="6205538" y="3836988"/>
          <p14:tracePt t="14683" x="6197600" y="3836988"/>
          <p14:tracePt t="14705" x="6184900" y="3836988"/>
          <p14:tracePt t="14728" x="6170613" y="3836988"/>
          <p14:tracePt t="14773" x="6157913" y="3836988"/>
          <p14:tracePt t="14785" x="6157913" y="3851275"/>
          <p14:tracePt t="14829" x="6170613" y="3851275"/>
          <p14:tracePt t="14840" x="6170613" y="3863975"/>
          <p14:tracePt t="14885" x="6184900" y="3863975"/>
          <p14:tracePt t="14908" x="6197600" y="3863975"/>
          <p14:tracePt t="14919" x="6197600" y="3851275"/>
          <p14:tracePt t="14930" x="6205538" y="3851275"/>
          <p14:tracePt t="14953" x="6218238" y="3851275"/>
          <p14:tracePt t="14975" x="6232525" y="3851275"/>
          <p14:tracePt t="15043" x="6238875" y="3851275"/>
          <p14:tracePt t="15054" x="6238875" y="3836988"/>
          <p14:tracePt t="15066" x="6253163" y="3824288"/>
          <p14:tracePt t="15079" x="6253163" y="3816350"/>
          <p14:tracePt t="15088" x="6265863" y="3789363"/>
          <p14:tracePt t="15099" x="6265863" y="3756025"/>
          <p14:tracePt t="15112" x="6253163" y="3735388"/>
          <p14:tracePt t="15122" x="6238875" y="3700463"/>
          <p14:tracePt t="15133" x="6232525" y="3660775"/>
          <p14:tracePt t="15146" x="6218238" y="3619500"/>
          <p14:tracePt t="15156" x="6205538" y="3592513"/>
          <p14:tracePt t="15178" x="6184900" y="3557588"/>
          <p14:tracePt t="15181" x="6149975" y="3530600"/>
          <p14:tracePt t="15190" x="6137275" y="3509963"/>
          <p14:tracePt t="15201" x="6102350" y="3509963"/>
          <p14:tracePt t="15213" x="6089650" y="3497263"/>
          <p14:tracePt t="15224" x="6069013" y="3497263"/>
          <p14:tracePt t="15235" x="6054725" y="3497263"/>
          <p14:tracePt t="15246" x="6042025" y="3497263"/>
          <p14:tracePt t="15257" x="6034088" y="3509963"/>
          <p14:tracePt t="15268" x="6034088" y="3524250"/>
          <p14:tracePt t="15279" x="6021388" y="3544888"/>
          <p14:tracePt t="15291" x="6021388" y="3571875"/>
          <p14:tracePt t="15302" x="6021388" y="3605213"/>
          <p14:tracePt t="15313" x="6021388" y="3625850"/>
          <p14:tracePt t="15347" x="6034088" y="3652838"/>
          <p14:tracePt t="15349" x="6054725" y="3673475"/>
          <p14:tracePt t="15358" x="6075363" y="3708400"/>
          <p14:tracePt t="15363" x="6122988" y="3735388"/>
          <p14:tracePt t="15370" x="6149975" y="3756025"/>
          <p14:tracePt t="15381" x="6197600" y="3768725"/>
          <p14:tracePt t="15392" x="6232525" y="3768725"/>
          <p14:tracePt t="15403" x="6265863" y="3768725"/>
          <p14:tracePt t="15415" x="6286500" y="3768725"/>
          <p14:tracePt t="15425" x="6313488" y="3756025"/>
          <p14:tracePt t="15437" x="6327775" y="3741738"/>
          <p14:tracePt t="15448" x="6327775" y="3721100"/>
          <p14:tracePt t="15459" x="6327775" y="3700463"/>
          <p14:tracePt t="15470" x="6327775" y="3673475"/>
          <p14:tracePt t="15482" x="6313488" y="3640138"/>
          <p14:tracePt t="15493" x="6300788" y="3619500"/>
          <p14:tracePt t="15504" x="6286500" y="3592513"/>
          <p14:tracePt t="15515" x="6265863" y="3571875"/>
          <p14:tracePt t="15527" x="6238875" y="3544888"/>
          <p14:tracePt t="15538" x="6218238" y="3544888"/>
          <p14:tracePt t="15549" x="6205538" y="3544888"/>
          <p14:tracePt t="15561" x="6184900" y="3530600"/>
          <p14:tracePt t="15583" x="6170613" y="3544888"/>
          <p14:tracePt t="15595" x="6157913" y="3544888"/>
          <p14:tracePt t="15605" x="6157913" y="3557588"/>
          <p14:tracePt t="15628" x="6157913" y="3571875"/>
          <p14:tracePt t="15639" x="6149975" y="3578225"/>
          <p14:tracePt t="15661" x="6157913" y="3592513"/>
          <p14:tracePt t="15673" x="6157913" y="3605213"/>
          <p14:tracePt t="15684" x="6170613" y="3619500"/>
          <p14:tracePt t="15695" x="6184900" y="3625850"/>
          <p14:tracePt t="15707" x="6197600" y="3640138"/>
          <p14:tracePt t="15718" x="6218238" y="3640138"/>
          <p14:tracePt t="15729" x="6232525" y="3652838"/>
          <p14:tracePt t="15740" x="6253163" y="3652838"/>
          <p14:tracePt t="15752" x="6265863" y="3652838"/>
          <p14:tracePt t="15763" x="6280150" y="3640138"/>
          <p14:tracePt t="15774" x="6286500" y="3640138"/>
          <p14:tracePt t="15785" x="6286500" y="3625850"/>
          <p14:tracePt t="15797" x="6300788" y="3619500"/>
          <p14:tracePt t="15808" x="6300788" y="3605213"/>
          <p14:tracePt t="15819" x="6300788" y="3578225"/>
          <p14:tracePt t="15830" x="6300788" y="3557588"/>
          <p14:tracePt t="15842" x="6286500" y="3544888"/>
          <p14:tracePt t="15853" x="6280150" y="3530600"/>
          <p14:tracePt t="15875" x="6265863" y="3524250"/>
          <p14:tracePt t="15887" x="6253163" y="3524250"/>
          <p14:tracePt t="15898" x="6238875" y="3524250"/>
          <p14:tracePt t="15909" x="6232525" y="3524250"/>
          <p14:tracePt t="15921" x="6205538" y="3524250"/>
          <p14:tracePt t="15932" x="6184900" y="3530600"/>
          <p14:tracePt t="15943" x="6170613" y="3557588"/>
          <p14:tracePt t="15954" x="6149975" y="3592513"/>
          <p14:tracePt t="15966" x="6122988" y="3640138"/>
          <p14:tracePt t="15979" x="6116638" y="3673475"/>
          <p14:tracePt t="15989" x="6116638" y="3721100"/>
          <p14:tracePt t="16000" x="6116638" y="3768725"/>
          <p14:tracePt t="16011" x="6137275" y="3816350"/>
          <p14:tracePt t="16022" x="6149975" y="3836988"/>
          <p14:tracePt t="16033" x="6184900" y="3863975"/>
          <p14:tracePt t="16045" x="6218238" y="3871913"/>
          <p14:tracePt t="16056" x="6265863" y="3871913"/>
          <p14:tracePt t="16067" x="6300788" y="3871913"/>
          <p14:tracePt t="16078" x="6334125" y="3871913"/>
          <p14:tracePt t="16089" x="6367463" y="3863975"/>
          <p14:tracePt t="16101" x="6381750" y="3836988"/>
          <p14:tracePt t="16112" x="6408738" y="3816350"/>
          <p14:tracePt t="16123" x="6408738" y="3783013"/>
          <p14:tracePt t="16134" x="6408738" y="3741738"/>
          <p14:tracePt t="16146" x="6396038" y="3708400"/>
          <p14:tracePt t="16157" x="6361113" y="3660775"/>
          <p14:tracePt t="16168" x="6327775" y="3619500"/>
          <p14:tracePt t="16179" x="6265863" y="3578225"/>
          <p14:tracePt t="16190" x="6218238" y="3557588"/>
          <p14:tracePt t="16202" x="6149975" y="3530600"/>
          <p14:tracePt t="16213" x="6102350" y="3530600"/>
          <p14:tracePt t="16224" x="6054725" y="3530600"/>
          <p14:tracePt t="16235" x="6034088" y="3544888"/>
          <p14:tracePt t="16247" x="6007100" y="3571875"/>
          <p14:tracePt t="16258" x="5994400" y="3605213"/>
          <p14:tracePt t="16269" x="5994400" y="3652838"/>
          <p14:tracePt t="16280" x="5994400" y="3687763"/>
          <p14:tracePt t="16292" x="6021388" y="3735388"/>
          <p14:tracePt t="16303" x="6054725" y="3783013"/>
          <p14:tracePt t="16314" x="6102350" y="3803650"/>
          <p14:tracePt t="16325" x="6122988" y="3816350"/>
          <p14:tracePt t="16337" x="6157913" y="3824288"/>
          <p14:tracePt t="16348" x="6205538" y="3824288"/>
          <p14:tracePt t="16359" x="6238875" y="3816350"/>
          <p14:tracePt t="16370" x="6265863" y="3816350"/>
          <p14:tracePt t="16393" x="6286500" y="3789363"/>
          <p14:tracePt t="16396" x="6300788" y="3768725"/>
          <p14:tracePt t="16405" x="6300788" y="3741738"/>
          <p14:tracePt t="16417" x="6300788" y="3708400"/>
          <p14:tracePt t="16428" x="6286500" y="3687763"/>
          <p14:tracePt t="16438" x="6280150" y="3660775"/>
          <p14:tracePt t="16449" x="6253163" y="3640138"/>
          <p14:tracePt t="16461" x="6205538" y="3619500"/>
          <p14:tracePt t="16472" x="6170613" y="3619500"/>
          <p14:tracePt t="16483" x="6137275" y="3619500"/>
          <p14:tracePt t="16495" x="6116638" y="3619500"/>
          <p14:tracePt t="16505" x="6089650" y="3625850"/>
          <p14:tracePt t="16517" x="6069013" y="3640138"/>
          <p14:tracePt t="16528" x="6054725" y="3660775"/>
          <p14:tracePt t="16539" x="6054725" y="3687763"/>
          <p14:tracePt t="16550" x="6069013" y="3708400"/>
          <p14:tracePt t="16562" x="6075363" y="3721100"/>
          <p14:tracePt t="16573" x="6089650" y="3741738"/>
          <p14:tracePt t="16584" x="6116638" y="3741738"/>
          <p14:tracePt t="16596" x="6137275" y="3756025"/>
          <p14:tracePt t="16607" x="6170613" y="3756025"/>
          <p14:tracePt t="16618" x="6197600" y="3741738"/>
          <p14:tracePt t="16629" x="6218238" y="3741738"/>
          <p14:tracePt t="16640" x="6232525" y="3721100"/>
          <p14:tracePt t="16652" x="6238875" y="3700463"/>
          <p14:tracePt t="16663" x="6253163" y="3673475"/>
          <p14:tracePt t="16674" x="6253163" y="3652838"/>
          <p14:tracePt t="16685" x="6238875" y="3625850"/>
          <p14:tracePt t="16697" x="6232525" y="3592513"/>
          <p14:tracePt t="16708" x="6218238" y="3578225"/>
          <p14:tracePt t="16719" x="6197600" y="3571875"/>
          <p14:tracePt t="16730" x="6170613" y="3557588"/>
          <p14:tracePt t="16742" x="6149975" y="3557588"/>
          <p14:tracePt t="16753" x="6137275" y="3557588"/>
          <p14:tracePt t="16764" x="6116638" y="3557588"/>
          <p14:tracePt t="16775" x="6102350" y="3578225"/>
          <p14:tracePt t="16787" x="6089650" y="3619500"/>
          <p14:tracePt t="16798" x="6089650" y="3640138"/>
          <p14:tracePt t="16809" x="6089650" y="3687763"/>
          <p14:tracePt t="16821" x="6102350" y="3721100"/>
          <p14:tracePt t="16832" x="6137275" y="3756025"/>
          <p14:tracePt t="16843" x="6157913" y="3768725"/>
          <p14:tracePt t="16854" x="6197600" y="3783013"/>
          <p14:tracePt t="16865" x="6218238" y="3783013"/>
          <p14:tracePt t="16877" x="6238875" y="3783013"/>
          <p14:tracePt t="16888" x="6253163" y="3783013"/>
          <p14:tracePt t="16899" x="6265863" y="3768725"/>
          <p14:tracePt t="16911" x="6280150" y="3741738"/>
          <p14:tracePt t="16922" x="6280150" y="3721100"/>
          <p14:tracePt t="16933" x="6265863" y="3700463"/>
          <p14:tracePt t="16945" x="6253163" y="3652838"/>
          <p14:tracePt t="16955" x="6232525" y="3619500"/>
          <p14:tracePt t="16967" x="6218238" y="3605213"/>
          <p14:tracePt t="16978" x="6184900" y="3578225"/>
          <p14:tracePt t="16989" x="6170613" y="3578225"/>
          <p14:tracePt t="17000" x="6157913" y="3578225"/>
          <p14:tracePt t="17012" x="6149975" y="3578225"/>
          <p14:tracePt t="17023" x="6149975" y="3592513"/>
          <p14:tracePt t="17034" x="6137275" y="3605213"/>
          <p14:tracePt t="17046" x="6137275" y="3640138"/>
          <p14:tracePt t="17057" x="6137275" y="3660775"/>
          <p14:tracePt t="17068" x="6149975" y="3687763"/>
          <p14:tracePt t="17090" x="6157913" y="3708400"/>
          <p14:tracePt t="17093" x="6184900" y="3721100"/>
          <p14:tracePt t="17102" x="6205538" y="3735388"/>
          <p14:tracePt t="17113" x="6238875" y="3735388"/>
          <p14:tracePt t="17124" x="6265863" y="3735388"/>
          <p14:tracePt t="17135" x="6280150" y="3735388"/>
          <p14:tracePt t="17147" x="6286500" y="3721100"/>
          <p14:tracePt t="17158" x="6300788" y="3700463"/>
          <p14:tracePt t="17169" x="6300788" y="3660775"/>
          <p14:tracePt t="17180" x="6300788" y="3640138"/>
          <p14:tracePt t="17192" x="6286500" y="3619500"/>
          <p14:tracePt t="17203" x="6265863" y="3578225"/>
          <p14:tracePt t="17214" x="6232525" y="3557588"/>
          <p14:tracePt t="17225" x="6205538" y="3544888"/>
          <p14:tracePt t="17237" x="6184900" y="3530600"/>
          <p14:tracePt t="17248" x="6170613" y="3530600"/>
          <p14:tracePt t="17259" x="6157913" y="3530600"/>
          <p14:tracePt t="17271" x="6149975" y="3530600"/>
          <p14:tracePt t="17282" x="6137275" y="3544888"/>
          <p14:tracePt t="17304" x="6137275" y="3557588"/>
          <p14:tracePt t="17307" x="6122988" y="3571875"/>
          <p14:tracePt t="17316" x="6122988" y="3578225"/>
          <p14:tracePt t="17329" x="6137275" y="3605213"/>
          <p14:tracePt t="17338" x="6149975" y="3619500"/>
          <p14:tracePt t="17349" x="6157913" y="3625850"/>
          <p14:tracePt t="17361" x="6170613" y="3625850"/>
          <p14:tracePt t="17372" x="6197600" y="3640138"/>
          <p14:tracePt t="17383" x="6205538" y="3640138"/>
          <p14:tracePt t="17395" x="6218238" y="3640138"/>
          <p14:tracePt t="17417" x="6232525" y="3640138"/>
          <p14:tracePt t="17439" x="6232525" y="3625850"/>
          <p14:tracePt t="17529" x="6218238" y="3625850"/>
          <p14:tracePt t="17540" x="6205538" y="3625850"/>
          <p14:tracePt t="17552" x="6170613" y="3625850"/>
          <p14:tracePt t="17563" x="6157913" y="3625850"/>
          <p14:tracePt t="17900" x="6170613" y="3625850"/>
          <p14:tracePt t="17923" x="6184900" y="3625850"/>
          <p14:tracePt t="17945" x="6197600" y="3625850"/>
          <p14:tracePt t="17957" x="6205538" y="3625850"/>
          <p14:tracePt t="18046" x="6205538" y="3640138"/>
          <p14:tracePt t="18058" x="6197600" y="3640138"/>
          <p14:tracePt t="18080" x="6184900" y="3652838"/>
          <p14:tracePt t="18092" x="6184900" y="3660775"/>
          <p14:tracePt t="18103" x="6170613" y="3673475"/>
          <p14:tracePt t="18115" x="6149975" y="3700463"/>
          <p14:tracePt t="18126" x="6137275" y="3721100"/>
          <p14:tracePt t="18137" x="6122988" y="3735388"/>
          <p14:tracePt t="18148" x="6122988" y="3741738"/>
          <p14:tracePt t="18159" x="6116638" y="3756025"/>
          <p14:tracePt t="18396" x="6116638" y="3768725"/>
          <p14:tracePt t="18440" x="6116638" y="3783013"/>
          <p14:tracePt t="18452" x="6122988" y="3783013"/>
          <p14:tracePt t="18498" x="6122988" y="3789363"/>
          <p14:tracePt t="18509" x="6137275" y="3789363"/>
          <p14:tracePt t="18543" x="6149975" y="3789363"/>
          <p14:tracePt t="18553" x="6157913" y="3789363"/>
          <p14:tracePt t="18566" x="6170613" y="3789363"/>
          <p14:tracePt t="18576" x="6184900" y="3789363"/>
          <p14:tracePt t="18587" x="6205538" y="3789363"/>
          <p14:tracePt t="18598" x="6218238" y="3789363"/>
          <p14:tracePt t="18609" x="6232525" y="3789363"/>
          <p14:tracePt t="18643" x="6218238" y="3789363"/>
          <p14:tracePt t="18655" x="6205538" y="3789363"/>
          <p14:tracePt t="18946" x="6218238" y="3789363"/>
          <p14:tracePt t="18969" x="6232525" y="3789363"/>
          <p14:tracePt t="18981" x="6238875" y="3789363"/>
          <p14:tracePt t="19003" x="6238875" y="3783013"/>
          <p14:tracePt t="19048" x="6253163" y="3783013"/>
          <p14:tracePt t="19126" x="6265863" y="3783013"/>
          <p14:tracePt t="19138" x="6280150" y="3789363"/>
          <p14:tracePt t="19149" x="6327775" y="3803650"/>
          <p14:tracePt t="19160" x="6381750" y="3824288"/>
          <p14:tracePt t="19172" x="6510338" y="3851275"/>
          <p14:tracePt t="19183" x="6661150" y="3884613"/>
          <p14:tracePt t="19194" x="6837363" y="3919538"/>
          <p14:tracePt t="19205" x="6967538" y="3946525"/>
          <p14:tracePt t="19217" x="7129463" y="3967163"/>
          <p14:tracePt t="19228" x="7292975" y="3994150"/>
          <p14:tracePt t="19239" x="7388225" y="3994150"/>
          <p14:tracePt t="19251" x="7470775" y="3994150"/>
          <p14:tracePt t="19262" x="7524750" y="4000500"/>
          <p14:tracePt t="19273" x="7551738" y="4000500"/>
          <p14:tracePt t="19284" x="7572375" y="4000500"/>
          <p14:tracePt t="19296" x="7599363" y="4000500"/>
          <p14:tracePt t="19307" x="7605713" y="3994150"/>
          <p14:tracePt t="19329" x="7586663" y="3994150"/>
          <p14:tracePt t="19340" x="7566025" y="3979863"/>
          <p14:tracePt t="19498" x="7572375" y="3979863"/>
          <p14:tracePt t="19509" x="7586663" y="3979863"/>
          <p14:tracePt t="19543" x="7620000" y="3979863"/>
          <p14:tracePt t="19545" x="7646988" y="3979863"/>
          <p14:tracePt t="19554" x="7653338" y="3979863"/>
          <p14:tracePt t="19557" x="7667625" y="3979863"/>
          <p14:tracePt t="19566" x="7667625" y="3967163"/>
          <p14:tracePt t="19577" x="7667625" y="3952875"/>
          <p14:tracePt t="19588" x="7667625" y="3946525"/>
          <p14:tracePt t="19601" x="7653338" y="3932238"/>
          <p14:tracePt t="19611" x="7653338" y="3911600"/>
          <p14:tracePt t="19622" x="7646988" y="3884613"/>
          <p14:tracePt t="19634" x="7634288" y="3863975"/>
          <p14:tracePt t="19645" x="7620000" y="3836988"/>
          <p14:tracePt t="19657" x="7620000" y="3816350"/>
          <p14:tracePt t="19667" x="7599363" y="3789363"/>
          <p14:tracePt t="19678" x="7586663" y="3783013"/>
          <p14:tracePt t="19689" x="7572375" y="3768725"/>
          <p14:tracePt t="19701" x="7572375" y="3756025"/>
          <p14:tracePt t="19712" x="7566025" y="3741738"/>
          <p14:tracePt t="19723" x="7551738" y="3741738"/>
          <p14:tracePt t="19746" x="7539038" y="3741738"/>
          <p14:tracePt t="19770" x="7524750" y="3741738"/>
          <p14:tracePt t="19790" x="7518400" y="3741738"/>
          <p14:tracePt t="19813" x="7504113" y="3756025"/>
          <p14:tracePt t="19825" x="7491413" y="3756025"/>
          <p14:tracePt t="19836" x="7491413" y="3768725"/>
          <p14:tracePt t="19847" x="7483475" y="3783013"/>
          <p14:tracePt t="19880" x="7483475" y="3789363"/>
          <p14:tracePt t="19893" x="7491413" y="3789363"/>
          <p14:tracePt t="19925" x="7504113" y="3789363"/>
          <p14:tracePt t="19948" x="7518400" y="3783013"/>
          <p14:tracePt t="19960" x="7524750" y="3783013"/>
          <p14:tracePt t="19971" x="7524750" y="3768725"/>
          <p14:tracePt t="19993" x="7539038" y="3756025"/>
          <p14:tracePt t="20005" x="7539038" y="3741738"/>
          <p14:tracePt t="20083" x="7524750" y="3741738"/>
          <p14:tracePt t="20106" x="7524750" y="3756025"/>
          <p14:tracePt t="20118" x="7524750" y="3768725"/>
          <p14:tracePt t="20139" x="7524750" y="3783013"/>
          <p14:tracePt t="20150" x="7524750" y="3789363"/>
          <p14:tracePt t="20162" x="7539038" y="3803650"/>
          <p14:tracePt t="20173" x="7539038" y="3816350"/>
          <p14:tracePt t="20206" x="7539038" y="3824288"/>
          <p14:tracePt t="20218" x="7551738" y="3824288"/>
          <p14:tracePt t="20251" x="7566025" y="3824288"/>
          <p14:tracePt t="20263" x="7572375" y="3816350"/>
          <p14:tracePt t="20274" x="7586663" y="3816350"/>
          <p14:tracePt t="20286" x="7599363" y="3816350"/>
          <p14:tracePt t="20297" x="7605713" y="3803650"/>
          <p14:tracePt t="20309" x="7620000" y="3803650"/>
          <p14:tracePt t="20319" x="7646988" y="3789363"/>
          <p14:tracePt t="20331" x="7667625" y="3783013"/>
          <p14:tracePt t="20343" x="7694613" y="3768725"/>
          <p14:tracePt t="20353" x="7715250" y="3741738"/>
          <p14:tracePt t="20364" x="7748588" y="3735388"/>
          <p14:tracePt t="20376" x="7777163" y="3708400"/>
          <p14:tracePt t="20387" x="7783513" y="3700463"/>
          <p14:tracePt t="20398" x="7810500" y="3687763"/>
          <p14:tracePt t="20410" x="7816850" y="3673475"/>
          <p14:tracePt t="20421" x="7843838" y="3660775"/>
          <p14:tracePt t="20443" x="7843838" y="3652838"/>
          <p14:tracePt t="20454" x="7858125" y="3652838"/>
          <p14:tracePt t="20557" x="7858125" y="3660775"/>
          <p14:tracePt t="20567" x="7858125" y="3673475"/>
          <p14:tracePt t="20589" x="7843838" y="3700463"/>
          <p14:tracePt t="20592" x="7843838" y="3735388"/>
          <p14:tracePt t="20612" x="7843838" y="3756025"/>
          <p14:tracePt t="20614" x="7843838" y="3783013"/>
          <p14:tracePt t="20623" x="7843838" y="3789363"/>
          <p14:tracePt t="20635" x="7858125" y="3803650"/>
          <p14:tracePt t="20679" x="7858125" y="3789363"/>
          <p14:tracePt t="20701" x="7864475" y="3768725"/>
          <p14:tracePt t="20713" x="7878763" y="3756025"/>
          <p14:tracePt t="20724" x="7899400" y="3735388"/>
          <p14:tracePt t="20736" x="7912100" y="3721100"/>
          <p14:tracePt t="20747" x="7926388" y="3708400"/>
          <p14:tracePt t="20758" x="7939088" y="3700463"/>
          <p14:tracePt t="20769" x="7947025" y="3700463"/>
          <p14:tracePt t="20814" x="7947025" y="3708400"/>
          <p14:tracePt t="20826" x="7947025" y="3721100"/>
          <p14:tracePt t="20837" x="7939088" y="3741738"/>
          <p14:tracePt t="20848" x="7912100" y="3768725"/>
          <p14:tracePt t="20860" x="7899400" y="3783013"/>
          <p14:tracePt t="20871" x="7891463" y="3783013"/>
          <p14:tracePt t="20882" x="7878763" y="3789363"/>
          <p14:tracePt t="20927" x="7878763" y="3783013"/>
          <p14:tracePt t="20938" x="7891463" y="3768725"/>
          <p14:tracePt t="20949" x="7899400" y="3768725"/>
          <p14:tracePt t="20961" x="7912100" y="3756025"/>
          <p14:tracePt t="20972" x="7939088" y="3741738"/>
          <p14:tracePt t="20983" x="7959725" y="3735388"/>
          <p14:tracePt t="20994" x="7980363" y="3721100"/>
          <p14:tracePt t="21006" x="7994650" y="3721100"/>
          <p14:tracePt t="21017" x="8007350" y="3721100"/>
          <p14:tracePt t="21107" x="8007350" y="3735388"/>
          <p14:tracePt t="21771" x="7994650" y="3735388"/>
          <p14:tracePt t="21773" x="7959725" y="3741738"/>
          <p14:tracePt t="21782" x="7831138" y="3783013"/>
          <p14:tracePt t="21793" x="7605713" y="3836988"/>
          <p14:tracePt t="21805" x="7319963" y="3884613"/>
          <p14:tracePt t="21817" x="7069138" y="3919538"/>
          <p14:tracePt t="21827" x="6661150" y="3967163"/>
          <p14:tracePt t="21838" x="6232525" y="3979863"/>
          <p14:tracePt t="21849" x="5810250" y="3979863"/>
          <p14:tracePt t="21861" x="5565775" y="3979863"/>
          <p14:tracePt t="21872" x="5286375" y="3952875"/>
          <p14:tracePt t="21883" x="5095875" y="3932238"/>
          <p14:tracePt t="21894" x="4994275" y="3911600"/>
          <p14:tracePt t="21906" x="4946650" y="3898900"/>
          <p14:tracePt t="21917" x="4899025" y="3871913"/>
          <p14:tracePt t="21928" x="4884738" y="3863975"/>
          <p14:tracePt t="21940" x="4872038" y="3863975"/>
          <p14:tracePt t="21951" x="4872038" y="3851275"/>
          <p14:tracePt t="21962" x="4864100" y="3851275"/>
          <p14:tracePt t="21973" x="4837113" y="3836988"/>
          <p14:tracePt t="21984" x="4816475" y="3824288"/>
          <p14:tracePt t="21996" x="4768850" y="3803650"/>
          <p14:tracePt t="22007" x="4700588" y="3789363"/>
          <p14:tracePt t="22018" x="4592638" y="3768725"/>
          <p14:tracePt t="22029" x="4510088" y="3741738"/>
          <p14:tracePt t="22041" x="4375150" y="3735388"/>
          <p14:tracePt t="22052" x="4244975" y="3708400"/>
          <p14:tracePt t="22063" x="4149725" y="3708400"/>
          <p14:tracePt t="22075" x="4116388" y="3708400"/>
          <p14:tracePt t="22085" x="4068763" y="3708400"/>
          <p14:tracePt t="22097" x="4021138" y="3708400"/>
          <p14:tracePt t="22322" x="4021138" y="3721100"/>
          <p14:tracePt t="22344" x="4033838" y="3721100"/>
          <p14:tracePt t="22356" x="4054475" y="3741738"/>
          <p14:tracePt t="22367" x="4081463" y="3756025"/>
          <p14:tracePt t="22378" x="4089400" y="3768725"/>
          <p14:tracePt t="22389" x="4102100" y="3783013"/>
          <p14:tracePt t="22400" x="4122738" y="3783013"/>
          <p14:tracePt t="22412" x="4149725" y="3789363"/>
          <p14:tracePt t="22423" x="4197350" y="3816350"/>
          <p14:tracePt t="22437" x="4217988" y="3816350"/>
          <p14:tracePt t="22446" x="4265613" y="3824288"/>
          <p14:tracePt t="22457" x="4300538" y="3824288"/>
          <p14:tracePt t="22469" x="4333875" y="3836988"/>
          <p14:tracePt t="22479" x="4360863" y="3824288"/>
          <p14:tracePt t="22491" x="4381500" y="3824288"/>
          <p14:tracePt t="22502" x="4395788" y="3816350"/>
          <p14:tracePt t="22513" x="4408488" y="3803650"/>
          <p14:tracePt t="22524" x="4414838" y="3789363"/>
          <p14:tracePt t="22536" x="4429125" y="3756025"/>
          <p14:tracePt t="22547" x="4429125" y="3708400"/>
          <p14:tracePt t="22558" x="4429125" y="3673475"/>
          <p14:tracePt t="22569" x="4429125" y="3619500"/>
          <p14:tracePt t="22580" x="4408488" y="3571875"/>
          <p14:tracePt t="22592" x="4381500" y="3509963"/>
          <p14:tracePt t="22603" x="4348163" y="3476625"/>
          <p14:tracePt t="22614" x="4313238" y="3449638"/>
          <p14:tracePt t="22625" x="4265613" y="3429000"/>
          <p14:tracePt t="22637" x="4217988" y="3429000"/>
          <p14:tracePt t="22648" x="4184650" y="3443288"/>
          <p14:tracePt t="22659" x="4137025" y="3449638"/>
          <p14:tracePt t="22682" x="4089400" y="3497263"/>
          <p14:tracePt t="22684" x="4054475" y="3544888"/>
          <p14:tracePt t="22693" x="4021138" y="3592513"/>
          <p14:tracePt t="22705" x="4006850" y="3652838"/>
          <p14:tracePt t="22717" x="4000500" y="3700463"/>
          <p14:tracePt t="22728" x="4006850" y="3735388"/>
          <p14:tracePt t="22738" x="4021138" y="3741738"/>
          <p14:tracePt t="22749" x="4041775" y="3768725"/>
          <p14:tracePt t="22760" x="4089400" y="3783013"/>
          <p14:tracePt t="22772" x="4164013" y="3783013"/>
          <p14:tracePt t="22783" x="4217988" y="3789363"/>
          <p14:tracePt t="22794" x="4313238" y="3783013"/>
          <p14:tracePt t="22805" x="4395788" y="3768725"/>
          <p14:tracePt t="22817" x="4476750" y="3735388"/>
          <p14:tracePt t="22828" x="4524375" y="3708400"/>
          <p14:tracePt t="22839" x="4557713" y="3687763"/>
          <p14:tracePt t="22851" x="4557713" y="3673475"/>
          <p14:tracePt t="22862" x="4557713" y="3660775"/>
          <p14:tracePt t="22873" x="4524375" y="3652838"/>
          <p14:tracePt t="22885" x="4462463" y="3625850"/>
          <p14:tracePt t="22895" x="4381500" y="3605213"/>
          <p14:tracePt t="22907" x="4313238" y="3592513"/>
          <p14:tracePt t="22919" x="4244975" y="3592513"/>
          <p14:tracePt t="22929" x="4184650" y="3605213"/>
          <p14:tracePt t="22940" x="4122738" y="3625850"/>
          <p14:tracePt t="22952" x="4089400" y="3640138"/>
          <p14:tracePt t="22963" x="4068763" y="3660775"/>
          <p14:tracePt t="22974" x="4054475" y="3673475"/>
          <p14:tracePt t="22986" x="4054475" y="3687763"/>
          <p14:tracePt t="22997" x="4068763" y="3687763"/>
          <p14:tracePt t="23008" x="4089400" y="3700463"/>
          <p14:tracePt t="23019" x="4116388" y="3700463"/>
          <p14:tracePt t="23031" x="4149725" y="3708400"/>
          <p14:tracePt t="23042" x="4170363" y="3708400"/>
          <p14:tracePt t="23053" x="4211638" y="3708400"/>
          <p14:tracePt t="23064" x="4232275" y="3708400"/>
          <p14:tracePt t="23076" x="4244975" y="3708400"/>
          <p14:tracePt t="23087" x="4252913" y="3708400"/>
          <p14:tracePt t="23120" x="4244975" y="3708400"/>
          <p14:tracePt t="23289" x="4265613" y="3708400"/>
          <p14:tracePt t="23301" x="4292600" y="3708400"/>
          <p14:tracePt t="23312" x="4300538" y="3721100"/>
          <p14:tracePt t="23334" x="4313238" y="3721100"/>
          <p14:tracePt t="23548" x="4313238" y="3708400"/>
          <p14:tracePt t="23582" x="4313238" y="3700463"/>
          <p14:tracePt t="23604" x="4313238" y="3687763"/>
          <p14:tracePt t="23616" x="4313238" y="3673475"/>
          <p14:tracePt t="23627" x="4313238" y="3660775"/>
          <p14:tracePt t="23638" x="4300538" y="3652838"/>
          <p14:tracePt t="23650" x="4300538" y="3625850"/>
          <p14:tracePt t="23661" x="4292600" y="3605213"/>
          <p14:tracePt t="23672" x="4292600" y="3592513"/>
          <p14:tracePt t="23683" x="4279900" y="3592513"/>
          <p14:tracePt t="23698" x="4279900" y="3578225"/>
          <p14:tracePt t="23919" x="4265613" y="3578225"/>
          <p14:tracePt t="23931" x="4265613" y="3592513"/>
          <p14:tracePt t="23942" x="4252913" y="3605213"/>
          <p14:tracePt t="23953" x="4244975" y="3619500"/>
          <p14:tracePt t="23965" x="4232275" y="3625850"/>
          <p14:tracePt t="23975" x="4211638" y="3652838"/>
          <p14:tracePt t="23987" x="4197350" y="3660775"/>
          <p14:tracePt t="23998" x="4184650" y="3660775"/>
          <p14:tracePt t="24009" x="4184650" y="3673475"/>
          <p14:tracePt t="24065" x="4197350" y="3660775"/>
          <p14:tracePt t="24088" x="4211638" y="3652838"/>
          <p14:tracePt t="24100" x="4217988" y="3640138"/>
          <p14:tracePt t="24111" x="4232275" y="3625850"/>
          <p14:tracePt t="24122" x="4244975" y="3625850"/>
          <p14:tracePt t="24133" x="4252913" y="3619500"/>
          <p14:tracePt t="24144" x="4265613" y="3605213"/>
          <p14:tracePt t="24155" x="4279900" y="3605213"/>
          <p14:tracePt t="24178" x="4292600" y="3605213"/>
          <p14:tracePt t="24223" x="4292600" y="3619500"/>
          <p14:tracePt t="24234" x="4300538" y="3625850"/>
          <p14:tracePt t="24245" x="4300538" y="3640138"/>
          <p14:tracePt t="24257" x="4313238" y="3660775"/>
          <p14:tracePt t="24279" x="4313238" y="3673475"/>
          <p14:tracePt t="24369" x="4327525" y="3660775"/>
          <p14:tracePt t="24380" x="4333875" y="3660775"/>
          <p14:tracePt t="24392" x="4360863" y="3652838"/>
          <p14:tracePt t="24403" x="4381500" y="3652838"/>
          <p14:tracePt t="24414" x="4408488" y="3640138"/>
          <p14:tracePt t="24427" x="4429125" y="3640138"/>
          <p14:tracePt t="24438" x="4456113" y="3640138"/>
          <p14:tracePt t="24448" x="4462463" y="3640138"/>
          <p14:tracePt t="24538" x="4462463" y="3652838"/>
          <p14:tracePt t="24561" x="4462463" y="3660775"/>
          <p14:tracePt t="24572" x="4476750" y="3660775"/>
          <p14:tracePt t="24583" x="4491038" y="3660775"/>
          <p14:tracePt t="24595" x="4510088" y="3673475"/>
          <p14:tracePt t="24607" x="4557713" y="3687763"/>
          <p14:tracePt t="24617" x="4619625" y="3687763"/>
          <p14:tracePt t="24629" x="4673600" y="3687763"/>
          <p14:tracePt t="24639" x="4735513" y="3700463"/>
          <p14:tracePt t="24651" x="4816475" y="3700463"/>
          <p14:tracePt t="24662" x="4884738" y="3700463"/>
          <p14:tracePt t="24673" x="4932363" y="3700463"/>
          <p14:tracePt t="24684" x="4979988" y="3700463"/>
          <p14:tracePt t="24695" x="5000625" y="3700463"/>
          <p14:tracePt t="24707" x="5027613" y="3700463"/>
          <p14:tracePt t="24729" x="5041900" y="3687763"/>
          <p14:tracePt t="24796" x="5048250" y="3687763"/>
          <p14:tracePt t="24864" x="5062538" y="3687763"/>
          <p14:tracePt t="24875" x="5075238" y="3687763"/>
          <p14:tracePt t="24887" x="5081588" y="3687763"/>
          <p14:tracePt t="24898" x="5095875" y="3687763"/>
          <p14:tracePt t="24910" x="5110163" y="3700463"/>
          <p14:tracePt t="24921" x="5122863" y="3700463"/>
          <p14:tracePt t="24932" x="5122863" y="3708400"/>
          <p14:tracePt t="24943" x="5129213" y="3708400"/>
          <p14:tracePt t="24966" x="5129213" y="3721100"/>
          <p14:tracePt t="25044" x="5129213" y="3708400"/>
          <p14:tracePt t="25055" x="5143500" y="3708400"/>
          <p14:tracePt t="25078" x="5157788" y="3708400"/>
          <p14:tracePt t="25089" x="5164138" y="3708400"/>
          <p14:tracePt t="25101" x="5176838" y="3708400"/>
          <p14:tracePt t="25112" x="5191125" y="3708400"/>
          <p14:tracePt t="25124" x="5205413" y="3708400"/>
          <p14:tracePt t="25135" x="5211763" y="3708400"/>
          <p14:tracePt t="25157" x="5224463" y="3708400"/>
          <p14:tracePt t="25179" x="5205413" y="3708400"/>
          <p14:tracePt t="25190" x="5176838" y="3708400"/>
          <p14:tracePt t="25528" x="5176838" y="3721100"/>
          <p14:tracePt t="25595" x="5176838" y="3708400"/>
          <p14:tracePt t="25674" x="5191125" y="3708400"/>
          <p14:tracePt t="25741" x="5191125" y="3700463"/>
          <p14:tracePt t="25786" x="5191125" y="3687763"/>
          <p14:tracePt t="25809" x="5176838" y="3673475"/>
          <p14:tracePt t="25833" x="5176838" y="3660775"/>
          <p14:tracePt t="25843" x="5164138" y="3652838"/>
          <p14:tracePt t="25845" x="5157788" y="3640138"/>
          <p14:tracePt t="25854" x="5129213" y="3625850"/>
          <p14:tracePt t="25866" x="5095875" y="3605213"/>
          <p14:tracePt t="25877" x="5048250" y="3578225"/>
          <p14:tracePt t="25888" x="4994275" y="3557588"/>
          <p14:tracePt t="25899" x="4946650" y="3530600"/>
          <p14:tracePt t="25911" x="4872038" y="3509963"/>
          <p14:tracePt t="25922" x="4803775" y="3497263"/>
          <p14:tracePt t="25934" x="4721225" y="3490913"/>
          <p14:tracePt t="25945" x="4667250" y="3476625"/>
          <p14:tracePt t="25956" x="4586288" y="3476625"/>
          <p14:tracePt t="25967" x="4510088" y="3476625"/>
          <p14:tracePt t="25979" x="4443413" y="3476625"/>
          <p14:tracePt t="25990" x="4408488" y="3490913"/>
          <p14:tracePt t="26001" x="4348163" y="3497263"/>
          <p14:tracePt t="26012" x="4279900" y="3530600"/>
          <p14:tracePt t="26023" x="4217988" y="3557588"/>
          <p14:tracePt t="26036" x="4184650" y="3592513"/>
          <p14:tracePt t="26046" x="4149725" y="3619500"/>
          <p14:tracePt t="26058" x="4137025" y="3652838"/>
          <p14:tracePt t="26069" x="4122738" y="3687763"/>
          <p14:tracePt t="26079" x="4137025" y="3721100"/>
          <p14:tracePt t="26090" x="4149725" y="3756025"/>
          <p14:tracePt t="26102" x="4184650" y="3789363"/>
          <p14:tracePt t="26113" x="4211638" y="3816350"/>
          <p14:tracePt t="26124" x="4244975" y="3836988"/>
          <p14:tracePt t="26136" x="4300538" y="3851275"/>
          <p14:tracePt t="26147" x="4375150" y="3871913"/>
          <p14:tracePt t="26158" x="4414838" y="3884613"/>
          <p14:tracePt t="26169" x="4476750" y="3898900"/>
          <p14:tracePt t="26181" x="4538663" y="3898900"/>
          <p14:tracePt t="26192" x="4605338" y="3898900"/>
          <p14:tracePt t="26203" x="4673600" y="3884613"/>
          <p14:tracePt t="26226" x="4768850" y="3871913"/>
          <p14:tracePt t="26228" x="4851400" y="3851275"/>
          <p14:tracePt t="26237" x="4932363" y="3824288"/>
          <p14:tracePt t="26250" x="4979988" y="3803650"/>
          <p14:tracePt t="26261" x="5027613" y="3768725"/>
          <p14:tracePt t="26271" x="5062538" y="3741738"/>
          <p14:tracePt t="26282" x="5075238" y="3708400"/>
          <p14:tracePt t="26293" x="5075238" y="3687763"/>
          <p14:tracePt t="26304" x="5075238" y="3652838"/>
          <p14:tracePt t="26316" x="5048250" y="3619500"/>
          <p14:tracePt t="26327" x="5027613" y="3578225"/>
          <p14:tracePt t="26338" x="4967288" y="3544888"/>
          <p14:tracePt t="26349" x="4884738" y="3497263"/>
          <p14:tracePt t="26361" x="4789488" y="3462338"/>
          <p14:tracePt t="26372" x="4708525" y="3443288"/>
          <p14:tracePt t="26383" x="4592638" y="3414713"/>
          <p14:tracePt t="26394" x="4491038" y="3408363"/>
          <p14:tracePt t="26406" x="4408488" y="3395663"/>
          <p14:tracePt t="26417" x="4360863" y="3408363"/>
          <p14:tracePt t="26428" x="4313238" y="3408363"/>
          <p14:tracePt t="26439" x="4279900" y="3429000"/>
          <p14:tracePt t="26451" x="4252913" y="3443288"/>
          <p14:tracePt t="26462" x="4244975" y="3449638"/>
          <p14:tracePt t="26473" x="4232275" y="3476625"/>
          <p14:tracePt t="26485" x="4217988" y="3490913"/>
          <p14:tracePt t="26496" x="4211638" y="3509963"/>
          <p14:tracePt t="26507" x="4211638" y="3524250"/>
          <p14:tracePt t="26519" x="4211638" y="3544888"/>
          <p14:tracePt t="26529" x="4211638" y="3578225"/>
          <p14:tracePt t="26540" x="4211638" y="3592513"/>
          <p14:tracePt t="26552" x="4211638" y="3619500"/>
          <p14:tracePt t="26563" x="4232275" y="3640138"/>
          <p14:tracePt t="26574" x="4252913" y="3660775"/>
          <p14:tracePt t="26586" x="4265613" y="3687763"/>
          <p14:tracePt t="26597" x="4300538" y="3700463"/>
          <p14:tracePt t="26608" x="4333875" y="3721100"/>
          <p14:tracePt t="26619" x="4381500" y="3721100"/>
          <p14:tracePt t="26631" x="4414838" y="3735388"/>
          <p14:tracePt t="26642" x="4462463" y="3735388"/>
          <p14:tracePt t="26653" x="4524375" y="3735388"/>
          <p14:tracePt t="26664" x="4586288" y="3735388"/>
          <p14:tracePt t="26676" x="4625975" y="3735388"/>
          <p14:tracePt t="26687" x="4673600" y="3735388"/>
          <p14:tracePt t="26698" x="4708525" y="3735388"/>
          <p14:tracePt t="26709" x="4748213" y="3721100"/>
          <p14:tracePt t="26721" x="4768850" y="3721100"/>
          <p14:tracePt t="26732" x="4789488" y="3708400"/>
          <p14:tracePt t="26743" x="4803775" y="3708400"/>
          <p14:tracePt t="26754" x="4816475" y="3708400"/>
          <p14:tracePt t="26766" x="4830763" y="3708400"/>
          <p14:tracePt t="26788" x="4837113" y="3708400"/>
          <p14:tracePt t="26799" x="4851400" y="3708400"/>
          <p14:tracePt t="26811" x="4851400" y="3700463"/>
          <p14:tracePt t="26822" x="4864100" y="3700463"/>
          <p14:tracePt t="26855" x="4837113" y="3700463"/>
          <p14:tracePt t="26878" x="4816475" y="3687763"/>
          <p14:tracePt t="27058" x="4830763" y="3687763"/>
          <p14:tracePt t="27070" x="4864100" y="3700463"/>
          <p14:tracePt t="27081" x="4899025" y="3700463"/>
          <p14:tracePt t="27092" x="4953000" y="3700463"/>
          <p14:tracePt t="27103" x="4994275" y="3700463"/>
          <p14:tracePt t="27114" x="5041900" y="3700463"/>
          <p14:tracePt t="27125" x="5081588" y="3700463"/>
          <p14:tracePt t="27137" x="5164138" y="3708400"/>
          <p14:tracePt t="27148" x="5245100" y="3708400"/>
          <p14:tracePt t="27159" x="5319713" y="3708400"/>
          <p14:tracePt t="27170" x="5435600" y="3721100"/>
          <p14:tracePt t="27182" x="5530850" y="3741738"/>
          <p14:tracePt t="27193" x="5700713" y="3756025"/>
          <p14:tracePt t="27204" x="5878513" y="3783013"/>
          <p14:tracePt t="27215" x="5994400" y="3789363"/>
          <p14:tracePt t="27227" x="6149975" y="3803650"/>
          <p14:tracePt t="27238" x="6232525" y="3803650"/>
          <p14:tracePt t="27249" x="6327775" y="3803650"/>
          <p14:tracePt t="27261" x="6396038" y="3803650"/>
          <p14:tracePt t="27273" x="6415088" y="3803650"/>
          <p14:tracePt t="27283" x="6443663" y="3803650"/>
          <p14:tracePt t="27294" x="6450013" y="3803650"/>
          <p14:tracePt t="27306" x="6462713" y="3789363"/>
          <p14:tracePt t="27339" x="6462713" y="3783013"/>
          <p14:tracePt t="27362" x="6462713" y="3768725"/>
          <p14:tracePt t="27384" x="6462713" y="3756025"/>
          <p14:tracePt t="27407" x="6462713" y="3741738"/>
          <p14:tracePt t="27429" x="6462713" y="3735388"/>
          <p14:tracePt t="27453" x="6462713" y="3721100"/>
          <p14:tracePt t="27485" x="6450013" y="3708400"/>
          <p14:tracePt t="27497" x="6443663" y="3700463"/>
          <p14:tracePt t="27508" x="6429375" y="3700463"/>
          <p14:tracePt t="27520" x="6415088" y="3700463"/>
          <p14:tracePt t="27532" x="6408738" y="3700463"/>
          <p14:tracePt t="27542" x="6381750" y="3687763"/>
          <p14:tracePt t="27554" x="6361113" y="3687763"/>
          <p14:tracePt t="27566" x="6348413" y="3687763"/>
          <p14:tracePt t="27576" x="6327775" y="3687763"/>
          <p14:tracePt t="27587" x="6313488" y="3687763"/>
          <p14:tracePt t="27598" x="6300788" y="3687763"/>
          <p14:tracePt t="27609" x="6286500" y="3687763"/>
          <p14:tracePt t="27621" x="6280150" y="3687763"/>
          <p14:tracePt t="27643" x="6265863" y="3687763"/>
          <p14:tracePt t="27654" x="6265863" y="3700463"/>
          <p14:tracePt t="27666" x="6253163" y="3708400"/>
          <p14:tracePt t="27677" x="6253163" y="3721100"/>
          <p14:tracePt t="27688" x="6253163" y="3735388"/>
          <p14:tracePt t="27699" x="6238875" y="3741738"/>
          <p14:tracePt t="27711" x="6238875" y="3756025"/>
          <p14:tracePt t="27724" x="6253163" y="3756025"/>
          <p14:tracePt t="27733" x="6253163" y="3768725"/>
          <p14:tracePt t="27755" x="6265863" y="3768725"/>
          <p14:tracePt t="27778" x="6280150" y="3768725"/>
          <p14:tracePt t="27789" x="6286500" y="3768725"/>
          <p14:tracePt t="27800" x="6300788" y="3768725"/>
          <p14:tracePt t="27812" x="6313488" y="3768725"/>
          <p14:tracePt t="27823" x="6327775" y="3768725"/>
          <p14:tracePt t="27834" x="6327775" y="3756025"/>
          <p14:tracePt t="27980" x="6313488" y="3756025"/>
          <p14:tracePt t="27992" x="6300788" y="3756025"/>
          <p14:tracePt t="28003" x="6280150" y="3756025"/>
          <p14:tracePt t="28014" x="6253163" y="3756025"/>
          <p14:tracePt t="28217" x="6253163" y="3768725"/>
          <p14:tracePt t="28228" x="6265863" y="3768725"/>
          <p14:tracePt t="28352" x="6280150" y="3768725"/>
          <p14:tracePt t="28385" x="6286500" y="3768725"/>
          <p14:tracePt t="28509" x="6300788" y="3768725"/>
          <p14:tracePt t="28644" x="6300788" y="3756025"/>
          <p14:tracePt t="28689" x="6300788" y="3741738"/>
          <p14:tracePt t="28723" x="6300788" y="3735388"/>
          <p14:tracePt t="28757" x="6313488" y="3721100"/>
          <p14:tracePt t="28790" x="6327775" y="3708400"/>
          <p14:tracePt t="28802" x="6327775" y="3700463"/>
          <p14:tracePt t="28824" x="6327775" y="3687763"/>
          <p14:tracePt t="28835" x="6327775" y="3673475"/>
          <p14:tracePt t="28858" x="6327775" y="3660775"/>
          <p14:tracePt t="28869" x="6313488" y="3652838"/>
          <p14:tracePt t="28881" x="6313488" y="3640138"/>
          <p14:tracePt t="28892" x="6300788" y="3625850"/>
          <p14:tracePt t="28903" x="6300788" y="3619500"/>
          <p14:tracePt t="28914" x="6286500" y="3605213"/>
          <p14:tracePt t="28926" x="6286500" y="3592513"/>
          <p14:tracePt t="28937" x="6280150" y="3592513"/>
          <p14:tracePt t="28948" x="6265863" y="3578225"/>
          <p14:tracePt t="28983" x="6253163" y="3578225"/>
          <p14:tracePt t="28993" x="6253163" y="3571875"/>
          <p14:tracePt t="29005" x="6238875" y="3571875"/>
          <p14:tracePt t="29038" x="6232525" y="3571875"/>
          <p14:tracePt t="29060" x="6218238" y="3571875"/>
          <p14:tracePt t="29072" x="6205538" y="3571875"/>
          <p14:tracePt t="29094" x="6205538" y="3578225"/>
          <p14:tracePt t="29106" x="6197600" y="3578225"/>
          <p14:tracePt t="29139" x="6197600" y="3592513"/>
          <p14:tracePt t="29151" x="6184900" y="3605213"/>
          <p14:tracePt t="29163" x="6184900" y="3619500"/>
          <p14:tracePt t="29173" x="6170613" y="3625850"/>
          <p14:tracePt t="29186" x="6170613" y="3640138"/>
          <p14:tracePt t="29196" x="6170613" y="3652838"/>
          <p14:tracePt t="29218" x="6170613" y="3660775"/>
          <p14:tracePt t="29240" x="6170613" y="3673475"/>
          <p14:tracePt t="29263" x="6170613" y="3687763"/>
          <p14:tracePt t="29275" x="6184900" y="3687763"/>
          <p14:tracePt t="29286" x="6184900" y="3700463"/>
          <p14:tracePt t="29297" x="6197600" y="3700463"/>
          <p14:tracePt t="29309" x="6205538" y="3708400"/>
          <p14:tracePt t="29320" x="6232525" y="3721100"/>
          <p14:tracePt t="29331" x="6253163" y="3721100"/>
          <p14:tracePt t="29343" x="6280150" y="3735388"/>
          <p14:tracePt t="29354" x="6313488" y="3735388"/>
          <p14:tracePt t="29365" x="6348413" y="3735388"/>
          <p14:tracePt t="29376" x="6367463" y="3735388"/>
          <p14:tracePt t="29387" x="6396038" y="3735388"/>
          <p14:tracePt t="29398" x="6415088" y="3721100"/>
          <p14:tracePt t="29410" x="6443663" y="3721100"/>
          <p14:tracePt t="29421" x="6462713" y="3708400"/>
          <p14:tracePt t="29432" x="6477000" y="3700463"/>
          <p14:tracePt t="29443" x="6491288" y="3687763"/>
          <p14:tracePt t="29454" x="6497638" y="3660775"/>
          <p14:tracePt t="29466" x="6497638" y="3640138"/>
          <p14:tracePt t="29477" x="6510338" y="3619500"/>
          <p14:tracePt t="29488" x="6510338" y="3592513"/>
          <p14:tracePt t="29499" x="6510338" y="3578225"/>
          <p14:tracePt t="29511" x="6510338" y="3557588"/>
          <p14:tracePt t="29533" x="6510338" y="3544888"/>
          <p14:tracePt t="29544" x="6497638" y="3530600"/>
          <p14:tracePt t="29555" x="6491288" y="3530600"/>
          <p14:tracePt t="29567" x="6477000" y="3530600"/>
          <p14:tracePt t="29578" x="6443663" y="3524250"/>
          <p14:tracePt t="29589" x="6415088" y="3524250"/>
          <p14:tracePt t="29601" x="6396038" y="3524250"/>
          <p14:tracePt t="29612" x="6361113" y="3524250"/>
          <p14:tracePt t="29623" x="6313488" y="3524250"/>
          <p14:tracePt t="29635" x="6280150" y="3530600"/>
          <p14:tracePt t="29646" x="6253163" y="3544888"/>
          <p14:tracePt t="29657" x="6232525" y="3557588"/>
          <p14:tracePt t="29668" x="6205538" y="3578225"/>
          <p14:tracePt t="29679" x="6197600" y="3605213"/>
          <p14:tracePt t="29691" x="6184900" y="3625850"/>
          <p14:tracePt t="29702" x="6170613" y="3652838"/>
          <p14:tracePt t="29713" x="6170613" y="3673475"/>
          <p14:tracePt t="29724" x="6184900" y="3700463"/>
          <p14:tracePt t="29736" x="6184900" y="3721100"/>
          <p14:tracePt t="29747" x="6197600" y="3735388"/>
          <p14:tracePt t="29758" x="6218238" y="3756025"/>
          <p14:tracePt t="29769" x="6238875" y="3756025"/>
          <p14:tracePt t="29780" x="6280150" y="3768725"/>
          <p14:tracePt t="29792" x="6300788" y="3768725"/>
          <p14:tracePt t="29803" x="6334125" y="3768725"/>
          <p14:tracePt t="29814" x="6361113" y="3768725"/>
          <p14:tracePt t="29826" x="6381750" y="3768725"/>
          <p14:tracePt t="29837" x="6408738" y="3768725"/>
          <p14:tracePt t="29848" x="6415088" y="3768725"/>
          <p14:tracePt t="29859" x="6429375" y="3768725"/>
          <p14:tracePt t="29871" x="6429375" y="3756025"/>
          <p14:tracePt t="29893" x="6429375" y="3741738"/>
          <p14:tracePt t="29904" x="6429375" y="3735388"/>
          <p14:tracePt t="29927" x="6415088" y="3721100"/>
          <p14:tracePt t="29938" x="6408738" y="3708400"/>
          <p14:tracePt t="29961" x="6396038" y="3708400"/>
          <p14:tracePt t="29972" x="6381750" y="3700463"/>
          <p14:tracePt t="29994" x="6367463" y="3700463"/>
          <p14:tracePt t="30029" x="6361113" y="3708400"/>
          <p14:tracePt t="30040" x="6348413" y="3708400"/>
          <p14:tracePt t="30042" x="6334125" y="3708400"/>
          <p14:tracePt t="30052" x="6327775" y="3721100"/>
          <p14:tracePt t="30062" x="6313488" y="3735388"/>
          <p14:tracePt t="30075" x="6313488" y="3741738"/>
          <p14:tracePt t="30086" x="6313488" y="3756025"/>
          <p14:tracePt t="30287" x="6313488" y="3741738"/>
          <p14:tracePt t="30309" x="6313488" y="3735388"/>
          <p14:tracePt t="30332" x="6313488" y="3721100"/>
          <p14:tracePt t="30343" x="6313488" y="3708400"/>
          <p14:tracePt t="30355" x="6313488" y="3687763"/>
          <p14:tracePt t="30366" x="6313488" y="3673475"/>
          <p14:tracePt t="30377" x="6300788" y="3660775"/>
          <p14:tracePt t="30388" x="6300788" y="3640138"/>
          <p14:tracePt t="30399" x="6286500" y="3625850"/>
          <p14:tracePt t="30410" x="6280150" y="3605213"/>
          <p14:tracePt t="30422" x="6265863" y="3605213"/>
          <p14:tracePt t="30433" x="6238875" y="3592513"/>
          <p14:tracePt t="30444" x="6232525" y="3578225"/>
          <p14:tracePt t="30455" x="6218238" y="3578225"/>
          <p14:tracePt t="30467" x="6205538" y="3578225"/>
          <p14:tracePt t="30478" x="6197600" y="3578225"/>
          <p14:tracePt t="30489" x="6184900" y="3578225"/>
          <p14:tracePt t="30501" x="6170613" y="3578225"/>
          <p14:tracePt t="30512" x="6157913" y="3578225"/>
          <p14:tracePt t="30523" x="6149975" y="3592513"/>
          <p14:tracePt t="30534" x="6137275" y="3592513"/>
          <p14:tracePt t="30557" x="6122988" y="3605213"/>
          <p14:tracePt t="30568" x="6122988" y="3619500"/>
          <p14:tracePt t="30591" x="6116638" y="3625850"/>
          <p14:tracePt t="30613" x="6116638" y="3640138"/>
          <p14:tracePt t="30658" x="6116638" y="3652838"/>
          <p14:tracePt t="30680" x="6122988" y="3652838"/>
          <p14:tracePt t="30714" x="6122988" y="3660775"/>
          <p14:tracePt t="31288" x="6122988" y="3673475"/>
          <p14:tracePt t="31311" x="6122988" y="3687763"/>
          <p14:tracePt t="31322" x="6122988" y="3700463"/>
          <p14:tracePt t="31344" x="6122988" y="3708400"/>
          <p14:tracePt t="31367" x="6137275" y="3721100"/>
          <p14:tracePt t="31389" x="6149975" y="3721100"/>
          <p14:tracePt t="31412" x="6157913" y="3721100"/>
          <p14:tracePt t="31423" x="6157913" y="3708400"/>
          <p14:tracePt t="31434" x="6170613" y="3708400"/>
          <p14:tracePt t="31447" x="6184900" y="3708400"/>
          <p14:tracePt t="31457" x="6184900" y="3700463"/>
          <p14:tracePt t="31468" x="6197600" y="3700463"/>
          <p14:tracePt t="31480" x="6197600" y="3687763"/>
          <p14:tracePt t="31491" x="6205538" y="3687763"/>
          <p14:tracePt t="31513" x="6218238" y="3673475"/>
          <p14:tracePt t="31547" x="6218238" y="3660775"/>
          <p14:tracePt t="31558" x="6232525" y="3660775"/>
          <p14:tracePt t="31727" x="6232525" y="3673475"/>
          <p14:tracePt t="31738" x="6238875" y="3673475"/>
          <p14:tracePt t="31749" x="6238875" y="3687763"/>
          <p14:tracePt t="31761" x="6253163" y="3687763"/>
          <p14:tracePt t="31772" x="6253163" y="3700463"/>
          <p14:tracePt t="31783" x="6265863" y="3700463"/>
          <p14:tracePt t="31817" x="6265863" y="3708400"/>
          <p14:tracePt t="31861" x="6265863" y="3721100"/>
          <p14:tracePt t="32019" x="6280150" y="3721100"/>
          <p14:tracePt t="32042" x="6286500" y="3721100"/>
          <p14:tracePt t="32054" x="6300788" y="3721100"/>
          <p14:tracePt t="32075" x="6313488" y="3708400"/>
          <p14:tracePt t="32098" x="6327775" y="3708400"/>
          <p14:tracePt t="32233" x="6334125" y="3708400"/>
          <p14:tracePt t="32289" x="6348413" y="3708400"/>
          <p14:tracePt t="32323" x="6361113" y="3721100"/>
          <p14:tracePt t="32345" x="6361113" y="3735388"/>
          <p14:tracePt t="32368" x="6361113" y="3741738"/>
          <p14:tracePt t="32514" x="6367463" y="3741738"/>
          <p14:tracePt t="32526" x="6367463" y="3735388"/>
          <p14:tracePt t="32537" x="6367463" y="3721100"/>
          <p14:tracePt t="32548" x="6367463" y="3708400"/>
          <p14:tracePt t="32559" x="6367463" y="3700463"/>
          <p14:tracePt t="32571" x="6367463" y="3687763"/>
          <p14:tracePt t="32582" x="6367463" y="3660775"/>
          <p14:tracePt t="32593" x="6367463" y="3652838"/>
          <p14:tracePt t="32694" x="6367463" y="3660775"/>
          <p14:tracePt t="32728" x="6367463" y="3673475"/>
          <p14:tracePt t="32751" x="6381750" y="3687763"/>
          <p14:tracePt t="32784" x="6381750" y="3700463"/>
          <p14:tracePt t="32964" x="6396038" y="3687763"/>
          <p14:tracePt t="33111" x="6408738" y="3687763"/>
          <p14:tracePt t="33133" x="6408738" y="3673475"/>
          <p14:tracePt t="33144" x="6415088" y="3673475"/>
          <p14:tracePt t="33178" x="6429375" y="3660775"/>
          <p14:tracePt t="33180" x="6443663" y="3652838"/>
          <p14:tracePt t="33190" x="6450013" y="3640138"/>
          <p14:tracePt t="33196" x="6462713" y="3619500"/>
          <p14:tracePt t="33200" x="6477000" y="3592513"/>
          <p14:tracePt t="33213" x="6491288" y="3578225"/>
          <p14:tracePt t="33223" x="6491288" y="3571875"/>
          <p14:tracePt t="33235" x="6497638" y="3544888"/>
          <p14:tracePt t="33247" x="6497638" y="3530600"/>
          <p14:tracePt t="33258" x="6510338" y="3509963"/>
          <p14:tracePt t="33281" x="6510338" y="3497263"/>
          <p14:tracePt t="33572" x="6510338" y="3509963"/>
          <p14:tracePt t="33594" x="6510338" y="3524250"/>
          <p14:tracePt t="34010" x="6497638" y="3530600"/>
          <p14:tracePt t="34033" x="6462713" y="3571875"/>
          <p14:tracePt t="34036" x="6443663" y="3619500"/>
          <p14:tracePt t="34044" x="6396038" y="3687763"/>
          <p14:tracePt t="34056" x="6361113" y="3741738"/>
          <p14:tracePt t="34067" x="6334125" y="3783013"/>
          <p14:tracePt t="34078" x="6327775" y="3789363"/>
          <p14:tracePt t="34089" x="6300788" y="3816350"/>
          <p14:tracePt t="34101" x="6286500" y="3824288"/>
          <p14:tracePt t="34235" x="6286500" y="3816350"/>
          <p14:tracePt t="34238" x="6300788" y="3803650"/>
          <p14:tracePt t="34247" x="6300788" y="3789363"/>
          <p14:tracePt t="34260" x="6300788" y="3783013"/>
          <p14:tracePt t="34270" x="6300788" y="3756025"/>
          <p14:tracePt t="34281" x="6300788" y="3735388"/>
          <p14:tracePt t="34292" x="6300788" y="3708400"/>
          <p14:tracePt t="34303" x="6300788" y="3687763"/>
          <p14:tracePt t="34314" x="6300788" y="3660775"/>
          <p14:tracePt t="34327" x="6300788" y="3652838"/>
          <p14:tracePt t="34337" x="6286500" y="3640138"/>
          <p14:tracePt t="34349" x="6286500" y="3625850"/>
          <p14:tracePt t="34360" x="6280150" y="3625850"/>
          <p14:tracePt t="34371" x="6265863" y="3619500"/>
          <p14:tracePt t="34393" x="6238875" y="3619500"/>
          <p14:tracePt t="34404" x="6232525" y="3625850"/>
          <p14:tracePt t="34416" x="6205538" y="3625850"/>
          <p14:tracePt t="34427" x="6184900" y="3652838"/>
          <p14:tracePt t="34438" x="6157913" y="3673475"/>
          <p14:tracePt t="34449" x="6149975" y="3687763"/>
          <p14:tracePt t="34461" x="6137275" y="3708400"/>
          <p14:tracePt t="34472" x="6137275" y="3735388"/>
          <p14:tracePt t="34483" x="6137275" y="3741738"/>
          <p14:tracePt t="34494" x="6149975" y="3768725"/>
          <p14:tracePt t="34506" x="6157913" y="3783013"/>
          <p14:tracePt t="34517" x="6184900" y="3789363"/>
          <p14:tracePt t="34528" x="6205538" y="3789363"/>
          <p14:tracePt t="34539" x="6232525" y="3803650"/>
          <p14:tracePt t="34551" x="6238875" y="3803650"/>
          <p14:tracePt t="34562" x="6280150" y="3789363"/>
          <p14:tracePt t="34573" x="6300788" y="3783013"/>
          <p14:tracePt t="34584" x="6313488" y="3756025"/>
          <p14:tracePt t="34596" x="6327775" y="3741738"/>
          <p14:tracePt t="34607" x="6334125" y="3721100"/>
          <p14:tracePt t="34618" x="6334125" y="3700463"/>
          <p14:tracePt t="34629" x="6334125" y="3673475"/>
          <p14:tracePt t="34640" x="6327775" y="3640138"/>
          <p14:tracePt t="34652" x="6313488" y="3619500"/>
          <p14:tracePt t="34663" x="6286500" y="3592513"/>
          <p14:tracePt t="34674" x="6280150" y="3571875"/>
          <p14:tracePt t="34686" x="6238875" y="3557588"/>
          <p14:tracePt t="34697" x="6218238" y="3544888"/>
          <p14:tracePt t="34708" x="6184900" y="3544888"/>
          <p14:tracePt t="34719" x="6157913" y="3544888"/>
          <p14:tracePt t="34730" x="6137275" y="3557588"/>
          <p14:tracePt t="34742" x="6122988" y="3557588"/>
          <p14:tracePt t="34753" x="6116638" y="3578225"/>
          <p14:tracePt t="34764" x="6116638" y="3592513"/>
          <p14:tracePt t="34776" x="6116638" y="3619500"/>
          <p14:tracePt t="34787" x="6116638" y="3640138"/>
          <p14:tracePt t="34798" x="6122988" y="3652838"/>
          <p14:tracePt t="34810" x="6137275" y="3660775"/>
          <p14:tracePt t="34821" x="6149975" y="3673475"/>
          <p14:tracePt t="34832" x="6170613" y="3673475"/>
          <p14:tracePt t="34844" x="6197600" y="3687763"/>
          <p14:tracePt t="34854" x="6218238" y="3687763"/>
          <p14:tracePt t="34865" x="6238875" y="3687763"/>
          <p14:tracePt t="34877" x="6265863" y="3673475"/>
          <p14:tracePt t="34888" x="6280150" y="3673475"/>
          <p14:tracePt t="34899" x="6286500" y="3652838"/>
          <p14:tracePt t="34911" x="6300788" y="3640138"/>
          <p14:tracePt t="34922" x="6300788" y="3625850"/>
          <p14:tracePt t="34933" x="6300788" y="3619500"/>
          <p14:tracePt t="34944" x="6300788" y="3592513"/>
          <p14:tracePt t="34955" x="6286500" y="3578225"/>
          <p14:tracePt t="34967" x="6280150" y="3571875"/>
          <p14:tracePt t="34978" x="6265863" y="3557588"/>
          <p14:tracePt t="34989" x="6253163" y="3557588"/>
          <p14:tracePt t="35001" x="6232525" y="3557588"/>
          <p14:tracePt t="35012" x="6205538" y="3557588"/>
          <p14:tracePt t="35023" x="6197600" y="3557588"/>
          <p14:tracePt t="35034" x="6170613" y="3571875"/>
          <p14:tracePt t="35046" x="6149975" y="3578225"/>
          <p14:tracePt t="35057" x="6122988" y="3619500"/>
          <p14:tracePt t="35068" x="6122988" y="3640138"/>
          <p14:tracePt t="35079" x="6116638" y="3660775"/>
          <p14:tracePt t="35091" x="6122988" y="3687763"/>
          <p14:tracePt t="35102" x="6122988" y="3700463"/>
          <p14:tracePt t="35113" x="6137275" y="3708400"/>
          <p14:tracePt t="35124" x="6149975" y="3721100"/>
          <p14:tracePt t="35136" x="6157913" y="3721100"/>
          <p14:tracePt t="35147" x="6170613" y="3721100"/>
          <p14:tracePt t="35158" x="6184900" y="3721100"/>
          <p14:tracePt t="35191" x="6184900" y="3708400"/>
          <p14:tracePt t="35203" x="6184900" y="3700463"/>
          <p14:tracePt t="35225" x="6184900" y="3687763"/>
          <p14:tracePt t="35237" x="6170613" y="3673475"/>
          <p14:tracePt t="35272" x="6157913" y="3660775"/>
          <p14:tracePt t="35284" x="6149975" y="3660775"/>
          <p14:tracePt t="35315" x="6137275" y="3673475"/>
          <p14:tracePt t="35338" x="6122988" y="3700463"/>
          <p14:tracePt t="35350" x="6122988" y="3708400"/>
          <p14:tracePt t="35361" x="6122988" y="3721100"/>
          <p14:tracePt t="35373" x="6137275" y="3735388"/>
          <p14:tracePt t="35416" x="6149975" y="3735388"/>
          <p14:tracePt t="35462" x="6149975" y="3721100"/>
          <p14:tracePt t="35473" x="6157913" y="3721100"/>
          <p14:tracePt t="35495" x="6157913" y="3708400"/>
          <p14:tracePt t="35529" x="6157913" y="3700463"/>
          <p14:tracePt t="35844" x="6149975" y="3700463"/>
          <p14:tracePt t="35867" x="6122988" y="3687763"/>
          <p14:tracePt t="35878" x="6116638" y="3687763"/>
          <p14:tracePt t="36058" x="6122988" y="3687763"/>
          <p14:tracePt t="36070" x="6137275" y="3687763"/>
          <p14:tracePt t="36092" x="6149975" y="3687763"/>
          <p14:tracePt t="36103" x="6157913" y="3687763"/>
          <p14:tracePt t="36116" x="6170613" y="3687763"/>
          <p14:tracePt t="36126" x="6184900" y="3687763"/>
          <p14:tracePt t="36137" x="6197600" y="3687763"/>
          <p14:tracePt t="36149" x="6205538" y="3687763"/>
          <p14:tracePt t="36182" x="6218238" y="3687763"/>
          <p14:tracePt t="36204" x="6232525" y="3687763"/>
          <p14:tracePt t="36216" x="6253163" y="3687763"/>
          <p14:tracePt t="36227" x="6280150" y="3687763"/>
          <p14:tracePt t="36238" x="6313488" y="3687763"/>
          <p14:tracePt t="36251" x="6334125" y="3687763"/>
          <p14:tracePt t="36261" x="6367463" y="3673475"/>
          <p14:tracePt t="36272" x="6396038" y="3673475"/>
          <p14:tracePt t="36283" x="6415088" y="3660775"/>
          <p14:tracePt t="36295" x="6443663" y="3640138"/>
          <p14:tracePt t="36317" x="6443663" y="3625850"/>
          <p14:tracePt t="36319" x="6450013" y="3605213"/>
          <p14:tracePt t="36328" x="6450013" y="3571875"/>
          <p14:tracePt t="36340" x="6450013" y="3544888"/>
          <p14:tracePt t="36351" x="6450013" y="3524250"/>
          <p14:tracePt t="36362" x="6443663" y="3497263"/>
          <p14:tracePt t="36374" x="6429375" y="3490913"/>
          <p14:tracePt t="36385" x="6415088" y="3476625"/>
          <p14:tracePt t="36396" x="6408738" y="3462338"/>
          <p14:tracePt t="36407" x="6396038" y="3462338"/>
          <p14:tracePt t="36418" x="6367463" y="3462338"/>
          <p14:tracePt t="36429" x="6348413" y="3476625"/>
          <p14:tracePt t="36441" x="6327775" y="3490913"/>
          <p14:tracePt t="36452" x="6286500" y="3497263"/>
          <p14:tracePt t="36463" x="6253163" y="3530600"/>
          <p14:tracePt t="36474" x="6232525" y="3571875"/>
          <p14:tracePt t="36486" x="6218238" y="3592513"/>
          <p14:tracePt t="36497" x="6205538" y="3625850"/>
          <p14:tracePt t="36508" x="6205538" y="3652838"/>
          <p14:tracePt t="36519" x="6205538" y="3673475"/>
          <p14:tracePt t="36531" x="6218238" y="3700463"/>
          <p14:tracePt t="36542" x="6238875" y="3721100"/>
          <p14:tracePt t="36553" x="6280150" y="3741738"/>
          <p14:tracePt t="36564" x="6300788" y="3756025"/>
          <p14:tracePt t="36576" x="6348413" y="3768725"/>
          <p14:tracePt t="36587" x="6396038" y="3768725"/>
          <p14:tracePt t="36598" x="6443663" y="3768725"/>
          <p14:tracePt t="36609" x="6462713" y="3756025"/>
          <p14:tracePt t="36621" x="6497638" y="3741738"/>
          <p14:tracePt t="36634" x="6524625" y="3721100"/>
          <p14:tracePt t="36644" x="6530975" y="3687763"/>
          <p14:tracePt t="36655" x="6530975" y="3660775"/>
          <p14:tracePt t="36666" x="6530975" y="3640138"/>
          <p14:tracePt t="36677" x="6530975" y="3605213"/>
          <p14:tracePt t="36688" x="6524625" y="3578225"/>
          <p14:tracePt t="36700" x="6497638" y="3571875"/>
          <p14:tracePt t="36711" x="6491288" y="3544888"/>
          <p14:tracePt t="36722" x="6462713" y="3544888"/>
          <p14:tracePt t="36733" x="6443663" y="3530600"/>
          <p14:tracePt t="36744" x="6415088" y="3530600"/>
          <p14:tracePt t="36756" x="6396038" y="3544888"/>
          <p14:tracePt t="36767" x="6367463" y="3557588"/>
          <p14:tracePt t="36778" x="6348413" y="3571875"/>
          <p14:tracePt t="36789" x="6334125" y="3592513"/>
          <p14:tracePt t="36801" x="6327775" y="3625850"/>
          <p14:tracePt t="36812" x="6313488" y="3660775"/>
          <p14:tracePt t="36823" x="6313488" y="3673475"/>
          <p14:tracePt t="36834" x="6327775" y="3700463"/>
          <p14:tracePt t="36846" x="6348413" y="3721100"/>
          <p14:tracePt t="36857" x="6367463" y="3735388"/>
          <p14:tracePt t="36868" x="6408738" y="3735388"/>
          <p14:tracePt t="36879" x="6443663" y="3741738"/>
          <p14:tracePt t="36891" x="6477000" y="3741738"/>
          <p14:tracePt t="36902" x="6510338" y="3735388"/>
          <p14:tracePt t="36913" x="6530975" y="3721100"/>
          <p14:tracePt t="36924" x="6557963" y="3708400"/>
          <p14:tracePt t="36935" x="6557963" y="3700463"/>
          <p14:tracePt t="36947" x="6557963" y="3673475"/>
          <p14:tracePt t="36958" x="6545263" y="3652838"/>
          <p14:tracePt t="36969" x="6510338" y="3625850"/>
          <p14:tracePt t="36980" x="6450013" y="3592513"/>
          <p14:tracePt t="36992" x="6396038" y="3571875"/>
          <p14:tracePt t="37003" x="6300788" y="3544888"/>
          <p14:tracePt t="37014" x="6205538" y="3524250"/>
          <p14:tracePt t="37026" x="6137275" y="3524250"/>
          <p14:tracePt t="37037" x="6089650" y="3530600"/>
          <p14:tracePt t="37048" x="6042025" y="3544888"/>
          <p14:tracePt t="37059" x="6007100" y="3571875"/>
          <p14:tracePt t="37071" x="5994400" y="3592513"/>
          <p14:tracePt t="37084" x="5994400" y="3619500"/>
          <p14:tracePt t="37093" x="5994400" y="3640138"/>
          <p14:tracePt t="37104" x="6021388" y="3660775"/>
          <p14:tracePt t="37116" x="6042025" y="3687763"/>
          <p14:tracePt t="37127" x="6075363" y="3700463"/>
          <p14:tracePt t="37138" x="6122988" y="3708400"/>
          <p14:tracePt t="37150" x="6184900" y="3708400"/>
          <p14:tracePt t="37161" x="6253163" y="3708400"/>
          <p14:tracePt t="37172" x="6300788" y="3700463"/>
          <p14:tracePt t="37183" x="6361113" y="3700463"/>
          <p14:tracePt t="37194" x="6408738" y="3673475"/>
          <p14:tracePt t="37206" x="6415088" y="3660775"/>
          <p14:tracePt t="37217" x="6429375" y="3652838"/>
          <p14:tracePt t="37228" x="6429375" y="3640138"/>
          <p14:tracePt t="37239" x="6429375" y="3625850"/>
          <p14:tracePt t="37251" x="6415088" y="3625850"/>
          <p14:tracePt t="37262" x="6415088" y="3619500"/>
          <p14:tracePt t="37273" x="6408738" y="3619500"/>
          <p14:tracePt t="37284" x="6381750" y="3619500"/>
          <p14:tracePt t="37296" x="6367463" y="3619500"/>
          <p14:tracePt t="37307" x="6361113" y="3619500"/>
          <p14:tracePt t="37318" x="6348413" y="3625850"/>
          <p14:tracePt t="37329" x="6327775" y="3652838"/>
          <p14:tracePt t="37340" x="6327775" y="3660775"/>
          <p14:tracePt t="37363" x="6327775" y="3687763"/>
          <p14:tracePt t="37367" x="6334125" y="3700463"/>
          <p14:tracePt t="37375" x="6361113" y="3721100"/>
          <p14:tracePt t="37386" x="6408738" y="3735388"/>
          <p14:tracePt t="37397" x="6450013" y="3741738"/>
          <p14:tracePt t="37408" x="6524625" y="3741738"/>
          <p14:tracePt t="37419" x="6578600" y="3741738"/>
          <p14:tracePt t="37430" x="6626225" y="3741738"/>
          <p14:tracePt t="37442" x="6673850" y="3735388"/>
          <p14:tracePt t="37453" x="6694488" y="3721100"/>
          <p14:tracePt t="37464" x="6721475" y="3708400"/>
          <p14:tracePt t="37476" x="6735763" y="3700463"/>
          <p14:tracePt t="37487" x="6735763" y="3673475"/>
          <p14:tracePt t="37498" x="6735763" y="3660775"/>
          <p14:tracePt t="37509" x="6735763" y="3652838"/>
          <p14:tracePt t="37521" x="6735763" y="3640138"/>
          <p14:tracePt t="37543" x="6735763" y="3625850"/>
          <p14:tracePt t="37565" x="6721475" y="3625850"/>
          <p14:tracePt t="37588" x="6708775" y="3625850"/>
          <p14:tracePt t="37599" x="6688138" y="3625850"/>
          <p14:tracePt t="37610" x="6673850" y="3625850"/>
          <p14:tracePt t="37993" x="6688138" y="3640138"/>
          <p14:tracePt t="38017" x="6694488" y="3640138"/>
          <p14:tracePt t="38027" x="6708775" y="3652838"/>
          <p14:tracePt t="38038" x="6735763" y="3660775"/>
          <p14:tracePt t="38049" x="6756400" y="3673475"/>
          <p14:tracePt t="38061" x="6783388" y="3687763"/>
          <p14:tracePt t="38072" x="6804025" y="3708400"/>
          <p14:tracePt t="38084" x="6837363" y="3735388"/>
          <p14:tracePt t="38095" x="6884988" y="3768725"/>
          <p14:tracePt t="38106" x="6946900" y="3803650"/>
          <p14:tracePt t="38117" x="7015163" y="3824288"/>
          <p14:tracePt t="38139" x="7062788" y="3851275"/>
          <p14:tracePt t="38142" x="7129463" y="3871913"/>
          <p14:tracePt t="38152" x="7177088" y="3884613"/>
          <p14:tracePt t="38163" x="7224713" y="3898900"/>
          <p14:tracePt t="38174" x="7245350" y="3898900"/>
          <p14:tracePt t="38184" x="7280275" y="3898900"/>
          <p14:tracePt t="38196" x="7307263" y="3898900"/>
          <p14:tracePt t="38207" x="7319963" y="3898900"/>
          <p14:tracePt t="38218" x="7327900" y="3898900"/>
          <p14:tracePt t="38241" x="7340600" y="3898900"/>
          <p14:tracePt t="38252" x="7340600" y="3884613"/>
          <p14:tracePt t="38308" x="7340600" y="3871913"/>
          <p14:tracePt t="38366" x="7327900" y="3871913"/>
          <p14:tracePt t="38387" x="7319963" y="3871913"/>
          <p14:tracePt t="38409" x="7307263" y="3871913"/>
          <p14:tracePt t="38432" x="7307263" y="3884613"/>
          <p14:tracePt t="38465" x="7319963" y="3884613"/>
          <p14:tracePt t="38499" x="7319963" y="3871913"/>
          <p14:tracePt t="38522" x="7319963" y="3863975"/>
          <p14:tracePt t="38544" x="7307263" y="3851275"/>
          <p14:tracePt t="38555" x="7307263" y="3836988"/>
          <p14:tracePt t="38568" x="7292975" y="3816350"/>
          <p14:tracePt t="38578" x="7280275" y="3789363"/>
          <p14:tracePt t="38589" x="7272338" y="3768725"/>
          <p14:tracePt t="38601" x="7259638" y="3741738"/>
          <p14:tracePt t="38612" x="7239000" y="3708400"/>
          <p14:tracePt t="38623" x="7197725" y="3687763"/>
          <p14:tracePt t="38634" x="7164388" y="3652838"/>
          <p14:tracePt t="38646" x="7129463" y="3625850"/>
          <p14:tracePt t="38657" x="7096125" y="3605213"/>
          <p14:tracePt t="38668" x="7034213" y="3578225"/>
          <p14:tracePt t="38680" x="6986588" y="3571875"/>
          <p14:tracePt t="38691" x="6946900" y="3557588"/>
          <p14:tracePt t="38703" x="6905625" y="3557588"/>
          <p14:tracePt t="38713" x="6872288" y="3557588"/>
          <p14:tracePt t="38725" x="6837363" y="3557588"/>
          <p14:tracePt t="38736" x="6824663" y="3571875"/>
          <p14:tracePt t="38747" x="6804025" y="3592513"/>
          <p14:tracePt t="38758" x="6789738" y="3619500"/>
          <p14:tracePt t="38769" x="6789738" y="3625850"/>
          <p14:tracePt t="38781" x="6789738" y="3640138"/>
          <p14:tracePt t="38792" x="6804025" y="3652838"/>
          <p14:tracePt t="38803" x="6816725" y="3660775"/>
          <p14:tracePt t="38814" x="6824663" y="3660775"/>
          <p14:tracePt t="38826" x="6837363" y="3673475"/>
          <p14:tracePt t="38837" x="6872288" y="3673475"/>
          <p14:tracePt t="38848" x="6899275" y="3673475"/>
          <p14:tracePt t="38859" x="6919913" y="3673475"/>
          <p14:tracePt t="38872" x="6953250" y="3673475"/>
          <p14:tracePt t="38882" x="6980238" y="3660775"/>
          <p14:tracePt t="38893" x="7000875" y="3660775"/>
          <p14:tracePt t="38904" x="7015163" y="3652838"/>
          <p14:tracePt t="38983" x="7027863" y="3652838"/>
          <p14:tracePt t="39006" x="7034213" y="3652838"/>
          <p14:tracePt t="39018" x="7048500" y="3660775"/>
          <p14:tracePt t="39029" x="7062788" y="3660775"/>
          <p14:tracePt t="39039" x="7069138" y="3660775"/>
          <p14:tracePt t="39051" x="7081838" y="3660775"/>
          <p14:tracePt t="39062" x="7096125" y="3673475"/>
          <p14:tracePt t="39073" x="7110413" y="3673475"/>
          <p14:tracePt t="39095" x="7116763" y="3687763"/>
          <p14:tracePt t="39118" x="7129463" y="3687763"/>
          <p14:tracePt t="39129" x="7129463" y="3700463"/>
          <p14:tracePt t="39141" x="7143750" y="3700463"/>
          <p14:tracePt t="39163" x="7150100" y="3700463"/>
          <p14:tracePt t="39174" x="7164388" y="3700463"/>
          <p14:tracePt t="39197" x="7177088" y="3687763"/>
          <p14:tracePt t="39219" x="7191375" y="3687763"/>
          <p14:tracePt t="39264" x="7197725" y="3687763"/>
          <p14:tracePt t="39276" x="7197725" y="3700463"/>
          <p14:tracePt t="39287" x="7212013" y="3700463"/>
          <p14:tracePt t="39309" x="7224713" y="3700463"/>
          <p14:tracePt t="39332" x="7212013" y="3700463"/>
          <p14:tracePt t="39343" x="7197725" y="3700463"/>
          <p14:tracePt t="39354" x="7191375" y="3700463"/>
          <p14:tracePt t="39613" x="7197725" y="3700463"/>
          <p14:tracePt t="39658" x="7212013" y="3700463"/>
          <p14:tracePt t="39692" x="7224713" y="3700463"/>
          <p14:tracePt t="39725" x="7224713" y="3687763"/>
          <p14:tracePt t="39749" x="7239000" y="3687763"/>
          <p14:tracePt t="39838" x="7239000" y="3673475"/>
          <p14:tracePt t="39916" x="7239000" y="3660775"/>
          <p14:tracePt t="39950" x="7239000" y="3652838"/>
          <p14:tracePt t="39995" x="7239000" y="3640138"/>
          <p14:tracePt t="40040" x="7245350" y="3640138"/>
          <p14:tracePt t="40130" x="7259638" y="3640138"/>
          <p14:tracePt t="40142" x="7272338" y="3652838"/>
          <p14:tracePt t="40153" x="7280275" y="3660775"/>
          <p14:tracePt t="40166" x="7319963" y="3673475"/>
          <p14:tracePt t="40176" x="7361238" y="3687763"/>
          <p14:tracePt t="40187" x="7402513" y="3687763"/>
          <p14:tracePt t="40198" x="7435850" y="3700463"/>
          <p14:tracePt t="40209" x="7483475" y="3700463"/>
          <p14:tracePt t="40221" x="7504113" y="3708400"/>
          <p14:tracePt t="40234" x="7524750" y="3708400"/>
          <p14:tracePt t="40244" x="7539038" y="3708400"/>
          <p14:tracePt t="40321" x="7524750" y="3708400"/>
          <p14:tracePt t="40344" x="7518400" y="3708400"/>
          <p14:tracePt t="40356" x="7504113" y="3708400"/>
          <p14:tracePt t="40367" x="7483475" y="3708400"/>
          <p14:tracePt t="40379" x="7443788" y="3708400"/>
          <p14:tracePt t="40390" x="7423150" y="3708400"/>
          <p14:tracePt t="40401" x="7402513" y="3708400"/>
          <p14:tracePt t="40412" x="7375525" y="3721100"/>
          <p14:tracePt t="40423" x="7361238" y="3721100"/>
          <p14:tracePt t="40435" x="7354888" y="3721100"/>
          <p14:tracePt t="40445" x="7340600" y="3721100"/>
          <p14:tracePt t="40546" x="7354888" y="3721100"/>
          <p14:tracePt t="40580" x="7361238" y="3721100"/>
          <p14:tracePt t="40592" x="7375525" y="3721100"/>
          <p14:tracePt t="40603" x="7388225" y="3721100"/>
          <p14:tracePt t="40637" x="7402513" y="3721100"/>
          <p14:tracePt t="40895" x="7408863" y="3721100"/>
          <p14:tracePt t="40940" x="7408863" y="3708400"/>
          <p14:tracePt t="41346" x="7423150" y="3708400"/>
          <p14:tracePt t="41368" x="7435850" y="3708400"/>
          <p14:tracePt t="41391" x="7443788" y="3708400"/>
          <p14:tracePt t="41402" x="7456488" y="3708400"/>
          <p14:tracePt t="41424" x="7470775" y="3708400"/>
          <p14:tracePt t="41447" x="7483475" y="3708400"/>
          <p14:tracePt t="41570" x="7483475" y="3721100"/>
          <p14:tracePt t="41593" x="7491413" y="3735388"/>
          <p14:tracePt t="41616" x="7504113" y="3741738"/>
          <p14:tracePt t="41627" x="7518400" y="3741738"/>
          <p14:tracePt t="41649" x="7524750" y="3741738"/>
          <p14:tracePt t="41661" x="7539038" y="3741738"/>
          <p14:tracePt t="41683" x="7551738" y="3741738"/>
          <p14:tracePt t="41705" x="7566025" y="3741738"/>
          <p14:tracePt t="41795" x="7572375" y="3741738"/>
          <p14:tracePt t="41851" x="7586663" y="3741738"/>
          <p14:tracePt t="41874" x="7599363" y="3741738"/>
          <p14:tracePt t="41885" x="7605713" y="3741738"/>
          <p14:tracePt t="41898" x="7634288" y="3741738"/>
          <p14:tracePt t="41909" x="7653338" y="3741738"/>
          <p14:tracePt t="41919" x="7681913" y="3741738"/>
          <p14:tracePt t="41931" x="7694613" y="3741738"/>
          <p14:tracePt t="41942" x="7715250" y="3741738"/>
          <p14:tracePt t="41953" x="7729538" y="3741738"/>
          <p14:tracePt t="41965" x="7735888" y="3741738"/>
          <p14:tracePt t="42167" x="7735888" y="3756025"/>
          <p14:tracePt t="42223" x="7748588" y="3756025"/>
          <p14:tracePt t="42290" x="7762875" y="3756025"/>
          <p14:tracePt t="42313" x="7777163" y="3756025"/>
          <p14:tracePt t="42325" x="7783513" y="3756025"/>
          <p14:tracePt t="42336" x="7796213" y="3756025"/>
          <p14:tracePt t="42347" x="7810500" y="3768725"/>
          <p14:tracePt t="42358" x="7816850" y="3768725"/>
          <p14:tracePt t="42369" x="7810500" y="3768725"/>
          <p14:tracePt t="42381" x="7783513" y="3768725"/>
          <p14:tracePt t="42730" x="7796213" y="3768725"/>
          <p14:tracePt t="42796" x="7810500" y="3768725"/>
          <p14:tracePt t="42830" x="7816850" y="3768725"/>
          <p14:tracePt t="42853" x="7831138" y="3768725"/>
          <p14:tracePt t="42875" x="7843838" y="3768725"/>
          <p14:tracePt t="42909" x="7858125" y="3756025"/>
          <p14:tracePt t="42954" x="7864475" y="3756025"/>
          <p14:tracePt t="42966" x="7878763" y="3756025"/>
          <p14:tracePt t="42977" x="7891463" y="3756025"/>
          <p14:tracePt t="42988" x="7891463" y="3768725"/>
          <p14:tracePt t="42999" x="7912100" y="3768725"/>
          <p14:tracePt t="43011" x="7939088" y="3768725"/>
          <p14:tracePt t="43022" x="7959725" y="3768725"/>
          <p14:tracePt t="43033" x="7980363" y="3768725"/>
          <p14:tracePt t="43045" x="8007350" y="3768725"/>
          <p14:tracePt t="43056" x="8021638" y="3768725"/>
          <p14:tracePt t="43067" x="8027988" y="3768725"/>
          <p14:tracePt t="43078" x="8042275" y="3768725"/>
          <p14:tracePt t="43179" x="8054975" y="3768725"/>
          <p14:tracePt t="43191" x="8069263" y="3783013"/>
          <p14:tracePt t="43202" x="8075613" y="3783013"/>
          <p14:tracePt t="43214" x="8110538" y="3783013"/>
          <p14:tracePt t="43224" x="8150225" y="3789363"/>
          <p14:tracePt t="43237" x="8185150" y="3789363"/>
          <p14:tracePt t="43247" x="8205788" y="3803650"/>
          <p14:tracePt t="43259" x="8239125" y="3803650"/>
          <p14:tracePt t="43269" x="8253413" y="3803650"/>
          <p14:tracePt t="43280" x="8266113" y="3803650"/>
          <p14:tracePt t="43292" x="8272463" y="3803650"/>
          <p14:tracePt t="43563" x="8286750" y="3803650"/>
          <p14:tracePt t="43573" x="8301038" y="3803650"/>
          <p14:tracePt t="43596" x="8313738" y="3803650"/>
          <p14:tracePt t="43607" x="8320088" y="3803650"/>
          <p14:tracePt t="43786" x="8320088" y="3789363"/>
          <p14:tracePt t="43989" x="8320088" y="3803650"/>
          <p14:tracePt t="45397" x="8348663" y="3803650"/>
          <p14:tracePt t="45407" x="8367713" y="3803650"/>
          <p14:tracePt t="45418" x="8415338" y="3803650"/>
          <p14:tracePt t="45429" x="8450263" y="3803650"/>
          <p14:tracePt t="45441" x="8497888" y="3803650"/>
          <p14:tracePt t="45452" x="8531225" y="3803650"/>
          <p14:tracePt t="45463" x="8558213" y="3803650"/>
          <p14:tracePt t="45474" x="8566150" y="3783013"/>
          <p14:tracePt t="45486" x="8566150" y="3756025"/>
          <p14:tracePt t="45499" x="8566150" y="3721100"/>
          <p14:tracePt t="45509" x="8531225" y="3673475"/>
          <p14:tracePt t="45520" x="8477250" y="3619500"/>
          <p14:tracePt t="45531" x="8367713" y="3544888"/>
          <p14:tracePt t="45542" x="8232775" y="3476625"/>
          <p14:tracePt t="45554" x="8123238" y="3429000"/>
          <p14:tracePt t="45565" x="7974013" y="3367088"/>
          <p14:tracePt t="45576" x="7831138" y="3333750"/>
          <p14:tracePt t="45587" x="7715250" y="3313113"/>
          <p14:tracePt t="45598" x="7634288" y="3313113"/>
          <p14:tracePt t="45609" x="7551738" y="3313113"/>
          <p14:tracePt t="45621" x="7491413" y="3313113"/>
          <p14:tracePt t="45632" x="7456488" y="3327400"/>
          <p14:tracePt t="45643" x="7423150" y="3348038"/>
          <p14:tracePt t="45654" x="7402513" y="3367088"/>
          <p14:tracePt t="45666" x="7375525" y="3408363"/>
          <p14:tracePt t="45677" x="7361238" y="3443288"/>
          <p14:tracePt t="45688" x="7354888" y="3462338"/>
          <p14:tracePt t="45700" x="7354888" y="3490913"/>
          <p14:tracePt t="45712" x="7354888" y="3509963"/>
          <p14:tracePt t="45733" x="7354888" y="3530600"/>
          <p14:tracePt t="45756" x="7375525" y="3557588"/>
          <p14:tracePt t="45758" x="7402513" y="3571875"/>
          <p14:tracePt t="45767" x="7423150" y="3578225"/>
          <p14:tracePt t="45770" x="7456488" y="3592513"/>
          <p14:tracePt t="45778" x="7524750" y="3619500"/>
          <p14:tracePt t="45790" x="7605713" y="3625850"/>
          <p14:tracePt t="45801" x="7700963" y="3652838"/>
          <p14:tracePt t="45813" x="7783513" y="3652838"/>
          <p14:tracePt t="45824" x="7912100" y="3660775"/>
          <p14:tracePt t="45835" x="8042275" y="3660775"/>
          <p14:tracePt t="45847" x="8158163" y="3652838"/>
          <p14:tracePt t="45858" x="8232775" y="3640138"/>
          <p14:tracePt t="45868" x="8301038" y="3625850"/>
          <p14:tracePt t="45879" x="8348663" y="3605213"/>
          <p14:tracePt t="45891" x="8382000" y="3592513"/>
          <p14:tracePt t="45902" x="8396288" y="3571875"/>
          <p14:tracePt t="45913" x="8396288" y="3544888"/>
          <p14:tracePt t="45924" x="8382000" y="3524250"/>
          <p14:tracePt t="45936" x="8355013" y="3490913"/>
          <p14:tracePt t="45947" x="8320088" y="3462338"/>
          <p14:tracePt t="45958" x="8239125" y="3429000"/>
          <p14:tracePt t="45969" x="8123238" y="3395663"/>
          <p14:tracePt t="45981" x="8007350" y="3360738"/>
          <p14:tracePt t="45992" x="7899400" y="3333750"/>
          <p14:tracePt t="46003" x="7762875" y="3327400"/>
          <p14:tracePt t="46015" x="7646988" y="3327400"/>
          <p14:tracePt t="46026" x="7572375" y="3327400"/>
          <p14:tracePt t="46037" x="7483475" y="3348038"/>
          <p14:tracePt t="46048" x="7402513" y="3381375"/>
          <p14:tracePt t="46059" x="7327900" y="3429000"/>
          <p14:tracePt t="46071" x="7280275" y="3462338"/>
          <p14:tracePt t="46082" x="7259638" y="3524250"/>
          <p14:tracePt t="46093" x="7239000" y="3557588"/>
          <p14:tracePt t="46104" x="7224713" y="3592513"/>
          <p14:tracePt t="46116" x="7224713" y="3619500"/>
          <p14:tracePt t="46127" x="7224713" y="3640138"/>
          <p14:tracePt t="46138" x="7239000" y="3652838"/>
          <p14:tracePt t="46150" x="7245350" y="3673475"/>
          <p14:tracePt t="46161" x="7259638" y="3687763"/>
          <p14:tracePt t="46172" x="7280275" y="3708400"/>
          <p14:tracePt t="46183" x="7327900" y="3735388"/>
          <p14:tracePt t="46194" x="7388225" y="3741738"/>
          <p14:tracePt t="46206" x="7443788" y="3756025"/>
          <p14:tracePt t="46217" x="7524750" y="3783013"/>
          <p14:tracePt t="46228" x="7605713" y="3789363"/>
          <p14:tracePt t="46240" x="7667625" y="3789363"/>
          <p14:tracePt t="46251" x="7735888" y="3789363"/>
          <p14:tracePt t="46262" x="7796213" y="3789363"/>
          <p14:tracePt t="46275" x="7843838" y="3789363"/>
          <p14:tracePt t="46285" x="7864475" y="3783013"/>
          <p14:tracePt t="46296" x="7899400" y="3768725"/>
          <p14:tracePt t="46307" x="7912100" y="3768725"/>
          <p14:tracePt t="46318" x="7912100" y="3756025"/>
          <p14:tracePt t="46341" x="7912100" y="3741738"/>
          <p14:tracePt t="46352" x="7899400" y="3735388"/>
          <p14:tracePt t="46364" x="7891463" y="3721100"/>
          <p14:tracePt t="46374" x="7864475" y="3708400"/>
          <p14:tracePt t="46386" x="7831138" y="3700463"/>
          <p14:tracePt t="46397" x="7783513" y="3687763"/>
          <p14:tracePt t="46408" x="7729538" y="3687763"/>
          <p14:tracePt t="46419" x="7681913" y="3673475"/>
          <p14:tracePt t="46431" x="7620000" y="3673475"/>
          <p14:tracePt t="46442" x="7551738" y="3687763"/>
          <p14:tracePt t="46453" x="7504113" y="3687763"/>
          <p14:tracePt t="46465" x="7443788" y="3700463"/>
          <p14:tracePt t="46476" x="7402513" y="3708400"/>
          <p14:tracePt t="46487" x="7361238" y="3735388"/>
          <p14:tracePt t="46500" x="7354888" y="3735388"/>
          <p14:tracePt t="46509" x="7340600" y="3741738"/>
          <p14:tracePt t="46521" x="7327900" y="3756025"/>
          <p14:tracePt t="46554" x="7340600" y="3756025"/>
          <p14:tracePt t="46577" x="7327900" y="3756025"/>
          <p14:tracePt t="46588" x="7319963" y="3756025"/>
          <p14:tracePt t="46599" x="7292975" y="3756025"/>
          <p14:tracePt t="46611" x="7272338" y="3756025"/>
          <p14:tracePt t="46622" x="7245350" y="3756025"/>
          <p14:tracePt t="46633" x="7239000" y="3756025"/>
          <p14:tracePt t="46779" x="7239000" y="3741738"/>
          <p14:tracePt t="46802" x="7245350" y="3741738"/>
          <p14:tracePt t="46805" x="7259638" y="3741738"/>
          <p14:tracePt t="46814" x="7259638" y="3735388"/>
          <p14:tracePt t="46836" x="7259638" y="3721100"/>
          <p14:tracePt t="46880" x="7272338" y="3721100"/>
          <p14:tracePt t="46892" x="7272338" y="3735388"/>
          <p14:tracePt t="47139" x="7272338" y="3741738"/>
          <p14:tracePt t="47151" x="7259638" y="3741738"/>
          <p14:tracePt t="47162" x="7239000" y="3741738"/>
          <p14:tracePt t="47173" x="7212013" y="3756025"/>
          <p14:tracePt t="47185" x="7177088" y="3768725"/>
          <p14:tracePt t="47196" x="7116763" y="3783013"/>
          <p14:tracePt t="47208" x="7048500" y="3783013"/>
          <p14:tracePt t="47218" x="6946900" y="3789363"/>
          <p14:tracePt t="47229" x="6816725" y="3803650"/>
          <p14:tracePt t="47241" x="6661150" y="3816350"/>
          <p14:tracePt t="47252" x="6557963" y="3824288"/>
          <p14:tracePt t="47263" x="6408738" y="3824288"/>
          <p14:tracePt t="47274" x="6265863" y="3824288"/>
          <p14:tracePt t="47286" x="6137275" y="3836988"/>
          <p14:tracePt t="47297" x="6042025" y="3836988"/>
          <p14:tracePt t="47308" x="5926138" y="3836988"/>
          <p14:tracePt t="47319" x="5810250" y="3836988"/>
          <p14:tracePt t="47331" x="5715000" y="3851275"/>
          <p14:tracePt t="47342" x="5661025" y="3851275"/>
          <p14:tracePt t="47355" x="5599113" y="3851275"/>
          <p14:tracePt t="47364" x="5565775" y="3851275"/>
          <p14:tracePt t="47376" x="5538788" y="3851275"/>
          <p14:tracePt t="47398" x="5530850" y="3851275"/>
          <p14:tracePt t="47421" x="5518150" y="3851275"/>
          <p14:tracePt t="47433" x="5503863" y="3851275"/>
          <p14:tracePt t="47443" x="5483225" y="3851275"/>
          <p14:tracePt t="47456" x="5449888" y="3851275"/>
          <p14:tracePt t="47477" x="5408613" y="3851275"/>
          <p14:tracePt t="47479" x="5340350" y="3851275"/>
          <p14:tracePt t="47488" x="5245100" y="3863975"/>
          <p14:tracePt t="47502" x="5129213" y="3863975"/>
          <p14:tracePt t="47511" x="5027613" y="3871913"/>
          <p14:tracePt t="47523" x="4864100" y="3871913"/>
          <p14:tracePt t="47533" x="4700588" y="3884613"/>
          <p14:tracePt t="47544" x="4524375" y="3898900"/>
          <p14:tracePt t="47556" x="4408488" y="3898900"/>
          <p14:tracePt t="47567" x="4244975" y="3898900"/>
          <p14:tracePt t="47578" x="4116388" y="3884613"/>
          <p14:tracePt t="47590" x="4000500" y="3871913"/>
          <p14:tracePt t="47601" x="3938588" y="3863975"/>
          <p14:tracePt t="47613" x="3890963" y="3863975"/>
          <p14:tracePt t="47624" x="3878263" y="3863975"/>
          <p14:tracePt t="47746" x="3890963" y="3863975"/>
          <p14:tracePt t="47758" x="3925888" y="3863975"/>
          <p14:tracePt t="47769" x="3973513" y="3863975"/>
          <p14:tracePt t="47781" x="4081463" y="3871913"/>
          <p14:tracePt t="47793" x="4217988" y="3884613"/>
          <p14:tracePt t="47803" x="4381500" y="3884613"/>
          <p14:tracePt t="47814" x="4538663" y="3911600"/>
          <p14:tracePt t="47826" x="4768850" y="3919538"/>
          <p14:tracePt t="47848" x="5027613" y="3946525"/>
          <p14:tracePt t="47850" x="5286375" y="3952875"/>
          <p14:tracePt t="47860" x="5456238" y="3967163"/>
          <p14:tracePt t="47873" x="5700713" y="3979863"/>
          <p14:tracePt t="47882" x="5926138" y="3979863"/>
          <p14:tracePt t="47893" x="6069013" y="3994150"/>
          <p14:tracePt t="47905" x="6238875" y="4000500"/>
          <p14:tracePt t="47916" x="6408738" y="4000500"/>
          <p14:tracePt t="47927" x="6530975" y="4014788"/>
          <p14:tracePt t="47938" x="6626225" y="4014788"/>
          <p14:tracePt t="47949" x="6735763" y="4014788"/>
          <p14:tracePt t="47961" x="6816725" y="4014788"/>
          <p14:tracePt t="47972" x="6899275" y="4014788"/>
          <p14:tracePt t="47983" x="6946900" y="4014788"/>
          <p14:tracePt t="47994" x="7015163" y="4014788"/>
          <p14:tracePt t="48006" x="7069138" y="4000500"/>
          <p14:tracePt t="48017" x="7129463" y="4000500"/>
          <p14:tracePt t="48028" x="7177088" y="4000500"/>
          <p14:tracePt t="48039" x="7224713" y="4000500"/>
          <p14:tracePt t="48051" x="7272338" y="4000500"/>
          <p14:tracePt t="48062" x="7307263" y="4000500"/>
          <p14:tracePt t="48073" x="7340600" y="3994150"/>
          <p14:tracePt t="48084" x="7388225" y="3994150"/>
          <p14:tracePt t="48096" x="7435850" y="3994150"/>
          <p14:tracePt t="48107" x="7470775" y="3994150"/>
          <p14:tracePt t="48118" x="7518400" y="3994150"/>
          <p14:tracePt t="48129" x="7551738" y="3979863"/>
          <p14:tracePt t="48141" x="7572375" y="3979863"/>
          <p14:tracePt t="48152" x="7599363" y="3979863"/>
          <p14:tracePt t="48163" x="7605713" y="3979863"/>
          <p14:tracePt t="48174" x="7620000" y="3979863"/>
          <p14:tracePt t="48186" x="7634288" y="3979863"/>
          <p14:tracePt t="48287" x="7620000" y="3979863"/>
          <p14:tracePt t="48298" x="7620000" y="3967163"/>
          <p14:tracePt t="48309" x="7566025" y="3967163"/>
          <p14:tracePt t="48321" x="7470775" y="3946525"/>
          <p14:tracePt t="48703" x="7470775" y="3932238"/>
          <p14:tracePt t="48770" x="7470775" y="3946525"/>
          <p14:tracePt t="48849" x="7483475" y="3946525"/>
          <p14:tracePt t="48939" x="7491413" y="3946525"/>
          <p14:tracePt t="48995" x="7483475" y="3946525"/>
          <p14:tracePt t="49007" x="7470775" y="3946525"/>
          <p14:tracePt t="49018" x="7456488" y="3946525"/>
          <p14:tracePt t="49029" x="7443788" y="3946525"/>
          <p14:tracePt t="49041" x="7435850" y="3946525"/>
          <p14:tracePt t="49052" x="7408863" y="3946525"/>
          <p14:tracePt t="49063" x="7388225" y="3932238"/>
          <p14:tracePt t="49075" x="7340600" y="3932238"/>
          <p14:tracePt t="49086" x="7327900" y="3932238"/>
          <p14:tracePt t="49277" x="7340600" y="3932238"/>
          <p14:tracePt t="49333" x="7327900" y="3932238"/>
          <p14:tracePt t="49345" x="7327900" y="3919538"/>
          <p14:tracePt t="49367" x="7319963" y="3919538"/>
          <p14:tracePt t="49379" x="7307263" y="3919538"/>
          <p14:tracePt t="49390" x="7292975" y="3919538"/>
          <p14:tracePt t="49401" x="7245350" y="3911600"/>
          <p14:tracePt t="49413" x="7191375" y="3898900"/>
          <p14:tracePt t="49424" x="7129463" y="3898900"/>
          <p14:tracePt t="49435" x="7027863" y="3871913"/>
          <p14:tracePt t="49446" x="6932613" y="3863975"/>
          <p14:tracePt t="49457" x="6851650" y="3851275"/>
          <p14:tracePt t="49469" x="6756400" y="3836988"/>
          <p14:tracePt t="49480" x="6673850" y="3824288"/>
          <p14:tracePt t="49491" x="6605588" y="3824288"/>
          <p14:tracePt t="49502" x="6557963" y="3816350"/>
          <p14:tracePt t="49513" x="6524625" y="3816350"/>
          <p14:tracePt t="49524" x="6491288" y="3803650"/>
          <p14:tracePt t="49536" x="6462713" y="3803650"/>
          <p14:tracePt t="49558" x="6443663" y="3803650"/>
          <p14:tracePt t="49569" x="6429375" y="3803650"/>
          <p14:tracePt t="49581" x="6415088" y="3803650"/>
          <p14:tracePt t="49592" x="6408738" y="3803650"/>
          <p14:tracePt t="49605" x="6396038" y="3803650"/>
          <p14:tracePt t="49614" x="6381750" y="3803650"/>
          <p14:tracePt t="49626" x="6367463" y="3803650"/>
          <p14:tracePt t="49772" x="6367463" y="3789363"/>
          <p14:tracePt t="49794" x="6367463" y="3783013"/>
          <p14:tracePt t="49817" x="6361113" y="3768725"/>
          <p14:tracePt t="49828" x="6361113" y="3756025"/>
          <p14:tracePt t="49840" x="6348413" y="3741738"/>
          <p14:tracePt t="49851" x="6334125" y="3735388"/>
          <p14:tracePt t="49862" x="6327775" y="3735388"/>
          <p14:tracePt t="49873" x="6313488" y="3721100"/>
          <p14:tracePt t="49896" x="6300788" y="3721100"/>
          <p14:tracePt t="49907" x="6286500" y="3721100"/>
          <p14:tracePt t="49918" x="6280150" y="3721100"/>
          <p14:tracePt t="49953" x="6265863" y="3721100"/>
          <p14:tracePt t="49963" x="6253163" y="3721100"/>
          <p14:tracePt t="49965" x="6238875" y="3721100"/>
          <p14:tracePt t="49975" x="6238875" y="3735388"/>
          <p14:tracePt t="49986" x="6232525" y="3735388"/>
          <p14:tracePt t="49997" x="6218238" y="3741738"/>
          <p14:tracePt t="50030" x="6218238" y="3756025"/>
          <p14:tracePt t="50064" x="6218238" y="3768725"/>
          <p14:tracePt t="50087" x="6232525" y="3768725"/>
          <p14:tracePt t="50109" x="6238875" y="3768725"/>
          <p14:tracePt t="50121" x="6265863" y="3783013"/>
          <p14:tracePt t="50132" x="6280150" y="3783013"/>
          <p14:tracePt t="50144" x="6286500" y="3783013"/>
          <p14:tracePt t="50154" x="6300788" y="3783013"/>
          <p14:tracePt t="50166" x="6313488" y="3783013"/>
          <p14:tracePt t="50199" x="6313488" y="3768725"/>
          <p14:tracePt t="50391" x="6327775" y="3783013"/>
          <p14:tracePt t="50393" x="6334125" y="3783013"/>
          <p14:tracePt t="50403" x="6361113" y="3789363"/>
          <p14:tracePt t="50414" x="6396038" y="3803650"/>
          <p14:tracePt t="50425" x="6450013" y="3816350"/>
          <p14:tracePt t="50436" x="6545263" y="3824288"/>
          <p14:tracePt t="50447" x="6626225" y="3824288"/>
          <p14:tracePt t="50458" x="6735763" y="3836988"/>
          <p14:tracePt t="50469" x="6837363" y="3836988"/>
          <p14:tracePt t="50481" x="6919913" y="3836988"/>
          <p14:tracePt t="50492" x="7015163" y="3836988"/>
          <p14:tracePt t="50503" x="7081838" y="3836988"/>
          <p14:tracePt t="50514" x="7164388" y="3824288"/>
          <p14:tracePt t="50527" x="7212013" y="3816350"/>
          <p14:tracePt t="50537" x="7280275" y="3816350"/>
          <p14:tracePt t="50548" x="7340600" y="3803650"/>
          <p14:tracePt t="50560" x="7402513" y="3789363"/>
          <p14:tracePt t="50571" x="7456488" y="3789363"/>
          <p14:tracePt t="50582" x="7518400" y="3789363"/>
          <p14:tracePt t="50595" x="7572375" y="3789363"/>
          <p14:tracePt t="50604" x="7646988" y="3783013"/>
          <p14:tracePt t="50616" x="7694613" y="3783013"/>
          <p14:tracePt t="50627" x="7735888" y="3783013"/>
          <p14:tracePt t="50638" x="7783513" y="3783013"/>
          <p14:tracePt t="50649" x="7810500" y="3783013"/>
          <p14:tracePt t="50672" x="7796213" y="3783013"/>
          <p14:tracePt t="50875" x="7796213" y="3789363"/>
          <p14:tracePt t="50886" x="7810500" y="3789363"/>
          <p14:tracePt t="50897" x="7816850" y="3789363"/>
          <p14:tracePt t="50908" x="7858125" y="3789363"/>
          <p14:tracePt t="50920" x="7891463" y="3789363"/>
          <p14:tracePt t="50931" x="7947025" y="3789363"/>
          <p14:tracePt t="50942" x="7994650" y="3789363"/>
          <p14:tracePt t="50953" x="8069263" y="3789363"/>
          <p14:tracePt t="50965" x="8102600" y="3783013"/>
          <p14:tracePt t="50998" x="8123238" y="3768725"/>
          <p14:tracePt t="51001" x="8150225" y="3756025"/>
          <p14:tracePt t="51011" x="8170863" y="3741738"/>
          <p14:tracePt t="51011" x="8170863" y="3721100"/>
          <p14:tracePt t="51021" x="8170863" y="3700463"/>
          <p14:tracePt t="51032" x="8170863" y="3673475"/>
          <p14:tracePt t="51044" x="8137525" y="3640138"/>
          <p14:tracePt t="51054" x="8102600" y="3619500"/>
          <p14:tracePt t="51066" x="8021638" y="3571875"/>
          <p14:tracePt t="51077" x="7947025" y="3530600"/>
          <p14:tracePt t="51088" x="7831138" y="3497263"/>
          <p14:tracePt t="51099" x="7735888" y="3490913"/>
          <p14:tracePt t="51111" x="7694613" y="3490913"/>
          <p14:tracePt t="51122" x="7620000" y="3490913"/>
          <p14:tracePt t="51133" x="7586663" y="3490913"/>
          <p14:tracePt t="51144" x="7539038" y="3497263"/>
          <p14:tracePt t="51156" x="7518400" y="3509963"/>
          <p14:tracePt t="51167" x="7504113" y="3530600"/>
          <p14:tracePt t="51178" x="7491413" y="3571875"/>
          <p14:tracePt t="51189" x="7483475" y="3592513"/>
          <p14:tracePt t="51201" x="7483475" y="3619500"/>
          <p14:tracePt t="51212" x="7491413" y="3640138"/>
          <p14:tracePt t="51223" x="7518400" y="3660775"/>
          <p14:tracePt t="51234" x="7551738" y="3700463"/>
          <p14:tracePt t="51246" x="7586663" y="3708400"/>
          <p14:tracePt t="51257" x="7667625" y="3735388"/>
          <p14:tracePt t="51268" x="7735888" y="3735388"/>
          <p14:tracePt t="51279" x="7843838" y="3741738"/>
          <p14:tracePt t="51291" x="7947025" y="3741738"/>
          <p14:tracePt t="51302" x="8021638" y="3741738"/>
          <p14:tracePt t="51313" x="8102600" y="3735388"/>
          <p14:tracePt t="51324" x="8150225" y="3708400"/>
          <p14:tracePt t="51336" x="8185150" y="3700463"/>
          <p14:tracePt t="51347" x="8191500" y="3687763"/>
          <p14:tracePt t="51358" x="8191500" y="3652838"/>
          <p14:tracePt t="51369" x="8170863" y="3625850"/>
          <p14:tracePt t="51382" x="8150225" y="3605213"/>
          <p14:tracePt t="51392" x="8075613" y="3571875"/>
          <p14:tracePt t="51403" x="8021638" y="3544888"/>
          <p14:tracePt t="51414" x="7899400" y="3509963"/>
          <p14:tracePt t="51426" x="7783513" y="3497263"/>
          <p14:tracePt t="51437" x="7700963" y="3497263"/>
          <p14:tracePt t="51448" x="7620000" y="3497263"/>
          <p14:tracePt t="51461" x="7572375" y="3509963"/>
          <p14:tracePt t="51471" x="7524750" y="3544888"/>
          <p14:tracePt t="51482" x="7504113" y="3578225"/>
          <p14:tracePt t="51494" x="7504113" y="3605213"/>
          <p14:tracePt t="51504" x="7518400" y="3640138"/>
          <p14:tracePt t="51516" x="7524750" y="3673475"/>
          <p14:tracePt t="51527" x="7566025" y="3700463"/>
          <p14:tracePt t="51538" x="7620000" y="3735388"/>
          <p14:tracePt t="51551" x="7667625" y="3741738"/>
          <p14:tracePt t="51561" x="7748588" y="3756025"/>
          <p14:tracePt t="51572" x="7816850" y="3756025"/>
          <p14:tracePt t="51583" x="7939088" y="3756025"/>
          <p14:tracePt t="51594" x="8007350" y="3756025"/>
          <p14:tracePt t="51606" x="8110538" y="3735388"/>
          <p14:tracePt t="51617" x="8205788" y="3708400"/>
          <p14:tracePt t="51628" x="8253413" y="3687763"/>
          <p14:tracePt t="51639" x="8301038" y="3660775"/>
          <p14:tracePt t="51651" x="8320088" y="3640138"/>
          <p14:tracePt t="51663" x="8320088" y="3619500"/>
          <p14:tracePt t="51673" x="8301038" y="3592513"/>
          <p14:tracePt t="51684" x="8272463" y="3571875"/>
          <p14:tracePt t="51696" x="8205788" y="3544888"/>
          <p14:tracePt t="51707" x="8123238" y="3530600"/>
          <p14:tracePt t="51718" x="7974013" y="3524250"/>
          <p14:tracePt t="51729" x="7796213" y="3524250"/>
          <p14:tracePt t="51741" x="7681913" y="3524250"/>
          <p14:tracePt t="51752" x="7551738" y="3557588"/>
          <p14:tracePt t="51763" x="7483475" y="3578225"/>
          <p14:tracePt t="51774" x="7423150" y="3625850"/>
          <p14:tracePt t="51786" x="7408863" y="3652838"/>
          <p14:tracePt t="51797" x="7408863" y="3673475"/>
          <p14:tracePt t="51808" x="7423150" y="3708400"/>
          <p14:tracePt t="51819" x="7456488" y="3735388"/>
          <p14:tracePt t="51831" x="7524750" y="3756025"/>
          <p14:tracePt t="51842" x="7599363" y="3768725"/>
          <p14:tracePt t="51853" x="7700963" y="3783013"/>
          <p14:tracePt t="51864" x="7831138" y="3783013"/>
          <p14:tracePt t="51879" x="7912100" y="3783013"/>
          <p14:tracePt t="51887" x="8007350" y="3768725"/>
          <p14:tracePt t="51898" x="8069263" y="3741738"/>
          <p14:tracePt t="51910" x="8110538" y="3735388"/>
          <p14:tracePt t="51921" x="8137525" y="3708400"/>
          <p14:tracePt t="51932" x="8137525" y="3700463"/>
          <p14:tracePt t="51944" x="8137525" y="3687763"/>
          <p14:tracePt t="51954" x="8123238" y="3673475"/>
          <p14:tracePt t="51966" x="8075613" y="3652838"/>
          <p14:tracePt t="51977" x="8027988" y="3625850"/>
          <p14:tracePt t="51988" x="7947025" y="3619500"/>
          <p14:tracePt t="51999" x="7831138" y="3605213"/>
          <p14:tracePt t="52011" x="7748588" y="3605213"/>
          <p14:tracePt t="52022" x="7634288" y="3619500"/>
          <p14:tracePt t="52044" x="7566025" y="3625850"/>
          <p14:tracePt t="52047" x="7504113" y="3640138"/>
          <p14:tracePt t="52056" x="7483475" y="3660775"/>
          <p14:tracePt t="52068" x="7470775" y="3687763"/>
          <p14:tracePt t="52078" x="7470775" y="3708400"/>
          <p14:tracePt t="52089" x="7483475" y="3735388"/>
          <p14:tracePt t="52101" x="7518400" y="3756025"/>
          <p14:tracePt t="52113" x="7566025" y="3768725"/>
          <p14:tracePt t="52123" x="7620000" y="3789363"/>
          <p14:tracePt t="52136" x="7700963" y="3803650"/>
          <p14:tracePt t="52146" x="7762875" y="3803650"/>
          <p14:tracePt t="52157" x="7858125" y="3803650"/>
          <p14:tracePt t="52168" x="7926388" y="3803650"/>
          <p14:tracePt t="52180" x="8007350" y="3803650"/>
          <p14:tracePt t="52191" x="8075613" y="3789363"/>
          <p14:tracePt t="52202" x="8110538" y="3783013"/>
          <p14:tracePt t="52213" x="8137525" y="3768725"/>
          <p14:tracePt t="52224" x="8137525" y="3756025"/>
          <p14:tracePt t="52236" x="8137525" y="3741738"/>
          <p14:tracePt t="52247" x="8137525" y="3721100"/>
          <p14:tracePt t="52258" x="8110538" y="3708400"/>
          <p14:tracePt t="52269" x="8069263" y="3687763"/>
          <p14:tracePt t="52281" x="8021638" y="3673475"/>
          <p14:tracePt t="52292" x="7947025" y="3652838"/>
          <p14:tracePt t="52303" x="7878763" y="3652838"/>
          <p14:tracePt t="52314" x="7831138" y="3652838"/>
          <p14:tracePt t="52326" x="7777163" y="3652838"/>
          <p14:tracePt t="52337" x="7748588" y="3652838"/>
          <p14:tracePt t="52348" x="7729538" y="3660775"/>
          <p14:tracePt t="52360" x="7729538" y="3673475"/>
          <p14:tracePt t="52371" x="7729538" y="3687763"/>
          <p14:tracePt t="52382" x="7729538" y="3700463"/>
          <p14:tracePt t="52394" x="7735888" y="3708400"/>
          <p14:tracePt t="52404" x="7783513" y="3735388"/>
          <p14:tracePt t="52416" x="7831138" y="3741738"/>
          <p14:tracePt t="52427" x="7912100" y="3756025"/>
          <p14:tracePt t="52438" x="7994650" y="3768725"/>
          <p14:tracePt t="52449" x="8069263" y="3768725"/>
          <p14:tracePt t="52461" x="8150225" y="3768725"/>
          <p14:tracePt t="52472" x="8205788" y="3768725"/>
          <p14:tracePt t="52483" x="8272463" y="3768725"/>
          <p14:tracePt t="52494" x="8320088" y="3768725"/>
          <p14:tracePt t="52506" x="8348663" y="3768725"/>
          <p14:tracePt t="52517" x="8355013" y="3756025"/>
          <p14:tracePt t="52550" x="8348663" y="3756025"/>
          <p14:tracePt t="52562" x="8320088" y="3741738"/>
          <p14:tracePt t="52573" x="8266113" y="3735388"/>
          <p14:tracePt t="52821" x="8272463" y="3735388"/>
          <p14:tracePt t="52832" x="8286750" y="3735388"/>
          <p14:tracePt t="52877" x="8301038" y="3735388"/>
          <p14:tracePt t="52888" x="8320088" y="3735388"/>
          <p14:tracePt t="52899" x="8348663" y="3735388"/>
          <p14:tracePt t="52911" x="8355013" y="3741738"/>
          <p14:tracePt t="52922" x="8367713" y="3741738"/>
          <p14:tracePt t="52934" x="8382000" y="3741738"/>
          <p14:tracePt t="52946" x="8396288" y="3741738"/>
          <p14:tracePt t="52967" x="8402638" y="3741738"/>
          <p14:tracePt t="52979" x="8415338" y="3741738"/>
          <p14:tracePt t="53012" x="8415338" y="3735388"/>
          <p14:tracePt t="53045" x="8402638" y="3735388"/>
          <p14:tracePt t="53057" x="8396288" y="3735388"/>
          <p14:tracePt t="53068" x="8367713" y="3721100"/>
          <p14:tracePt t="53091" x="8334375" y="3721100"/>
          <p14:tracePt t="53092" x="8313738" y="3721100"/>
          <p14:tracePt t="53102" x="8272463" y="3721100"/>
          <p14:tracePt t="53113" x="8239125" y="3721100"/>
          <p14:tracePt t="53125" x="8218488" y="3721100"/>
          <p14:tracePt t="53136" x="8191500" y="3721100"/>
          <p14:tracePt t="53149" x="8185150" y="3721100"/>
          <p14:tracePt t="53169" x="8185150" y="3735388"/>
          <p14:tracePt t="53181" x="8191500" y="3735388"/>
          <p14:tracePt t="53192" x="8218488" y="3735388"/>
          <p14:tracePt t="53203" x="8266113" y="3741738"/>
          <p14:tracePt t="53214" x="8334375" y="3756025"/>
          <p14:tracePt t="53226" x="8429625" y="3768725"/>
          <p14:tracePt t="53237" x="8545513" y="3783013"/>
          <p14:tracePt t="53248" x="8661400" y="3789363"/>
          <p14:tracePt t="53259" x="8742363" y="3803650"/>
          <p14:tracePt t="53282" x="8837613" y="3816350"/>
          <p14:tracePt t="53284" x="8905875" y="3816350"/>
          <p14:tracePt t="53293" x="8939213" y="3816350"/>
          <p14:tracePt t="53305" x="8967788" y="3816350"/>
          <p14:tracePt t="53316" x="8980488" y="3816350"/>
          <p14:tracePt t="53461" x="8967788" y="3816350"/>
          <p14:tracePt t="53485" x="8953500" y="3816350"/>
          <p14:tracePt t="53496" x="8932863" y="3816350"/>
          <p14:tracePt t="53507" x="8891588" y="3803650"/>
          <p14:tracePt t="53518" x="8858250" y="3803650"/>
          <p14:tracePt t="53529" x="8804275" y="3803650"/>
          <p14:tracePt t="53541" x="8742363" y="3803650"/>
          <p14:tracePt t="53552" x="8709025" y="3803650"/>
          <p14:tracePt t="53563" x="8661400" y="3803650"/>
          <p14:tracePt t="53574" x="8626475" y="3803650"/>
          <p14:tracePt t="53586" x="8613775" y="3803650"/>
          <p14:tracePt t="53597" x="8605838" y="3803650"/>
          <p14:tracePt t="54857" x="8593138" y="3803650"/>
          <p14:tracePt t="54859" x="8566150" y="3789363"/>
          <p14:tracePt t="54868" x="8524875" y="3783013"/>
          <p14:tracePt t="54880" x="8435975" y="3768725"/>
          <p14:tracePt t="54891" x="8367713" y="3756025"/>
          <p14:tracePt t="54902" x="8239125" y="3735388"/>
          <p14:tracePt t="54913" x="8150225" y="3721100"/>
          <p14:tracePt t="54924" x="8042275" y="3708400"/>
          <p14:tracePt t="54936" x="7947025" y="3708400"/>
          <p14:tracePt t="54948" x="7899400" y="3708400"/>
          <p14:tracePt t="54960" x="7878763" y="3708400"/>
          <p14:tracePt t="54981" x="7864475" y="3708400"/>
          <p14:tracePt t="54993" x="7864475" y="3721100"/>
          <p14:tracePt t="55003" x="7878763" y="3735388"/>
          <p14:tracePt t="55014" x="7891463" y="3735388"/>
          <p14:tracePt t="55026" x="7926388" y="3741738"/>
          <p14:tracePt t="55037" x="7959725" y="3756025"/>
          <p14:tracePt t="55048" x="8027988" y="3768725"/>
          <p14:tracePt t="55059" x="8110538" y="3783013"/>
          <p14:tracePt t="55071" x="8205788" y="3783013"/>
          <p14:tracePt t="55082" x="8266113" y="3783013"/>
          <p14:tracePt t="55093" x="8320088" y="3768725"/>
          <p14:tracePt t="55104" x="8355013" y="3756025"/>
          <p14:tracePt t="55127" x="8355013" y="3741738"/>
          <p14:tracePt t="55138" x="8334375" y="3721100"/>
          <p14:tracePt t="55149" x="8286750" y="3687763"/>
          <p14:tracePt t="55161" x="8205788" y="3660775"/>
          <p14:tracePt t="55194" x="8069263" y="3619500"/>
          <p14:tracePt t="55197" x="7878763" y="3571875"/>
          <p14:tracePt t="55206" x="7634288" y="3530600"/>
          <p14:tracePt t="55211" x="7470775" y="3524250"/>
          <p14:tracePt t="55217" x="7307263" y="3544888"/>
          <p14:tracePt t="55228" x="7191375" y="3571875"/>
          <p14:tracePt t="55240" x="7116763" y="3592513"/>
          <p14:tracePt t="55251" x="7110413" y="3625850"/>
          <p14:tracePt t="55262" x="7096125" y="3652838"/>
          <p14:tracePt t="55273" x="7110413" y="3687763"/>
          <p14:tracePt t="55284" x="7129463" y="3708400"/>
          <p14:tracePt t="55296" x="7177088" y="3735388"/>
          <p14:tracePt t="55307" x="7272338" y="3756025"/>
          <p14:tracePt t="55318" x="7388225" y="3783013"/>
          <p14:tracePt t="55329" x="7504113" y="3783013"/>
          <p14:tracePt t="55341" x="7605713" y="3768725"/>
          <p14:tracePt t="55352" x="7735888" y="3756025"/>
          <p14:tracePt t="55363" x="7816850" y="3735388"/>
          <p14:tracePt t="55374" x="7858125" y="3721100"/>
          <p14:tracePt t="55386" x="7864475" y="3700463"/>
          <p14:tracePt t="55397" x="7864475" y="3673475"/>
          <p14:tracePt t="55408" x="7843838" y="3640138"/>
          <p14:tracePt t="55419" x="7810500" y="3619500"/>
          <p14:tracePt t="55431" x="7762875" y="3592513"/>
          <p14:tracePt t="55443" x="7694613" y="3571875"/>
          <p14:tracePt t="55453" x="7586663" y="3544888"/>
          <p14:tracePt t="55464" x="7518400" y="3544888"/>
          <p14:tracePt t="55476" x="7435850" y="3557588"/>
          <p14:tracePt t="55487" x="7375525" y="3578225"/>
          <p14:tracePt t="55498" x="7340600" y="3605213"/>
          <p14:tracePt t="55510" x="7327900" y="3625850"/>
          <p14:tracePt t="55521" x="7327900" y="3652838"/>
          <p14:tracePt t="55532" x="7340600" y="3687763"/>
          <p14:tracePt t="55543" x="7375525" y="3721100"/>
          <p14:tracePt t="55554" x="7408863" y="3735388"/>
          <p14:tracePt t="55577" x="7483475" y="3756025"/>
          <p14:tracePt t="55579" x="7572375" y="3768725"/>
          <p14:tracePt t="55589" x="7653338" y="3768725"/>
          <p14:tracePt t="55601" x="7748588" y="3768725"/>
          <p14:tracePt t="55611" x="7831138" y="3756025"/>
          <p14:tracePt t="55622" x="7899400" y="3741738"/>
          <p14:tracePt t="55633" x="7926388" y="3735388"/>
          <p14:tracePt t="55645" x="7939088" y="3721100"/>
          <p14:tracePt t="55656" x="7939088" y="3708400"/>
          <p14:tracePt t="55667" x="7926388" y="3700463"/>
          <p14:tracePt t="55680" x="7912100" y="3687763"/>
          <p14:tracePt t="55689" x="7899400" y="3673475"/>
          <p14:tracePt t="55701" x="7891463" y="3673475"/>
          <p14:tracePt t="55723" x="7891463" y="3687763"/>
          <p14:tracePt t="55734" x="7891463" y="3700463"/>
          <p14:tracePt t="55746" x="7891463" y="3721100"/>
          <p14:tracePt t="55757" x="7899400" y="3735388"/>
          <p14:tracePt t="55768" x="7926388" y="3756025"/>
          <p14:tracePt t="55779" x="7947025" y="3783013"/>
          <p14:tracePt t="55791" x="7994650" y="3803650"/>
          <p14:tracePt t="55802" x="8042275" y="3803650"/>
          <p14:tracePt t="55813" x="8102600" y="3816350"/>
          <p14:tracePt t="55825" x="8170863" y="3816350"/>
          <p14:tracePt t="55836" x="8218488" y="3816350"/>
          <p14:tracePt t="55847" x="8253413" y="3816350"/>
          <p14:tracePt t="55858" x="8272463" y="3803650"/>
          <p14:tracePt t="55869" x="8301038" y="3789363"/>
          <p14:tracePt t="55881" x="8301038" y="3783013"/>
          <p14:tracePt t="55903" x="8301038" y="3768725"/>
          <p14:tracePt t="55914" x="8286750" y="3756025"/>
          <p14:tracePt t="55926" x="8272463" y="3741738"/>
          <p14:tracePt t="55948" x="8266113" y="3741738"/>
          <p14:tracePt t="55960" x="8253413" y="3741738"/>
          <p14:tracePt t="55982" x="8239125" y="3756025"/>
          <p14:tracePt t="56004" x="8232775" y="3768725"/>
          <p14:tracePt t="56016" x="8232775" y="3783013"/>
          <p14:tracePt t="56027" x="8232775" y="3789363"/>
          <p14:tracePt t="56038" x="8239125" y="3803650"/>
          <p14:tracePt t="56049" x="8253413" y="3816350"/>
          <p14:tracePt t="56061" x="8266113" y="3824288"/>
          <p14:tracePt t="56072" x="8301038" y="3836988"/>
          <p14:tracePt t="56083" x="8348663" y="3836988"/>
          <p14:tracePt t="56094" x="8402638" y="3851275"/>
          <p14:tracePt t="56106" x="8450263" y="3851275"/>
          <p14:tracePt t="56117" x="8531225" y="3836988"/>
          <p14:tracePt t="56128" x="8593138" y="3836988"/>
          <p14:tracePt t="56139" x="8626475" y="3824288"/>
          <p14:tracePt t="56151" x="8674100" y="3816350"/>
          <p14:tracePt t="56162" x="8688388" y="3816350"/>
          <p14:tracePt t="56173" x="8694738" y="3803650"/>
          <p14:tracePt t="56184" x="8694738" y="3789363"/>
          <p14:tracePt t="56196" x="8688388" y="3783013"/>
          <p14:tracePt t="56207" x="8674100" y="3768725"/>
          <p14:tracePt t="56218" x="8640763" y="3741738"/>
          <p14:tracePt t="56241" x="8613775" y="3735388"/>
          <p14:tracePt t="56243" x="8566150" y="3708400"/>
          <p14:tracePt t="56252" x="8510588" y="3700463"/>
          <p14:tracePt t="56264" x="8462963" y="3700463"/>
          <p14:tracePt t="56274" x="8435975" y="3700463"/>
          <p14:tracePt t="56286" x="8415338" y="3700463"/>
          <p14:tracePt t="56298" x="8396288" y="3708400"/>
          <p14:tracePt t="56319" x="8382000" y="3721100"/>
          <p14:tracePt t="56331" x="8382000" y="3735388"/>
          <p14:tracePt t="56343" x="8382000" y="3741738"/>
          <p14:tracePt t="56353" x="8396288" y="3756025"/>
          <p14:tracePt t="56364" x="8402638" y="3768725"/>
          <p14:tracePt t="56376" x="8435975" y="3783013"/>
          <p14:tracePt t="56387" x="8477250" y="3789363"/>
          <p14:tracePt t="56398" x="8510588" y="3803650"/>
          <p14:tracePt t="56409" x="8558213" y="3803650"/>
          <p14:tracePt t="56421" x="8613775" y="3803650"/>
          <p14:tracePt t="56432" x="8674100" y="3803650"/>
          <p14:tracePt t="56443" x="8721725" y="3803650"/>
          <p14:tracePt t="56454" x="8769350" y="3789363"/>
          <p14:tracePt t="56466" x="8789988" y="3783013"/>
          <p14:tracePt t="56477" x="8804275" y="3768725"/>
          <p14:tracePt t="56488" x="8810625" y="3756025"/>
          <p14:tracePt t="56499" x="8810625" y="3741738"/>
          <p14:tracePt t="56511" x="8804275" y="3735388"/>
          <p14:tracePt t="56522" x="8789988" y="3721100"/>
          <p14:tracePt t="56533" x="8769350" y="3708400"/>
          <p14:tracePt t="56544" x="8729663" y="3687763"/>
          <p14:tracePt t="56556" x="8674100" y="3673475"/>
          <p14:tracePt t="56578" x="8613775" y="3660775"/>
          <p14:tracePt t="56580" x="8558213" y="3660775"/>
          <p14:tracePt t="56590" x="8497888" y="3660775"/>
          <p14:tracePt t="56602" x="8435975" y="3673475"/>
          <p14:tracePt t="56612" x="8415338" y="3687763"/>
          <p14:tracePt t="56623" x="8396288" y="3708400"/>
          <p14:tracePt t="56634" x="8396288" y="3735388"/>
          <p14:tracePt t="56646" x="8396288" y="3768725"/>
          <p14:tracePt t="56657" x="8415338" y="3789363"/>
          <p14:tracePt t="56668" x="8462963" y="3816350"/>
          <p14:tracePt t="56679" x="8524875" y="3851275"/>
          <p14:tracePt t="56691" x="8605838" y="3863975"/>
          <p14:tracePt t="56702" x="8661400" y="3871913"/>
          <p14:tracePt t="56713" x="8742363" y="3884613"/>
          <p14:tracePt t="56724" x="8804275" y="3884613"/>
          <p14:tracePt t="56736" x="8837613" y="3884613"/>
          <p14:tracePt t="56747" x="8885238" y="3884613"/>
          <p14:tracePt t="56758" x="8891588" y="3884613"/>
          <p14:tracePt t="56769" x="8905875" y="3871913"/>
          <p14:tracePt t="56893" x="8905875" y="3863975"/>
          <p14:tracePt t="56916" x="8891588" y="3863975"/>
          <p14:tracePt t="56927" x="8891588" y="3851275"/>
          <p14:tracePt t="57545" x="8885238" y="3851275"/>
          <p14:tracePt t="57569" x="8851900" y="3851275"/>
          <p14:tracePt t="57579" x="8777288" y="3851275"/>
          <p14:tracePt t="57591" x="8661400" y="3851275"/>
          <p14:tracePt t="57604" x="8450263" y="3836988"/>
          <p14:tracePt t="57613" x="8137525" y="3824288"/>
          <p14:tracePt t="57624" x="7762875" y="3803650"/>
          <p14:tracePt t="57636" x="7470775" y="3783013"/>
          <p14:tracePt t="57647" x="7069138" y="3756025"/>
          <p14:tracePt t="57658" x="6742113" y="3735388"/>
          <p14:tracePt t="57670" x="6477000" y="3721100"/>
          <p14:tracePt t="57681" x="6327775" y="3708400"/>
          <p14:tracePt t="57703" x="6137275" y="3700463"/>
          <p14:tracePt t="57706" x="5994400" y="3673475"/>
          <p14:tracePt t="57715" x="5911850" y="3660775"/>
          <p14:tracePt t="57726" x="5857875" y="3652838"/>
          <p14:tracePt t="58153" x="5857875" y="3640138"/>
          <p14:tracePt t="58220" x="5864225" y="3640138"/>
          <p14:tracePt t="58277" x="5857875" y="3652838"/>
          <p14:tracePt t="58310" x="5843588" y="3660775"/>
          <p14:tracePt t="58344" x="5830888" y="3660775"/>
          <p14:tracePt t="58378" x="5824538" y="3652838"/>
          <p14:tracePt t="58389" x="5783263" y="3652838"/>
          <p14:tracePt t="58401" x="5741988" y="3640138"/>
          <p14:tracePt t="58412" x="5661025" y="3625850"/>
          <p14:tracePt t="58423" x="5578475" y="3605213"/>
          <p14:tracePt t="58434" x="5422900" y="3592513"/>
          <p14:tracePt t="58446" x="5224463" y="3557588"/>
          <p14:tracePt t="58457" x="5048250" y="3544888"/>
          <p14:tracePt t="58468" x="4830763" y="3524250"/>
          <p14:tracePt t="58480" x="4652963" y="3524250"/>
          <p14:tracePt t="58491" x="4491038" y="3524250"/>
          <p14:tracePt t="58502" x="4408488" y="3530600"/>
          <p14:tracePt t="58516" x="4327525" y="3544888"/>
          <p14:tracePt t="58525" x="4292600" y="3557588"/>
          <p14:tracePt t="58536" x="4292600" y="3571875"/>
          <p14:tracePt t="58558" x="4313238" y="3578225"/>
          <p14:tracePt t="58570" x="4360863" y="3592513"/>
          <p14:tracePt t="58581" x="4456113" y="3619500"/>
          <p14:tracePt t="58592" x="4557713" y="3619500"/>
          <p14:tracePt t="58603" x="4735513" y="3625850"/>
          <p14:tracePt t="58614" x="4919663" y="3640138"/>
          <p14:tracePt t="58626" x="5129213" y="3640138"/>
          <p14:tracePt t="58637" x="5286375" y="3640138"/>
          <p14:tracePt t="58648" x="5483225" y="3640138"/>
          <p14:tracePt t="58659" x="5619750" y="3625850"/>
          <p14:tracePt t="58671" x="5681663" y="3619500"/>
          <p14:tracePt t="58682" x="5729288" y="3592513"/>
          <p14:tracePt t="58693" x="5741988" y="3578225"/>
          <p14:tracePt t="58704" x="5741988" y="3571875"/>
          <p14:tracePt t="58727" x="5715000" y="3557588"/>
          <p14:tracePt t="58738" x="5681663" y="3544888"/>
          <p14:tracePt t="58750" x="5634038" y="3530600"/>
          <p14:tracePt t="58762" x="5586413" y="3530600"/>
          <p14:tracePt t="58772" x="5530850" y="3530600"/>
          <p14:tracePt t="58783" x="5456238" y="3530600"/>
          <p14:tracePt t="58794" x="5408613" y="3544888"/>
          <p14:tracePt t="58806" x="5387975" y="3557588"/>
          <p14:tracePt t="58817" x="5375275" y="3571875"/>
          <p14:tracePt t="58828" x="5367338" y="3592513"/>
          <p14:tracePt t="58839" x="5367338" y="3605213"/>
          <p14:tracePt t="58851" x="5387975" y="3619500"/>
          <p14:tracePt t="58862" x="5422900" y="3640138"/>
          <p14:tracePt t="58873" x="5497513" y="3652838"/>
          <p14:tracePt t="58884" x="5551488" y="3660775"/>
          <p14:tracePt t="58896" x="5646738" y="3660775"/>
          <p14:tracePt t="58907" x="5748338" y="3660775"/>
          <p14:tracePt t="58918" x="5830888" y="3660775"/>
          <p14:tracePt t="58930" x="5891213" y="3660775"/>
          <p14:tracePt t="58941" x="5938838" y="3660775"/>
          <p14:tracePt t="58952" x="5986463" y="3652838"/>
          <p14:tracePt t="58963" x="5994400" y="3652838"/>
          <p14:tracePt t="58975" x="6007100" y="3652838"/>
          <p14:tracePt t="58997" x="5994400" y="3640138"/>
          <p14:tracePt t="59019" x="5986463" y="3625850"/>
          <p14:tracePt t="59031" x="5953125" y="3625850"/>
          <p14:tracePt t="59042" x="5926138" y="3619500"/>
          <p14:tracePt t="59053" x="5891213" y="3619500"/>
          <p14:tracePt t="59064" x="5830888" y="3619500"/>
          <p14:tracePt t="59076" x="5776913" y="3619500"/>
          <p14:tracePt t="59087" x="5700713" y="3619500"/>
          <p14:tracePt t="59098" x="5661025" y="3619500"/>
          <p14:tracePt t="59109" x="5613400" y="3625850"/>
          <p14:tracePt t="59121" x="5578475" y="3640138"/>
          <p14:tracePt t="59133" x="5565775" y="3660775"/>
          <p14:tracePt t="59143" x="5565775" y="3673475"/>
          <p14:tracePt t="59154" x="5565775" y="3687763"/>
          <p14:tracePt t="59167" x="5565775" y="3700463"/>
          <p14:tracePt t="59177" x="5578475" y="3700463"/>
          <p14:tracePt t="59188" x="5599113" y="3708400"/>
          <p14:tracePt t="59200" x="5619750" y="3708400"/>
          <p14:tracePt t="59211" x="5661025" y="3708400"/>
          <p14:tracePt t="59222" x="5681663" y="3721100"/>
          <p14:tracePt t="59233" x="5715000" y="3721100"/>
          <p14:tracePt t="59245" x="5748338" y="3721100"/>
          <p14:tracePt t="59256" x="5783263" y="3721100"/>
          <p14:tracePt t="59267" x="5795963" y="3721100"/>
          <p14:tracePt t="59278" x="5810250" y="3721100"/>
          <p14:tracePt t="59492" x="5824538" y="3721100"/>
          <p14:tracePt t="59514" x="5830888" y="3721100"/>
          <p14:tracePt t="59526" x="5843588" y="3721100"/>
          <p14:tracePt t="59548" x="5857875" y="3721100"/>
          <p14:tracePt t="59571" x="5864225" y="3721100"/>
          <p14:tracePt t="59593" x="5857875" y="3721100"/>
          <p14:tracePt t="59616" x="5843588" y="3721100"/>
          <p14:tracePt t="59627" x="5830888" y="3721100"/>
          <p14:tracePt t="59638" x="5824538" y="3721100"/>
          <p14:tracePt t="59649" x="5810250" y="3721100"/>
          <p14:tracePt t="59661" x="5795963" y="3721100"/>
          <p14:tracePt t="59672" x="5783263" y="3721100"/>
          <p14:tracePt t="59683" x="5776913" y="3721100"/>
          <p14:tracePt t="59695" x="5748338" y="3721100"/>
          <p14:tracePt t="59706" x="5729288" y="3721100"/>
          <p14:tracePt t="59717" x="5700713" y="3721100"/>
          <p14:tracePt t="59728" x="5667375" y="3721100"/>
          <p14:tracePt t="59740" x="5646738" y="3721100"/>
          <p14:tracePt t="59751" x="5613400" y="3735388"/>
          <p14:tracePt t="59762" x="5586413" y="3735388"/>
          <p14:tracePt t="59773" x="5551488" y="3741738"/>
          <p14:tracePt t="59784" x="5530850" y="3741738"/>
          <p14:tracePt t="59796" x="5518150" y="3741738"/>
          <p14:tracePt t="59807" x="5518150" y="3756025"/>
          <p14:tracePt t="59874" x="5530850" y="3756025"/>
          <p14:tracePt t="59897" x="5530850" y="3741738"/>
          <p14:tracePt t="59908" x="5538788" y="3741738"/>
          <p14:tracePt t="60111" x="5565775" y="3756025"/>
          <p14:tracePt t="60122" x="5599113" y="3768725"/>
          <p14:tracePt t="60134" x="5661025" y="3783013"/>
          <p14:tracePt t="60145" x="5729288" y="3789363"/>
          <p14:tracePt t="60156" x="5878513" y="3816350"/>
          <p14:tracePt t="60167" x="6042025" y="3836988"/>
          <p14:tracePt t="60179" x="6184900" y="3863975"/>
          <p14:tracePt t="60190" x="6361113" y="3871913"/>
          <p14:tracePt t="60201" x="6510338" y="3898900"/>
          <p14:tracePt t="60212" x="6626225" y="3911600"/>
          <p14:tracePt t="60223" x="6694488" y="3919538"/>
          <p14:tracePt t="60235" x="6756400" y="3932238"/>
          <p14:tracePt t="60246" x="6789738" y="3932238"/>
          <p14:tracePt t="60257" x="6804025" y="3932238"/>
          <p14:tracePt t="60438" x="6789738" y="3932238"/>
          <p14:tracePt t="60448" x="6783388" y="3932238"/>
          <p14:tracePt t="60459" x="6769100" y="3932238"/>
          <p14:tracePt t="60471" x="6756400" y="3932238"/>
          <p14:tracePt t="60482" x="6735763" y="3932238"/>
          <p14:tracePt t="60493" x="6694488" y="3932238"/>
          <p14:tracePt t="60504" x="6640513" y="3919538"/>
          <p14:tracePt t="60516" x="6592888" y="3911600"/>
          <p14:tracePt t="61022" x="6605588" y="3911600"/>
          <p14:tracePt t="61112" x="6592888" y="3911600"/>
          <p14:tracePt t="61135" x="6578600" y="3911600"/>
          <p14:tracePt t="61157" x="6545263" y="3919538"/>
          <p14:tracePt t="61169" x="6510338" y="3919538"/>
          <p14:tracePt t="61180" x="6450013" y="3946525"/>
          <p14:tracePt t="61191" x="6381750" y="3952875"/>
          <p14:tracePt t="61203" x="6253163" y="4000500"/>
          <p14:tracePt t="61213" x="6075363" y="4075113"/>
          <p14:tracePt t="61226" x="5878513" y="4157663"/>
          <p14:tracePt t="61237" x="5729288" y="4238625"/>
          <p14:tracePt t="61247" x="5530850" y="4354513"/>
          <p14:tracePt t="61259" x="5367338" y="4483100"/>
          <p14:tracePt t="61270" x="5245100" y="4598988"/>
          <p14:tracePt t="61282" x="5205413" y="4667250"/>
          <p14:tracePt t="61293" x="5157788" y="4748213"/>
          <p14:tracePt t="61303" x="5143500" y="4795838"/>
          <p14:tracePt t="61315" x="5143500" y="4824413"/>
          <p14:tracePt t="61326" x="5143500" y="4830763"/>
          <p14:tracePt t="61337" x="5164138" y="4843463"/>
          <p14:tracePt t="61348" x="5205413" y="4843463"/>
          <p14:tracePt t="61360" x="5224463" y="4857750"/>
          <p14:tracePt t="61371" x="5245100" y="4843463"/>
          <p14:tracePt t="61382" x="5259388" y="4843463"/>
          <p14:tracePt t="61832" x="5259388" y="4830763"/>
          <p14:tracePt t="61922" x="5245100" y="4830763"/>
          <p14:tracePt t="61945" x="5238750" y="4824413"/>
          <p14:tracePt t="61956" x="5211763" y="4824413"/>
          <p14:tracePt t="61967" x="5176838" y="4824413"/>
          <p14:tracePt t="61979" x="5143500" y="4824413"/>
          <p14:tracePt t="61990" x="5095875" y="4824413"/>
          <p14:tracePt t="62001" x="5048250" y="4824413"/>
          <p14:tracePt t="62012" x="4979988" y="4830763"/>
          <p14:tracePt t="62023" x="4911725" y="4843463"/>
          <p14:tracePt t="62035" x="4816475" y="4872038"/>
          <p14:tracePt t="62046" x="4687888" y="4891088"/>
          <p14:tracePt t="62057" x="4545013" y="4938713"/>
          <p14:tracePt t="62068" x="4456113" y="4994275"/>
          <p14:tracePt t="62080" x="4408488" y="5033963"/>
          <p14:tracePt t="62091" x="4381500" y="5089525"/>
          <p14:tracePt t="62102" x="4395788" y="5137150"/>
          <p14:tracePt t="62113" x="4429125" y="5184775"/>
          <p14:tracePt t="62124" x="4476750" y="5205413"/>
          <p14:tracePt t="62136" x="4586288" y="5245100"/>
          <p14:tracePt t="62147" x="4748213" y="5253038"/>
          <p14:tracePt t="62158" x="4919663" y="5265738"/>
          <p14:tracePt t="62169" x="5048250" y="5265738"/>
          <p14:tracePt t="62181" x="5211763" y="5253038"/>
          <p14:tracePt t="62192" x="5292725" y="5245100"/>
          <p14:tracePt t="62203" x="5327650" y="5245100"/>
          <p14:tracePt t="62214" x="5327650" y="5232400"/>
          <p14:tracePt t="62226" x="5327650" y="5205413"/>
          <p14:tracePt t="62237" x="5292725" y="5184775"/>
          <p14:tracePt t="62248" x="5238750" y="5164138"/>
          <p14:tracePt t="62260" x="5122863" y="5122863"/>
          <p14:tracePt t="62271" x="4967288" y="5102225"/>
          <p14:tracePt t="62282" x="4783138" y="5081588"/>
          <p14:tracePt t="62293" x="4652963" y="5068888"/>
          <p14:tracePt t="62305" x="4476750" y="5081588"/>
          <p14:tracePt t="62316" x="4348163" y="5102225"/>
          <p14:tracePt t="62327" x="4252913" y="5137150"/>
          <p14:tracePt t="62338" x="4217988" y="5164138"/>
          <p14:tracePt t="62350" x="4197350" y="5205413"/>
          <p14:tracePt t="62361" x="4197350" y="5232400"/>
          <p14:tracePt t="62372" x="4197350" y="5253038"/>
          <p14:tracePt t="62383" x="4217988" y="5280025"/>
          <p14:tracePt t="62395" x="4265613" y="5292725"/>
          <p14:tracePt t="62406" x="4333875" y="5313363"/>
          <p14:tracePt t="62417" x="4395788" y="5327650"/>
          <p14:tracePt t="62429" x="4476750" y="5327650"/>
          <p14:tracePt t="62440" x="4572000" y="5327650"/>
          <p14:tracePt t="62451" x="4667250" y="5327650"/>
          <p14:tracePt t="62462" x="4721225" y="5327650"/>
          <p14:tracePt t="62473" x="4783138" y="5327650"/>
          <p14:tracePt t="62485" x="4803775" y="5313363"/>
          <p14:tracePt t="62496" x="4803775" y="5300663"/>
          <p14:tracePt t="62721" x="4816475" y="5300663"/>
          <p14:tracePt t="62777" x="4816475" y="5292725"/>
          <p14:tracePt t="62788" x="4803775" y="5292725"/>
          <p14:tracePt t="62811" x="4783138" y="5292725"/>
          <p14:tracePt t="62823" x="4748213" y="5292725"/>
          <p14:tracePt t="62833" x="4700588" y="5280025"/>
          <p14:tracePt t="62845" x="4625975" y="5280025"/>
          <p14:tracePt t="62857" x="4586288" y="5280025"/>
          <p14:tracePt t="62867" x="4524375" y="5280025"/>
          <p14:tracePt t="62878" x="4456113" y="5292725"/>
          <p14:tracePt t="62890" x="4381500" y="5300663"/>
          <p14:tracePt t="62901" x="4333875" y="5313363"/>
          <p14:tracePt t="62912" x="4279900" y="5334000"/>
          <p14:tracePt t="62923" x="4232275" y="5360988"/>
          <p14:tracePt t="62934" x="4211638" y="5395913"/>
          <p14:tracePt t="62946" x="4211638" y="5414963"/>
          <p14:tracePt t="62957" x="4217988" y="5456238"/>
          <p14:tracePt t="62968" x="4244975" y="5476875"/>
          <p14:tracePt t="62979" x="4292600" y="5497513"/>
          <p14:tracePt t="62991" x="4333875" y="5510213"/>
          <p14:tracePt t="63002" x="4414838" y="5524500"/>
          <p14:tracePt t="63013" x="4510088" y="5538788"/>
          <p14:tracePt t="63025" x="4572000" y="5538788"/>
          <p14:tracePt t="63036" x="4640263" y="5524500"/>
          <p14:tracePt t="63047" x="4687888" y="5524500"/>
          <p14:tracePt t="63058" x="4708525" y="5524500"/>
          <p14:tracePt t="63069" x="4721225" y="5524500"/>
          <p14:tracePt t="63081" x="4721225" y="5510213"/>
          <p14:tracePt t="63103" x="4708525" y="5510213"/>
          <p14:tracePt t="63114" x="4700588" y="5510213"/>
          <p14:tracePt t="63126" x="4673600" y="5497513"/>
          <p14:tracePt t="63137" x="4625975" y="5497513"/>
          <p14:tracePt t="63148" x="4586288" y="5491163"/>
          <p14:tracePt t="63429" x="4592638" y="5491163"/>
          <p14:tracePt t="63542" x="4586288" y="5491163"/>
          <p14:tracePt t="63688" x="4572000" y="5491163"/>
          <p14:tracePt t="63711" x="4557713" y="5491163"/>
          <p14:tracePt t="63722" x="4557713" y="5476875"/>
          <p14:tracePt t="63734" x="4545013" y="5476875"/>
          <p14:tracePt t="63756" x="4538663" y="5476875"/>
          <p14:tracePt t="63767" x="4524375" y="5476875"/>
          <p14:tracePt t="63778" x="4497388" y="5462588"/>
          <p14:tracePt t="63790" x="4462463" y="5456238"/>
          <p14:tracePt t="63802" x="4429125" y="5443538"/>
          <p14:tracePt t="63812" x="4381500" y="5414963"/>
          <p14:tracePt t="63824" x="4327525" y="5395913"/>
          <p14:tracePt t="63835" x="4252913" y="5360988"/>
          <p14:tracePt t="63846" x="4137025" y="5313363"/>
          <p14:tracePt t="63857" x="4021138" y="5280025"/>
          <p14:tracePt t="63868" x="3905250" y="5232400"/>
          <p14:tracePt t="63880" x="3836988" y="5218113"/>
          <p14:tracePt t="63891" x="3762375" y="5205413"/>
          <p14:tracePt t="63902" x="3708400" y="5197475"/>
          <p14:tracePt t="63913" x="3660775" y="5197475"/>
          <p14:tracePt t="63926" x="3633788" y="5197475"/>
          <p14:tracePt t="63936" x="3613150" y="5197475"/>
          <p14:tracePt t="63947" x="3586163" y="5205413"/>
          <p14:tracePt t="63958" x="3565525" y="5218113"/>
          <p14:tracePt t="63970" x="3551238" y="5232400"/>
          <p14:tracePt t="63981" x="3544888" y="5245100"/>
          <p14:tracePt t="63992" x="3530600" y="5265738"/>
          <p14:tracePt t="64003" x="3517900" y="5265738"/>
          <p14:tracePt t="64015" x="3517900" y="5280025"/>
          <p14:tracePt t="64070" x="3530600" y="5280025"/>
          <p14:tracePt t="64082" x="3544888" y="5265738"/>
          <p14:tracePt t="64093" x="3551238" y="5265738"/>
          <p14:tracePt t="64104" x="3578225" y="5253038"/>
          <p14:tracePt t="64116" x="3598863" y="5245100"/>
          <p14:tracePt t="64127" x="3625850" y="5232400"/>
          <p14:tracePt t="64138" x="3633788" y="5232400"/>
          <p14:tracePt t="64150" x="3646488" y="5218113"/>
          <p14:tracePt t="64161" x="3660775" y="5205413"/>
          <p14:tracePt t="64183" x="3660775" y="5197475"/>
          <p14:tracePt t="64307" x="3660775" y="5205413"/>
          <p14:tracePt t="64341" x="3660775" y="5218113"/>
          <p14:tracePt t="64409" x="3660775" y="5232400"/>
          <p14:tracePt t="64565" x="3667125" y="5232400"/>
          <p14:tracePt t="64712" x="3667125" y="5245100"/>
          <p14:tracePt t="64724" x="3681413" y="5245100"/>
          <p14:tracePt t="64735" x="3681413" y="5253038"/>
          <p14:tracePt t="64746" x="3694113" y="5265738"/>
          <p14:tracePt t="64757" x="3694113" y="5280025"/>
          <p14:tracePt t="64768" x="3708400" y="5292725"/>
          <p14:tracePt t="64780" x="3708400" y="5300663"/>
          <p14:tracePt t="64791" x="3714750" y="5300663"/>
          <p14:tracePt t="64803" x="3714750" y="5313363"/>
          <p14:tracePt t="64824" x="3729038" y="5313363"/>
          <p14:tracePt t="64836" x="3729038" y="5327650"/>
          <p14:tracePt t="64847" x="3741738" y="5327650"/>
          <p14:tracePt t="64881" x="3756025" y="5327650"/>
          <p14:tracePt t="64892" x="3756025" y="5313363"/>
          <p14:tracePt t="64903" x="3762375" y="5313363"/>
          <p14:tracePt t="64926" x="3776663" y="5300663"/>
          <p14:tracePt t="64937" x="3789363" y="5300663"/>
          <p14:tracePt t="64959" x="3795713" y="5292725"/>
          <p14:tracePt t="64971" x="3810000" y="5292725"/>
          <p14:tracePt t="64993" x="3810000" y="5280025"/>
          <p14:tracePt t="65005" x="3824288" y="5280025"/>
          <p14:tracePt t="65072" x="3836988" y="5280025"/>
          <p14:tracePt t="65094" x="3836988" y="5292725"/>
          <p14:tracePt t="65128" x="3843338" y="5292725"/>
          <p14:tracePt t="65140" x="3843338" y="5300663"/>
          <p14:tracePt t="65173" x="3857625" y="5300663"/>
          <p14:tracePt t="65184" x="3871913" y="5300663"/>
          <p14:tracePt t="65207" x="3878263" y="5313363"/>
          <p14:tracePt t="65218" x="3890963" y="5313363"/>
          <p14:tracePt t="65230" x="3905250" y="5313363"/>
          <p14:tracePt t="65241" x="3919538" y="5313363"/>
          <p14:tracePt t="65252" x="3938588" y="5313363"/>
          <p14:tracePt t="65263" x="3952875" y="5313363"/>
          <p14:tracePt t="65275" x="3959225" y="5313363"/>
          <p14:tracePt t="65286" x="3973513" y="5313363"/>
          <p14:tracePt t="65298" x="3986213" y="5313363"/>
          <p14:tracePt t="65309" x="4000500" y="5313363"/>
          <p14:tracePt t="65320" x="4006850" y="5313363"/>
          <p14:tracePt t="65342" x="4021138" y="5313363"/>
          <p14:tracePt t="65398" x="4033838" y="5313363"/>
          <p14:tracePt t="65410" x="4041775" y="5313363"/>
          <p14:tracePt t="65421" x="4054475" y="5313363"/>
          <p14:tracePt t="65432" x="4068763" y="5313363"/>
          <p14:tracePt t="65444" x="4102100" y="5313363"/>
          <p14:tracePt t="65454" x="4122738" y="5313363"/>
          <p14:tracePt t="65466" x="4149725" y="5313363"/>
          <p14:tracePt t="65477" x="4184650" y="5313363"/>
          <p14:tracePt t="65488" x="4217988" y="5313363"/>
          <p14:tracePt t="65499" x="4252913" y="5300663"/>
          <p14:tracePt t="65511" x="4279900" y="5300663"/>
          <p14:tracePt t="65522" x="4300538" y="5292725"/>
          <p14:tracePt t="65533" x="4313238" y="5292725"/>
          <p14:tracePt t="65545" x="4333875" y="5292725"/>
          <p14:tracePt t="65556" x="4333875" y="5280025"/>
          <p14:tracePt t="65702" x="4348163" y="5280025"/>
          <p14:tracePt t="65713" x="4348163" y="5265738"/>
          <p14:tracePt t="65949" x="4348163" y="5280025"/>
          <p14:tracePt t="65972" x="4333875" y="5292725"/>
          <p14:tracePt t="66050" x="4333875" y="5280025"/>
          <p14:tracePt t="66073" x="4333875" y="5265738"/>
          <p14:tracePt t="66095" x="4333875" y="5253038"/>
          <p14:tracePt t="66107" x="4348163" y="5245100"/>
          <p14:tracePt t="66119" x="4348163" y="5232400"/>
          <p14:tracePt t="66130" x="4348163" y="5218113"/>
          <p14:tracePt t="66142" x="4360863" y="5205413"/>
          <p14:tracePt t="66152" x="4375150" y="5197475"/>
          <p14:tracePt t="66164" x="4381500" y="5184775"/>
          <p14:tracePt t="66186" x="4395788" y="5184775"/>
          <p14:tracePt t="66219" x="4408488" y="5184775"/>
          <p14:tracePt t="66275" x="4408488" y="5197475"/>
          <p14:tracePt t="66411" x="4408488" y="5205413"/>
          <p14:tracePt t="66422" x="4414838" y="5205413"/>
          <p14:tracePt t="66433" x="4429125" y="5205413"/>
          <p14:tracePt t="66445" x="4443413" y="5218113"/>
          <p14:tracePt t="66456" x="4456113" y="5218113"/>
          <p14:tracePt t="66501" x="4456113" y="5232400"/>
          <p14:tracePt t="66523" x="4443413" y="5232400"/>
          <p14:tracePt t="66535" x="4443413" y="5245100"/>
          <p14:tracePt t="66602" x="4443413" y="5253038"/>
          <p14:tracePt t="66680" x="4443413" y="5265738"/>
          <p14:tracePt t="66728" x="4456113" y="5265738"/>
          <p14:tracePt t="66760" x="4443413" y="5265738"/>
          <p14:tracePt t="66951" x="4456113" y="5265738"/>
          <p14:tracePt t="66963" x="4491038" y="5265738"/>
          <p14:tracePt t="66973" x="4538663" y="5265738"/>
          <p14:tracePt t="66986" x="4572000" y="5265738"/>
          <p14:tracePt t="66996" x="4667250" y="5280025"/>
          <p14:tracePt t="67007" x="4789488" y="5292725"/>
          <p14:tracePt t="67019" x="4953000" y="5300663"/>
          <p14:tracePt t="67030" x="5095875" y="5313363"/>
          <p14:tracePt t="67042" x="5319713" y="5334000"/>
          <p14:tracePt t="67052" x="5565775" y="5348288"/>
          <p14:tracePt t="67063" x="5762625" y="5360988"/>
          <p14:tracePt t="67076" x="6042025" y="5375275"/>
          <p14:tracePt t="67086" x="6334125" y="5375275"/>
          <p14:tracePt t="67097" x="6592888" y="5360988"/>
          <p14:tracePt t="67109" x="6756400" y="5360988"/>
          <p14:tracePt t="67119" x="6946900" y="5360988"/>
          <p14:tracePt t="67131" x="7096125" y="5348288"/>
          <p14:tracePt t="67142" x="7191375" y="5334000"/>
          <p14:tracePt t="67153" x="7239000" y="5334000"/>
          <p14:tracePt t="67164" x="7272338" y="5327650"/>
          <p14:tracePt t="67176" x="7280275" y="5327650"/>
          <p14:tracePt t="67209" x="7280275" y="5313363"/>
          <p14:tracePt t="67288" x="7280275" y="5300663"/>
          <p14:tracePt t="67311" x="7272338" y="5300663"/>
          <p14:tracePt t="67322" x="7272338" y="5292725"/>
          <p14:tracePt t="67344" x="7259638" y="5280025"/>
          <p14:tracePt t="67356" x="7245350" y="5280025"/>
          <p14:tracePt t="67368" x="7239000" y="5265738"/>
          <p14:tracePt t="67378" x="7212013" y="5253038"/>
          <p14:tracePt t="67391" x="7177088" y="5245100"/>
          <p14:tracePt t="67401" x="7143750" y="5232400"/>
          <p14:tracePt t="67412" x="7110413" y="5232400"/>
          <p14:tracePt t="67424" x="7069138" y="5218113"/>
          <p14:tracePt t="67435" x="7027863" y="5205413"/>
          <p14:tracePt t="67446" x="7000875" y="5205413"/>
          <p14:tracePt t="67459" x="6967538" y="5205413"/>
          <p14:tracePt t="67469" x="6946900" y="5205413"/>
          <p14:tracePt t="67480" x="6919913" y="5218113"/>
          <p14:tracePt t="67494" x="6899275" y="5232400"/>
          <p14:tracePt t="67503" x="6884988" y="5245100"/>
          <p14:tracePt t="67514" x="6872288" y="5265738"/>
          <p14:tracePt t="67525" x="6864350" y="5292725"/>
          <p14:tracePt t="67536" x="6864350" y="5300663"/>
          <p14:tracePt t="67547" x="6864350" y="5313363"/>
          <p14:tracePt t="67559" x="6872288" y="5313363"/>
          <p14:tracePt t="67569" x="6884988" y="5327650"/>
          <p14:tracePt t="67581" x="6899275" y="5327650"/>
          <p14:tracePt t="67592" x="6919913" y="5327650"/>
          <p14:tracePt t="67603" x="6946900" y="5327650"/>
          <p14:tracePt t="67614" x="6967538" y="5327650"/>
          <p14:tracePt t="67627" x="6980238" y="5313363"/>
          <p14:tracePt t="67637" x="6986588" y="5313363"/>
          <p14:tracePt t="67648" x="6986588" y="5300663"/>
          <p14:tracePt t="67659" x="6986588" y="5292725"/>
          <p14:tracePt t="67682" x="6986588" y="5280025"/>
          <p14:tracePt t="67693" x="6986588" y="5265738"/>
          <p14:tracePt t="67705" x="6980238" y="5265738"/>
          <p14:tracePt t="67716" x="6967538" y="5265738"/>
          <p14:tracePt t="67749" x="6953250" y="5265738"/>
          <p14:tracePt t="67772" x="6953250" y="5280025"/>
          <p14:tracePt t="67817" x="6953250" y="5292725"/>
          <p14:tracePt t="67828" x="6967538" y="5292725"/>
          <p14:tracePt t="67862" x="6980238" y="5292725"/>
          <p14:tracePt t="67884" x="6986588" y="5300663"/>
          <p14:tracePt t="67896" x="7000875" y="5300663"/>
          <p14:tracePt t="67918" x="6986588" y="5300663"/>
          <p14:tracePt t="67930" x="6967538" y="5300663"/>
          <p14:tracePt t="68154" x="6980238" y="5300663"/>
          <p14:tracePt t="68199" x="6986588" y="5300663"/>
          <p14:tracePt t="68222" x="7000875" y="5300663"/>
          <p14:tracePt t="68234" x="7015163" y="5300663"/>
          <p14:tracePt t="68256" x="7027863" y="5300663"/>
          <p14:tracePt t="68267" x="7048500" y="5300663"/>
          <p14:tracePt t="68280" x="7081838" y="5300663"/>
          <p14:tracePt t="68290" x="7110413" y="5300663"/>
          <p14:tracePt t="68301" x="7129463" y="5292725"/>
          <p14:tracePt t="68314" x="7164388" y="5280025"/>
          <p14:tracePt t="68323" x="7191375" y="5265738"/>
          <p14:tracePt t="68335" x="7212013" y="5253038"/>
          <p14:tracePt t="68347" x="7224713" y="5245100"/>
          <p14:tracePt t="68358" x="7239000" y="5232400"/>
          <p14:tracePt t="68369" x="7245350" y="5232400"/>
          <p14:tracePt t="68391" x="7245350" y="5218113"/>
          <p14:tracePt t="68469" x="7259638" y="5232400"/>
          <p14:tracePt t="68481" x="7259638" y="5245100"/>
          <p14:tracePt t="68492" x="7259638" y="5265738"/>
          <p14:tracePt t="68504" x="7259638" y="5280025"/>
          <p14:tracePt t="68516" x="7259638" y="5300663"/>
          <p14:tracePt t="68526" x="7245350" y="5327650"/>
          <p14:tracePt t="68548" x="7245350" y="5334000"/>
          <p14:tracePt t="68604" x="7259638" y="5327650"/>
          <p14:tracePt t="68627" x="7259638" y="5313363"/>
          <p14:tracePt t="68639" x="7272338" y="5313363"/>
          <p14:tracePt t="68651" x="7280275" y="5300663"/>
          <p14:tracePt t="68661" x="7280275" y="5292725"/>
          <p14:tracePt t="68673" x="7292975" y="5292725"/>
          <p14:tracePt t="68694" x="7307263" y="5300663"/>
          <p14:tracePt t="68717" x="7319963" y="5300663"/>
          <p14:tracePt t="68728" x="7319963" y="5313363"/>
          <p14:tracePt t="68740" x="7319963" y="5327650"/>
          <p14:tracePt t="68762" x="7307263" y="5334000"/>
          <p14:tracePt t="68773" x="7292975" y="5348288"/>
          <p14:tracePt t="68785" x="7280275" y="5360988"/>
          <p14:tracePt t="68796" x="7272338" y="5360988"/>
          <p14:tracePt t="68829" x="7259638" y="5375275"/>
          <p14:tracePt t="68832" x="7245350" y="5375275"/>
          <p14:tracePt t="68885" x="7245350" y="5360988"/>
          <p14:tracePt t="68930" x="7259638" y="5360988"/>
          <p14:tracePt t="69234" x="7259638" y="5375275"/>
          <p14:tracePt t="70078" x="7245350" y="5375275"/>
          <p14:tracePt t="70091" x="7239000" y="5375275"/>
          <p14:tracePt t="70101" x="7191375" y="5375275"/>
          <p14:tracePt t="70112" x="7143750" y="5375275"/>
          <p14:tracePt t="70123" x="7048500" y="5375275"/>
          <p14:tracePt t="70135" x="6980238" y="5375275"/>
          <p14:tracePt t="70146" x="6816725" y="5375275"/>
          <p14:tracePt t="70157" x="6613525" y="5375275"/>
          <p14:tracePt t="70168" x="6429375" y="5381625"/>
          <p14:tracePt t="70181" x="6102350" y="5381625"/>
          <p14:tracePt t="70191" x="5843588" y="5381625"/>
          <p14:tracePt t="70203" x="5449888" y="5381625"/>
          <p14:tracePt t="70214" x="5041900" y="5381625"/>
          <p14:tracePt t="70225" x="4783138" y="5375275"/>
          <p14:tracePt t="70236" x="4408488" y="5348288"/>
          <p14:tracePt t="70248" x="4184650" y="5334000"/>
          <p14:tracePt t="70258" x="3919538" y="5300663"/>
          <p14:tracePt t="70270" x="3762375" y="5280025"/>
          <p14:tracePt t="70281" x="3586163" y="5253038"/>
          <p14:tracePt t="70292" x="3482975" y="5232400"/>
          <p14:tracePt t="70304" x="3422650" y="5232400"/>
          <p14:tracePt t="70315" x="3387725" y="5218113"/>
          <p14:tracePt t="70326" x="3381375" y="5218113"/>
          <p14:tracePt t="70404" x="3367088" y="5218113"/>
          <p14:tracePt t="70416" x="3354388" y="5218113"/>
          <p14:tracePt t="70675" x="3367088" y="5218113"/>
          <p14:tracePt t="70686" x="3367088" y="5205413"/>
          <p14:tracePt t="70697" x="3387725" y="5205413"/>
          <p14:tracePt t="70710" x="3414713" y="5205413"/>
          <p14:tracePt t="70720" x="3462338" y="5205413"/>
          <p14:tracePt t="70731" x="3497263" y="5205413"/>
          <p14:tracePt t="70742" x="3544888" y="5205413"/>
          <p14:tracePt t="70753" x="3586163" y="5205413"/>
          <p14:tracePt t="70765" x="3633788" y="5205413"/>
          <p14:tracePt t="70776" x="3681413" y="5205413"/>
          <p14:tracePt t="70787" x="3714750" y="5205413"/>
          <p14:tracePt t="70798" x="3756025" y="5197475"/>
          <p14:tracePt t="70810" x="3762375" y="5197475"/>
          <p14:tracePt t="70821" x="3762375" y="5184775"/>
          <p14:tracePt t="70832" x="3762375" y="5170488"/>
          <p14:tracePt t="70845" x="3762375" y="5164138"/>
          <p14:tracePt t="70855" x="3762375" y="5149850"/>
          <p14:tracePt t="70923" x="3762375" y="5164138"/>
          <p14:tracePt t="70934" x="3762375" y="5170488"/>
          <p14:tracePt t="70936" x="3756025" y="5197475"/>
          <p14:tracePt t="70945" x="3729038" y="5218113"/>
          <p14:tracePt t="70956" x="3708400" y="5253038"/>
          <p14:tracePt t="70967" x="3694113" y="5280025"/>
          <p14:tracePt t="70989" x="3667125" y="5300663"/>
          <p14:tracePt t="70992" x="3660775" y="5327650"/>
          <p14:tracePt t="71001" x="3646488" y="5327650"/>
          <p14:tracePt t="71012" x="3646488" y="5334000"/>
          <p14:tracePt t="71057" x="3646488" y="5327650"/>
          <p14:tracePt t="71068" x="3660775" y="5313363"/>
          <p14:tracePt t="71079" x="3667125" y="5300663"/>
          <p14:tracePt t="71091" x="3681413" y="5292725"/>
          <p14:tracePt t="71102" x="3694113" y="5265738"/>
          <p14:tracePt t="71113" x="3708400" y="5253038"/>
          <p14:tracePt t="71124" x="3729038" y="5245100"/>
          <p14:tracePt t="71147" x="3741738" y="5245100"/>
          <p14:tracePt t="71192" x="3741738" y="5265738"/>
          <p14:tracePt t="71203" x="3741738" y="5280025"/>
          <p14:tracePt t="71214" x="3741738" y="5292725"/>
          <p14:tracePt t="71237" x="3741738" y="5300663"/>
          <p14:tracePt t="71304" x="3756025" y="5300663"/>
          <p14:tracePt t="71327" x="3762375" y="5300663"/>
          <p14:tracePt t="71338" x="3776663" y="5300663"/>
          <p14:tracePt t="71350" x="3789363" y="5292725"/>
          <p14:tracePt t="71362" x="3795713" y="5292725"/>
          <p14:tracePt t="71372" x="3810000" y="5292725"/>
          <p14:tracePt t="71384" x="3824288" y="5292725"/>
          <p14:tracePt t="71395" x="3843338" y="5292725"/>
          <p14:tracePt t="71406" x="3878263" y="5292725"/>
          <p14:tracePt t="71417" x="3925888" y="5292725"/>
          <p14:tracePt t="71428" x="3986213" y="5300663"/>
          <p14:tracePt t="71440" x="4102100" y="5300663"/>
          <p14:tracePt t="71451" x="4217988" y="5300663"/>
          <p14:tracePt t="71462" x="4327525" y="5300663"/>
          <p14:tracePt t="71473" x="4395788" y="5300663"/>
          <p14:tracePt t="71485" x="4462463" y="5300663"/>
          <p14:tracePt t="71496" x="4497388" y="5292725"/>
          <p14:tracePt t="71507" x="4524375" y="5280025"/>
          <p14:tracePt t="71529" x="4524375" y="5265738"/>
          <p14:tracePt t="71676" x="4510088" y="5280025"/>
          <p14:tracePt t="71687" x="4510088" y="5292725"/>
          <p14:tracePt t="71709" x="4510088" y="5300663"/>
          <p14:tracePt t="71721" x="4510088" y="5313363"/>
          <p14:tracePt t="71743" x="4524375" y="5313363"/>
          <p14:tracePt t="71755" x="4545013" y="5327650"/>
          <p14:tracePt t="71766" x="4572000" y="5327650"/>
          <p14:tracePt t="71778" x="4592638" y="5327650"/>
          <p14:tracePt t="71789" x="4625975" y="5327650"/>
          <p14:tracePt t="71800" x="4667250" y="5327650"/>
          <p14:tracePt t="71811" x="4687888" y="5327650"/>
          <p14:tracePt t="71822" x="4700588" y="5327650"/>
          <p14:tracePt t="71844" x="4687888" y="5313363"/>
          <p14:tracePt t="71856" x="4652963" y="5313363"/>
          <p14:tracePt t="71867" x="4605338" y="5300663"/>
          <p14:tracePt t="72103" x="4619625" y="5300663"/>
          <p14:tracePt t="72159" x="4625975" y="5300663"/>
          <p14:tracePt t="72171" x="4625975" y="5313363"/>
          <p14:tracePt t="72182" x="4640263" y="5313363"/>
          <p14:tracePt t="72193" x="4652963" y="5313363"/>
          <p14:tracePt t="72205" x="4652963" y="5327650"/>
          <p14:tracePt t="72217" x="4667250" y="5327650"/>
          <p14:tracePt t="72228" x="4673600" y="5327650"/>
          <p14:tracePt t="72261" x="4687888" y="5327650"/>
          <p14:tracePt t="72283" x="4700588" y="5327650"/>
          <p14:tracePt t="72350" x="4708525" y="5327650"/>
          <p14:tracePt t="72384" x="4721225" y="5327650"/>
          <p14:tracePt t="72407" x="4735513" y="5327650"/>
          <p14:tracePt t="72418" x="4748213" y="5327650"/>
          <p14:tracePt t="72430" x="4756150" y="5327650"/>
          <p14:tracePt t="72441" x="4783138" y="5327650"/>
          <p14:tracePt t="72452" x="4803775" y="5327650"/>
          <p14:tracePt t="72463" x="4830763" y="5327650"/>
          <p14:tracePt t="72475" x="4851400" y="5327650"/>
          <p14:tracePt t="72486" x="4864100" y="5327650"/>
          <p14:tracePt t="72508" x="4830763" y="5313363"/>
          <p14:tracePt t="72823" x="4837113" y="5313363"/>
          <p14:tracePt t="72846" x="4864100" y="5313363"/>
          <p14:tracePt t="72857" x="4899025" y="5313363"/>
          <p14:tracePt t="72869" x="4919663" y="5313363"/>
          <p14:tracePt t="72880" x="4953000" y="5327650"/>
          <p14:tracePt t="72891" x="4967288" y="5327650"/>
          <p14:tracePt t="72903" x="4994275" y="5327650"/>
          <p14:tracePt t="72914" x="5048250" y="5327650"/>
          <p14:tracePt t="72925" x="5095875" y="5327650"/>
          <p14:tracePt t="72936" x="5176838" y="5327650"/>
          <p14:tracePt t="72947" x="5259388" y="5327650"/>
          <p14:tracePt t="72958" x="5367338" y="5327650"/>
          <p14:tracePt t="72970" x="5497513" y="5313363"/>
          <p14:tracePt t="72981" x="5578475" y="5300663"/>
          <p14:tracePt t="72993" x="5681663" y="5292725"/>
          <p14:tracePt t="73014" x="5729288" y="5265738"/>
          <p14:tracePt t="73017" x="5776913" y="5232400"/>
          <p14:tracePt t="73026" x="5783263" y="5218113"/>
          <p14:tracePt t="73037" x="5795963" y="5184775"/>
          <p14:tracePt t="73049" x="5783263" y="5164138"/>
          <p14:tracePt t="73060" x="5776913" y="5149850"/>
          <p14:tracePt t="73071" x="5729288" y="5116513"/>
          <p14:tracePt t="73082" x="5694363" y="5102225"/>
          <p14:tracePt t="73093" x="5634038" y="5081588"/>
          <p14:tracePt t="73105" x="5565775" y="5081588"/>
          <p14:tracePt t="73116" x="5518150" y="5068888"/>
          <p14:tracePt t="73127" x="5449888" y="5081588"/>
          <p14:tracePt t="73138" x="5402263" y="5089525"/>
          <p14:tracePt t="73150" x="5354638" y="5122863"/>
          <p14:tracePt t="73161" x="5307013" y="5170488"/>
          <p14:tracePt t="73172" x="5292725" y="5218113"/>
          <p14:tracePt t="73183" x="5292725" y="5292725"/>
          <p14:tracePt t="73195" x="5292725" y="5334000"/>
          <p14:tracePt t="73206" x="5340350" y="5408613"/>
          <p14:tracePt t="73217" x="5402263" y="5456238"/>
          <p14:tracePt t="73228" x="5456238" y="5491163"/>
          <p14:tracePt t="73239" x="5565775" y="5510213"/>
          <p14:tracePt t="73251" x="5634038" y="5524500"/>
          <p14:tracePt t="73262" x="5776913" y="5538788"/>
          <p14:tracePt t="73273" x="5857875" y="5524500"/>
          <p14:tracePt t="73284" x="5959475" y="5510213"/>
          <p14:tracePt t="73296" x="6042025" y="5476875"/>
          <p14:tracePt t="73307" x="6102350" y="5456238"/>
          <p14:tracePt t="73318" x="6137275" y="5408613"/>
          <p14:tracePt t="73329" x="6149975" y="5381625"/>
          <p14:tracePt t="73341" x="6137275" y="5360988"/>
          <p14:tracePt t="73352" x="6102350" y="5313363"/>
          <p14:tracePt t="73363" x="6042025" y="5280025"/>
          <p14:tracePt t="73375" x="5926138" y="5245100"/>
          <p14:tracePt t="73386" x="5830888" y="5218113"/>
          <p14:tracePt t="73397" x="5694363" y="5218113"/>
          <p14:tracePt t="73408" x="5551488" y="5218113"/>
          <p14:tracePt t="73420" x="5470525" y="5232400"/>
          <p14:tracePt t="73431" x="5387975" y="5265738"/>
          <p14:tracePt t="73442" x="5354638" y="5300663"/>
          <p14:tracePt t="73454" x="5327650" y="5334000"/>
          <p14:tracePt t="73476" x="5327650" y="5360988"/>
          <p14:tracePt t="73478" x="5340350" y="5395913"/>
          <p14:tracePt t="73487" x="5367338" y="5414963"/>
          <p14:tracePt t="73500" x="5402263" y="5429250"/>
          <p14:tracePt t="73511" x="5470525" y="5456238"/>
          <p14:tracePt t="73521" x="5538788" y="5456238"/>
          <p14:tracePt t="73532" x="5619750" y="5456238"/>
          <p14:tracePt t="73543" x="5715000" y="5456238"/>
          <p14:tracePt t="73555" x="5776913" y="5429250"/>
          <p14:tracePt t="73566" x="5843588" y="5395913"/>
          <p14:tracePt t="73577" x="5878513" y="5360988"/>
          <p14:tracePt t="73588" x="5905500" y="5313363"/>
          <p14:tracePt t="73599" x="5905500" y="5280025"/>
          <p14:tracePt t="73611" x="5891213" y="5253038"/>
          <p14:tracePt t="73622" x="5864225" y="5205413"/>
          <p14:tracePt t="73633" x="5830888" y="5184775"/>
          <p14:tracePt t="73644" x="5776913" y="5164138"/>
          <p14:tracePt t="73656" x="5729288" y="5149850"/>
          <p14:tracePt t="73667" x="5661025" y="5137150"/>
          <p14:tracePt t="73678" x="5578475" y="5137150"/>
          <p14:tracePt t="73690" x="5518150" y="5149850"/>
          <p14:tracePt t="73701" x="5449888" y="5170488"/>
          <p14:tracePt t="73712" x="5422900" y="5184775"/>
          <p14:tracePt t="73723" x="5402263" y="5218113"/>
          <p14:tracePt t="73735" x="5387975" y="5253038"/>
          <p14:tracePt t="73746" x="5387975" y="5292725"/>
          <p14:tracePt t="73758" x="5402263" y="5327650"/>
          <p14:tracePt t="73768" x="5408613" y="5348288"/>
          <p14:tracePt t="73780" x="5456238" y="5375275"/>
          <p14:tracePt t="73791" x="5503863" y="5395913"/>
          <p14:tracePt t="73802" x="5578475" y="5408613"/>
          <p14:tracePt t="73815" x="5667375" y="5408613"/>
          <p14:tracePt t="73825" x="5729288" y="5408613"/>
          <p14:tracePt t="73837" x="5824538" y="5408613"/>
          <p14:tracePt t="73847" x="5891213" y="5381625"/>
          <p14:tracePt t="73858" x="5959475" y="5360988"/>
          <p14:tracePt t="73870" x="6007100" y="5327650"/>
          <p14:tracePt t="73881" x="6034088" y="5292725"/>
          <p14:tracePt t="73892" x="6042025" y="5253038"/>
          <p14:tracePt t="73903" x="6034088" y="5232400"/>
          <p14:tracePt t="73915" x="6007100" y="5184775"/>
          <p14:tracePt t="73926" x="5953125" y="5122863"/>
          <p14:tracePt t="73937" x="5905500" y="5089525"/>
          <p14:tracePt t="73948" x="5795963" y="5054600"/>
          <p14:tracePt t="73960" x="5741988" y="5041900"/>
          <p14:tracePt t="73971" x="5646738" y="5041900"/>
          <p14:tracePt t="73982" x="5578475" y="5041900"/>
          <p14:tracePt t="73993" x="5518150" y="5068888"/>
          <p14:tracePt t="74005" x="5470525" y="5102225"/>
          <p14:tracePt t="74016" x="5449888" y="5137150"/>
          <p14:tracePt t="74027" x="5435600" y="5197475"/>
          <p14:tracePt t="74038" x="5435600" y="5232400"/>
          <p14:tracePt t="74072" x="5456238" y="5292725"/>
          <p14:tracePt t="74075" x="5483225" y="5327650"/>
          <p14:tracePt t="74084" x="5518150" y="5348288"/>
          <p14:tracePt t="74089" x="5565775" y="5375275"/>
          <p14:tracePt t="74095" x="5613400" y="5375275"/>
          <p14:tracePt t="74106" x="5681663" y="5375275"/>
          <p14:tracePt t="74118" x="5748338" y="5375275"/>
          <p14:tracePt t="74130" x="5783263" y="5375275"/>
          <p14:tracePt t="74140" x="5830888" y="5375275"/>
          <p14:tracePt t="74151" x="5857875" y="5360988"/>
          <p14:tracePt t="74162" x="5857875" y="5348288"/>
          <p14:tracePt t="74173" x="5864225" y="5334000"/>
          <p14:tracePt t="74185" x="5857875" y="5327650"/>
          <p14:tracePt t="74196" x="5843588" y="5313363"/>
          <p14:tracePt t="74207" x="5824538" y="5292725"/>
          <p14:tracePt t="74218" x="5783263" y="5280025"/>
          <p14:tracePt t="74229" x="5748338" y="5265738"/>
          <p14:tracePt t="74241" x="5715000" y="5253038"/>
          <p14:tracePt t="74252" x="5667375" y="5253038"/>
          <p14:tracePt t="74263" x="5634038" y="5253038"/>
          <p14:tracePt t="74274" x="5599113" y="5265738"/>
          <p14:tracePt t="74287" x="5586413" y="5280025"/>
          <p14:tracePt t="74297" x="5565775" y="5292725"/>
          <p14:tracePt t="74308" x="5551488" y="5313363"/>
          <p14:tracePt t="74320" x="5538788" y="5327650"/>
          <p14:tracePt t="74331" x="5538788" y="5334000"/>
          <p14:tracePt t="74342" x="5551488" y="5348288"/>
          <p14:tracePt t="74353" x="5565775" y="5375275"/>
          <p14:tracePt t="74365" x="5578475" y="5381625"/>
          <p14:tracePt t="74376" x="5599113" y="5395913"/>
          <p14:tracePt t="74387" x="5634038" y="5408613"/>
          <p14:tracePt t="74398" x="5667375" y="5408613"/>
          <p14:tracePt t="74410" x="5700713" y="5414963"/>
          <p14:tracePt t="74421" x="5748338" y="5414963"/>
          <p14:tracePt t="74432" x="5795963" y="5414963"/>
          <p14:tracePt t="74443" x="5830888" y="5414963"/>
          <p14:tracePt t="74455" x="5857875" y="5408613"/>
          <p14:tracePt t="74466" x="5891213" y="5408613"/>
          <p14:tracePt t="74477" x="5905500" y="5395913"/>
          <p14:tracePt t="74488" x="5911850" y="5381625"/>
          <p14:tracePt t="74500" x="5911850" y="5360988"/>
          <p14:tracePt t="74511" x="5911850" y="5334000"/>
          <p14:tracePt t="74522" x="5911850" y="5313363"/>
          <p14:tracePt t="74533" x="5905500" y="5292725"/>
          <p14:tracePt t="74545" x="5891213" y="5253038"/>
          <p14:tracePt t="74556" x="5878513" y="5232400"/>
          <p14:tracePt t="74567" x="5857875" y="5218113"/>
          <p14:tracePt t="74578" x="5830888" y="5205413"/>
          <p14:tracePt t="74589" x="5824538" y="5197475"/>
          <p14:tracePt t="74601" x="5810250" y="5197475"/>
          <p14:tracePt t="74612" x="5795963" y="5197475"/>
          <p14:tracePt t="74623" x="5783263" y="5197475"/>
          <p14:tracePt t="74635" x="5762625" y="5197475"/>
          <p14:tracePt t="74646" x="5748338" y="5205413"/>
          <p14:tracePt t="74657" x="5741988" y="5218113"/>
          <p14:tracePt t="74668" x="5729288" y="5232400"/>
          <p14:tracePt t="74680" x="5715000" y="5245100"/>
          <p14:tracePt t="74691" x="5715000" y="5253038"/>
          <p14:tracePt t="74702" x="5715000" y="5265738"/>
          <p14:tracePt t="74713" x="5715000" y="5292725"/>
          <p14:tracePt t="74725" x="5715000" y="5300663"/>
          <p14:tracePt t="74736" x="5729288" y="5313363"/>
          <p14:tracePt t="74747" x="5741988" y="5313363"/>
          <p14:tracePt t="74758" x="5748338" y="5327650"/>
          <p14:tracePt t="74770" x="5762625" y="5327650"/>
          <p14:tracePt t="74781" x="5783263" y="5327650"/>
          <p14:tracePt t="74803" x="5795963" y="5327650"/>
          <p14:tracePt t="74815" x="5810250" y="5327650"/>
          <p14:tracePt t="74848" x="5824538" y="5313363"/>
          <p14:tracePt t="74870" x="5810250" y="5313363"/>
          <p14:tracePt t="74915" x="5795963" y="5313363"/>
          <p14:tracePt t="74927" x="5783263" y="5313363"/>
          <p14:tracePt t="74938" x="5776913" y="5327650"/>
          <p14:tracePt t="74950" x="5762625" y="5327650"/>
          <p14:tracePt t="74972" x="5762625" y="5334000"/>
          <p14:tracePt t="74994" x="5748338" y="5334000"/>
          <p14:tracePt t="75017" x="5741988" y="5334000"/>
          <p14:tracePt t="75028" x="5715000" y="5334000"/>
          <p14:tracePt t="75040" x="5700713" y="5334000"/>
          <p14:tracePt t="75175" x="5715000" y="5334000"/>
          <p14:tracePt t="75187" x="5729288" y="5334000"/>
          <p14:tracePt t="75198" x="5741988" y="5334000"/>
          <p14:tracePt t="75209" x="5748338" y="5334000"/>
          <p14:tracePt t="75242" x="5762625" y="5327650"/>
          <p14:tracePt t="75265" x="5762625" y="5313363"/>
          <p14:tracePt t="75276" x="5748338" y="5300663"/>
          <p14:tracePt t="75288" x="5748338" y="5280025"/>
          <p14:tracePt t="75298" x="5741988" y="5265738"/>
          <p14:tracePt t="75310" x="5729288" y="5245100"/>
          <p14:tracePt t="75321" x="5700713" y="5232400"/>
          <p14:tracePt t="75332" x="5681663" y="5205413"/>
          <p14:tracePt t="75344" x="5667375" y="5205413"/>
          <p14:tracePt t="75355" x="5646738" y="5197475"/>
          <p14:tracePt t="75366" x="5634038" y="5197475"/>
          <p14:tracePt t="75377" x="5619750" y="5197475"/>
          <p14:tracePt t="75388" x="5613400" y="5197475"/>
          <p14:tracePt t="75399" x="5613400" y="5205413"/>
          <p14:tracePt t="75411" x="5599113" y="5218113"/>
          <p14:tracePt t="75422" x="5599113" y="5232400"/>
          <p14:tracePt t="75433" x="5599113" y="5245100"/>
          <p14:tracePt t="75445" x="5599113" y="5253038"/>
          <p14:tracePt t="75456" x="5599113" y="5265738"/>
          <p14:tracePt t="75467" x="5613400" y="5280025"/>
          <p14:tracePt t="75478" x="5619750" y="5292725"/>
          <p14:tracePt t="75490" x="5646738" y="5292725"/>
          <p14:tracePt t="75501" x="5681663" y="5292725"/>
          <p14:tracePt t="75512" x="5700713" y="5292725"/>
          <p14:tracePt t="75523" x="5741988" y="5292725"/>
          <p14:tracePt t="75534" x="5776913" y="5292725"/>
          <p14:tracePt t="75546" x="5795963" y="5292725"/>
          <p14:tracePt t="75557" x="5810250" y="5292725"/>
          <p14:tracePt t="75568" x="5824538" y="5292725"/>
          <p14:tracePt t="75658" x="5824538" y="5300663"/>
          <p14:tracePt t="75669" x="5810250" y="5300663"/>
          <p14:tracePt t="75692" x="5810250" y="5313363"/>
          <p14:tracePt t="75771" x="5824538" y="5313363"/>
          <p14:tracePt t="75793" x="5824538" y="5300663"/>
          <p14:tracePt t="75815" x="5830888" y="5300663"/>
          <p14:tracePt t="75827" x="5830888" y="5292725"/>
          <p14:tracePt t="75849" x="5830888" y="5280025"/>
          <p14:tracePt t="75872" x="5830888" y="5265738"/>
          <p14:tracePt t="75894" x="5830888" y="5253038"/>
          <p14:tracePt t="75928" x="5830888" y="5245100"/>
          <p14:tracePt t="76355" x="5830888" y="5232400"/>
          <p14:tracePt t="76434" x="5843588" y="5245100"/>
          <p14:tracePt t="76446" x="5843588" y="5253038"/>
          <p14:tracePt t="76468" x="5843588" y="5265738"/>
          <p14:tracePt t="76479" x="5843588" y="5280025"/>
          <p14:tracePt t="76502" x="5843588" y="5292725"/>
          <p14:tracePt t="76513" x="5857875" y="5300663"/>
          <p14:tracePt t="76659" x="5857875" y="5292725"/>
          <p14:tracePt t="76693" x="5857875" y="5280025"/>
          <p14:tracePt t="76716" x="5857875" y="5265738"/>
          <p14:tracePt t="76738" x="5857875" y="5253038"/>
          <p14:tracePt t="76963" x="5857875" y="5265738"/>
          <p14:tracePt t="77008" x="5857875" y="5280025"/>
          <p14:tracePt t="77278" x="5864225" y="5280025"/>
          <p14:tracePt t="77379" x="5878513" y="5265738"/>
          <p14:tracePt t="77413" x="5891213" y="5253038"/>
          <p14:tracePt t="77425" x="5891213" y="5245100"/>
          <p14:tracePt t="77447" x="5905500" y="5232400"/>
          <p14:tracePt t="77460" x="5905500" y="5218113"/>
          <p14:tracePt t="77470" x="5905500" y="5205413"/>
          <p14:tracePt t="77481" x="5905500" y="5184775"/>
          <p14:tracePt t="77493" x="5905500" y="5170488"/>
          <p14:tracePt t="77504" x="5905500" y="5164138"/>
          <p14:tracePt t="77515" x="5911850" y="5164138"/>
          <p14:tracePt t="77593" x="5911850" y="5170488"/>
          <p14:tracePt t="77616" x="5911850" y="5184775"/>
          <p14:tracePt t="77638" x="5926138" y="5197475"/>
          <p14:tracePt t="77672" x="5938838" y="5197475"/>
          <p14:tracePt t="77751" x="5926138" y="5197475"/>
          <p14:tracePt t="77762" x="5911850" y="5197475"/>
          <p14:tracePt t="77774" x="5891213" y="5205413"/>
          <p14:tracePt t="77785" x="5857875" y="5232400"/>
          <p14:tracePt t="77796" x="5824538" y="5253038"/>
          <p14:tracePt t="77807" x="5776913" y="5292725"/>
          <p14:tracePt t="77818" x="5715000" y="5313363"/>
          <p14:tracePt t="77841" x="5667375" y="5334000"/>
          <p14:tracePt t="77843" x="5634038" y="5360988"/>
          <p14:tracePt t="77853" x="5599113" y="5375275"/>
          <p14:tracePt t="77863" x="5586413" y="5381625"/>
          <p14:tracePt t="77875" x="5578475" y="5381625"/>
          <p14:tracePt t="77942" x="5586413" y="5381625"/>
          <p14:tracePt t="77953" x="5586413" y="5375275"/>
          <p14:tracePt t="77976" x="5586413" y="5360988"/>
          <p14:tracePt t="77987" x="5586413" y="5348288"/>
          <p14:tracePt t="77998" x="5578475" y="5348288"/>
          <p14:tracePt t="78010" x="5565775" y="5334000"/>
          <p14:tracePt t="78021" x="5538788" y="5334000"/>
          <p14:tracePt t="78032" x="5503863" y="5334000"/>
          <p14:tracePt t="78043" x="5470525" y="5334000"/>
          <p14:tracePt t="78055" x="5422900" y="5334000"/>
          <p14:tracePt t="78066" x="5375275" y="5348288"/>
          <p14:tracePt t="78078" x="5340350" y="5375275"/>
          <p14:tracePt t="78088" x="5307013" y="5381625"/>
          <p14:tracePt t="78100" x="5286375" y="5395913"/>
          <p14:tracePt t="78111" x="5272088" y="5414963"/>
          <p14:tracePt t="78122" x="5259388" y="5429250"/>
          <p14:tracePt t="78145" x="5259388" y="5443538"/>
          <p14:tracePt t="78178" x="5272088" y="5443538"/>
          <p14:tracePt t="78201" x="5286375" y="5443538"/>
          <p14:tracePt t="78223" x="5286375" y="5429250"/>
          <p14:tracePt t="78234" x="5292725" y="5429250"/>
          <p14:tracePt t="78336" x="5292725" y="5443538"/>
          <p14:tracePt t="78347" x="5292725" y="5456238"/>
          <p14:tracePt t="78359" x="5286375" y="5462588"/>
          <p14:tracePt t="78370" x="5286375" y="5491163"/>
          <p14:tracePt t="78381" x="5286375" y="5497513"/>
          <p14:tracePt t="78392" x="5292725" y="5510213"/>
          <p14:tracePt t="78415" x="5307013" y="5524500"/>
          <p14:tracePt t="78437" x="5319713" y="5524500"/>
          <p14:tracePt t="78448" x="5327650" y="5524500"/>
          <p14:tracePt t="78460" x="5340350" y="5524500"/>
          <p14:tracePt t="78471" x="5354638" y="5510213"/>
          <p14:tracePt t="78483" x="5367338" y="5510213"/>
          <p14:tracePt t="78505" x="5375275" y="5497513"/>
          <p14:tracePt t="78605" x="5375275" y="5510213"/>
          <p14:tracePt t="78628" x="5375275" y="5524500"/>
          <p14:tracePt t="78650" x="5375275" y="5538788"/>
          <p14:tracePt t="78663" x="5387975" y="5545138"/>
          <p14:tracePt t="78685" x="5402263" y="5545138"/>
          <p14:tracePt t="78696" x="5408613" y="5545138"/>
          <p14:tracePt t="78707" x="5435600" y="5545138"/>
          <p14:tracePt t="78719" x="5449888" y="5545138"/>
          <p14:tracePt t="78730" x="5456238" y="5545138"/>
          <p14:tracePt t="78741" x="5483225" y="5545138"/>
          <p14:tracePt t="78752" x="5497513" y="5545138"/>
          <p14:tracePt t="78764" x="5503863" y="5538788"/>
          <p14:tracePt t="78775" x="5518150" y="5538788"/>
          <p14:tracePt t="78787" x="5530850" y="5538788"/>
          <p14:tracePt t="78853" x="5530850" y="5545138"/>
          <p14:tracePt t="78864" x="5530850" y="5557838"/>
          <p14:tracePt t="78876" x="5530850" y="5572125"/>
          <p14:tracePt t="78898" x="5530850" y="5586413"/>
          <p14:tracePt t="78910" x="5538788" y="5586413"/>
          <p14:tracePt t="78921" x="5538788" y="5592763"/>
          <p14:tracePt t="78932" x="5551488" y="5592763"/>
          <p14:tracePt t="78943" x="5565775" y="5592763"/>
          <p14:tracePt t="78954" x="5578475" y="5586413"/>
          <p14:tracePt t="78966" x="5586413" y="5586413"/>
          <p14:tracePt t="78977" x="5599113" y="5572125"/>
          <p14:tracePt t="78988" x="5613400" y="5572125"/>
          <p14:tracePt t="78999" x="5619750" y="5557838"/>
          <p14:tracePt t="79011" x="5634038" y="5545138"/>
          <p14:tracePt t="79022" x="5646738" y="5538788"/>
          <p14:tracePt t="79033" x="5661025" y="5510213"/>
          <p14:tracePt t="79044" x="5661025" y="5497513"/>
          <p14:tracePt t="79057" x="5661025" y="5491163"/>
          <p14:tracePt t="79067" x="5661025" y="5462588"/>
          <p14:tracePt t="79078" x="5661025" y="5456238"/>
          <p14:tracePt t="79090" x="5646738" y="5414963"/>
          <p14:tracePt t="79101" x="5634038" y="5395913"/>
          <p14:tracePt t="79112" x="5613400" y="5360988"/>
          <p14:tracePt t="79123" x="5578475" y="5313363"/>
          <p14:tracePt t="79135" x="5538788" y="5253038"/>
          <p14:tracePt t="79146" x="5518150" y="5218113"/>
          <p14:tracePt t="79157" x="5483225" y="5170488"/>
          <p14:tracePt t="79168" x="5456238" y="5137150"/>
          <p14:tracePt t="79180" x="5449888" y="5116513"/>
          <p14:tracePt t="79191" x="5435600" y="5081588"/>
          <p14:tracePt t="79202" x="5422900" y="5041900"/>
          <p14:tracePt t="79213" x="5408613" y="5006975"/>
          <p14:tracePt t="79225" x="5402263" y="4994275"/>
          <p14:tracePt t="79236" x="5402263" y="4986338"/>
          <p14:tracePt t="79247" x="5402263" y="4973638"/>
          <p14:tracePt t="79258" x="5387975" y="4959350"/>
          <p14:tracePt t="79281" x="5387975" y="4953000"/>
          <p14:tracePt t="79314" x="5387975" y="4938713"/>
          <p14:tracePt t="79316" x="5375275" y="4938713"/>
          <p14:tracePt t="79337" x="5367338" y="4938713"/>
          <p14:tracePt t="79360" x="5354638" y="4938713"/>
          <p14:tracePt t="79371" x="5327650" y="4938713"/>
          <p14:tracePt t="79382" x="5292725" y="4959350"/>
          <p14:tracePt t="79393" x="5272088" y="4973638"/>
          <p14:tracePt t="79405" x="5238750" y="5006975"/>
          <p14:tracePt t="79416" x="5224463" y="5033963"/>
          <p14:tracePt t="79427" x="5224463" y="5054600"/>
          <p14:tracePt t="79438" x="5224463" y="5081588"/>
          <p14:tracePt t="79450" x="5238750" y="5089525"/>
          <p14:tracePt t="79461" x="5245100" y="5102225"/>
          <p14:tracePt t="79474" x="5286375" y="5102225"/>
          <p14:tracePt t="79483" x="5307013" y="5102225"/>
          <p14:tracePt t="79494" x="5340350" y="5102225"/>
          <p14:tracePt t="79507" x="5387975" y="5089525"/>
          <p14:tracePt t="79517" x="5408613" y="5081588"/>
          <p14:tracePt t="79528" x="5449888" y="5054600"/>
          <p14:tracePt t="79540" x="5456238" y="5041900"/>
          <p14:tracePt t="79551" x="5470525" y="5021263"/>
          <p14:tracePt t="79562" x="5470525" y="4994275"/>
          <p14:tracePt t="79573" x="5456238" y="4959350"/>
          <p14:tracePt t="79584" x="5435600" y="4926013"/>
          <p14:tracePt t="79596" x="5387975" y="4891088"/>
          <p14:tracePt t="79608" x="5340350" y="4878388"/>
          <p14:tracePt t="79618" x="5286375" y="4857750"/>
          <p14:tracePt t="79630" x="5211763" y="4843463"/>
          <p14:tracePt t="79641" x="5143500" y="4843463"/>
          <p14:tracePt t="79652" x="5095875" y="4843463"/>
          <p14:tracePt t="79663" x="5062538" y="4843463"/>
          <p14:tracePt t="79674" x="5041900" y="4872038"/>
          <p14:tracePt t="79686" x="5041900" y="4878388"/>
          <p14:tracePt t="79697" x="5027613" y="4891088"/>
          <p14:tracePt t="79708" x="5041900" y="4926013"/>
          <p14:tracePt t="79720" x="5048250" y="4953000"/>
          <p14:tracePt t="79731" x="5081588" y="4986338"/>
          <p14:tracePt t="79742" x="5122863" y="5006975"/>
          <p14:tracePt t="79754" x="5176838" y="5033963"/>
          <p14:tracePt t="79764" x="5238750" y="5041900"/>
          <p14:tracePt t="79777" x="5292725" y="5041900"/>
          <p14:tracePt t="79787" x="5354638" y="5041900"/>
          <p14:tracePt t="79798" x="5402263" y="5041900"/>
          <p14:tracePt t="79809" x="5449888" y="5041900"/>
          <p14:tracePt t="79821" x="5470525" y="5033963"/>
          <p14:tracePt t="79832" x="5497513" y="5021263"/>
          <p14:tracePt t="79843" x="5503863" y="4994275"/>
          <p14:tracePt t="79855" x="5518150" y="4973638"/>
          <p14:tracePt t="79866" x="5518150" y="4953000"/>
          <p14:tracePt t="79877" x="5518150" y="4926013"/>
          <p14:tracePt t="79888" x="5503863" y="4905375"/>
          <p14:tracePt t="79900" x="5497513" y="4891088"/>
          <p14:tracePt t="79911" x="5483225" y="4872038"/>
          <p14:tracePt t="79922" x="5470525" y="4872038"/>
          <p14:tracePt t="79933" x="5449888" y="4857750"/>
          <p14:tracePt t="79945" x="5435600" y="4857750"/>
          <p14:tracePt t="79956" x="5422900" y="4857750"/>
          <p14:tracePt t="79967" x="5408613" y="4857750"/>
          <p14:tracePt t="79989" x="5402263" y="4857750"/>
          <p14:tracePt t="80721" x="5402263" y="4872038"/>
          <p14:tracePt t="80732" x="5402263" y="4878388"/>
          <p14:tracePt t="80745" x="5402263" y="4891088"/>
          <p14:tracePt t="80755" x="5402263" y="4911725"/>
          <p14:tracePt t="80766" x="5402263" y="4926013"/>
          <p14:tracePt t="80777" x="5408613" y="4953000"/>
          <p14:tracePt t="80788" x="5422900" y="4959350"/>
          <p14:tracePt t="80800" x="5435600" y="4986338"/>
          <p14:tracePt t="80813" x="5456238" y="4994275"/>
          <p14:tracePt t="80823" x="5497513" y="4994275"/>
          <p14:tracePt t="80833" x="5518150" y="4994275"/>
          <p14:tracePt t="80845" x="5538788" y="4994275"/>
          <p14:tracePt t="80856" x="5578475" y="4994275"/>
          <p14:tracePt t="80867" x="5586413" y="4994275"/>
          <p14:tracePt t="80879" x="5619750" y="4994275"/>
          <p14:tracePt t="80890" x="5634038" y="4994275"/>
          <p14:tracePt t="80901" x="5661025" y="4994275"/>
          <p14:tracePt t="80946" x="5661025" y="4986338"/>
          <p14:tracePt t="80980" x="5661025" y="4994275"/>
          <p14:tracePt t="80991" x="5646738" y="4994275"/>
          <p14:tracePt t="81003" x="5619750" y="4994275"/>
          <p14:tracePt t="81452" x="5634038" y="4994275"/>
          <p14:tracePt t="81486" x="5646738" y="4994275"/>
          <p14:tracePt t="81508" x="5661025" y="4994275"/>
          <p14:tracePt t="81520" x="5667375" y="4994275"/>
          <p14:tracePt t="82138" x="5667375" y="5006975"/>
          <p14:tracePt t="82150" x="5694363" y="5021263"/>
          <p14:tracePt t="82161" x="5748338" y="5068888"/>
          <p14:tracePt t="82172" x="5891213" y="5122863"/>
          <p14:tracePt t="82183" x="6054725" y="5205413"/>
          <p14:tracePt t="82195" x="6197600" y="5265738"/>
          <p14:tracePt t="82206" x="6361113" y="5313363"/>
          <p14:tracePt t="82217" x="6491288" y="5360988"/>
          <p14:tracePt t="82230" x="6592888" y="5395913"/>
          <p14:tracePt t="82240" x="6640513" y="5408613"/>
          <p14:tracePt t="82251" x="6653213" y="5414963"/>
          <p14:tracePt t="82264" x="6640513" y="5414963"/>
          <p14:tracePt t="82532" x="6653213" y="5414963"/>
          <p14:tracePt t="82555" x="6653213" y="5408613"/>
          <p14:tracePt t="82566" x="6661150" y="5408613"/>
          <p14:tracePt t="82610" x="6673850" y="5408613"/>
          <p14:tracePt t="82633" x="6673850" y="5395913"/>
          <p14:tracePt t="82645" x="6661150" y="5395913"/>
          <p14:tracePt t="82667" x="6661150" y="5381625"/>
          <p14:tracePt t="82679" x="6661150" y="5375275"/>
          <p14:tracePt t="82690" x="6661150" y="5360988"/>
          <p14:tracePt t="82703" x="6653213" y="5348288"/>
          <p14:tracePt t="82713" x="6653213" y="5334000"/>
          <p14:tracePt t="82724" x="6626225" y="5313363"/>
          <p14:tracePt t="82735" x="6613525" y="5292725"/>
          <p14:tracePt t="82747" x="6592888" y="5265738"/>
          <p14:tracePt t="82758" x="6572250" y="5253038"/>
          <p14:tracePt t="82768" x="6545263" y="5232400"/>
          <p14:tracePt t="82780" x="6510338" y="5218113"/>
          <p14:tracePt t="82791" x="6497638" y="5205413"/>
          <p14:tracePt t="82803" x="6477000" y="5205413"/>
          <p14:tracePt t="82813" x="6462713" y="5205413"/>
          <p14:tracePt t="82825" x="6450013" y="5205413"/>
          <p14:tracePt t="82847" x="6443663" y="5205413"/>
          <p14:tracePt t="82858" x="6429375" y="5205413"/>
          <p14:tracePt t="82881" x="6415088" y="5205413"/>
          <p14:tracePt t="82892" x="6408738" y="5205413"/>
          <p14:tracePt t="82915" x="6396038" y="5205413"/>
          <p14:tracePt t="82926" x="6396038" y="5218113"/>
          <p14:tracePt t="82971" x="6381750" y="5218113"/>
          <p14:tracePt t="82982" x="6381750" y="5232400"/>
          <p14:tracePt t="83004" x="6381750" y="5245100"/>
          <p14:tracePt t="83027" x="6381750" y="5253038"/>
          <p14:tracePt t="83038" x="6381750" y="5265738"/>
          <p14:tracePt t="83061" x="6381750" y="5280025"/>
          <p14:tracePt t="83072" x="6396038" y="5280025"/>
          <p14:tracePt t="83095" x="6408738" y="5292725"/>
          <p14:tracePt t="83106" x="6415088" y="5292725"/>
          <p14:tracePt t="83118" x="6429375" y="5292725"/>
          <p14:tracePt t="83129" x="6443663" y="5292725"/>
          <p14:tracePt t="83151" x="6450013" y="5292725"/>
          <p14:tracePt t="83162" x="6462713" y="5280025"/>
          <p14:tracePt t="83286" x="6462713" y="5292725"/>
          <p14:tracePt t="83297" x="6462713" y="5300663"/>
          <p14:tracePt t="83319" x="6462713" y="5313363"/>
          <p14:tracePt t="83342" x="6462713" y="5327650"/>
          <p14:tracePt t="83443" x="6477000" y="5327650"/>
          <p14:tracePt t="83477" x="6477000" y="5313363"/>
          <p14:tracePt t="83623" x="6477000" y="5300663"/>
          <p14:tracePt t="83635" x="6491288" y="5300663"/>
          <p14:tracePt t="83679" x="6497638" y="5300663"/>
          <p14:tracePt t="83904" x="6510338" y="5300663"/>
          <p14:tracePt t="83916" x="6524625" y="5300663"/>
          <p14:tracePt t="83927" x="6545263" y="5300663"/>
          <p14:tracePt t="83938" x="6557963" y="5300663"/>
          <p14:tracePt t="83950" x="6572250" y="5300663"/>
          <p14:tracePt t="84220" x="6578600" y="5300663"/>
          <p14:tracePt t="84242" x="6578600" y="5292725"/>
          <p14:tracePt t="84254" x="6592888" y="5292725"/>
          <p14:tracePt t="84276" x="6613525" y="5292725"/>
          <p14:tracePt t="84287" x="6626225" y="5292725"/>
          <p14:tracePt t="84332" x="6626225" y="5280025"/>
          <p14:tracePt t="84467" x="6640513" y="5280025"/>
          <p14:tracePt t="84479" x="6653213" y="5280025"/>
          <p14:tracePt t="84490" x="6653213" y="5292725"/>
          <p14:tracePt t="84501" x="6661150" y="5292725"/>
          <p14:tracePt t="84512" x="6688138" y="5300663"/>
          <p14:tracePt t="84523" x="6694488" y="5300663"/>
          <p14:tracePt t="84557" x="6708775" y="5300663"/>
          <p14:tracePt t="84559" x="6721475" y="5313363"/>
          <p14:tracePt t="84569" x="6735763" y="5313363"/>
          <p14:tracePt t="84571" x="6742113" y="5313363"/>
          <p14:tracePt t="84580" x="6756400" y="5313363"/>
          <p14:tracePt t="84647" x="6769100" y="5313363"/>
          <p14:tracePt t="84669" x="6769100" y="5300663"/>
          <p14:tracePt t="84725" x="6769100" y="5313363"/>
          <p14:tracePt t="84737" x="6783388" y="5313363"/>
          <p14:tracePt t="84759" x="6789738" y="5313363"/>
          <p14:tracePt t="84771" x="6804025" y="5313363"/>
          <p14:tracePt t="84782" x="6816725" y="5313363"/>
          <p14:tracePt t="84804" x="6824663" y="5313363"/>
          <p14:tracePt t="84917" x="6824663" y="5327650"/>
          <p14:tracePt t="85322" x="6824663" y="5313363"/>
          <p14:tracePt t="85400" x="6837363" y="5313363"/>
          <p14:tracePt t="85412" x="6837363" y="5300663"/>
          <p14:tracePt t="85479" x="6837363" y="5292725"/>
          <p14:tracePt t="85605" x="6824663" y="5292725"/>
          <p14:tracePt t="85615" x="6824663" y="5300663"/>
          <p14:tracePt t="85637" x="6816725" y="5313363"/>
          <p14:tracePt t="85693" x="6824663" y="5327650"/>
          <p14:tracePt t="85716" x="6837363" y="5327650"/>
          <p14:tracePt t="85727" x="6851650" y="5327650"/>
          <p14:tracePt t="85740" x="6851650" y="5313363"/>
          <p14:tracePt t="85750" x="6864350" y="5313363"/>
          <p14:tracePt t="85761" x="6872288" y="5313363"/>
          <p14:tracePt t="85794" x="6872288" y="5300663"/>
          <p14:tracePt t="85873" x="6872288" y="5313363"/>
          <p14:tracePt t="85896" x="6872288" y="5327650"/>
          <p14:tracePt t="85918" x="6872288" y="5334000"/>
          <p14:tracePt t="85930" x="6884988" y="5334000"/>
          <p14:tracePt t="85963" x="6899275" y="5334000"/>
          <p14:tracePt t="85975" x="6899275" y="5348288"/>
          <p14:tracePt t="85986" x="6919913" y="5348288"/>
          <p14:tracePt t="85997" x="6932613" y="5348288"/>
          <p14:tracePt t="86008" x="6953250" y="5334000"/>
          <p14:tracePt t="86020" x="6980238" y="5334000"/>
          <p14:tracePt t="86031" x="7015163" y="5334000"/>
          <p14:tracePt t="86042" x="7027863" y="5334000"/>
          <p14:tracePt t="86054" x="7034213" y="5327650"/>
          <p14:tracePt t="86065" x="7027863" y="5313363"/>
          <p14:tracePt t="86076" x="6986588" y="5300663"/>
          <p14:tracePt t="86323" x="6986588" y="5292725"/>
          <p14:tracePt t="86335" x="6986588" y="5300663"/>
          <p14:tracePt t="86347" x="7000875" y="5300663"/>
          <p14:tracePt t="86357" x="7000875" y="5292725"/>
          <p14:tracePt t="86368" x="7015163" y="5292725"/>
          <p14:tracePt t="86380" x="7027863" y="5292725"/>
          <p14:tracePt t="86391" x="7034213" y="5292725"/>
          <p14:tracePt t="86403" x="7048500" y="5292725"/>
          <p14:tracePt t="86414" x="7062788" y="5292725"/>
          <p14:tracePt t="86425" x="7069138" y="5292725"/>
          <p14:tracePt t="86437" x="7081838" y="5292725"/>
          <p14:tracePt t="86604" x="7096125" y="5292725"/>
          <p14:tracePt t="86651" x="7096125" y="5300663"/>
          <p14:tracePt t="86662" x="7110413" y="5300663"/>
          <p14:tracePt t="86683" x="7116763" y="5300663"/>
          <p14:tracePt t="86695" x="7129463" y="5300663"/>
          <p14:tracePt t="86706" x="7143750" y="5300663"/>
          <p14:tracePt t="86719" x="7150100" y="5300663"/>
          <p14:tracePt t="86728" x="7164388" y="5300663"/>
          <p14:tracePt t="86740" x="7177088" y="5300663"/>
          <p14:tracePt t="86751" x="7177088" y="5292725"/>
          <p14:tracePt t="86762" x="7191375" y="5292725"/>
          <p14:tracePt t="86773" x="7197725" y="5280025"/>
          <p14:tracePt t="86785" x="7197725" y="5265738"/>
          <p14:tracePt t="86796" x="7212013" y="5253038"/>
          <p14:tracePt t="86807" x="7224713" y="5245100"/>
          <p14:tracePt t="86818" x="7239000" y="5232400"/>
          <p14:tracePt t="86830" x="7239000" y="5218113"/>
          <p14:tracePt t="86841" x="7245350" y="5218113"/>
          <p14:tracePt t="86852" x="7259638" y="5205413"/>
          <p14:tracePt t="86863" x="7259638" y="5197475"/>
          <p14:tracePt t="86874" x="7272338" y="5197475"/>
          <p14:tracePt t="86987" x="7272338" y="5205413"/>
          <p14:tracePt t="87010" x="7272338" y="5218113"/>
          <p14:tracePt t="87021" x="7272338" y="5232400"/>
          <p14:tracePt t="87032" x="7272338" y="5253038"/>
          <p14:tracePt t="87055" x="7272338" y="5280025"/>
          <p14:tracePt t="87077" x="7272338" y="5292725"/>
          <p14:tracePt t="87167" x="7280275" y="5280025"/>
          <p14:tracePt t="87190" x="7292975" y="5265738"/>
          <p14:tracePt t="87201" x="7307263" y="5265738"/>
          <p14:tracePt t="87212" x="7319963" y="5265738"/>
          <p14:tracePt t="87223" x="7327900" y="5265738"/>
          <p14:tracePt t="87235" x="7340600" y="5265738"/>
          <p14:tracePt t="87246" x="7354888" y="5265738"/>
          <p14:tracePt t="87268" x="7361238" y="5265738"/>
          <p14:tracePt t="87313" x="7361238" y="5280025"/>
          <p14:tracePt t="87336" x="7354888" y="5292725"/>
          <p14:tracePt t="87369" x="7340600" y="5292725"/>
          <p14:tracePt t="87437" x="7354888" y="5292725"/>
          <p14:tracePt t="87449" x="7361238" y="5292725"/>
          <p14:tracePt t="87460" x="7388225" y="5292725"/>
          <p14:tracePt t="87471" x="7408863" y="5292725"/>
          <p14:tracePt t="87483" x="7443788" y="5292725"/>
          <p14:tracePt t="87493" x="7470775" y="5292725"/>
          <p14:tracePt t="87516" x="7443788" y="5292725"/>
          <p14:tracePt t="87774" x="7443788" y="5300663"/>
          <p14:tracePt t="87808" x="7456488" y="5300663"/>
          <p14:tracePt t="87822" x="7470775" y="5300663"/>
          <p14:tracePt t="87831" x="7483475" y="5300663"/>
          <p14:tracePt t="87842" x="7491413" y="5300663"/>
          <p14:tracePt t="87853" x="7504113" y="5300663"/>
          <p14:tracePt t="87865" x="7524750" y="5292725"/>
          <p14:tracePt t="87876" x="7539038" y="5292725"/>
          <p14:tracePt t="87888" x="7572375" y="5292725"/>
          <p14:tracePt t="87898" x="7586663" y="5292725"/>
          <p14:tracePt t="87910" x="7599363" y="5280025"/>
          <p14:tracePt t="87923" x="7605713" y="5280025"/>
          <p14:tracePt t="87933" x="7620000" y="5265738"/>
          <p14:tracePt t="87944" x="7634288" y="5265738"/>
          <p14:tracePt t="87955" x="7646988" y="5253038"/>
          <p14:tracePt t="87977" x="7653338" y="5253038"/>
          <p14:tracePt t="87988" x="7653338" y="5245100"/>
          <p14:tracePt t="88022" x="7653338" y="5253038"/>
          <p14:tracePt t="88067" x="7653338" y="5265738"/>
          <p14:tracePt t="88168" x="7667625" y="5265738"/>
          <p14:tracePt t="88191" x="7667625" y="5253038"/>
          <p14:tracePt t="88225" x="7681913" y="5253038"/>
          <p14:tracePt t="88247" x="7694613" y="5245100"/>
          <p14:tracePt t="88359" x="7681913" y="5245100"/>
          <p14:tracePt t="88371" x="7667625" y="5232400"/>
          <p14:tracePt t="88382" x="7653338" y="5232400"/>
          <p14:tracePt t="88393" x="7646988" y="5232400"/>
          <p14:tracePt t="88405" x="7620000" y="5232400"/>
          <p14:tracePt t="88416" x="7605713" y="5232400"/>
          <p14:tracePt t="88427" x="7599363" y="5232400"/>
          <p14:tracePt t="88438" x="7586663" y="5232400"/>
          <p14:tracePt t="88517" x="7599363" y="5232400"/>
          <p14:tracePt t="88528" x="7605713" y="5232400"/>
          <p14:tracePt t="88540" x="7634288" y="5232400"/>
          <p14:tracePt t="88551" x="7646988" y="5232400"/>
          <p14:tracePt t="88562" x="7667625" y="5232400"/>
          <p14:tracePt t="88574" x="7681913" y="5245100"/>
          <p14:tracePt t="88596" x="7694613" y="5245100"/>
          <p14:tracePt t="88663" x="7681913" y="5253038"/>
          <p14:tracePt t="88686" x="7681913" y="5265738"/>
          <p14:tracePt t="88743" x="7694613" y="5265738"/>
          <p14:tracePt t="88754" x="7700963" y="5265738"/>
          <p14:tracePt t="88765" x="7715250" y="5265738"/>
          <p14:tracePt t="88776" x="7748588" y="5265738"/>
          <p14:tracePt t="88787" x="7777163" y="5253038"/>
          <p14:tracePt t="88798" x="7810500" y="5253038"/>
          <p14:tracePt t="88810" x="7843838" y="5245100"/>
          <p14:tracePt t="88821" x="7878763" y="5245100"/>
          <p14:tracePt t="88832" x="7899400" y="5245100"/>
          <p14:tracePt t="88843" x="7926388" y="5245100"/>
          <p14:tracePt t="88877" x="7899400" y="5245100"/>
          <p14:tracePt t="89102" x="7912100" y="5245100"/>
          <p14:tracePt t="89113" x="7926388" y="5245100"/>
          <p14:tracePt t="89125" x="7939088" y="5245100"/>
          <p14:tracePt t="89136" x="7947025" y="5245100"/>
          <p14:tracePt t="89147" x="7974013" y="5245100"/>
          <p14:tracePt t="89170" x="7980363" y="5232400"/>
          <p14:tracePt t="89192" x="7980363" y="5218113"/>
          <p14:tracePt t="89204" x="7994650" y="5218113"/>
          <p14:tracePt t="89215" x="7994650" y="5205413"/>
          <p14:tracePt t="89271" x="7980363" y="5205413"/>
          <p14:tracePt t="89293" x="7974013" y="5205413"/>
          <p14:tracePt t="89327" x="7974013" y="5218113"/>
          <p14:tracePt t="89360" x="7974013" y="5232400"/>
          <p14:tracePt t="89373" x="7980363" y="5232400"/>
          <p14:tracePt t="89384" x="8007350" y="5232400"/>
          <p14:tracePt t="89395" x="8027988" y="5245100"/>
          <p14:tracePt t="89406" x="8069263" y="5245100"/>
          <p14:tracePt t="89417" x="8089900" y="5245100"/>
          <p14:tracePt t="89428" x="8123238" y="5245100"/>
          <p14:tracePt t="89440" x="8150225" y="5245100"/>
          <p14:tracePt t="89451" x="8170863" y="5245100"/>
          <p14:tracePt t="89463" x="8191500" y="5245100"/>
          <p14:tracePt t="89496" x="8185150" y="5245100"/>
          <p14:tracePt t="89508" x="8158163" y="5245100"/>
          <p14:tracePt t="89710" x="8170863" y="5245100"/>
          <p14:tracePt t="89722" x="8191500" y="5245100"/>
          <p14:tracePt t="89733" x="8232775" y="5245100"/>
          <p14:tracePt t="89743" x="8253413" y="5253038"/>
          <p14:tracePt t="89755" x="8272463" y="5253038"/>
          <p14:tracePt t="89767" x="8286750" y="5253038"/>
          <p14:tracePt t="89799" x="8313738" y="5253038"/>
          <p14:tracePt t="89801" x="8334375" y="5253038"/>
          <p14:tracePt t="89811" x="8367713" y="5253038"/>
          <p14:tracePt t="89813" x="8396288" y="5253038"/>
          <p14:tracePt t="89823" x="8415338" y="5253038"/>
          <p14:tracePt t="89833" x="8435975" y="5253038"/>
          <p14:tracePt t="89846" x="8462963" y="5253038"/>
          <p14:tracePt t="89858" x="8483600" y="5253038"/>
          <p14:tracePt t="89878" x="8497888" y="5253038"/>
          <p14:tracePt t="89991" x="8497888" y="5265738"/>
          <p14:tracePt t="90013" x="8510588" y="5265738"/>
          <p14:tracePt t="90182" x="8510588" y="5280025"/>
          <p14:tracePt t="90216" x="8510588" y="5292725"/>
          <p14:tracePt t="90227" x="8524875" y="5292725"/>
          <p14:tracePt t="90261" x="8531225" y="5292725"/>
          <p14:tracePt t="90273" x="8545513" y="5292725"/>
          <p14:tracePt t="90283" x="8566150" y="5300663"/>
          <p14:tracePt t="90295" x="8605838" y="5300663"/>
          <p14:tracePt t="90307" x="8626475" y="5300663"/>
          <p14:tracePt t="90317" x="8661400" y="5313363"/>
          <p14:tracePt t="90328" x="8688388" y="5313363"/>
          <p14:tracePt t="90340" x="8721725" y="5313363"/>
          <p14:tracePt t="90351" x="8729663" y="5313363"/>
          <p14:tracePt t="90362" x="8756650" y="5313363"/>
          <p14:tracePt t="90375" x="8777288" y="5313363"/>
          <p14:tracePt t="90385" x="8789988" y="5313363"/>
          <p14:tracePt t="90396" x="8804275" y="5313363"/>
          <p14:tracePt t="90407" x="8810625" y="5313363"/>
          <p14:tracePt t="90418" x="8804275" y="5313363"/>
          <p14:tracePt t="90430" x="8777288" y="5300663"/>
          <p14:tracePt t="90857" x="8789988" y="5300663"/>
          <p14:tracePt t="90902" x="8789988" y="5313363"/>
          <p14:tracePt t="90936" x="8804275" y="5313363"/>
          <p14:tracePt t="90947" x="8810625" y="5313363"/>
          <p14:tracePt t="90959" x="8824913" y="5313363"/>
          <p14:tracePt t="90970" x="8837613" y="5313363"/>
          <p14:tracePt t="91003" x="8851900" y="5313363"/>
          <p14:tracePt t="91701" x="8851900" y="5300663"/>
          <p14:tracePt t="91723" x="8858250" y="5300663"/>
          <p14:tracePt t="91802" x="8872538" y="5300663"/>
          <p14:tracePt t="91836" x="8885238" y="5300663"/>
          <p14:tracePt t="91848" x="8891588" y="5300663"/>
          <p14:tracePt t="91858" x="8905875" y="5313363"/>
          <p14:tracePt t="91870" x="8920163" y="5313363"/>
          <p14:tracePt t="91892" x="8932863" y="5313363"/>
          <p14:tracePt t="91894" x="8953500" y="5327650"/>
          <p14:tracePt t="91903" x="8967788" y="5327650"/>
          <p14:tracePt t="91915" x="8986838" y="5334000"/>
          <p14:tracePt t="91927" x="9001125" y="5334000"/>
          <p14:tracePt t="91938" x="9021763" y="5334000"/>
          <p14:tracePt t="91949" x="9048750" y="5348288"/>
          <p14:tracePt t="91960" x="9063038" y="5348288"/>
          <p14:tracePt t="91971" x="9082088" y="5348288"/>
          <p14:tracePt t="91983" x="9096375" y="5348288"/>
          <p14:tracePt t="91994" x="9117013" y="5348288"/>
          <p14:tracePt t="92005" x="9129713" y="5334000"/>
          <p14:tracePt t="92016" x="9144000" y="5334000"/>
          <p14:tracePt t="92027" x="9150350" y="5327650"/>
          <p14:tracePt t="92039" x="9164638" y="5313363"/>
          <p14:tracePt t="92050" x="9164638" y="5300663"/>
          <p14:tracePt t="92061" x="9177338" y="5292725"/>
          <p14:tracePt t="92072" x="9177338" y="5280025"/>
          <p14:tracePt t="92083" x="9177338" y="5253038"/>
          <p14:tracePt t="92095" x="9177338" y="5245100"/>
          <p14:tracePt t="92106" x="9177338" y="5218113"/>
          <p14:tracePt t="92117" x="9177338" y="5205413"/>
          <p14:tracePt t="92128" x="9177338" y="5184775"/>
          <p14:tracePt t="92140" x="9177338" y="5164138"/>
          <p14:tracePt t="92151" x="9150350" y="5122863"/>
          <p14:tracePt t="92162" x="9144000" y="5102225"/>
          <p14:tracePt t="92173" x="9117013" y="5081588"/>
          <p14:tracePt t="92185" x="9096375" y="5054600"/>
          <p14:tracePt t="92196" x="9063038" y="5041900"/>
          <p14:tracePt t="92207" x="9021763" y="5033963"/>
          <p14:tracePt t="92218" x="8986838" y="5021263"/>
          <p14:tracePt t="92230" x="8953500" y="5021263"/>
          <p14:tracePt t="92241" x="8905875" y="5021263"/>
          <p14:tracePt t="92252" x="8872538" y="5006975"/>
          <p14:tracePt t="92264" x="8851900" y="5006975"/>
          <p14:tracePt t="92275" x="8810625" y="5021263"/>
          <p14:tracePt t="92286" x="8789988" y="5021263"/>
          <p14:tracePt t="92298" x="8769350" y="5033963"/>
          <p14:tracePt t="92308" x="8756650" y="5041900"/>
          <p14:tracePt t="92320" x="8729663" y="5081588"/>
          <p14:tracePt t="92331" x="8709025" y="5116513"/>
          <p14:tracePt t="92342" x="8694738" y="5137150"/>
          <p14:tracePt t="92353" x="8674100" y="5184775"/>
          <p14:tracePt t="92365" x="8674100" y="5232400"/>
          <p14:tracePt t="92376" x="8674100" y="5265738"/>
          <p14:tracePt t="92387" x="8674100" y="5292725"/>
          <p14:tracePt t="92398" x="8688388" y="5313363"/>
          <p14:tracePt t="92410" x="8721725" y="5334000"/>
          <p14:tracePt t="92421" x="8777288" y="5360988"/>
          <p14:tracePt t="92432" x="8851900" y="5381625"/>
          <p14:tracePt t="92443" x="8967788" y="5408613"/>
          <p14:tracePt t="92455" x="9102725" y="5414963"/>
          <p14:tracePt t="92466" x="9259888" y="5414963"/>
          <p14:tracePt t="92477" x="9361488" y="5414963"/>
          <p14:tracePt t="92488" x="9477375" y="5408613"/>
          <p14:tracePt t="92500" x="9558338" y="5395913"/>
          <p14:tracePt t="92511" x="9599613" y="5381625"/>
          <p14:tracePt t="92522" x="9634538" y="5360988"/>
          <p14:tracePt t="92545" x="9640888" y="5348288"/>
          <p14:tracePt t="92548" x="9640888" y="5327650"/>
          <p14:tracePt t="92557" x="9634538" y="5300663"/>
          <p14:tracePt t="92567" x="9620250" y="5265738"/>
          <p14:tracePt t="92579" x="9599613" y="5232400"/>
          <p14:tracePt t="92601" x="9558338" y="5197475"/>
          <p14:tracePt t="92603" x="9518650" y="5170488"/>
          <p14:tracePt t="92612" x="9436100" y="5137150"/>
          <p14:tracePt t="92624" x="9328150" y="5116513"/>
          <p14:tracePt t="92635" x="9197975" y="5089525"/>
          <p14:tracePt t="92646" x="9117013" y="5089525"/>
          <p14:tracePt t="92657" x="9021763" y="5089525"/>
          <p14:tracePt t="92668" x="8939213" y="5089525"/>
          <p14:tracePt t="92680" x="8905875" y="5102225"/>
          <p14:tracePt t="92691" x="8858250" y="5116513"/>
          <p14:tracePt t="92702" x="8837613" y="5137150"/>
          <p14:tracePt t="92713" x="8824913" y="5164138"/>
          <p14:tracePt t="92725" x="8824913" y="5184775"/>
          <p14:tracePt t="92736" x="8824913" y="5205413"/>
          <p14:tracePt t="92748" x="8824913" y="5245100"/>
          <p14:tracePt t="92758" x="8851900" y="5265738"/>
          <p14:tracePt t="92770" x="8858250" y="5292725"/>
          <p14:tracePt t="92781" x="8891588" y="5313363"/>
          <p14:tracePt t="92792" x="8939213" y="5348288"/>
          <p14:tracePt t="92803" x="8980488" y="5360988"/>
          <p14:tracePt t="92815" x="9034463" y="5375275"/>
          <p14:tracePt t="92826" x="9082088" y="5375275"/>
          <p14:tracePt t="92837" x="9129713" y="5381625"/>
          <p14:tracePt t="92848" x="9177338" y="5381625"/>
          <p14:tracePt t="92860" x="9212263" y="5381625"/>
          <p14:tracePt t="92871" x="9245600" y="5375275"/>
          <p14:tracePt t="92882" x="9266238" y="5348288"/>
          <p14:tracePt t="92893" x="9280525" y="5334000"/>
          <p14:tracePt t="92905" x="9293225" y="5292725"/>
          <p14:tracePt t="92916" x="9293225" y="5253038"/>
          <p14:tracePt t="92938" x="9293225" y="5205413"/>
          <p14:tracePt t="92940" x="9280525" y="5184775"/>
          <p14:tracePt t="92950" x="9259888" y="5149850"/>
          <p14:tracePt t="92962" x="9232900" y="5116513"/>
          <p14:tracePt t="92973" x="9197975" y="5081588"/>
          <p14:tracePt t="92983" x="9150350" y="5054600"/>
          <p14:tracePt t="92995" x="9096375" y="5041900"/>
          <p14:tracePt t="93006" x="9034463" y="5041900"/>
          <p14:tracePt t="93017" x="9001125" y="5041900"/>
          <p14:tracePt t="93028" x="8967788" y="5054600"/>
          <p14:tracePt t="93040" x="8939213" y="5054600"/>
          <p14:tracePt t="93051" x="8920163" y="5068888"/>
          <p14:tracePt t="93062" x="8905875" y="5081588"/>
          <p14:tracePt t="93073" x="8891588" y="5102225"/>
          <p14:tracePt t="93085" x="8885238" y="5122863"/>
          <p14:tracePt t="93096" x="8885238" y="5137150"/>
          <p14:tracePt t="93107" x="8885238" y="5164138"/>
          <p14:tracePt t="93119" x="8885238" y="5170488"/>
          <p14:tracePt t="93130" x="8885238" y="5197475"/>
          <p14:tracePt t="93141" x="8885238" y="5218113"/>
          <p14:tracePt t="93152" x="8891588" y="5232400"/>
          <p14:tracePt t="93163" x="8891588" y="5253038"/>
          <p14:tracePt t="93175" x="8905875" y="5265738"/>
          <p14:tracePt t="93186" x="8920163" y="5280025"/>
          <p14:tracePt t="93198" x="8932863" y="5292725"/>
          <p14:tracePt t="93208" x="8953500" y="5300663"/>
          <p14:tracePt t="93220" x="8980488" y="5300663"/>
          <p14:tracePt t="93231" x="9001125" y="5313363"/>
          <p14:tracePt t="93242" x="9034463" y="5313363"/>
          <p14:tracePt t="93253" x="9063038" y="5313363"/>
          <p14:tracePt t="93265" x="9082088" y="5313363"/>
          <p14:tracePt t="93276" x="9117013" y="5313363"/>
          <p14:tracePt t="93287" x="9144000" y="5313363"/>
          <p14:tracePt t="93298" x="9150350" y="5300663"/>
          <p14:tracePt t="93321" x="9164638" y="5292725"/>
          <p14:tracePt t="93332" x="9164638" y="5280025"/>
          <p14:tracePt t="93343" x="9164638" y="5253038"/>
          <p14:tracePt t="93355" x="9150350" y="5245100"/>
          <p14:tracePt t="93366" x="9144000" y="5232400"/>
          <p14:tracePt t="93377" x="9129713" y="5205413"/>
          <p14:tracePt t="93388" x="9117013" y="5197475"/>
          <p14:tracePt t="93400" x="9102725" y="5184775"/>
          <p14:tracePt t="93411" x="9096375" y="5170488"/>
          <p14:tracePt t="93422" x="9069388" y="5164138"/>
          <p14:tracePt t="93433" x="9048750" y="5149850"/>
          <p14:tracePt t="93445" x="9015413" y="5137150"/>
          <p14:tracePt t="93456" x="8967788" y="5137150"/>
          <p14:tracePt t="93467" x="8932863" y="5137150"/>
          <p14:tracePt t="93478" x="8891588" y="5137150"/>
          <p14:tracePt t="93490" x="8851900" y="5149850"/>
          <p14:tracePt t="93501" x="8804275" y="5170488"/>
          <p14:tracePt t="93512" x="8756650" y="5197475"/>
          <p14:tracePt t="93523" x="8742363" y="5205413"/>
          <p14:tracePt t="93535" x="8721725" y="5232400"/>
          <p14:tracePt t="93546" x="8709025" y="5253038"/>
          <p14:tracePt t="93557" x="8709025" y="5265738"/>
          <p14:tracePt t="93568" x="8709025" y="5292725"/>
          <p14:tracePt t="93580" x="8721725" y="5300663"/>
          <p14:tracePt t="93591" x="8729663" y="5313363"/>
          <p14:tracePt t="93602" x="8742363" y="5327650"/>
          <p14:tracePt t="93614" x="8777288" y="5348288"/>
          <p14:tracePt t="93625" x="8824913" y="5360988"/>
          <p14:tracePt t="93636" x="8872538" y="5375275"/>
          <p14:tracePt t="93648" x="8920163" y="5381625"/>
          <p14:tracePt t="93658" x="8980488" y="5381625"/>
          <p14:tracePt t="93670" x="9048750" y="5381625"/>
          <p14:tracePt t="93681" x="9102725" y="5381625"/>
          <p14:tracePt t="93692" x="9150350" y="5381625"/>
          <p14:tracePt t="93703" x="9185275" y="5375275"/>
          <p14:tracePt t="93715" x="9224963" y="5348288"/>
          <p14:tracePt t="93726" x="9245600" y="5334000"/>
          <p14:tracePt t="93737" x="9266238" y="5300663"/>
          <p14:tracePt t="93749" x="9280525" y="5265738"/>
          <p14:tracePt t="93760" x="9293225" y="5232400"/>
          <p14:tracePt t="93771" x="9293225" y="5205413"/>
          <p14:tracePt t="93782" x="9293225" y="5170488"/>
          <p14:tracePt t="93793" x="9280525" y="5137150"/>
          <p14:tracePt t="93805" x="9266238" y="5102225"/>
          <p14:tracePt t="93827" x="9259888" y="5089525"/>
          <p14:tracePt t="93829" x="9232900" y="5068888"/>
          <p14:tracePt t="93839" x="9212263" y="5054600"/>
          <p14:tracePt t="93850" x="9185275" y="5054600"/>
          <p14:tracePt t="93861" x="9164638" y="5054600"/>
          <p14:tracePt t="93873" x="9129713" y="5054600"/>
          <p14:tracePt t="93883" x="9082088" y="5068888"/>
          <p14:tracePt t="93895" x="9034463" y="5089525"/>
          <p14:tracePt t="93906" x="8967788" y="5122863"/>
          <p14:tracePt t="93917" x="8891588" y="5149850"/>
          <p14:tracePt t="93928" x="8851900" y="5184775"/>
          <p14:tracePt t="93940" x="8810625" y="5197475"/>
          <p14:tracePt t="93952" x="8789988" y="5218113"/>
          <p14:tracePt t="93962" x="8769350" y="5245100"/>
          <p14:tracePt t="93996" x="8756650" y="5265738"/>
          <p14:tracePt t="93998" x="8756650" y="5280025"/>
          <p14:tracePt t="94007" x="8742363" y="5292725"/>
          <p14:tracePt t="94015" x="8742363" y="5313363"/>
          <p14:tracePt t="94019" x="8742363" y="5327650"/>
          <p14:tracePt t="94032" x="8742363" y="5334000"/>
          <p14:tracePt t="94042" x="8756650" y="5360988"/>
          <p14:tracePt t="94053" x="8769350" y="5375275"/>
          <p14:tracePt t="94063" x="8777288" y="5395913"/>
          <p14:tracePt t="94075" x="8789988" y="5408613"/>
          <p14:tracePt t="94086" x="8810625" y="5414963"/>
          <p14:tracePt t="94098" x="8851900" y="5429250"/>
          <p14:tracePt t="94109" x="8872538" y="5443538"/>
          <p14:tracePt t="94120" x="8905875" y="5456238"/>
          <p14:tracePt t="94131" x="8953500" y="5456238"/>
          <p14:tracePt t="94142" x="9001125" y="5456238"/>
          <p14:tracePt t="94154" x="9048750" y="5456238"/>
          <p14:tracePt t="94165" x="9082088" y="5456238"/>
          <p14:tracePt t="94176" x="9102725" y="5443538"/>
          <p14:tracePt t="94187" x="9129713" y="5429250"/>
          <p14:tracePt t="94199" x="9164638" y="5414963"/>
          <p14:tracePt t="94210" x="9177338" y="5395913"/>
          <p14:tracePt t="94221" x="9197975" y="5375275"/>
          <p14:tracePt t="94232" x="9212263" y="5348288"/>
          <p14:tracePt t="94243" x="9224963" y="5313363"/>
          <p14:tracePt t="94255" x="9232900" y="5280025"/>
          <p14:tracePt t="94266" x="9245600" y="5245100"/>
          <p14:tracePt t="94277" x="9245600" y="5218113"/>
          <p14:tracePt t="94288" x="9245600" y="5197475"/>
          <p14:tracePt t="94300" x="9245600" y="5170488"/>
          <p14:tracePt t="94311" x="9232900" y="5149850"/>
          <p14:tracePt t="94322" x="9232900" y="5137150"/>
          <p14:tracePt t="94333" x="9224963" y="5122863"/>
          <p14:tracePt t="94345" x="9212263" y="5116513"/>
          <p14:tracePt t="94356" x="9212263" y="5102225"/>
          <p14:tracePt t="94367" x="9185275" y="5102225"/>
          <p14:tracePt t="94378" x="9177338" y="5089525"/>
          <p14:tracePt t="94390" x="9164638" y="5089525"/>
          <p14:tracePt t="94401" x="9144000" y="5089525"/>
          <p14:tracePt t="94412" x="9129713" y="5089525"/>
          <p14:tracePt t="94425" x="9117013" y="5089525"/>
          <p14:tracePt t="94446" x="9102725" y="5089525"/>
          <p14:tracePt t="94448" x="9082088" y="5089525"/>
          <p14:tracePt t="94458" x="9069388" y="5089525"/>
          <p14:tracePt t="94469" x="9048750" y="5089525"/>
          <p14:tracePt t="94480" x="9034463" y="5089525"/>
          <p14:tracePt t="94491" x="9015413" y="5102225"/>
          <p14:tracePt t="94502" x="9001125" y="5102225"/>
          <p14:tracePt t="94514" x="8980488" y="5116513"/>
          <p14:tracePt t="94525" x="8967788" y="5116513"/>
          <p14:tracePt t="94536" x="8953500" y="5122863"/>
          <p14:tracePt t="94548" x="8939213" y="5137150"/>
          <p14:tracePt t="94559" x="8932863" y="5149850"/>
          <p14:tracePt t="94570" x="8920163" y="5164138"/>
          <p14:tracePt t="94581" x="8920163" y="5170488"/>
          <p14:tracePt t="94592" x="8920163" y="5184775"/>
          <p14:tracePt t="94603" x="8920163" y="5197475"/>
          <p14:tracePt t="94626" x="8920163" y="5205413"/>
          <p14:tracePt t="94637" x="8920163" y="5218113"/>
          <p14:tracePt t="94659" x="8932863" y="5232400"/>
          <p14:tracePt t="94682" x="8939213" y="5245100"/>
          <p14:tracePt t="94704" x="8953500" y="5245100"/>
          <p14:tracePt t="94738" x="8967788" y="5253038"/>
          <p14:tracePt t="94783" x="8980488" y="5253038"/>
          <p14:tracePt t="94806" x="8986838" y="5253038"/>
          <p14:tracePt t="94817" x="9001125" y="5253038"/>
          <p14:tracePt t="94828" x="9015413" y="5265738"/>
          <p14:tracePt t="94840" x="9034463" y="5265738"/>
          <p14:tracePt t="94851" x="9063038" y="5265738"/>
          <p14:tracePt t="94862" x="9082088" y="5280025"/>
          <p14:tracePt t="94874" x="9117013" y="5280025"/>
          <p14:tracePt t="94885" x="9144000" y="5280025"/>
          <p14:tracePt t="94896" x="9150350" y="5280025"/>
          <p14:tracePt t="94907" x="9164638" y="5280025"/>
          <p14:tracePt t="94918" x="9177338" y="5280025"/>
          <p14:tracePt t="94963" x="9185275" y="5280025"/>
          <p14:tracePt t="95481" x="9177338" y="5280025"/>
          <p14:tracePt t="95492" x="9164638" y="5292725"/>
          <p14:tracePt t="95505" x="9144000" y="5300663"/>
          <p14:tracePt t="95516" x="9082088" y="5313363"/>
          <p14:tracePt t="95527" x="8986838" y="5327650"/>
          <p14:tracePt t="95537" x="8905875" y="5334000"/>
          <p14:tracePt t="95548" x="8777288" y="5348288"/>
          <p14:tracePt t="95560" x="8626475" y="5360988"/>
          <p14:tracePt t="95571" x="8510588" y="5375275"/>
          <p14:tracePt t="95582" x="8348663" y="5381625"/>
          <p14:tracePt t="95593" x="8185150" y="5381625"/>
          <p14:tracePt t="95604" x="8021638" y="5381625"/>
          <p14:tracePt t="95617" x="7939088" y="5381625"/>
          <p14:tracePt t="95627" x="7831138" y="5375275"/>
          <p14:tracePt t="95638" x="7748588" y="5375275"/>
          <p14:tracePt t="95650" x="7694613" y="5375275"/>
          <p14:tracePt t="95661" x="7646988" y="5375275"/>
          <p14:tracePt t="95672" x="7599363" y="5360988"/>
          <p14:tracePt t="95683" x="7551738" y="5360988"/>
          <p14:tracePt t="95695" x="7518400" y="5348288"/>
          <p14:tracePt t="95706" x="7491413" y="5348288"/>
          <p14:tracePt t="95717" x="7456488" y="5348288"/>
          <p14:tracePt t="95728" x="7435850" y="5348288"/>
          <p14:tracePt t="95740" x="7408863" y="5334000"/>
          <p14:tracePt t="95751" x="7375525" y="5334000"/>
          <p14:tracePt t="95762" x="7327900" y="5334000"/>
          <p14:tracePt t="95774" x="7280275" y="5327650"/>
          <p14:tracePt t="95785" x="7245350" y="5327650"/>
          <p14:tracePt t="95796" x="7212013" y="5327650"/>
          <p14:tracePt t="95807" x="7191375" y="5327650"/>
          <p14:tracePt t="95819" x="7164388" y="5327650"/>
          <p14:tracePt t="95830" x="7143750" y="5327650"/>
          <p14:tracePt t="95841" x="7129463" y="5327650"/>
          <p14:tracePt t="95863" x="7116763" y="5327650"/>
          <p14:tracePt t="95998" x="7116763" y="5334000"/>
          <p14:tracePt t="96032" x="7116763" y="5348288"/>
          <p14:tracePt t="96043" x="7129463" y="5348288"/>
          <p14:tracePt t="96090" x="7129463" y="5360988"/>
          <p14:tracePt t="96133" x="7129463" y="5375275"/>
          <p14:tracePt t="96167" x="7116763" y="5375275"/>
          <p14:tracePt t="96685" x="7129463" y="5375275"/>
          <p14:tracePt t="96696" x="7164388" y="5381625"/>
          <p14:tracePt t="96707" x="7197725" y="5381625"/>
          <p14:tracePt t="96718" x="7280275" y="5395913"/>
          <p14:tracePt t="96730" x="7375525" y="5408613"/>
          <p14:tracePt t="96741" x="7483475" y="5408613"/>
          <p14:tracePt t="96752" x="7572375" y="5408613"/>
          <p14:tracePt t="96764" x="7681913" y="5408613"/>
          <p14:tracePt t="96775" x="7783513" y="5408613"/>
          <p14:tracePt t="96787" x="7858125" y="5408613"/>
          <p14:tracePt t="96797" x="7899400" y="5408613"/>
          <p14:tracePt t="96808" x="7939088" y="5408613"/>
          <p14:tracePt t="96821" x="7947025" y="5408613"/>
          <p14:tracePt t="96831" x="7959725" y="5408613"/>
          <p14:tracePt t="96864" x="7974013" y="5408613"/>
          <p14:tracePt t="96898" x="7980363" y="5408613"/>
          <p14:tracePt t="96909" x="7994650" y="5408613"/>
          <p14:tracePt t="96921" x="8021638" y="5408613"/>
          <p14:tracePt t="96932" x="8054975" y="5414963"/>
          <p14:tracePt t="96944" x="8110538" y="5414963"/>
          <p14:tracePt t="96955" x="8158163" y="5429250"/>
          <p14:tracePt t="96966" x="8218488" y="5429250"/>
          <p14:tracePt t="96977" x="8266113" y="5429250"/>
          <p14:tracePt t="96988" x="8313738" y="5429250"/>
          <p14:tracePt t="97000" x="8334375" y="5429250"/>
          <p14:tracePt t="97011" x="8367713" y="5429250"/>
          <p14:tracePt t="97022" x="8396288" y="5429250"/>
          <p14:tracePt t="97033" x="8396288" y="5414963"/>
          <p14:tracePt t="97045" x="8402638" y="5414963"/>
          <p14:tracePt t="97056" x="8402638" y="5408613"/>
          <p14:tracePt t="97067" x="8402638" y="5381625"/>
          <p14:tracePt t="97078" x="8402638" y="5360988"/>
          <p14:tracePt t="97090" x="8402638" y="5327650"/>
          <p14:tracePt t="97101" x="8396288" y="5292725"/>
          <p14:tracePt t="97112" x="8382000" y="5253038"/>
          <p14:tracePt t="97134" x="8367713" y="5232400"/>
          <p14:tracePt t="97137" x="8355013" y="5205413"/>
          <p14:tracePt t="97146" x="8320088" y="5184775"/>
          <p14:tracePt t="97157" x="8286750" y="5170488"/>
          <p14:tracePt t="97169" x="8253413" y="5164138"/>
          <p14:tracePt t="97180" x="8191500" y="5149850"/>
          <p14:tracePt t="97191" x="8137525" y="5149850"/>
          <p14:tracePt t="97203" x="8069263" y="5137150"/>
          <p14:tracePt t="97214" x="8021638" y="5149850"/>
          <p14:tracePt t="97225" x="7947025" y="5164138"/>
          <p14:tracePt t="97237" x="7891463" y="5184775"/>
          <p14:tracePt t="97247" x="7831138" y="5218113"/>
          <p14:tracePt t="97258" x="7796213" y="5253038"/>
          <p14:tracePt t="97270" x="7762875" y="5300663"/>
          <p14:tracePt t="97281" x="7735888" y="5334000"/>
          <p14:tracePt t="97292" x="7729538" y="5360988"/>
          <p14:tracePt t="97304" x="7729538" y="5395913"/>
          <p14:tracePt t="97315" x="7729538" y="5414963"/>
          <p14:tracePt t="97326" x="7735888" y="5443538"/>
          <p14:tracePt t="97337" x="7735888" y="5456238"/>
          <p14:tracePt t="97348" x="7762875" y="5462588"/>
          <p14:tracePt t="97360" x="7783513" y="5476875"/>
          <p14:tracePt t="97371" x="7796213" y="5491163"/>
          <p14:tracePt t="97382" x="7810500" y="5491163"/>
          <p14:tracePt t="97394" x="7816850" y="5491163"/>
          <p14:tracePt t="97405" x="7831138" y="5491163"/>
          <p14:tracePt t="97416" x="7843838" y="5491163"/>
          <p14:tracePt t="102572" x="7858125" y="5491163"/>
          <p14:tracePt t="102572" x="7891463" y="5491163"/>
          <p14:tracePt t="102580" x="7926388" y="5491163"/>
          <p14:tracePt t="102591" x="7947025" y="5491163"/>
          <p14:tracePt t="102624" x="7926388" y="5491163"/>
          <p14:tracePt t="102636" x="7899400" y="5491163"/>
          <p14:tracePt t="102647" x="7891463" y="5476875"/>
          <p14:tracePt t="102872" x="7891463" y="5491163"/>
          <p14:tracePt t="102906" x="7899400" y="5491163"/>
          <p14:tracePt t="102917" x="7912100" y="5491163"/>
          <p14:tracePt t="102929" x="7926388" y="5491163"/>
          <p14:tracePt t="102951" x="7939088" y="5491163"/>
          <p14:tracePt t="102973" x="7939088" y="5476875"/>
          <p14:tracePt t="102996" x="7939088" y="5462588"/>
          <p14:tracePt t="103018" x="7939088" y="5456238"/>
          <p14:tracePt t="103030" x="7939088" y="5443538"/>
          <p14:tracePt t="103041" x="7939088" y="5429250"/>
          <p14:tracePt t="103052" x="7939088" y="5408613"/>
          <p14:tracePt t="103063" x="7939088" y="5395913"/>
          <p14:tracePt t="103075" x="7926388" y="5381625"/>
          <p14:tracePt t="103086" x="7912100" y="5348288"/>
          <p14:tracePt t="103097" x="7891463" y="5313363"/>
          <p14:tracePt t="103108" x="7858125" y="5265738"/>
          <p14:tracePt t="103120" x="7810500" y="5205413"/>
          <p14:tracePt t="103132" x="7748588" y="5149850"/>
          <p14:tracePt t="103142" x="7700963" y="5102225"/>
          <p14:tracePt t="103154" x="7653338" y="5068888"/>
          <p14:tracePt t="103165" x="7605713" y="5033963"/>
          <p14:tracePt t="103176" x="7566025" y="5021263"/>
          <p14:tracePt t="103187" x="7524750" y="4994275"/>
          <p14:tracePt t="103199" x="7504113" y="4986338"/>
          <p14:tracePt t="103210" x="7456488" y="4986338"/>
          <p14:tracePt t="103221" x="7435850" y="4973638"/>
          <p14:tracePt t="103232" x="7402513" y="4973638"/>
          <p14:tracePt t="103243" x="7361238" y="4973638"/>
          <p14:tracePt t="103255" x="7327900" y="4973638"/>
          <p14:tracePt t="103266" x="7292975" y="4986338"/>
          <p14:tracePt t="103277" x="7259638" y="4986338"/>
          <p14:tracePt t="103289" x="7224713" y="4994275"/>
          <p14:tracePt t="103300" x="7177088" y="5006975"/>
          <p14:tracePt t="103311" x="7143750" y="5033963"/>
          <p14:tracePt t="103322" x="7116763" y="5041900"/>
          <p14:tracePt t="103334" x="7096125" y="5054600"/>
          <p14:tracePt t="103345" x="7081838" y="5081588"/>
          <p14:tracePt t="103356" x="7069138" y="5089525"/>
          <p14:tracePt t="103367" x="7069138" y="5102225"/>
          <p14:tracePt t="103389" x="7069138" y="5116513"/>
          <p14:tracePt t="103401" x="7081838" y="5116513"/>
          <p14:tracePt t="103423" x="7096125" y="5116513"/>
          <p14:tracePt t="103426" x="7110413" y="5116513"/>
          <p14:tracePt t="103435" x="7129463" y="5089525"/>
          <p14:tracePt t="103447" x="7143750" y="5068888"/>
          <p14:tracePt t="103458" x="7177088" y="5033963"/>
          <p14:tracePt t="103470" x="7224713" y="4959350"/>
          <p14:tracePt t="103480" x="7292975" y="4878388"/>
          <p14:tracePt t="103491" x="7354888" y="4810125"/>
          <p14:tracePt t="103502" x="7423150" y="4694238"/>
          <p14:tracePt t="103514" x="7483475" y="4565650"/>
          <p14:tracePt t="103525" x="7524750" y="4449763"/>
          <p14:tracePt t="103536" x="7551738" y="4367213"/>
          <p14:tracePt t="103547" x="7572375" y="4259263"/>
          <p14:tracePt t="103559" x="7586663" y="4164013"/>
          <p14:tracePt t="103570" x="7572375" y="4095750"/>
          <p14:tracePt t="103582" x="7566025" y="4014788"/>
          <p14:tracePt t="103592" x="7524750" y="3946525"/>
          <p14:tracePt t="103604" x="7491413" y="3884613"/>
          <p14:tracePt t="103615" x="7456488" y="3851275"/>
          <p14:tracePt t="103626" x="7423150" y="3816350"/>
          <p14:tracePt t="103637" x="7388225" y="3789363"/>
          <p14:tracePt t="103649" x="7340600" y="3768725"/>
          <p14:tracePt t="103660" x="7319963" y="3756025"/>
          <p14:tracePt t="103671" x="7280275" y="3735388"/>
          <p14:tracePt t="103682" x="7245350" y="3721100"/>
          <p14:tracePt t="103694" x="7224713" y="3721100"/>
          <p14:tracePt t="103705" x="7197725" y="3721100"/>
          <p14:tracePt t="103716" x="7177088" y="3708400"/>
          <p14:tracePt t="103727" x="7150100" y="3708400"/>
          <p14:tracePt t="103739" x="7143750" y="3708400"/>
          <p14:tracePt t="103750" x="7129463" y="3721100"/>
          <p14:tracePt t="103761" x="7116763" y="3721100"/>
          <p14:tracePt t="103772" x="7110413" y="3735388"/>
          <p14:tracePt t="103784" x="7096125" y="3756025"/>
          <p14:tracePt t="103795" x="7069138" y="3783013"/>
          <p14:tracePt t="103806" x="7048500" y="3816350"/>
          <p14:tracePt t="103817" x="7034213" y="3836988"/>
          <p14:tracePt t="103829" x="7034213" y="3863975"/>
          <p14:tracePt t="103840" x="7034213" y="3898900"/>
          <p14:tracePt t="103851" x="7034213" y="3919538"/>
          <p14:tracePt t="103862" x="7034213" y="3952875"/>
          <p14:tracePt t="103873" x="7048500" y="3967163"/>
          <p14:tracePt t="103885" x="7062788" y="3994150"/>
          <p14:tracePt t="103896" x="7069138" y="4027488"/>
          <p14:tracePt t="103907" x="7081838" y="4048125"/>
          <p14:tracePt t="103918" x="7110413" y="4062413"/>
          <p14:tracePt t="103930" x="7129463" y="4081463"/>
          <p14:tracePt t="103941" x="7177088" y="4110038"/>
          <p14:tracePt t="103952" x="7239000" y="4129088"/>
          <p14:tracePt t="103964" x="7327900" y="4157663"/>
          <p14:tracePt t="103975" x="7435850" y="4176713"/>
          <p14:tracePt t="103986" x="7551738" y="4176713"/>
          <p14:tracePt t="103997" x="7634288" y="4176713"/>
          <p14:tracePt t="104009" x="7735888" y="4164013"/>
          <p14:tracePt t="104020" x="7816850" y="4164013"/>
          <p14:tracePt t="104032" x="7864475" y="4143375"/>
          <p14:tracePt t="104042" x="7899400" y="4143375"/>
          <p14:tracePt t="104054" x="7926388" y="4116388"/>
          <p14:tracePt t="104065" x="7947025" y="4095750"/>
          <p14:tracePt t="104076" x="7947025" y="4075113"/>
          <p14:tracePt t="104087" x="7959725" y="4033838"/>
          <p14:tracePt t="104099" x="7974013" y="3994150"/>
          <p14:tracePt t="104110" x="7974013" y="3946525"/>
          <p14:tracePt t="104121" x="7974013" y="3911600"/>
          <p14:tracePt t="104132" x="7974013" y="3863975"/>
          <p14:tracePt t="104144" x="7974013" y="3824288"/>
          <p14:tracePt t="104155" x="7959725" y="3783013"/>
          <p14:tracePt t="104166" x="7947025" y="3741738"/>
          <p14:tracePt t="104177" x="7926388" y="3708400"/>
          <p14:tracePt t="104189" x="7899400" y="3660775"/>
          <p14:tracePt t="104201" x="7864475" y="3625850"/>
          <p14:tracePt t="104211" x="7843838" y="3592513"/>
          <p14:tracePt t="104222" x="7810500" y="3571875"/>
          <p14:tracePt t="104234" x="7777163" y="3544888"/>
          <p14:tracePt t="104256" x="7748588" y="3524250"/>
          <p14:tracePt t="104259" x="7700963" y="3497263"/>
          <p14:tracePt t="104268" x="7653338" y="3490913"/>
          <p14:tracePt t="104280" x="7605713" y="3476625"/>
          <p14:tracePt t="104291" x="7586663" y="3476625"/>
          <p14:tracePt t="104301" x="7566025" y="3476625"/>
          <p14:tracePt t="104312" x="7539038" y="3462338"/>
          <p14:tracePt t="104324" x="7524750" y="3462338"/>
          <p14:tracePt t="104335" x="7518400" y="3476625"/>
          <p14:tracePt t="104346" x="7504113" y="3476625"/>
          <p14:tracePt t="104357" x="7483475" y="3476625"/>
          <p14:tracePt t="104369" x="7470775" y="3490913"/>
          <p14:tracePt t="104380" x="7443788" y="3497263"/>
          <p14:tracePt t="104391" x="7435850" y="3497263"/>
          <p14:tracePt t="104402" x="7423150" y="3509963"/>
          <p14:tracePt t="104414" x="7408863" y="3524250"/>
          <p14:tracePt t="104425" x="7402513" y="3524250"/>
          <p14:tracePt t="104436" x="7402513" y="3530600"/>
          <p14:tracePt t="104481" x="7388225" y="3530600"/>
          <p14:tracePt t="104483" x="7388225" y="3544888"/>
          <p14:tracePt t="104515" x="7388225" y="3557588"/>
          <p14:tracePt t="104740" x="7375525" y="3571875"/>
          <p14:tracePt t="104753" x="7375525" y="3578225"/>
          <p14:tracePt t="104762" x="7361238" y="3592513"/>
          <p14:tracePt t="104774" x="7354888" y="3619500"/>
          <p14:tracePt t="104785" x="7354888" y="3625850"/>
          <p14:tracePt t="104796" x="7340600" y="3640138"/>
          <p14:tracePt t="104807" x="7340600" y="3660775"/>
          <p14:tracePt t="104819" x="7340600" y="3687763"/>
          <p14:tracePt t="104830" x="7340600" y="3708400"/>
          <p14:tracePt t="104841" x="7340600" y="3735388"/>
          <p14:tracePt t="104852" x="7354888" y="3756025"/>
          <p14:tracePt t="104864" x="7361238" y="3768725"/>
          <p14:tracePt t="104875" x="7375525" y="3789363"/>
          <p14:tracePt t="104886" x="7388225" y="3803650"/>
          <p14:tracePt t="104898" x="7402513" y="3816350"/>
          <p14:tracePt t="104909" x="7408863" y="3824288"/>
          <p14:tracePt t="104920" x="7423150" y="3836988"/>
          <p14:tracePt t="104931" x="7435850" y="3836988"/>
          <p14:tracePt t="104942" x="7443788" y="3836988"/>
          <p14:tracePt t="105145" x="7443788" y="3851275"/>
          <p14:tracePt t="105156" x="7443788" y="3863975"/>
          <p14:tracePt t="105167" x="7443788" y="3871913"/>
          <p14:tracePt t="105190" x="7443788" y="3884613"/>
          <p14:tracePt t="105201" x="7443788" y="3898900"/>
          <p14:tracePt t="105212" x="7443788" y="3911600"/>
          <p14:tracePt t="105235" x="7443788" y="3919538"/>
          <p14:tracePt t="105247" x="7456488" y="3932238"/>
          <p14:tracePt t="105257" x="7456488" y="3946525"/>
          <p14:tracePt t="105269" x="7456488" y="3952875"/>
          <p14:tracePt t="105281" x="7470775" y="3967163"/>
          <p14:tracePt t="105291" x="7470775" y="3979863"/>
          <p14:tracePt t="105313" x="7483475" y="3994150"/>
          <p14:tracePt t="105325" x="7483475" y="4000500"/>
          <p14:tracePt t="105336" x="7483475" y="4014788"/>
          <p14:tracePt t="105358" x="7483475" y="4027488"/>
          <p14:tracePt t="105360" x="7483475" y="4033838"/>
          <p14:tracePt t="105370" x="7470775" y="4048125"/>
          <p14:tracePt t="105381" x="7456488" y="4062413"/>
          <p14:tracePt t="105394" x="7435850" y="4075113"/>
          <p14:tracePt t="105405" x="7402513" y="4095750"/>
          <p14:tracePt t="105415" x="7375525" y="4110038"/>
          <p14:tracePt t="105775" x="7388225" y="4110038"/>
          <p14:tracePt t="105810" x="7402513" y="4110038"/>
          <p14:tracePt t="105831" x="7388225" y="4110038"/>
          <p14:tracePt t="105887" x="7402513" y="4110038"/>
          <p14:tracePt t="105943" x="7402513" y="4095750"/>
          <p14:tracePt t="106067" x="7408863" y="4095750"/>
          <p14:tracePt t="106101" x="7423150" y="4081463"/>
          <p14:tracePt t="106247" x="7423150" y="4075113"/>
          <p14:tracePt t="106338" x="7423150" y="4081463"/>
          <p14:tracePt t="106461" x="7423150" y="4075113"/>
          <p14:tracePt t="108272" x="7423150" y="4062413"/>
          <p14:tracePt t="108284" x="7423150" y="4048125"/>
          <p14:tracePt t="108295" x="7435850" y="4033838"/>
          <p14:tracePt t="108306" x="7435850" y="4027488"/>
          <p14:tracePt t="108317" x="7435850" y="4014788"/>
          <p14:tracePt t="108328" x="7435850" y="4000500"/>
          <p14:tracePt t="108340" x="7435850" y="3994150"/>
          <p14:tracePt t="108351" x="7435850" y="3979863"/>
          <p14:tracePt t="108364" x="7435850" y="3967163"/>
          <p14:tracePt t="108374" x="7423150" y="3946525"/>
          <p14:tracePt t="108385" x="7423150" y="3932238"/>
          <p14:tracePt t="108397" x="7423150" y="3919538"/>
          <p14:tracePt t="108407" x="7423150" y="3911600"/>
          <p14:tracePt t="108418" x="7408863" y="3911600"/>
          <p14:tracePt t="108430" x="7408863" y="3898900"/>
          <p14:tracePt t="108463" x="7408863" y="3884613"/>
          <p14:tracePt t="109487" x="7402513" y="3884613"/>
          <p14:tracePt t="109489" x="7361238" y="3863975"/>
          <p14:tracePt t="109500" x="7307263" y="3824288"/>
          <p14:tracePt t="109510" x="7164388" y="3741738"/>
          <p14:tracePt t="109522" x="7034213" y="3673475"/>
          <p14:tracePt t="109533" x="6816725" y="3557588"/>
          <p14:tracePt t="109544" x="6557963" y="3443288"/>
          <p14:tracePt t="109557" x="6361113" y="3348038"/>
          <p14:tracePt t="109567" x="6042025" y="3232150"/>
          <p14:tracePt t="109578" x="5843588" y="3157538"/>
          <p14:tracePt t="109589" x="5565775" y="3074988"/>
          <p14:tracePt t="109611" x="5307013" y="3021013"/>
          <p14:tracePt t="109613" x="5157788" y="2994025"/>
          <p14:tracePt t="109623" x="4967288" y="2959100"/>
          <p14:tracePt t="109634" x="4872038" y="2946400"/>
          <p14:tracePt t="109646" x="4768850" y="2938463"/>
          <p14:tracePt t="109657" x="4721225" y="2938463"/>
          <p14:tracePt t="109667" x="4700588" y="2938463"/>
          <p14:tracePt t="109679" x="4687888" y="2938463"/>
          <p14:tracePt t="109757" x="4673600" y="2938463"/>
          <p14:tracePt t="109824" x="4673600" y="2946400"/>
          <p14:tracePt t="109836" x="4673600" y="2959100"/>
          <p14:tracePt t="109847" x="4673600" y="2986088"/>
          <p14:tracePt t="109858" x="4687888" y="3021013"/>
          <p14:tracePt t="109870" x="4700588" y="3068638"/>
          <p14:tracePt t="109881" x="4735513" y="3136900"/>
          <p14:tracePt t="109892" x="4789488" y="3238500"/>
          <p14:tracePt t="109903" x="4911725" y="3367088"/>
          <p14:tracePt t="109915" x="5075238" y="3530600"/>
          <p14:tracePt t="109926" x="5224463" y="3640138"/>
          <p14:tracePt t="109937" x="5422900" y="3783013"/>
          <p14:tracePt t="109949" x="5619750" y="3898900"/>
          <p14:tracePt t="109960" x="5824538" y="4000500"/>
          <p14:tracePt t="109971" x="5953125" y="4048125"/>
          <p14:tracePt t="109982" x="6102350" y="4110038"/>
          <p14:tracePt t="109994" x="6253163" y="4143375"/>
          <p14:tracePt t="110005" x="6334125" y="4157663"/>
          <p14:tracePt t="110016" x="6408738" y="4157663"/>
          <p14:tracePt t="110027" x="6450013" y="4164013"/>
          <p14:tracePt t="110039" x="6477000" y="4164013"/>
          <p14:tracePt t="110050" x="6491288" y="4164013"/>
          <p14:tracePt t="110061" x="6497638" y="4157663"/>
          <p14:tracePt t="110117" x="6510338" y="4157663"/>
          <p14:tracePt t="110140" x="6524625" y="4157663"/>
          <p14:tracePt t="110173" x="6530975" y="4157663"/>
          <p14:tracePt t="110196" x="6545263" y="4157663"/>
          <p14:tracePt t="110218" x="6557963" y="4164013"/>
          <p14:tracePt t="110241" x="6572250" y="4164013"/>
          <p14:tracePt t="110254" x="6578600" y="4164013"/>
          <p14:tracePt t="110275" x="6592888" y="4164013"/>
          <p14:tracePt t="110578" x="6592888" y="4157663"/>
          <p14:tracePt t="110601" x="6592888" y="4143375"/>
          <p14:tracePt t="110613" x="6578600" y="4129088"/>
          <p14:tracePt t="110624" x="6578600" y="4116388"/>
          <p14:tracePt t="110636" x="6572250" y="4110038"/>
          <p14:tracePt t="110646" x="6557963" y="4081463"/>
          <p14:tracePt t="110657" x="6545263" y="4081463"/>
          <p14:tracePt t="110670" x="6530975" y="4075113"/>
          <p14:tracePt t="110702" x="6524625" y="4062413"/>
          <p14:tracePt t="110794" x="6524625" y="4075113"/>
          <p14:tracePt t="110805" x="6510338" y="4075113"/>
          <p14:tracePt t="110816" x="6510338" y="4081463"/>
          <p14:tracePt t="110826" x="6497638" y="4081463"/>
          <p14:tracePt t="110838" x="6497638" y="4095750"/>
          <p14:tracePt t="110860" x="6497638" y="4110038"/>
          <p14:tracePt t="110871" x="6497638" y="4116388"/>
          <p14:tracePt t="110882" x="6510338" y="4116388"/>
          <p14:tracePt t="110905" x="6524625" y="4116388"/>
          <p14:tracePt t="110916" x="6510338" y="4116388"/>
          <p14:tracePt t="111107" x="6524625" y="4116388"/>
          <p14:tracePt t="111118" x="6545263" y="4116388"/>
          <p14:tracePt t="111130" x="6578600" y="4116388"/>
          <p14:tracePt t="111141" x="6626225" y="4116388"/>
          <p14:tracePt t="111152" x="6688138" y="4116388"/>
          <p14:tracePt t="111164" x="6769100" y="4116388"/>
          <p14:tracePt t="111175" x="6824663" y="4116388"/>
          <p14:tracePt t="111186" x="6864350" y="4110038"/>
          <p14:tracePt t="111197" x="6884988" y="4110038"/>
          <p14:tracePt t="111211" x="6899275" y="4095750"/>
          <p14:tracePt t="111220" x="6919913" y="4075113"/>
          <p14:tracePt t="111231" x="6932613" y="4033838"/>
          <p14:tracePt t="111243" x="6932613" y="4014788"/>
          <p14:tracePt t="111253" x="6919913" y="3952875"/>
          <p14:tracePt t="111265" x="6905625" y="3898900"/>
          <p14:tracePt t="111276" x="6899275" y="3824288"/>
          <p14:tracePt t="111287" x="6872288" y="3741738"/>
          <p14:tracePt t="111298" x="6864350" y="3673475"/>
          <p14:tracePt t="111310" x="6824663" y="3557588"/>
          <p14:tracePt t="111321" x="6789738" y="3490913"/>
          <p14:tracePt t="111332" x="6735763" y="3395663"/>
          <p14:tracePt t="111344" x="6688138" y="3333750"/>
          <p14:tracePt t="111355" x="6605588" y="3279775"/>
          <p14:tracePt t="111366" x="6510338" y="3205163"/>
          <p14:tracePt t="111377" x="6450013" y="3170238"/>
          <p14:tracePt t="111389" x="6348413" y="3122613"/>
          <p14:tracePt t="111400" x="6286500" y="3101975"/>
          <p14:tracePt t="111411" x="6197600" y="3074988"/>
          <p14:tracePt t="111422" x="6102350" y="3068638"/>
          <p14:tracePt t="111434" x="6054725" y="3068638"/>
          <p14:tracePt t="111445" x="5973763" y="3054350"/>
          <p14:tracePt t="111456" x="5938838" y="3054350"/>
          <p14:tracePt t="111467" x="5891213" y="3054350"/>
          <p14:tracePt t="111479" x="5864225" y="3054350"/>
          <p14:tracePt t="111490" x="5830888" y="3054350"/>
          <p14:tracePt t="111501" x="5824538" y="3054350"/>
          <p14:tracePt t="111512" x="5810250" y="3054350"/>
          <p14:tracePt t="111524" x="5795963" y="3054350"/>
          <p14:tracePt t="111535" x="5783263" y="3054350"/>
          <p14:tracePt t="111546" x="5776913" y="3054350"/>
          <p14:tracePt t="111557" x="5741988" y="3054350"/>
          <p14:tracePt t="111569" x="5715000" y="3041650"/>
          <p14:tracePt t="111580" x="5667375" y="3041650"/>
          <p14:tracePt t="111591" x="5634038" y="3041650"/>
          <p14:tracePt t="111602" x="5565775" y="3041650"/>
          <p14:tracePt t="111614" x="5503863" y="3041650"/>
          <p14:tracePt t="111625" x="5435600" y="3054350"/>
          <p14:tracePt t="111637" x="5387975" y="3068638"/>
          <p14:tracePt t="111647" x="5327650" y="3074988"/>
          <p14:tracePt t="111659" x="5272088" y="3101975"/>
          <p14:tracePt t="111670" x="5224463" y="3116263"/>
          <p14:tracePt t="111681" x="5176838" y="3136900"/>
          <p14:tracePt t="111693" x="5143500" y="3157538"/>
          <p14:tracePt t="111703" x="5110163" y="3197225"/>
          <p14:tracePt t="111715" x="5081588" y="3217863"/>
          <p14:tracePt t="111727" x="5075238" y="3238500"/>
          <p14:tracePt t="111737" x="5062538" y="3279775"/>
          <p14:tracePt t="111748" x="5041900" y="3313113"/>
          <p14:tracePt t="111760" x="5027613" y="3333750"/>
          <p14:tracePt t="111771" x="5014913" y="3395663"/>
          <p14:tracePt t="111782" x="5000625" y="3443288"/>
          <p14:tracePt t="111794" x="5000625" y="3490913"/>
          <p14:tracePt t="111816" x="5014913" y="3524250"/>
          <p14:tracePt t="111819" x="5041900" y="3571875"/>
          <p14:tracePt t="111828" x="5062538" y="3605213"/>
          <p14:tracePt t="111840" x="5075238" y="3640138"/>
          <p14:tracePt t="111851" x="5095875" y="3673475"/>
          <p14:tracePt t="111861" x="5122863" y="3700463"/>
          <p14:tracePt t="111872" x="5129213" y="3721100"/>
          <p14:tracePt t="111884" x="5157788" y="3735388"/>
          <p14:tracePt t="111895" x="5164138" y="3756025"/>
          <p14:tracePt t="111906" x="5191125" y="3768725"/>
          <p14:tracePt t="111917" x="5224463" y="3783013"/>
          <p14:tracePt t="111929" x="5245100" y="3789363"/>
          <p14:tracePt t="111940" x="5286375" y="3803650"/>
          <p14:tracePt t="111951" x="5327650" y="3816350"/>
          <p14:tracePt t="111962" x="5367338" y="3824288"/>
          <p14:tracePt t="111974" x="5422900" y="3836988"/>
          <p14:tracePt t="111985" x="5483225" y="3851275"/>
          <p14:tracePt t="111996" x="5565775" y="3863975"/>
          <p14:tracePt t="112007" x="5619750" y="3871913"/>
          <p14:tracePt t="112019" x="5700713" y="3884613"/>
          <p14:tracePt t="112030" x="5810250" y="3884613"/>
          <p14:tracePt t="112041" x="5911850" y="3884613"/>
          <p14:tracePt t="112052" x="6007100" y="3884613"/>
          <p14:tracePt t="112064" x="6137275" y="3884613"/>
          <p14:tracePt t="112075" x="6265863" y="3871913"/>
          <p14:tracePt t="112086" x="6396038" y="3851275"/>
          <p14:tracePt t="112097" x="6477000" y="3824288"/>
          <p14:tracePt t="112109" x="6578600" y="3783013"/>
          <p14:tracePt t="112120" x="6661150" y="3721100"/>
          <p14:tracePt t="112131" x="6708775" y="3673475"/>
          <p14:tracePt t="112143" x="6756400" y="3605213"/>
          <p14:tracePt t="112154" x="6769100" y="3544888"/>
          <p14:tracePt t="112165" x="6769100" y="3462338"/>
          <p14:tracePt t="112176" x="6756400" y="3414713"/>
          <p14:tracePt t="112187" x="6708775" y="3348038"/>
          <p14:tracePt t="112198" x="6626225" y="3279775"/>
          <p14:tracePt t="112210" x="6524625" y="3217863"/>
          <p14:tracePt t="112221" x="6415088" y="3170238"/>
          <p14:tracePt t="112232" x="6253163" y="3122613"/>
          <p14:tracePt t="112244" x="6075363" y="3089275"/>
          <p14:tracePt t="112255" x="5973763" y="3074988"/>
          <p14:tracePt t="112266" x="5830888" y="3074988"/>
          <p14:tracePt t="112277" x="5741988" y="3074988"/>
          <p14:tracePt t="112289" x="5667375" y="3089275"/>
          <p14:tracePt t="112300" x="5646738" y="3116263"/>
          <p14:tracePt t="112311" x="5613400" y="3136900"/>
          <p14:tracePt t="112322" x="5578475" y="3184525"/>
          <p14:tracePt t="112334" x="5565775" y="3232150"/>
          <p14:tracePt t="112345" x="5551488" y="3286125"/>
          <p14:tracePt t="112356" x="5551488" y="3367088"/>
          <p14:tracePt t="112367" x="5565775" y="3449638"/>
          <p14:tracePt t="112379" x="5599113" y="3530600"/>
          <p14:tracePt t="112390" x="5646738" y="3578225"/>
          <p14:tracePt t="112401" x="5694363" y="3640138"/>
          <p14:tracePt t="112412" x="5715000" y="3652838"/>
          <p14:tracePt t="112615" x="5729288" y="3652838"/>
          <p14:tracePt t="112638" x="5715000" y="3660775"/>
          <p14:tracePt t="112649" x="5700713" y="3660775"/>
          <p14:tracePt t="112660" x="5681663" y="3687763"/>
          <p14:tracePt t="112671" x="5667375" y="3721100"/>
          <p14:tracePt t="112682" x="5661025" y="3789363"/>
          <p14:tracePt t="112694" x="5634038" y="3932238"/>
          <p14:tracePt t="112705" x="5619750" y="4075113"/>
          <p14:tracePt t="112716" x="5619750" y="4292600"/>
          <p14:tracePt t="112727" x="5646738" y="4518025"/>
          <p14:tracePt t="112739" x="5694363" y="4700588"/>
          <p14:tracePt t="112750" x="5741988" y="4830763"/>
          <p14:tracePt t="112761" x="5795963" y="4973638"/>
          <p14:tracePt t="112773" x="5857875" y="5054600"/>
          <p14:tracePt t="112784" x="5905500" y="5102225"/>
          <p14:tracePt t="112795" x="5926138" y="5122863"/>
          <p14:tracePt t="112806" x="5959475" y="5122863"/>
          <p14:tracePt t="112817" x="5973763" y="5122863"/>
          <p14:tracePt t="112829" x="5994400" y="5122863"/>
          <p14:tracePt t="112840" x="6007100" y="5122863"/>
          <p14:tracePt t="112862" x="6034088" y="5116513"/>
          <p14:tracePt t="112865" x="6069013" y="5089525"/>
          <p14:tracePt t="112874" x="6089650" y="5081588"/>
          <p14:tracePt t="112886" x="6102350" y="5041900"/>
          <p14:tracePt t="112897" x="6116638" y="5021263"/>
          <p14:tracePt t="112907" x="6122988" y="4986338"/>
          <p14:tracePt t="112919" x="6116638" y="4959350"/>
          <p14:tracePt t="112930" x="6102350" y="4938713"/>
          <p14:tracePt t="112941" x="6069013" y="4905375"/>
          <p14:tracePt t="112952" x="5994400" y="4878388"/>
          <p14:tracePt t="112964" x="5926138" y="4857750"/>
          <p14:tracePt t="112975" x="5795963" y="4830763"/>
          <p14:tracePt t="112986" x="5634038" y="4824413"/>
          <p14:tracePt t="112997" x="5503863" y="4810125"/>
          <p14:tracePt t="113009" x="5340350" y="4810125"/>
          <p14:tracePt t="113020" x="5191125" y="4824413"/>
          <p14:tracePt t="113031" x="5062538" y="4824413"/>
          <p14:tracePt t="113042" x="4994275" y="4843463"/>
          <p14:tracePt t="113054" x="4919663" y="4857750"/>
          <p14:tracePt t="113065" x="4864100" y="4878388"/>
          <p14:tracePt t="113076" x="4830763" y="4911725"/>
          <p14:tracePt t="113087" x="4803775" y="4953000"/>
          <p14:tracePt t="113099" x="4789488" y="4986338"/>
          <p14:tracePt t="113110" x="4783138" y="5033963"/>
          <p14:tracePt t="113121" x="4783138" y="5081588"/>
          <p14:tracePt t="113132" x="4783138" y="5149850"/>
          <p14:tracePt t="113144" x="4789488" y="5218113"/>
          <p14:tracePt t="113155" x="4830763" y="5292725"/>
          <p14:tracePt t="113166" x="4851400" y="5334000"/>
          <p14:tracePt t="113177" x="4911725" y="5408613"/>
          <p14:tracePt t="113189" x="4967288" y="5462588"/>
          <p14:tracePt t="113200" x="5062538" y="5524500"/>
          <p14:tracePt t="113211" x="5143500" y="5557838"/>
          <p14:tracePt t="113223" x="5292725" y="5592763"/>
          <p14:tracePt t="113234" x="5503863" y="5619750"/>
          <p14:tracePt t="113245" x="5762625" y="5626100"/>
          <p14:tracePt t="113256" x="5986463" y="5626100"/>
          <p14:tracePt t="113267" x="6300788" y="5619750"/>
          <p14:tracePt t="113279" x="6605588" y="5605463"/>
          <p14:tracePt t="113290" x="6789738" y="5586413"/>
          <p14:tracePt t="113301" x="7000875" y="5545138"/>
          <p14:tracePt t="113312" x="7164388" y="5497513"/>
          <p14:tracePt t="113324" x="7272338" y="5429250"/>
          <p14:tracePt t="113335" x="7319963" y="5381625"/>
          <p14:tracePt t="113346" x="7354888" y="5327650"/>
          <p14:tracePt t="113358" x="7354888" y="5265738"/>
          <p14:tracePt t="113369" x="7327900" y="5205413"/>
          <p14:tracePt t="113380" x="7280275" y="5137150"/>
          <p14:tracePt t="113391" x="7191375" y="5041900"/>
          <p14:tracePt t="113402" x="7062788" y="4938713"/>
          <p14:tracePt t="113413" x="6919913" y="4857750"/>
          <p14:tracePt t="113425" x="6694488" y="4748213"/>
          <p14:tracePt t="113436" x="6443663" y="4646613"/>
          <p14:tracePt t="113447" x="6197600" y="4586288"/>
          <p14:tracePt t="113458" x="6034088" y="4551363"/>
          <p14:tracePt t="113470" x="5843588" y="4538663"/>
          <p14:tracePt t="113481" x="5694363" y="4530725"/>
          <p14:tracePt t="113492" x="5586413" y="4538663"/>
          <p14:tracePt t="113504" x="5538788" y="4551363"/>
          <p14:tracePt t="113515" x="5497513" y="4565650"/>
          <p14:tracePt t="113526" x="5470525" y="4586288"/>
          <p14:tracePt t="113537" x="5456238" y="4613275"/>
          <p14:tracePt t="113549" x="5449888" y="4633913"/>
          <p14:tracePt t="113560" x="5449888" y="4660900"/>
          <p14:tracePt t="113571" x="5449888" y="4681538"/>
          <p14:tracePt t="113582" x="5456238" y="4694238"/>
          <p14:tracePt t="113594" x="5456238" y="4714875"/>
          <p14:tracePt t="113605" x="5456238" y="4729163"/>
          <p14:tracePt t="113616" x="5470525" y="4741863"/>
          <p14:tracePt t="113875" x="5470525" y="4748213"/>
          <p14:tracePt t="113886" x="5470525" y="4776788"/>
          <p14:tracePt t="113909" x="5470525" y="4795838"/>
          <p14:tracePt t="113911" x="5470525" y="4830763"/>
          <p14:tracePt t="113920" x="5483225" y="4857750"/>
          <p14:tracePt t="113933" x="5497513" y="4891088"/>
          <p14:tracePt t="113943" x="5538788" y="4938713"/>
          <p14:tracePt t="113954" x="5613400" y="4994275"/>
          <p14:tracePt t="113966" x="5694363" y="5033963"/>
          <p14:tracePt t="113976" x="5857875" y="5081588"/>
          <p14:tracePt t="113987" x="6069013" y="5116513"/>
          <p14:tracePt t="113999" x="6238875" y="5122863"/>
          <p14:tracePt t="114010" x="6497638" y="5149850"/>
          <p14:tracePt t="114021" x="6735763" y="5164138"/>
          <p14:tracePt t="114033" x="6905625" y="5164138"/>
          <p14:tracePt t="114044" x="7015163" y="5164138"/>
          <p14:tracePt t="114055" x="7110413" y="5149850"/>
          <p14:tracePt t="114066" x="7164388" y="5149850"/>
          <p14:tracePt t="114077" x="7197725" y="5137150"/>
          <p14:tracePt t="114100" x="7197725" y="5122863"/>
          <p14:tracePt t="114111" x="7164388" y="5116513"/>
          <p14:tracePt t="114122" x="7081838" y="5081588"/>
          <p14:tracePt t="114134" x="7048500" y="5068888"/>
          <p14:tracePt t="115067" x="7048500" y="5081588"/>
          <p14:tracePt t="115078" x="7048500" y="5068888"/>
          <p14:tracePt t="115090" x="7062788" y="5068888"/>
          <p14:tracePt t="115123" x="7048500" y="5068888"/>
          <p14:tracePt t="115135" x="7062788" y="5068888"/>
          <p14:tracePt t="115168" x="7048500" y="5068888"/>
          <p14:tracePt t="115202" x="7062788" y="5068888"/>
          <p14:tracePt t="118704" x="7129463" y="5068888"/>
          <p14:tracePt t="118714" x="7150100" y="5068888"/>
          <p14:tracePt t="118724" x="7164388" y="5068888"/>
          <p14:tracePt t="118735" x="7150100" y="5054600"/>
          <p14:tracePt t="119153" x="7164388" y="5041900"/>
          <p14:tracePt t="119173" x="7177088" y="5033963"/>
          <p14:tracePt t="119185" x="7197725" y="5033963"/>
          <p14:tracePt t="119196" x="7212013" y="5033963"/>
          <p14:tracePt t="119207" x="7239000" y="5021263"/>
          <p14:tracePt t="119218" x="7245350" y="5006975"/>
          <p14:tracePt t="119230" x="7272338" y="5006975"/>
          <p14:tracePt t="119241" x="7280275" y="4994275"/>
          <p14:tracePt t="119252" x="7292975" y="4994275"/>
          <p14:tracePt t="119263" x="7307263" y="4986338"/>
          <p14:tracePt t="119275" x="7319963" y="4973638"/>
          <p14:tracePt t="119287" x="7340600" y="4953000"/>
          <p14:tracePt t="119297" x="7361238" y="4911725"/>
          <p14:tracePt t="119308" x="7388225" y="4878388"/>
          <p14:tracePt t="119320" x="7408863" y="4830763"/>
          <p14:tracePt t="119331" x="7435850" y="4776788"/>
          <p14:tracePt t="119342" x="7470775" y="4681538"/>
          <p14:tracePt t="119354" x="7491413" y="4578350"/>
          <p14:tracePt t="119365" x="7518400" y="4483100"/>
          <p14:tracePt t="119376" x="7539038" y="4354513"/>
          <p14:tracePt t="119387" x="7551738" y="4238625"/>
          <p14:tracePt t="119399" x="7566025" y="4129088"/>
          <p14:tracePt t="119410" x="7566025" y="4062413"/>
          <p14:tracePt t="119421" x="7566025" y="3979863"/>
          <p14:tracePt t="119432" x="7566025" y="3898900"/>
          <p14:tracePt t="119444" x="7551738" y="3824288"/>
          <p14:tracePt t="119455" x="7524750" y="3756025"/>
          <p14:tracePt t="119466" x="7491413" y="3687763"/>
          <p14:tracePt t="119477" x="7470775" y="3625850"/>
          <p14:tracePt t="119489" x="7443788" y="3592513"/>
          <p14:tracePt t="119500" x="7423150" y="3571875"/>
          <p14:tracePt t="119511" x="7402513" y="3530600"/>
          <p14:tracePt t="119522" x="7361238" y="3524250"/>
          <p14:tracePt t="119534" x="7340600" y="3497263"/>
          <p14:tracePt t="119545" x="7319963" y="3490913"/>
          <p14:tracePt t="119556" x="7292975" y="3476625"/>
          <p14:tracePt t="119567" x="7272338" y="3476625"/>
          <p14:tracePt t="119579" x="7259638" y="3462338"/>
          <p14:tracePt t="119590" x="7245350" y="3462338"/>
          <p14:tracePt t="119601" x="7212013" y="3476625"/>
          <p14:tracePt t="119612" x="7177088" y="3490913"/>
          <p14:tracePt t="119624" x="7129463" y="3509963"/>
          <p14:tracePt t="119635" x="7069138" y="3544888"/>
          <p14:tracePt t="119646" x="7027863" y="3578225"/>
          <p14:tracePt t="119657" x="6986588" y="3605213"/>
          <p14:tracePt t="119669" x="6953250" y="3652838"/>
          <p14:tracePt t="119680" x="6919913" y="3687763"/>
          <p14:tracePt t="119691" x="6905625" y="3721100"/>
          <p14:tracePt t="119702" x="6905625" y="3741738"/>
          <p14:tracePt t="119713" x="6905625" y="3783013"/>
          <p14:tracePt t="119725" x="6919913" y="3816350"/>
          <p14:tracePt t="119737" x="6953250" y="3836988"/>
          <p14:tracePt t="119747" x="6980238" y="3863975"/>
          <p14:tracePt t="119758" x="7000875" y="3871913"/>
          <p14:tracePt t="119770" x="7027863" y="3871913"/>
          <p14:tracePt t="119781" x="7034213" y="3871913"/>
          <p14:tracePt t="119792" x="7048500" y="3871913"/>
          <p14:tracePt t="119804" x="7062788" y="3871913"/>
          <p14:tracePt t="119815" x="7062788" y="3863975"/>
          <p14:tracePt t="119826" x="7069138" y="3851275"/>
          <p14:tracePt t="119837" x="7081838" y="3824288"/>
          <p14:tracePt t="119849" x="7096125" y="3789363"/>
          <p14:tracePt t="119860" x="7096125" y="3741738"/>
          <p14:tracePt t="119871" x="7096125" y="3708400"/>
          <p14:tracePt t="119882" x="7081838" y="3660775"/>
          <p14:tracePt t="119894" x="7069138" y="3625850"/>
          <p14:tracePt t="119905" x="7062788" y="3592513"/>
          <p14:tracePt t="119916" x="7034213" y="3571875"/>
          <p14:tracePt t="119927" x="7000875" y="3544888"/>
          <p14:tracePt t="119939" x="6967538" y="3530600"/>
          <p14:tracePt t="119950" x="6946900" y="3524250"/>
          <p14:tracePt t="119961" x="6905625" y="3524250"/>
          <p14:tracePt t="119972" x="6872288" y="3530600"/>
          <p14:tracePt t="119984" x="6851650" y="3544888"/>
          <p14:tracePt t="119995" x="6824663" y="3557588"/>
          <p14:tracePt t="120006" x="6816725" y="3592513"/>
          <p14:tracePt t="120017" x="6816725" y="3625850"/>
          <p14:tracePt t="120029" x="6816725" y="3673475"/>
          <p14:tracePt t="120040" x="6816725" y="3708400"/>
          <p14:tracePt t="120051" x="6837363" y="3741738"/>
          <p14:tracePt t="120062" x="6864350" y="3768725"/>
          <p14:tracePt t="120074" x="6899275" y="3789363"/>
          <p14:tracePt t="120085" x="6932613" y="3816350"/>
          <p14:tracePt t="120096" x="6980238" y="3816350"/>
          <p14:tracePt t="120107" x="7027863" y="3816350"/>
          <p14:tracePt t="120119" x="7062788" y="3816350"/>
          <p14:tracePt t="120130" x="7096125" y="3816350"/>
          <p14:tracePt t="120141" x="7110413" y="3789363"/>
          <p14:tracePt t="120152" x="7116763" y="3768725"/>
          <p14:tracePt t="120164" x="7129463" y="3741738"/>
          <p14:tracePt t="120175" x="7129463" y="3708400"/>
          <p14:tracePt t="120208" x="7116763" y="3673475"/>
          <p14:tracePt t="120211" x="7096125" y="3640138"/>
          <p14:tracePt t="120221" x="7069138" y="3619500"/>
          <p14:tracePt t="120221" x="7048500" y="3592513"/>
          <p14:tracePt t="120232" x="7015163" y="3578225"/>
          <p14:tracePt t="120243" x="6986588" y="3571875"/>
          <p14:tracePt t="120254" x="6967538" y="3571875"/>
          <p14:tracePt t="120265" x="6932613" y="3571875"/>
          <p14:tracePt t="120276" x="6905625" y="3571875"/>
          <p14:tracePt t="120287" x="6884988" y="3578225"/>
          <p14:tracePt t="120299" x="6864350" y="3605213"/>
          <p14:tracePt t="120310" x="6851650" y="3625850"/>
          <p14:tracePt t="120321" x="6837363" y="3660775"/>
          <p14:tracePt t="120332" x="6837363" y="3687763"/>
          <p14:tracePt t="120344" x="6837363" y="3708400"/>
          <p14:tracePt t="120355" x="6851650" y="3735388"/>
          <p14:tracePt t="120366" x="6864350" y="3741738"/>
          <p14:tracePt t="120377" x="6884988" y="3756025"/>
          <p14:tracePt t="120389" x="6905625" y="3768725"/>
          <p14:tracePt t="120400" x="6946900" y="3768725"/>
          <p14:tracePt t="120411" x="6980238" y="3768725"/>
          <p14:tracePt t="120422" x="7015163" y="3768725"/>
          <p14:tracePt t="120434" x="7048500" y="3756025"/>
          <p14:tracePt t="120445" x="7069138" y="3735388"/>
          <p14:tracePt t="120456" x="7081838" y="3721100"/>
          <p14:tracePt t="120467" x="7081838" y="3687763"/>
          <p14:tracePt t="120479" x="7081838" y="3652838"/>
          <p14:tracePt t="120490" x="7069138" y="3619500"/>
          <p14:tracePt t="120502" x="7062788" y="3578225"/>
          <p14:tracePt t="120512" x="7027863" y="3544888"/>
          <p14:tracePt t="120523" x="6986588" y="3524250"/>
          <p14:tracePt t="120535" x="6953250" y="3497263"/>
          <p14:tracePt t="120546" x="6932613" y="3497263"/>
          <p14:tracePt t="120557" x="6899275" y="3490913"/>
          <p14:tracePt t="120569" x="6864350" y="3490913"/>
          <p14:tracePt t="120580" x="6837363" y="3490913"/>
          <p14:tracePt t="120591" x="6816725" y="3497263"/>
          <p14:tracePt t="120602" x="6804025" y="3524250"/>
          <p14:tracePt t="120613" x="6783388" y="3544888"/>
          <p14:tracePt t="120625" x="6769100" y="3578225"/>
          <p14:tracePt t="120637" x="6769100" y="3625850"/>
          <p14:tracePt t="120647" x="6769100" y="3673475"/>
          <p14:tracePt t="120658" x="6783388" y="3721100"/>
          <p14:tracePt t="120671" x="6789738" y="3756025"/>
          <p14:tracePt t="120681" x="6824663" y="3803650"/>
          <p14:tracePt t="120692" x="6872288" y="3824288"/>
          <p14:tracePt t="120704" x="6932613" y="3851275"/>
          <p14:tracePt t="120715" x="6980238" y="3863975"/>
          <p14:tracePt t="120726" x="7027863" y="3851275"/>
          <p14:tracePt t="120737" x="7069138" y="3836988"/>
          <p14:tracePt t="120749" x="7096125" y="3836988"/>
          <p14:tracePt t="120760" x="7116763" y="3816350"/>
          <p14:tracePt t="120771" x="7116763" y="3789363"/>
          <p14:tracePt t="120782" x="7116763" y="3756025"/>
          <p14:tracePt t="120794" x="7116763" y="3735388"/>
          <p14:tracePt t="120805" x="7110413" y="3700463"/>
          <p14:tracePt t="120816" x="7081838" y="3660775"/>
          <p14:tracePt t="120827" x="7048500" y="3640138"/>
          <p14:tracePt t="120839" x="7027863" y="3625850"/>
          <p14:tracePt t="120851" x="7000875" y="3619500"/>
          <p14:tracePt t="120861" x="6967538" y="3605213"/>
          <p14:tracePt t="120872" x="6946900" y="3605213"/>
          <p14:tracePt t="120883" x="6919913" y="3619500"/>
          <p14:tracePt t="120895" x="6899275" y="3625850"/>
          <p14:tracePt t="120906" x="6872288" y="3652838"/>
          <p14:tracePt t="120917" x="6864350" y="3673475"/>
          <p14:tracePt t="120929" x="6851650" y="3721100"/>
          <p14:tracePt t="120940" x="6837363" y="3768725"/>
          <p14:tracePt t="120951" x="6837363" y="3803650"/>
          <p14:tracePt t="120962" x="6851650" y="3824288"/>
          <p14:tracePt t="120974" x="6872288" y="3851275"/>
          <p14:tracePt t="120985" x="6905625" y="3863975"/>
          <p14:tracePt t="120996" x="6953250" y="3871913"/>
          <p14:tracePt t="121007" x="6986588" y="3871913"/>
          <p14:tracePt t="121019" x="7062788" y="3863975"/>
          <p14:tracePt t="121030" x="7116763" y="3851275"/>
          <p14:tracePt t="121041" x="7150100" y="3836988"/>
          <p14:tracePt t="121052" x="7177088" y="3816350"/>
          <p14:tracePt t="121064" x="7197725" y="3783013"/>
          <p14:tracePt t="121075" x="7197725" y="3741738"/>
          <p14:tracePt t="121087" x="7197725" y="3708400"/>
          <p14:tracePt t="121097" x="7177088" y="3673475"/>
          <p14:tracePt t="121109" x="7143750" y="3625850"/>
          <p14:tracePt t="121120" x="7081838" y="3578225"/>
          <p14:tracePt t="121131" x="7027863" y="3544888"/>
          <p14:tracePt t="121142" x="6932613" y="3509963"/>
          <p14:tracePt t="121154" x="6851650" y="3490913"/>
          <p14:tracePt t="121165" x="6789738" y="3490913"/>
          <p14:tracePt t="121176" x="6735763" y="3490913"/>
          <p14:tracePt t="121187" x="6694488" y="3497263"/>
          <p14:tracePt t="121199" x="6673850" y="3524250"/>
          <p14:tracePt t="121210" x="6673850" y="3544888"/>
          <p14:tracePt t="121221" x="6673850" y="3571875"/>
          <p14:tracePt t="121255" x="6673850" y="3619500"/>
          <p14:tracePt t="121257" x="6688138" y="3652838"/>
          <p14:tracePt t="121267" x="6708775" y="3673475"/>
          <p14:tracePt t="121271" x="6756400" y="3700463"/>
          <p14:tracePt t="121279" x="6804025" y="3708400"/>
          <p14:tracePt t="121289" x="6851650" y="3721100"/>
          <p14:tracePt t="121302" x="6899275" y="3721100"/>
          <p14:tracePt t="121311" x="6946900" y="3708400"/>
          <p14:tracePt t="121322" x="6980238" y="3700463"/>
          <p14:tracePt t="121334" x="7000875" y="3687763"/>
          <p14:tracePt t="121345" x="7027863" y="3660775"/>
          <p14:tracePt t="121356" x="7027863" y="3640138"/>
          <p14:tracePt t="121367" x="7027863" y="3619500"/>
          <p14:tracePt t="121378" x="7015163" y="3592513"/>
          <p14:tracePt t="121390" x="7000875" y="3571875"/>
          <p14:tracePt t="121401" x="6986588" y="3557588"/>
          <p14:tracePt t="121412" x="6980238" y="3544888"/>
          <p14:tracePt t="121424" x="6953250" y="3530600"/>
          <p14:tracePt t="121435" x="6932613" y="3530600"/>
          <p14:tracePt t="121446" x="6919913" y="3530600"/>
          <p14:tracePt t="121457" x="6899275" y="3544888"/>
          <p14:tracePt t="121469" x="6872288" y="3557588"/>
          <p14:tracePt t="121480" x="6864350" y="3578225"/>
          <p14:tracePt t="121491" x="6837363" y="3619500"/>
          <p14:tracePt t="121502" x="6837363" y="3640138"/>
          <p14:tracePt t="121514" x="6824663" y="3660775"/>
          <p14:tracePt t="121536" x="6837363" y="3687763"/>
          <p14:tracePt t="121539" x="6851650" y="3708400"/>
          <p14:tracePt t="121548" x="6864350" y="3721100"/>
          <p14:tracePt t="121560" x="6884988" y="3721100"/>
          <p14:tracePt t="121570" x="6905625" y="3735388"/>
          <p14:tracePt t="121581" x="6946900" y="3721100"/>
          <p14:tracePt t="121592" x="6967538" y="3721100"/>
          <p14:tracePt t="121604" x="6986588" y="3708400"/>
          <p14:tracePt t="121615" x="7015163" y="3700463"/>
          <p14:tracePt t="121626" x="7015163" y="3687763"/>
          <p14:tracePt t="121637" x="7027863" y="3660775"/>
          <p14:tracePt t="121649" x="7027863" y="3640138"/>
          <p14:tracePt t="121660" x="7015163" y="3619500"/>
          <p14:tracePt t="121671" x="7015163" y="3592513"/>
          <p14:tracePt t="121682" x="7000875" y="3578225"/>
          <p14:tracePt t="121693" x="6986588" y="3571875"/>
          <p14:tracePt t="121705" x="6967538" y="3571875"/>
          <p14:tracePt t="121716" x="6953250" y="3571875"/>
          <p14:tracePt t="121727" x="6932613" y="3571875"/>
          <p14:tracePt t="121739" x="6905625" y="3571875"/>
          <p14:tracePt t="121750" x="6884988" y="3578225"/>
          <p14:tracePt t="121761" x="6872288" y="3605213"/>
          <p14:tracePt t="121772" x="6851650" y="3625850"/>
          <p14:tracePt t="121783" x="6837363" y="3652838"/>
          <p14:tracePt t="121795" x="6837363" y="3660775"/>
          <p14:tracePt t="121806" x="6837363" y="3687763"/>
          <p14:tracePt t="121817" x="6851650" y="3700463"/>
          <p14:tracePt t="121829" x="6851650" y="3708400"/>
          <p14:tracePt t="121840" x="6872288" y="3708400"/>
          <p14:tracePt t="121851" x="6899275" y="3708400"/>
          <p14:tracePt t="121862" x="6919913" y="3708400"/>
          <p14:tracePt t="121874" x="6953250" y="3708400"/>
          <p14:tracePt t="121887" x="6980238" y="3708400"/>
          <p14:tracePt t="121896" x="7015163" y="3687763"/>
          <p14:tracePt t="121907" x="7027863" y="3673475"/>
          <p14:tracePt t="121919" x="7034213" y="3660775"/>
          <p14:tracePt t="121930" x="7048500" y="3640138"/>
          <p14:tracePt t="121941" x="7048500" y="3619500"/>
          <p14:tracePt t="121952" x="7048500" y="3592513"/>
          <p14:tracePt t="121964" x="7034213" y="3578225"/>
          <p14:tracePt t="121975" x="7027863" y="3557588"/>
          <p14:tracePt t="121987" x="7000875" y="3544888"/>
          <p14:tracePt t="121997" x="6980238" y="3544888"/>
          <p14:tracePt t="122010" x="6953250" y="3530600"/>
          <p14:tracePt t="122020" x="6932613" y="3530600"/>
          <p14:tracePt t="122031" x="6899275" y="3530600"/>
          <p14:tracePt t="122042" x="6872288" y="3544888"/>
          <p14:tracePt t="122054" x="6851650" y="3544888"/>
          <p14:tracePt t="122065" x="6824663" y="3571875"/>
          <p14:tracePt t="122076" x="6804025" y="3592513"/>
          <p14:tracePt t="122088" x="6789738" y="3605213"/>
          <p14:tracePt t="122099" x="6789738" y="3625850"/>
          <p14:tracePt t="122110" x="6789738" y="3640138"/>
          <p14:tracePt t="122121" x="6789738" y="3652838"/>
          <p14:tracePt t="122132" x="6789738" y="3660775"/>
          <p14:tracePt t="122144" x="6789738" y="3673475"/>
          <p14:tracePt t="122155" x="6804025" y="3673475"/>
          <p14:tracePt t="122166" x="6816725" y="3687763"/>
          <p14:tracePt t="122177" x="6824663" y="3687763"/>
          <p14:tracePt t="122189" x="6851650" y="3700463"/>
          <p14:tracePt t="122200" x="6872288" y="3700463"/>
          <p14:tracePt t="122211" x="6884988" y="3700463"/>
          <p14:tracePt t="122222" x="6905625" y="3700463"/>
          <p14:tracePt t="122245" x="6919913" y="3700463"/>
          <p14:tracePt t="122391" x="6932613" y="3700463"/>
          <p14:tracePt t="122402" x="6946900" y="3687763"/>
          <p14:tracePt t="122414" x="6953250" y="3687763"/>
          <p14:tracePt t="122425" x="6967538" y="3673475"/>
          <p14:tracePt t="122436" x="6986588" y="3652838"/>
          <p14:tracePt t="122447" x="7000875" y="3625850"/>
          <p14:tracePt t="122459" x="7015163" y="3578225"/>
          <p14:tracePt t="122470" x="7015163" y="3557588"/>
          <p14:tracePt t="122481" x="7000875" y="3524250"/>
          <p14:tracePt t="122492" x="6986588" y="3490913"/>
          <p14:tracePt t="122504" x="6980238" y="3476625"/>
          <p14:tracePt t="122516" x="6967538" y="3462338"/>
          <p14:tracePt t="122526" x="6953250" y="3449638"/>
          <p14:tracePt t="122537" x="6932613" y="3449638"/>
          <p14:tracePt t="122549" x="6919913" y="3449638"/>
          <p14:tracePt t="122560" x="6899275" y="3449638"/>
          <p14:tracePt t="122571" x="6872288" y="3449638"/>
          <p14:tracePt t="122582" x="6851650" y="3476625"/>
          <p14:tracePt t="122594" x="6824663" y="3490913"/>
          <p14:tracePt t="122605" x="6804025" y="3509963"/>
          <p14:tracePt t="122616" x="6769100" y="3530600"/>
          <p14:tracePt t="122627" x="6756400" y="3557588"/>
          <p14:tracePt t="122639" x="6742113" y="3571875"/>
          <p14:tracePt t="122650" x="6735763" y="3592513"/>
          <p14:tracePt t="122661" x="6735763" y="3605213"/>
          <p14:tracePt t="122672" x="6735763" y="3619500"/>
          <p14:tracePt t="122684" x="6735763" y="3640138"/>
          <p14:tracePt t="122695" x="6735763" y="3652838"/>
          <p14:tracePt t="122706" x="6742113" y="3673475"/>
          <p14:tracePt t="122717" x="6756400" y="3687763"/>
          <p14:tracePt t="122729" x="6769100" y="3708400"/>
          <p14:tracePt t="122740" x="6789738" y="3721100"/>
          <p14:tracePt t="122751" x="6824663" y="3735388"/>
          <p14:tracePt t="122762" x="6851650" y="3741738"/>
          <p14:tracePt t="122774" x="6884988" y="3756025"/>
          <p14:tracePt t="122785" x="6932613" y="3756025"/>
          <p14:tracePt t="122796" x="6953250" y="3756025"/>
          <p14:tracePt t="122819" x="6986588" y="3756025"/>
          <p14:tracePt t="122821" x="7027863" y="3756025"/>
          <p14:tracePt t="122830" x="7048500" y="3741738"/>
          <p14:tracePt t="122842" x="7062788" y="3735388"/>
          <p14:tracePt t="122852" x="7069138" y="3708400"/>
          <p14:tracePt t="122864" x="7096125" y="3687763"/>
          <p14:tracePt t="122875" x="7096125" y="3652838"/>
          <p14:tracePt t="122886" x="7110413" y="3625850"/>
          <p14:tracePt t="122898" x="7110413" y="3592513"/>
          <p14:tracePt t="122909" x="7096125" y="3571875"/>
          <p14:tracePt t="122920" x="7081838" y="3544888"/>
          <p14:tracePt t="122933" x="7069138" y="3530600"/>
          <p14:tracePt t="122943" x="7062788" y="3524250"/>
          <p14:tracePt t="122954" x="7048500" y="3509963"/>
          <p14:tracePt t="122966" x="7034213" y="3509963"/>
          <p14:tracePt t="122976" x="7015163" y="3509963"/>
          <p14:tracePt t="122987" x="6980238" y="3509963"/>
          <p14:tracePt t="122999" x="6953250" y="3509963"/>
          <p14:tracePt t="123010" x="6932613" y="3524250"/>
          <p14:tracePt t="123021" x="6899275" y="3530600"/>
          <p14:tracePt t="123032" x="6864350" y="3571875"/>
          <p14:tracePt t="123044" x="6824663" y="3605213"/>
          <p14:tracePt t="123055" x="6816725" y="3625850"/>
          <p14:tracePt t="123066" x="6789738" y="3673475"/>
          <p14:tracePt t="123077" x="6789738" y="3708400"/>
          <p14:tracePt t="123089" x="6789738" y="3735388"/>
          <p14:tracePt t="123100" x="6804025" y="3768725"/>
          <p14:tracePt t="123111" x="6824663" y="3789363"/>
          <p14:tracePt t="123122" x="6851650" y="3816350"/>
          <p14:tracePt t="123134" x="6872288" y="3824288"/>
          <p14:tracePt t="123145" x="6905625" y="3836988"/>
          <p14:tracePt t="123156" x="6932613" y="3851275"/>
          <p14:tracePt t="123168" x="6967538" y="3851275"/>
          <p14:tracePt t="123179" x="6986588" y="3851275"/>
          <p14:tracePt t="123190" x="7027863" y="3851275"/>
          <p14:tracePt t="123201" x="7048500" y="3851275"/>
          <p14:tracePt t="123212" x="7081838" y="3836988"/>
          <p14:tracePt t="123224" x="7110413" y="3816350"/>
          <p14:tracePt t="123235" x="7116763" y="3783013"/>
          <p14:tracePt t="123246" x="7143750" y="3741738"/>
          <p14:tracePt t="123257" x="7143750" y="3721100"/>
          <p14:tracePt t="123269" x="7129463" y="3687763"/>
          <p14:tracePt t="123280" x="7129463" y="3652838"/>
          <p14:tracePt t="123291" x="7110413" y="3625850"/>
          <p14:tracePt t="123302" x="7096125" y="3605213"/>
          <p14:tracePt t="123313" x="7062788" y="3592513"/>
          <p14:tracePt t="123325" x="7034213" y="3578225"/>
          <p14:tracePt t="123347" x="7000875" y="3578225"/>
          <p14:tracePt t="123349" x="6980238" y="3578225"/>
          <p14:tracePt t="123359" x="6953250" y="3578225"/>
          <p14:tracePt t="123371" x="6919913" y="3592513"/>
          <p14:tracePt t="123382" x="6899275" y="3605213"/>
          <p14:tracePt t="123392" x="6872288" y="3625850"/>
          <p14:tracePt t="123404" x="6864350" y="3660775"/>
          <p14:tracePt t="123416" x="6851650" y="3700463"/>
          <p14:tracePt t="123426" x="6851650" y="3721100"/>
          <p14:tracePt t="123437" x="6864350" y="3768725"/>
          <p14:tracePt t="123449" x="6872288" y="3803650"/>
          <p14:tracePt t="123460" x="6905625" y="3851275"/>
          <p14:tracePt t="123471" x="6919913" y="3884613"/>
          <p14:tracePt t="123482" x="6953250" y="3932238"/>
          <p14:tracePt t="123494" x="6967538" y="3994150"/>
          <p14:tracePt t="123505" x="6986588" y="4048125"/>
          <p14:tracePt t="123516" x="6986588" y="4110038"/>
          <p14:tracePt t="123527" x="7000875" y="4176713"/>
          <p14:tracePt t="123539" x="6986588" y="4244975"/>
          <p14:tracePt t="123550" x="6980238" y="4292600"/>
          <p14:tracePt t="123561" x="6946900" y="4327525"/>
          <p14:tracePt t="123572" x="6905625" y="4367213"/>
          <p14:tracePt t="123584" x="6864350" y="4402138"/>
          <p14:tracePt t="123595" x="6816725" y="4408488"/>
          <p14:tracePt t="123606" x="6742113" y="4449763"/>
          <p14:tracePt t="123617" x="6661150" y="4456113"/>
          <p14:tracePt t="123629" x="6578600" y="4470400"/>
          <p14:tracePt t="123640" x="6530975" y="4483100"/>
          <p14:tracePt t="123651" x="6462713" y="4483100"/>
          <p14:tracePt t="123662" x="6429375" y="4497388"/>
          <p14:tracePt t="123674" x="6396038" y="4503738"/>
          <p14:tracePt t="123685" x="6367463" y="4518025"/>
          <p14:tracePt t="123696" x="6361113" y="4538663"/>
          <p14:tracePt t="123707" x="6348413" y="4551363"/>
          <p14:tracePt t="123719" x="6334125" y="4578350"/>
          <p14:tracePt t="123732" x="6327775" y="4613275"/>
          <p14:tracePt t="123741" x="6313488" y="4646613"/>
          <p14:tracePt t="123752" x="6300788" y="4681538"/>
          <p14:tracePt t="123764" x="6300788" y="4700588"/>
          <p14:tracePt t="123775" x="6286500" y="4741863"/>
          <p14:tracePt t="123786" x="6280150" y="4776788"/>
          <p14:tracePt t="123797" x="6280150" y="4810125"/>
          <p14:tracePt t="123809" x="6265863" y="4857750"/>
          <p14:tracePt t="123820" x="6265863" y="4905375"/>
          <p14:tracePt t="123832" x="6265863" y="4953000"/>
          <p14:tracePt t="123842" x="6265863" y="4973638"/>
          <p14:tracePt t="123854" x="6280150" y="5021263"/>
          <p14:tracePt t="123866" x="6286500" y="5054600"/>
          <p14:tracePt t="123876" x="6313488" y="5089525"/>
          <p14:tracePt t="123887" x="6334125" y="5102225"/>
          <p14:tracePt t="123899" x="6367463" y="5122863"/>
          <p14:tracePt t="123910" x="6396038" y="5137150"/>
          <p14:tracePt t="123921" x="6429375" y="5137150"/>
          <p14:tracePt t="123932" x="6450013" y="5137150"/>
          <p14:tracePt t="123944" x="6462713" y="5122863"/>
          <p14:tracePt t="123957" x="6477000" y="5122863"/>
          <p14:tracePt t="123966" x="6491288" y="5122863"/>
          <p14:tracePt t="123977" x="6491288" y="5116513"/>
          <p14:tracePt t="123989" x="6491288" y="5102225"/>
          <p14:tracePt t="124000" x="6477000" y="5102225"/>
          <p14:tracePt t="124011" x="6462713" y="5089525"/>
          <p14:tracePt t="124022" x="6429375" y="5081588"/>
          <p14:tracePt t="124034" x="6381750" y="5081588"/>
          <p14:tracePt t="124045" x="6327775" y="5089525"/>
          <p14:tracePt t="124056" x="6286500" y="5102225"/>
          <p14:tracePt t="124067" x="6232525" y="5137150"/>
          <p14:tracePt t="124079" x="6184900" y="5184775"/>
          <p14:tracePt t="124090" x="6149975" y="5218113"/>
          <p14:tracePt t="124101" x="6137275" y="5265738"/>
          <p14:tracePt t="124113" x="6122988" y="5292725"/>
          <p14:tracePt t="124124" x="6137275" y="5327650"/>
          <p14:tracePt t="124135" x="6149975" y="5334000"/>
          <p14:tracePt t="124146" x="6170613" y="5360988"/>
          <p14:tracePt t="124157" x="6205538" y="5381625"/>
          <p14:tracePt t="124170" x="6253163" y="5408613"/>
          <p14:tracePt t="124180" x="6286500" y="5408613"/>
          <p14:tracePt t="124191" x="6334125" y="5408613"/>
          <p14:tracePt t="124202" x="6381750" y="5408613"/>
          <p14:tracePt t="124214" x="6443663" y="5395913"/>
          <p14:tracePt t="124225" x="6462713" y="5395913"/>
          <p14:tracePt t="124236" x="6491288" y="5375275"/>
          <p14:tracePt t="124247" x="6510338" y="5348288"/>
          <p14:tracePt t="124259" x="6510338" y="5327650"/>
          <p14:tracePt t="124270" x="6510338" y="5280025"/>
          <p14:tracePt t="124282" x="6497638" y="5232400"/>
          <p14:tracePt t="124292" x="6477000" y="5197475"/>
          <p14:tracePt t="124304" x="6450013" y="5170488"/>
          <p14:tracePt t="124316" x="6408738" y="5137150"/>
          <p14:tracePt t="124326" x="6361113" y="5122863"/>
          <p14:tracePt t="124337" x="6313488" y="5122863"/>
          <p14:tracePt t="124349" x="6280150" y="5137150"/>
          <p14:tracePt t="124360" x="6238875" y="5149850"/>
          <p14:tracePt t="124371" x="6205538" y="5184775"/>
          <p14:tracePt t="124405" x="6197600" y="5232400"/>
          <p14:tracePt t="124407" x="6184900" y="5292725"/>
          <p14:tracePt t="124416" x="6197600" y="5334000"/>
          <p14:tracePt t="124419" x="6218238" y="5381625"/>
          <p14:tracePt t="124429" x="6238875" y="5408613"/>
          <p14:tracePt t="124439" x="6300788" y="5429250"/>
          <p14:tracePt t="124450" x="6348413" y="5456238"/>
          <p14:tracePt t="124461" x="6408738" y="5456238"/>
          <p14:tracePt t="124472" x="6443663" y="5456238"/>
          <p14:tracePt t="124495" x="6491288" y="5443538"/>
          <p14:tracePt t="124497" x="6524625" y="5414963"/>
          <p14:tracePt t="124507" x="6545263" y="5408613"/>
          <p14:tracePt t="124517" x="6557963" y="5375275"/>
          <p14:tracePt t="124529" x="6572250" y="5327650"/>
          <p14:tracePt t="124540" x="6572250" y="5280025"/>
          <p14:tracePt t="124551" x="6545263" y="5245100"/>
          <p14:tracePt t="124562" x="6524625" y="5205413"/>
          <p14:tracePt t="124574" x="6477000" y="5184775"/>
          <p14:tracePt t="124585" x="6429375" y="5170488"/>
          <p14:tracePt t="124596" x="6381750" y="5170488"/>
          <p14:tracePt t="124607" x="6334125" y="5184775"/>
          <p14:tracePt t="124619" x="6286500" y="5205413"/>
          <p14:tracePt t="124630" x="6238875" y="5245100"/>
          <p14:tracePt t="124641" x="6218238" y="5280025"/>
          <p14:tracePt t="124652" x="6205538" y="5327650"/>
          <p14:tracePt t="124664" x="6205538" y="5360988"/>
          <p14:tracePt t="124675" x="6218238" y="5381625"/>
          <p14:tracePt t="124686" x="6238875" y="5408613"/>
          <p14:tracePt t="124697" x="6280150" y="5429250"/>
          <p14:tracePt t="124709" x="6334125" y="5443538"/>
          <p14:tracePt t="124720" x="6381750" y="5443538"/>
          <p14:tracePt t="124732" x="6450013" y="5443538"/>
          <p14:tracePt t="124742" x="6524625" y="5414963"/>
          <p14:tracePt t="124754" x="6578600" y="5395913"/>
          <p14:tracePt t="124766" x="6613525" y="5375275"/>
          <p14:tracePt t="124776" x="6661150" y="5334000"/>
          <p14:tracePt t="124787" x="6688138" y="5292725"/>
          <p14:tracePt t="124799" x="6688138" y="5265738"/>
          <p14:tracePt t="124810" x="6688138" y="5218113"/>
          <p14:tracePt t="124821" x="6661150" y="5184775"/>
          <p14:tracePt t="124832" x="6626225" y="5149850"/>
          <p14:tracePt t="124844" x="6578600" y="5122863"/>
          <p14:tracePt t="124855" x="6524625" y="5116513"/>
          <p14:tracePt t="124866" x="6477000" y="5102225"/>
          <p14:tracePt t="124877" x="6429375" y="5116513"/>
          <p14:tracePt t="124889" x="6408738" y="5116513"/>
          <p14:tracePt t="124900" x="6381750" y="5137150"/>
          <p14:tracePt t="124911" x="6381750" y="5149850"/>
          <p14:tracePt t="124922" x="6381750" y="5170488"/>
          <p14:tracePt t="124934" x="6381750" y="5184775"/>
          <p14:tracePt t="124945" x="6396038" y="5205413"/>
          <p14:tracePt t="124956" x="6429375" y="5218113"/>
          <p14:tracePt t="124967" x="6450013" y="5232400"/>
          <p14:tracePt t="124979" x="6491288" y="5245100"/>
          <p14:tracePt t="124990" x="6530975" y="5245100"/>
          <p14:tracePt t="125001" x="6572250" y="5245100"/>
          <p14:tracePt t="125012" x="6578600" y="5245100"/>
          <p14:tracePt t="125024" x="6592888" y="5245100"/>
          <p14:tracePt t="125079" x="6592888" y="5232400"/>
          <p14:tracePt t="125091" x="6578600" y="5232400"/>
          <p14:tracePt t="125102" x="6578600" y="5218113"/>
          <p14:tracePt t="125316" x="6592888" y="5205413"/>
          <p14:tracePt t="125328" x="6605588" y="5205413"/>
          <p14:tracePt t="125339" x="6613525" y="5197475"/>
          <p14:tracePt t="125350" x="6626225" y="5184775"/>
          <p14:tracePt t="125361" x="6661150" y="5170488"/>
          <p14:tracePt t="125372" x="6694488" y="5149850"/>
          <p14:tracePt t="125384" x="6735763" y="5122863"/>
          <p14:tracePt t="125395" x="6783388" y="5102225"/>
          <p14:tracePt t="125407" x="6851650" y="5054600"/>
          <p14:tracePt t="125417" x="6905625" y="4994275"/>
          <p14:tracePt t="125451" x="6953250" y="4953000"/>
          <p14:tracePt t="125454" x="7015163" y="4878388"/>
          <p14:tracePt t="125463" x="7048500" y="4810125"/>
          <p14:tracePt t="125466" x="7069138" y="4762500"/>
          <p14:tracePt t="125476" x="7096125" y="4741863"/>
          <p14:tracePt t="125486" x="7110413" y="4714875"/>
          <p14:tracePt t="125497" x="7110413" y="4694238"/>
          <p14:tracePt t="125519" x="7110413" y="4681538"/>
          <p14:tracePt t="125800" x="7096125" y="4681538"/>
          <p14:tracePt t="125822" x="7081838" y="4681538"/>
          <p14:tracePt t="125845" x="7069138" y="4681538"/>
          <p14:tracePt t="125856" x="7062788" y="4681538"/>
          <p14:tracePt t="125867" x="7034213" y="4681538"/>
          <p14:tracePt t="125879" x="7015163" y="4667250"/>
          <p14:tracePt t="126238" x="7027863" y="4667250"/>
          <p14:tracePt t="126283" x="7034213" y="4667250"/>
          <p14:tracePt t="126306" x="7048500" y="4667250"/>
          <p14:tracePt t="126340" x="7062788" y="4667250"/>
          <p14:tracePt t="126362" x="7048500" y="4667250"/>
          <p14:tracePt t="126385" x="7048500" y="4660900"/>
          <p14:tracePt t="126430" x="7062788" y="4660900"/>
          <p14:tracePt t="126441" x="7062788" y="4646613"/>
          <p14:tracePt t="126499" x="7062788" y="4633913"/>
          <p14:tracePt t="126542" x="7062788" y="4619625"/>
          <p14:tracePt t="126554" x="7062788" y="4613275"/>
          <p14:tracePt t="126891" x="7062788" y="4598988"/>
          <p14:tracePt t="126925" x="7048500" y="4586288"/>
          <p14:tracePt t="126970" x="7034213" y="4578350"/>
          <p14:tracePt t="126992" x="7027863" y="4578350"/>
          <p14:tracePt t="127004" x="7027863" y="4565650"/>
          <p14:tracePt t="127015" x="7015163" y="4565650"/>
          <p14:tracePt t="127037" x="7000875" y="4551363"/>
          <p14:tracePt t="127082" x="7000875" y="4538663"/>
          <p14:tracePt t="129647" x="7000875" y="4551363"/>
          <p14:tracePt t="129649" x="6986588" y="4551363"/>
          <p14:tracePt t="129659" x="6980238" y="4551363"/>
          <p14:tracePt t="130333" x="6986588" y="4551363"/>
          <p14:tracePt t="130345" x="6980238" y="4551363"/>
          <p14:tracePt t="130401" x="6986588" y="4551363"/>
          <p14:tracePt t="130491" x="7000875" y="4551363"/>
          <p14:tracePt t="130547" x="7000875" y="4538663"/>
          <p14:tracePt t="132494" x="7027863" y="4538663"/>
          <p14:tracePt t="132505" x="7081838" y="4551363"/>
          <p14:tracePt t="132517" x="7150100" y="4565650"/>
          <p14:tracePt t="132527" x="7212013" y="4578350"/>
          <p14:tracePt t="132539" x="7292975" y="4578350"/>
          <p14:tracePt t="132550" x="7354888" y="4586288"/>
          <p14:tracePt t="132562" x="7435850" y="4586288"/>
          <p14:tracePt t="132573" x="7483475" y="4586288"/>
          <p14:tracePt t="132585" x="7539038" y="4586288"/>
          <p14:tracePt t="132595" x="7586663" y="4586288"/>
          <p14:tracePt t="132606" x="7605713" y="4586288"/>
          <p14:tracePt t="132620" x="7634288" y="4578350"/>
          <p14:tracePt t="132629" x="7653338" y="4551363"/>
          <p14:tracePt t="132641" x="7667625" y="4518025"/>
          <p14:tracePt t="132652" x="7681913" y="4449763"/>
          <p14:tracePt t="132662" x="7681913" y="4402138"/>
          <p14:tracePt t="132674" x="7667625" y="4306888"/>
          <p14:tracePt t="132685" x="7646988" y="4238625"/>
          <p14:tracePt t="132696" x="7599363" y="4143375"/>
          <p14:tracePt t="132707" x="7551738" y="4048125"/>
          <p14:tracePt t="132719" x="7518400" y="3979863"/>
          <p14:tracePt t="132730" x="7470775" y="3919538"/>
          <p14:tracePt t="132741" x="7435850" y="3884613"/>
          <p14:tracePt t="132752" x="7402513" y="3836988"/>
          <p14:tracePt t="132764" x="7361238" y="3816350"/>
          <p14:tracePt t="132786" x="7319963" y="3783013"/>
          <p14:tracePt t="132789" x="7280275" y="3741738"/>
          <p14:tracePt t="132798" x="7259638" y="3735388"/>
          <p14:tracePt t="132809" x="7239000" y="3721100"/>
          <p14:tracePt t="132820" x="7224713" y="3708400"/>
          <p14:tracePt t="132831" x="7212013" y="3708400"/>
          <p14:tracePt t="132843" x="7197725" y="3700463"/>
          <p14:tracePt t="132854" x="7191375" y="3700463"/>
          <p14:tracePt t="132876" x="7177088" y="3700463"/>
          <p14:tracePt t="132887" x="7177088" y="3687763"/>
          <p14:tracePt t="132899" x="7164388" y="3687763"/>
          <p14:tracePt t="132910" x="7150100" y="3700463"/>
          <p14:tracePt t="132932" x="7129463" y="3700463"/>
          <p14:tracePt t="132944" x="7110413" y="3700463"/>
          <p14:tracePt t="132955" x="7081838" y="3700463"/>
          <p14:tracePt t="132966" x="7069138" y="3700463"/>
          <p14:tracePt t="132978" x="7048500" y="3700463"/>
          <p14:tracePt t="132989" x="7034213" y="3700463"/>
          <p14:tracePt t="133000" x="7027863" y="3700463"/>
          <p14:tracePt t="133011" x="7000875" y="3700463"/>
          <p14:tracePt t="133022" x="6986588" y="3700463"/>
          <p14:tracePt t="133034" x="6980238" y="3708400"/>
          <p14:tracePt t="133056" x="6967538" y="3721100"/>
          <p14:tracePt t="133068" x="6967538" y="3741738"/>
          <p14:tracePt t="133079" x="6967538" y="3756025"/>
          <p14:tracePt t="133090" x="6967538" y="3783013"/>
          <p14:tracePt t="133102" x="6980238" y="3816350"/>
          <p14:tracePt t="133112" x="7000875" y="3836988"/>
          <p14:tracePt t="133124" x="7015163" y="3863975"/>
          <p14:tracePt t="133135" x="7048500" y="3884613"/>
          <p14:tracePt t="133146" x="7069138" y="3898900"/>
          <p14:tracePt t="133157" x="7096125" y="3898900"/>
          <p14:tracePt t="133169" x="7110413" y="3898900"/>
          <p14:tracePt t="133180" x="7116763" y="3898900"/>
          <p14:tracePt t="133191" x="7129463" y="3884613"/>
          <p14:tracePt t="133202" x="7129463" y="3871913"/>
          <p14:tracePt t="133214" x="7129463" y="3863975"/>
          <p14:tracePt t="133225" x="7129463" y="3816350"/>
          <p14:tracePt t="133236" x="7129463" y="3768725"/>
          <p14:tracePt t="133247" x="7110413" y="3721100"/>
          <p14:tracePt t="133259" x="7096125" y="3687763"/>
          <p14:tracePt t="133270" x="7062788" y="3640138"/>
          <p14:tracePt t="133281" x="7015163" y="3605213"/>
          <p14:tracePt t="133293" x="6980238" y="3578225"/>
          <p14:tracePt t="133304" x="6919913" y="3557588"/>
          <p14:tracePt t="133315" x="6872288" y="3544888"/>
          <p14:tracePt t="133326" x="6824663" y="3544888"/>
          <p14:tracePt t="133337" x="6804025" y="3544888"/>
          <p14:tracePt t="133349" x="6783388" y="3557588"/>
          <p14:tracePt t="133360" x="6756400" y="3571875"/>
          <p14:tracePt t="133371" x="6742113" y="3592513"/>
          <p14:tracePt t="133382" x="6735763" y="3619500"/>
          <p14:tracePt t="133394" x="6735763" y="3640138"/>
          <p14:tracePt t="133405" x="6735763" y="3673475"/>
          <p14:tracePt t="133416" x="6742113" y="3708400"/>
          <p14:tracePt t="133427" x="6756400" y="3721100"/>
          <p14:tracePt t="133440" x="6769100" y="3741738"/>
          <p14:tracePt t="133450" x="6789738" y="3768725"/>
          <p14:tracePt t="133461" x="6804025" y="3768725"/>
          <p14:tracePt t="133472" x="6816725" y="3768725"/>
          <p14:tracePt t="133484" x="6824663" y="3768725"/>
          <p14:tracePt t="133495" x="6837363" y="3783013"/>
          <p14:tracePt t="133506" x="6851650" y="3783013"/>
          <p14:tracePt t="133528" x="6864350" y="3783013"/>
          <p14:tracePt t="133540" x="6864350" y="3768725"/>
          <p14:tracePt t="133552" x="6872288" y="3768725"/>
          <p14:tracePt t="133562" x="6884988" y="3768725"/>
          <p14:tracePt t="133574" x="6899275" y="3756025"/>
          <p14:tracePt t="133596" x="6905625" y="3756025"/>
          <p14:tracePt t="133607" x="6919913" y="3741738"/>
          <p14:tracePt t="133619" x="6919913" y="3735388"/>
          <p14:tracePt t="133630" x="6932613" y="3721100"/>
          <p14:tracePt t="133641" x="6932613" y="3708400"/>
          <p14:tracePt t="133653" x="6932613" y="3687763"/>
          <p14:tracePt t="133664" x="6932613" y="3673475"/>
          <p14:tracePt t="133675" x="6919913" y="3660775"/>
          <p14:tracePt t="133686" x="6919913" y="3652838"/>
          <p14:tracePt t="133697" x="6905625" y="3640138"/>
          <p14:tracePt t="133731" x="6899275" y="3640138"/>
          <p14:tracePt t="133742" x="6884988" y="3640138"/>
          <p14:tracePt t="133765" x="6872288" y="3652838"/>
          <p14:tracePt t="133776" x="6864350" y="3660775"/>
          <p14:tracePt t="133787" x="6864350" y="3687763"/>
          <p14:tracePt t="133799" x="6872288" y="3708400"/>
          <p14:tracePt t="133810" x="6884988" y="3735388"/>
          <p14:tracePt t="133832" x="6905625" y="3768725"/>
          <p14:tracePt t="133835" x="6946900" y="3789363"/>
          <p14:tracePt t="133844" x="6967538" y="3824288"/>
          <p14:tracePt t="133855" x="7000875" y="3863975"/>
          <p14:tracePt t="133866" x="7034213" y="3911600"/>
          <p14:tracePt t="133879" x="7062788" y="3952875"/>
          <p14:tracePt t="133889" x="7069138" y="4033838"/>
          <p14:tracePt t="133900" x="7081838" y="4129088"/>
          <p14:tracePt t="133911" x="7069138" y="4244975"/>
          <p14:tracePt t="133922" x="7048500" y="4340225"/>
          <p14:tracePt t="133934" x="7000875" y="4449763"/>
          <p14:tracePt t="133945" x="6946900" y="4538663"/>
          <p14:tracePt t="133956" x="6899275" y="4619625"/>
          <p14:tracePt t="133968" x="6864350" y="4667250"/>
          <p14:tracePt t="133979" x="6824663" y="4714875"/>
          <p14:tracePt t="134001" x="6789738" y="4741863"/>
          <p14:tracePt t="134004" x="6742113" y="4762500"/>
          <p14:tracePt t="134013" x="6721475" y="4762500"/>
          <p14:tracePt t="134025" x="6688138" y="4776788"/>
          <p14:tracePt t="134035" x="6653213" y="4789488"/>
          <p14:tracePt t="134046" x="6613525" y="4789488"/>
          <p14:tracePt t="134058" x="6530975" y="4824413"/>
          <p14:tracePt t="134069" x="6450013" y="4857750"/>
          <p14:tracePt t="134080" x="6381750" y="4905375"/>
          <p14:tracePt t="134091" x="6334125" y="4938713"/>
          <p14:tracePt t="134103" x="6280150" y="5006975"/>
          <p14:tracePt t="134114" x="6232525" y="5081588"/>
          <p14:tracePt t="134125" x="6205538" y="5149850"/>
          <p14:tracePt t="134136" x="6205538" y="5197475"/>
          <p14:tracePt t="134147" x="6197600" y="5265738"/>
          <p14:tracePt t="134159" x="6205538" y="5334000"/>
          <p14:tracePt t="134170" x="6218238" y="5375275"/>
          <p14:tracePt t="134181" x="6238875" y="5408613"/>
          <p14:tracePt t="134192" x="6280150" y="5443538"/>
          <p14:tracePt t="134204" x="6313488" y="5462588"/>
          <p14:tracePt t="134215" x="6361113" y="5476875"/>
          <p14:tracePt t="134226" x="6415088" y="5491163"/>
          <p14:tracePt t="134237" x="6477000" y="5491163"/>
          <p14:tracePt t="134249" x="6545263" y="5476875"/>
          <p14:tracePt t="134260" x="6578600" y="5476875"/>
          <p14:tracePt t="134271" x="6605588" y="5462588"/>
          <p14:tracePt t="134294" x="6605588" y="5456238"/>
          <p14:tracePt t="134316" x="6592888" y="5456238"/>
          <p14:tracePt t="134361" x="6613525" y="5462588"/>
          <p14:tracePt t="134372" x="6661150" y="5491163"/>
          <p14:tracePt t="134384" x="6735763" y="5497513"/>
          <p14:tracePt t="134395" x="6872288" y="5497513"/>
          <p14:tracePt t="134406" x="7096125" y="5497513"/>
          <p14:tracePt t="134418" x="7354888" y="5497513"/>
          <p14:tracePt t="134429" x="7572375" y="5476875"/>
          <p14:tracePt t="134440" x="7878763" y="5414963"/>
          <p14:tracePt t="134453" x="8185150" y="5334000"/>
          <p14:tracePt t="134474" x="8355013" y="5265738"/>
          <p14:tracePt t="134476" x="8593138" y="5149850"/>
          <p14:tracePt t="134486" x="8789988" y="4986338"/>
          <p14:tracePt t="134499" x="8967788" y="4810125"/>
          <p14:tracePt t="134508" x="9069388" y="4660900"/>
          <p14:tracePt t="134519" x="9164638" y="4456113"/>
          <p14:tracePt t="134530" x="9197975" y="4271963"/>
          <p14:tracePt t="134541" x="9197975" y="4081463"/>
          <p14:tracePt t="134553" x="9177338" y="3952875"/>
          <p14:tracePt t="134564" x="9129713" y="3789363"/>
          <p14:tracePt t="134575" x="9063038" y="3640138"/>
          <p14:tracePt t="134586" x="8980488" y="3524250"/>
          <p14:tracePt t="134597" x="8920163" y="3449638"/>
          <p14:tracePt t="134609" x="8837613" y="3395663"/>
          <p14:tracePt t="134620" x="8777288" y="3348038"/>
          <p14:tracePt t="134631" x="8729663" y="3327400"/>
          <p14:tracePt t="134642" x="8661400" y="3313113"/>
          <p14:tracePt t="134654" x="8593138" y="3300413"/>
          <p14:tracePt t="134665" x="8497888" y="3300413"/>
          <p14:tracePt t="134676" x="8415338" y="3300413"/>
          <p14:tracePt t="134687" x="8239125" y="3313113"/>
          <p14:tracePt t="134699" x="8007350" y="3333750"/>
          <p14:tracePt t="134710" x="7762875" y="3395663"/>
          <p14:tracePt t="134721" x="7586663" y="3449638"/>
          <p14:tracePt t="134732" x="7340600" y="3557588"/>
          <p14:tracePt t="134744" x="7143750" y="3708400"/>
          <p14:tracePt t="134755" x="7027863" y="3851275"/>
          <p14:tracePt t="134766" x="6899275" y="4095750"/>
          <p14:tracePt t="134777" x="6824663" y="4387850"/>
          <p14:tracePt t="134788" x="6824663" y="4714875"/>
          <p14:tracePt t="134800" x="6864350" y="4953000"/>
          <p14:tracePt t="134811" x="6946900" y="5245100"/>
          <p14:tracePt t="134822" x="7048500" y="5476875"/>
          <p14:tracePt t="134834" x="7191375" y="5653088"/>
          <p14:tracePt t="134845" x="7280275" y="5735638"/>
          <p14:tracePt t="134856" x="7423150" y="5803900"/>
          <p14:tracePt t="134890" x="7551738" y="5837238"/>
          <p14:tracePt t="134892" x="7694613" y="5851525"/>
          <p14:tracePt t="134902" x="7783513" y="5851525"/>
          <p14:tracePt t="134903" x="7926388" y="5830888"/>
          <p14:tracePt t="134913" x="8075613" y="5789613"/>
          <p14:tracePt t="134925" x="8205788" y="5748338"/>
          <p14:tracePt t="134935" x="8382000" y="5667375"/>
          <p14:tracePt t="134946" x="8566150" y="5557838"/>
          <p14:tracePt t="134957" x="8742363" y="5429250"/>
          <p14:tracePt t="134969" x="8872538" y="5313363"/>
          <p14:tracePt t="134980" x="9001125" y="5149850"/>
          <p14:tracePt t="134991" x="9102725" y="4986338"/>
          <p14:tracePt t="135002" x="9150350" y="4830763"/>
          <p14:tracePt t="135014" x="9164638" y="4700588"/>
          <p14:tracePt t="135025" x="9117013" y="4530725"/>
          <p14:tracePt t="135036" x="9001125" y="4340225"/>
          <p14:tracePt t="135047" x="8891588" y="4224338"/>
          <p14:tracePt t="135059" x="8709025" y="4081463"/>
          <p14:tracePt t="135070" x="8483600" y="3967163"/>
          <p14:tracePt t="135081" x="8266113" y="3884613"/>
          <p14:tracePt t="135092" x="8102600" y="3836988"/>
          <p14:tracePt t="135104" x="7864475" y="3803650"/>
          <p14:tracePt t="135115" x="7634288" y="3789363"/>
          <p14:tracePt t="135126" x="7402513" y="3803650"/>
          <p14:tracePt t="135137" x="7239000" y="3836988"/>
          <p14:tracePt t="135149" x="7034213" y="3946525"/>
          <p14:tracePt t="135160" x="6872288" y="4075113"/>
          <p14:tracePt t="135171" x="6756400" y="4224338"/>
          <p14:tracePt t="135182" x="6688138" y="4375150"/>
          <p14:tracePt t="135194" x="6626225" y="4598988"/>
          <p14:tracePt t="135205" x="6605588" y="4830763"/>
          <p14:tracePt t="135216" x="6605588" y="4994275"/>
          <p14:tracePt t="135229" x="6626225" y="5184775"/>
          <p14:tracePt t="135239" x="6708775" y="5360988"/>
          <p14:tracePt t="135250" x="6824663" y="5510213"/>
          <p14:tracePt t="135261" x="6919913" y="5619750"/>
          <p14:tracePt t="135273" x="7062788" y="5708650"/>
          <p14:tracePt t="135286" x="7177088" y="5783263"/>
          <p14:tracePt t="135295" x="7292975" y="5830888"/>
          <p14:tracePt t="135306" x="7375525" y="5851525"/>
          <p14:tracePt t="135318" x="7491413" y="5864225"/>
          <p14:tracePt t="135329" x="7599363" y="5864225"/>
          <p14:tracePt t="135340" x="7681913" y="5851525"/>
          <p14:tracePt t="135352" x="7796213" y="5816600"/>
          <p14:tracePt t="135362" x="7947025" y="5768975"/>
          <p14:tracePt t="135374" x="8123238" y="5673725"/>
          <p14:tracePt t="135385" x="8266113" y="5572125"/>
          <p14:tracePt t="135396" x="8415338" y="5414963"/>
          <p14:tracePt t="135408" x="8566150" y="5218113"/>
          <p14:tracePt t="135419" x="8674100" y="5021263"/>
          <p14:tracePt t="135430" x="8721725" y="4872038"/>
          <p14:tracePt t="135441" x="8729663" y="4633913"/>
          <p14:tracePt t="135453" x="8661400" y="4387850"/>
          <p14:tracePt t="135475" x="8510588" y="4116388"/>
          <p14:tracePt t="135477" x="8348663" y="3919538"/>
          <p14:tracePt t="135487" x="8102600" y="3687763"/>
          <p14:tracePt t="135498" x="7831138" y="3497263"/>
          <p14:tracePt t="135509" x="7653338" y="3414713"/>
          <p14:tracePt t="135520" x="7483475" y="3348038"/>
          <p14:tracePt t="135531" x="7340600" y="3313113"/>
          <p14:tracePt t="135543" x="7245350" y="3300413"/>
          <p14:tracePt t="135554" x="7197725" y="3286125"/>
          <p14:tracePt t="135565" x="7164388" y="3286125"/>
          <p14:tracePt t="135576" x="7143750" y="3286125"/>
          <p14:tracePt t="135587" x="7129463" y="3300413"/>
          <p14:tracePt t="135599" x="7116763" y="3300413"/>
          <p14:tracePt t="135610" x="7110413" y="3313113"/>
          <p14:tracePt t="135621" x="7081838" y="3333750"/>
          <p14:tracePt t="135633" x="7062788" y="3360738"/>
          <p14:tracePt t="135644" x="7015163" y="3408363"/>
          <p14:tracePt t="135655" x="6953250" y="3462338"/>
          <p14:tracePt t="135666" x="6884988" y="3530600"/>
          <p14:tracePt t="135677" x="6851650" y="3592513"/>
          <p14:tracePt t="135689" x="6789738" y="3660775"/>
          <p14:tracePt t="135700" x="6735763" y="3741738"/>
          <p14:tracePt t="135711" x="6694488" y="3824288"/>
          <p14:tracePt t="135722" x="6673850" y="3898900"/>
          <p14:tracePt t="135734" x="6661150" y="4014788"/>
          <p14:tracePt t="135745" x="6673850" y="4129088"/>
          <p14:tracePt t="135756" x="6708775" y="4244975"/>
          <p14:tracePt t="135768" x="6742113" y="4319588"/>
          <p14:tracePt t="135779" x="6789738" y="4408488"/>
          <p14:tracePt t="135790" x="6851650" y="4483100"/>
          <p14:tracePt t="135802" x="6884988" y="4530725"/>
          <p14:tracePt t="135813" x="6932613" y="4578350"/>
          <p14:tracePt t="135824" x="6986588" y="4613275"/>
          <p14:tracePt t="135835" x="7034213" y="4660900"/>
          <p14:tracePt t="135846" x="7069138" y="4681538"/>
          <p14:tracePt t="135857" x="7116763" y="4700588"/>
          <p14:tracePt t="135869" x="7177088" y="4714875"/>
          <p14:tracePt t="135880" x="7245350" y="4729163"/>
          <p14:tracePt t="135902" x="7319963" y="4729163"/>
          <p14:tracePt t="135905" x="7402513" y="4714875"/>
          <p14:tracePt t="135936" x="7491413" y="4714875"/>
          <p14:tracePt t="135938" x="7551738" y="4700588"/>
          <p14:tracePt t="135948" x="7620000" y="4700588"/>
          <p14:tracePt t="135953" x="7694613" y="4694238"/>
          <p14:tracePt t="135959" x="7748588" y="4667250"/>
          <p14:tracePt t="135970" x="7783513" y="4660900"/>
          <p14:tracePt t="135981" x="7858125" y="4633913"/>
          <p14:tracePt t="135992" x="7912100" y="4598988"/>
          <p14:tracePt t="136004" x="7959725" y="4551363"/>
          <p14:tracePt t="136015" x="7994650" y="4530725"/>
          <p14:tracePt t="136026" x="8021638" y="4497388"/>
          <p14:tracePt t="136037" x="8021638" y="4456113"/>
          <p14:tracePt t="136049" x="7980363" y="4435475"/>
          <p14:tracePt t="136386" x="7994650" y="4435475"/>
          <p14:tracePt t="136397" x="8021638" y="4435475"/>
          <p14:tracePt t="136409" x="8042275" y="4435475"/>
          <p14:tracePt t="136420" x="8054975" y="4435475"/>
          <p14:tracePt t="136442" x="8054975" y="4422775"/>
          <p14:tracePt t="136487" x="8054975" y="4408488"/>
          <p14:tracePt t="147661" x="7681913" y="4271963"/>
          <p14:tracePt t="147671" x="7423150" y="4191000"/>
          <p14:tracePt t="147681" x="7239000" y="4143375"/>
          <p14:tracePt t="147693" x="6953250" y="4081463"/>
          <p14:tracePt t="147704" x="6783388" y="4062413"/>
          <p14:tracePt t="147715" x="6530975" y="4027488"/>
          <p14:tracePt t="147727" x="6313488" y="4000500"/>
          <p14:tracePt t="147737" x="6184900" y="4000500"/>
          <p14:tracePt t="147749" x="6034088" y="3994150"/>
          <p14:tracePt t="147760" x="5959475" y="3994150"/>
          <p14:tracePt t="147771" x="5878513" y="3994150"/>
          <p14:tracePt t="147782" x="5830888" y="3979863"/>
          <p14:tracePt t="147794" x="5795963" y="3979863"/>
          <p14:tracePt t="147805" x="5783263" y="3979863"/>
          <p14:tracePt t="147816" x="5776913" y="3979863"/>
          <p14:tracePt t="147895" x="5762625" y="3979863"/>
          <p14:tracePt t="147906" x="5729288" y="3967163"/>
          <p14:tracePt t="147917" x="5700713" y="3952875"/>
          <p14:tracePt t="147929" x="5667375" y="3946525"/>
          <p14:tracePt t="147940" x="5619750" y="3932238"/>
          <p14:tracePt t="147952" x="5551488" y="3919538"/>
          <p14:tracePt t="147962" x="5497513" y="3911600"/>
          <p14:tracePt t="147974" x="5387975" y="3884613"/>
          <p14:tracePt t="147985" x="5272088" y="3871913"/>
          <p14:tracePt t="147996" x="5191125" y="3851275"/>
          <p14:tracePt t="148007" x="5095875" y="3836988"/>
          <p14:tracePt t="148019" x="5027613" y="3824288"/>
          <p14:tracePt t="148030" x="4994275" y="3824288"/>
          <p14:tracePt t="148041" x="4979988" y="3824288"/>
          <p14:tracePt t="148165" x="4967288" y="3824288"/>
          <p14:tracePt t="148187" x="4967288" y="3836988"/>
          <p14:tracePt t="148210" x="4953000" y="3851275"/>
          <p14:tracePt t="148232" x="4953000" y="3863975"/>
          <p14:tracePt t="148244" x="4953000" y="3884613"/>
          <p14:tracePt t="148255" x="4946650" y="3898900"/>
          <p14:tracePt t="148266" x="4953000" y="3911600"/>
          <p14:tracePt t="148277" x="4953000" y="3932238"/>
          <p14:tracePt t="148289" x="4967288" y="3946525"/>
          <p14:tracePt t="148302" x="4967288" y="3952875"/>
          <p14:tracePt t="148592" x="4979988" y="3952875"/>
          <p14:tracePt t="148604" x="4994275" y="3952875"/>
          <p14:tracePt t="148626" x="5000625" y="3952875"/>
          <p14:tracePt t="148649" x="5014913" y="3952875"/>
          <p14:tracePt t="148671" x="5014913" y="3946525"/>
          <p14:tracePt t="148716" x="5014913" y="3932238"/>
          <p14:tracePt t="148738" x="5014913" y="3919538"/>
          <p14:tracePt t="148750" x="5027613" y="3919538"/>
          <p14:tracePt t="148762" x="5027613" y="3911600"/>
          <p14:tracePt t="148784" x="5027613" y="3898900"/>
          <p14:tracePt t="148796" x="5027613" y="3884613"/>
          <p14:tracePt t="148806" x="5027613" y="3871913"/>
          <p14:tracePt t="148817" x="5027613" y="3863975"/>
          <p14:tracePt t="148829" x="5027613" y="3851275"/>
          <p14:tracePt t="148840" x="5014913" y="3836988"/>
          <p14:tracePt t="148862" x="4994275" y="3824288"/>
          <p14:tracePt t="148874" x="4967288" y="3824288"/>
          <p14:tracePt t="148885" x="4919663" y="3824288"/>
          <p14:tracePt t="148896" x="4872038" y="3836988"/>
          <p14:tracePt t="148907" x="4803775" y="3871913"/>
          <p14:tracePt t="148919" x="4721225" y="3911600"/>
          <p14:tracePt t="148930" x="4605338" y="3979863"/>
          <p14:tracePt t="148941" x="4456113" y="4095750"/>
          <p14:tracePt t="148952" x="4313238" y="4259263"/>
          <p14:tracePt t="148964" x="4217988" y="4387850"/>
          <p14:tracePt t="148975" x="4122738" y="4586288"/>
          <p14:tracePt t="148986" x="4054475" y="4776788"/>
          <p14:tracePt t="148997" x="4021138" y="4905375"/>
          <p14:tracePt t="149009" x="3986213" y="5033963"/>
          <p14:tracePt t="149020" x="3986213" y="5122863"/>
          <p14:tracePt t="149031" x="4000500" y="5184775"/>
          <p14:tracePt t="149042" x="4006850" y="5218113"/>
          <p14:tracePt t="149054" x="4033838" y="5253038"/>
          <p14:tracePt t="149065" x="4041775" y="5280025"/>
          <p14:tracePt t="149076" x="4054475" y="5292725"/>
          <p14:tracePt t="149087" x="4068763" y="5292725"/>
          <p14:tracePt t="149099" x="4081463" y="5300663"/>
          <p14:tracePt t="149132" x="4089400" y="5300663"/>
          <p14:tracePt t="149156" x="4102100" y="5300663"/>
          <p14:tracePt t="149177" x="4116388" y="5300663"/>
          <p14:tracePt t="149189" x="4116388" y="5313363"/>
          <p14:tracePt t="149200" x="4122738" y="5313363"/>
          <p14:tracePt t="149211" x="4137025" y="5313363"/>
          <p14:tracePt t="149226" x="4149725" y="5313363"/>
          <p14:tracePt t="149234" x="4164013" y="5327650"/>
          <p14:tracePt t="149246" x="4184650" y="5327650"/>
          <p14:tracePt t="149256" x="4197350" y="5327650"/>
          <p14:tracePt t="149267" x="4211638" y="5327650"/>
          <p14:tracePt t="149841" x="4211638" y="5313363"/>
          <p14:tracePt t="151709" x="4217988" y="5300663"/>
          <p14:tracePt t="151712" x="4232275" y="5300663"/>
          <p14:tracePt t="154881" x="4244975" y="5300663"/>
          <p14:tracePt t="154892" x="4252913" y="5300663"/>
          <p14:tracePt t="154904" x="4279900" y="5300663"/>
          <p14:tracePt t="154915" x="4300538" y="5292725"/>
          <p14:tracePt t="154926" x="4327525" y="5292725"/>
          <p14:tracePt t="154937" x="4348163" y="5280025"/>
          <p14:tracePt t="154949" x="4375150" y="5265738"/>
          <p14:tracePt t="154960" x="4395788" y="5253038"/>
          <p14:tracePt t="154971" x="4414838" y="5232400"/>
          <p14:tracePt t="154983" x="4443413" y="5197475"/>
          <p14:tracePt t="154994" x="4462463" y="5164138"/>
          <p14:tracePt t="155005" x="4462463" y="5089525"/>
          <p14:tracePt t="155017" x="4462463" y="4959350"/>
          <p14:tracePt t="155028" x="4456113" y="4824413"/>
          <p14:tracePt t="155039" x="4443413" y="4681538"/>
          <p14:tracePt t="155051" x="4429125" y="4586288"/>
          <p14:tracePt t="155061" x="4414838" y="4470400"/>
          <p14:tracePt t="155073" x="4414838" y="4387850"/>
          <p14:tracePt t="155084" x="4414838" y="4327525"/>
          <p14:tracePt t="155095" x="4414838" y="4306888"/>
          <p14:tracePt t="155106" x="4429125" y="4286250"/>
          <p14:tracePt t="155117" x="4429125" y="4271963"/>
          <p14:tracePt t="155196" x="4414838" y="4271963"/>
          <p14:tracePt t="155218" x="4408488" y="4286250"/>
          <p14:tracePt t="155230" x="4408488" y="4292600"/>
          <p14:tracePt t="155252" x="4395788" y="4292600"/>
          <p14:tracePt t="155309" x="4408488" y="4286250"/>
          <p14:tracePt t="155320" x="4414838" y="4259263"/>
          <p14:tracePt t="155331" x="4443413" y="4211638"/>
          <p14:tracePt t="155343" x="4462463" y="4176713"/>
          <p14:tracePt t="155354" x="4497388" y="4129088"/>
          <p14:tracePt t="155365" x="4538663" y="4081463"/>
          <p14:tracePt t="155376" x="4572000" y="4048125"/>
          <p14:tracePt t="155388" x="4586288" y="4027488"/>
          <p14:tracePt t="155399" x="4592638" y="4000500"/>
          <p14:tracePt t="155410" x="4605338" y="4000500"/>
          <p14:tracePt t="155421" x="4605338" y="3994150"/>
          <p14:tracePt t="155556" x="4605338" y="4000500"/>
          <p14:tracePt t="155568" x="4592638" y="4027488"/>
          <p14:tracePt t="155579" x="4572000" y="4081463"/>
          <p14:tracePt t="155590" x="4545013" y="4176713"/>
          <p14:tracePt t="155601" x="4524375" y="4286250"/>
          <p14:tracePt t="155613" x="4491038" y="4483100"/>
          <p14:tracePt t="155624" x="4456113" y="4700588"/>
          <p14:tracePt t="155635" x="4429125" y="4857750"/>
          <p14:tracePt t="155646" x="4408488" y="5021263"/>
          <p14:tracePt t="155658" x="4395788" y="5116513"/>
          <p14:tracePt t="155669" x="4381500" y="5170488"/>
          <p14:tracePt t="155681" x="4375150" y="5197475"/>
          <p14:tracePt t="155691" x="4375150" y="5218113"/>
          <p14:tracePt t="155702" x="4375150" y="5232400"/>
          <p14:tracePt t="155725" x="4375150" y="5245100"/>
          <p14:tracePt t="155781" x="4375150" y="5253038"/>
          <p14:tracePt t="155792" x="4375150" y="5265738"/>
          <p14:tracePt t="155804" x="4375150" y="5280025"/>
          <p14:tracePt t="155815" x="4375150" y="5300663"/>
          <p14:tracePt t="155826" x="4375150" y="5348288"/>
          <p14:tracePt t="155860" x="4375150" y="5381625"/>
          <p14:tracePt t="155862" x="4381500" y="5429250"/>
          <p14:tracePt t="155872" x="4381500" y="5476875"/>
          <p14:tracePt t="155883" x="4381500" y="5510213"/>
          <p14:tracePt t="155885" x="4381500" y="5538788"/>
          <p14:tracePt t="155894" x="4381500" y="5545138"/>
          <p14:tracePt t="156355" x="4381500" y="5557838"/>
          <p14:tracePt t="157885" x="4381500" y="5545138"/>
          <p14:tracePt t="157908" x="4381500" y="5538788"/>
          <p14:tracePt t="158999" x="4395788" y="5538788"/>
          <p14:tracePt t="161756" x="4640263" y="5456238"/>
          <p14:tracePt t="161757" x="4803775" y="5375275"/>
          <p14:tracePt t="161767" x="4946650" y="5280025"/>
          <p14:tracePt t="161778" x="5027613" y="5205413"/>
          <p14:tracePt t="161789" x="5129213" y="5137150"/>
          <p14:tracePt t="161800" x="5191125" y="5102225"/>
          <p14:tracePt t="161811" x="5245100" y="5081588"/>
          <p14:tracePt t="161823" x="5286375" y="5054600"/>
          <p14:tracePt t="161834" x="5292725" y="505460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1524000" y="719606"/>
            <a:ext cx="9144000" cy="107791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Table 5.3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Polynomial Arithmetic Modulo (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+ 1) - Addition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FB528-FA92-419C-B8EE-07E25D942D31}"/>
              </a:ext>
            </a:extLst>
          </p:cNvPr>
          <p:cNvSpPr txBox="1"/>
          <p:nvPr/>
        </p:nvSpPr>
        <p:spPr>
          <a:xfrm>
            <a:off x="-69431" y="6614891"/>
            <a:ext cx="9163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*Table resource: Stallings, William. Cryptography and Network Security: Principles and Practice, 7th ed. England: Pearson Education Limited, 2017. </a:t>
            </a:r>
          </a:p>
        </p:txBody>
      </p:sp>
      <p:pic>
        <p:nvPicPr>
          <p:cNvPr id="117762" name="Picture 3" descr="Addition Results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03513" y="2404096"/>
            <a:ext cx="8558213" cy="237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7764" name="TextBox 10"/>
          <p:cNvSpPr txBox="1">
            <a:spLocks noChangeArrowheads="1"/>
          </p:cNvSpPr>
          <p:nvPr/>
        </p:nvSpPr>
        <p:spPr bwMode="auto">
          <a:xfrm>
            <a:off x="5735961" y="4941168"/>
            <a:ext cx="127938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(a) Addition </a:t>
            </a:r>
          </a:p>
        </p:txBody>
      </p:sp>
    </p:spTree>
    <p:extLst>
      <p:ext uri="{BB962C8B-B14F-4D97-AF65-F5344CB8AC3E}">
        <p14:creationId xmlns:p14="http://schemas.microsoft.com/office/powerpoint/2010/main" val="2008598522"/>
      </p:ext>
    </p:extLst>
  </p:cSld>
  <p:clrMapOvr>
    <a:masterClrMapping/>
  </p:clrMapOvr>
  <p:transition spd="med" advTm="172192">
    <p:wipe dir="d"/>
  </p:transition>
  <p:extLst>
    <p:ext uri="{3A86A75C-4F4B-4683-9AE1-C65F6400EC91}">
      <p14:laserTraceLst xmlns:p14="http://schemas.microsoft.com/office/powerpoint/2010/main">
        <p14:tracePtLst>
          <p14:tracePt t="60" x="4164013" y="2116138"/>
          <p14:tracePt t="84" x="4164013" y="2128838"/>
          <p14:tracePt t="95" x="4149725" y="2128838"/>
          <p14:tracePt t="129" x="4137025" y="2128838"/>
          <p14:tracePt t="162" x="4122738" y="2143125"/>
          <p14:tracePt t="174" x="4116388" y="2143125"/>
          <p14:tracePt t="186" x="4102100" y="2157413"/>
          <p14:tracePt t="196" x="4089400" y="2176463"/>
          <p14:tracePt t="208" x="4081463" y="2190750"/>
          <p14:tracePt t="219" x="4068763" y="2224088"/>
          <p14:tracePt t="230" x="4054475" y="2244725"/>
          <p14:tracePt t="242" x="4041775" y="2279650"/>
          <p14:tracePt t="253" x="4041775" y="2319338"/>
          <p14:tracePt t="264" x="4041775" y="2354263"/>
          <p14:tracePt t="275" x="4054475" y="2387600"/>
          <p14:tracePt t="286" x="4054475" y="2401888"/>
          <p14:tracePt t="298" x="4041775" y="2408238"/>
          <p14:tracePt t="725" x="4054475" y="2408238"/>
          <p14:tracePt t="737" x="4041775" y="2408238"/>
          <p14:tracePt t="770" x="4054475" y="2408238"/>
          <p14:tracePt t="894" x="4068763" y="2408238"/>
          <p14:tracePt t="1040" x="4054475" y="2408238"/>
          <p14:tracePt t="1164" x="4054475" y="2401888"/>
          <p14:tracePt t="1209" x="4041775" y="2401888"/>
          <p14:tracePt t="1220" x="4041775" y="2387600"/>
          <p14:tracePt t="1243" x="4033838" y="2374900"/>
          <p14:tracePt t="1265" x="4021138" y="2374900"/>
          <p14:tracePt t="1276" x="4021138" y="2360613"/>
          <p14:tracePt t="1288" x="4006850" y="2360613"/>
          <p14:tracePt t="1299" x="4006850" y="2354263"/>
          <p14:tracePt t="1310" x="4000500" y="2339975"/>
          <p14:tracePt t="1321" x="3986213" y="2339975"/>
          <p14:tracePt t="1344" x="3973513" y="2327275"/>
          <p14:tracePt t="1355" x="3959225" y="2319338"/>
          <p14:tracePt t="1366" x="3952875" y="2319338"/>
          <p14:tracePt t="1378" x="3952875" y="2306638"/>
          <p14:tracePt t="1389" x="3938588" y="2306638"/>
          <p14:tracePt t="1400" x="3925888" y="2292350"/>
          <p14:tracePt t="1411" x="3919538" y="2292350"/>
          <p14:tracePt t="1423" x="3905250" y="2292350"/>
          <p14:tracePt t="1434" x="3890963" y="2279650"/>
          <p14:tracePt t="1456" x="3878263" y="2279650"/>
          <p14:tracePt t="1468" x="3871913" y="2279650"/>
          <p14:tracePt t="1490" x="3857625" y="2279650"/>
          <p14:tracePt t="1501" x="3843338" y="2279650"/>
          <p14:tracePt t="1513" x="3843338" y="2271713"/>
          <p14:tracePt t="1524" x="3836988" y="2271713"/>
          <p14:tracePt t="1546" x="3824288" y="2271713"/>
          <p14:tracePt t="1569" x="3810000" y="2271713"/>
          <p14:tracePt t="1591" x="3795713" y="2271713"/>
          <p14:tracePt t="1658" x="3789363" y="2271713"/>
          <p14:tracePt t="1737" x="3776663" y="2279650"/>
          <p14:tracePt t="5837" x="3762375" y="2279650"/>
          <p14:tracePt t="5849" x="3756025" y="2279650"/>
          <p14:tracePt t="5856" x="3741738" y="2279650"/>
          <p14:tracePt t="5867" x="3729038" y="2279650"/>
          <p14:tracePt t="5878" x="3714750" y="2279650"/>
          <p14:tracePt t="5889" x="3708400" y="2279650"/>
          <p14:tracePt t="5900" x="3694113" y="2279650"/>
          <p14:tracePt t="5923" x="3681413" y="2279650"/>
          <p14:tracePt t="5934" x="3667125" y="2292350"/>
          <p14:tracePt t="5945" x="3660775" y="2292350"/>
          <p14:tracePt t="5956" x="3625850" y="2306638"/>
          <p14:tracePt t="5968" x="3598863" y="2327275"/>
          <p14:tracePt t="5979" x="3565525" y="2354263"/>
          <p14:tracePt t="5990" x="3544888" y="2387600"/>
          <p14:tracePt t="6001" x="3530600" y="2408238"/>
          <p14:tracePt t="6013" x="3517900" y="2449513"/>
          <p14:tracePt t="6024" x="3517900" y="2482850"/>
          <p14:tracePt t="6035" x="3517900" y="2517775"/>
          <p14:tracePt t="6058" x="3517900" y="2538413"/>
          <p14:tracePt t="6060" x="3544888" y="2571750"/>
          <p14:tracePt t="6070" x="3551238" y="2586038"/>
          <p14:tracePt t="6081" x="3586163" y="2613025"/>
          <p14:tracePt t="6092" x="3633788" y="2619375"/>
          <p14:tracePt t="6103" x="3694113" y="2633663"/>
          <p14:tracePt t="6115" x="3729038" y="2633663"/>
          <p14:tracePt t="6125" x="3789363" y="2646363"/>
          <p14:tracePt t="6137" x="3857625" y="2646363"/>
          <p14:tracePt t="6148" x="3890963" y="2646363"/>
          <p14:tracePt t="6159" x="3925888" y="2633663"/>
          <p14:tracePt t="6170" x="3959225" y="2619375"/>
          <p14:tracePt t="6182" x="3973513" y="2613025"/>
          <p14:tracePt t="6193" x="3973513" y="2598738"/>
          <p14:tracePt t="6204" x="3986213" y="2586038"/>
          <p14:tracePt t="6215" x="3986213" y="2571750"/>
          <p14:tracePt t="6227" x="3973513" y="2565400"/>
          <p14:tracePt t="6249" x="3973513" y="2551113"/>
          <p14:tracePt t="6452" x="3986213" y="2551113"/>
          <p14:tracePt t="6463" x="3986213" y="2565400"/>
          <p14:tracePt t="7306" x="3973513" y="2565400"/>
          <p14:tracePt t="7318" x="3986213" y="2565400"/>
          <p14:tracePt t="7329" x="4000500" y="2565400"/>
          <p14:tracePt t="7351" x="4006850" y="2565400"/>
          <p14:tracePt t="7430" x="4006850" y="2551113"/>
          <p14:tracePt t="7464" x="4000500" y="2551113"/>
          <p14:tracePt t="7475" x="3986213" y="2538413"/>
          <p14:tracePt t="7487" x="3959225" y="2530475"/>
          <p14:tracePt t="7498" x="3905250" y="2503488"/>
          <p14:tracePt t="7509" x="3762375" y="2455863"/>
          <p14:tracePt t="7520" x="3551238" y="2387600"/>
          <p14:tracePt t="7531" x="3259138" y="2306638"/>
          <p14:tracePt t="7543" x="2994025" y="2238375"/>
          <p14:tracePt t="7554" x="2571750" y="2143125"/>
          <p14:tracePt t="7565" x="2163763" y="2062163"/>
          <p14:tracePt t="7576" x="1884363" y="2027238"/>
          <p14:tracePt t="7588" x="1592263" y="1985963"/>
          <p14:tracePt t="7599" x="1381125" y="1985963"/>
          <p14:tracePt t="7610" x="1238250" y="1985963"/>
          <p14:tracePt t="7622" x="1169988" y="2000250"/>
          <p14:tracePt t="7633" x="1122363" y="2014538"/>
          <p14:tracePt t="7644" x="1089025" y="2014538"/>
          <p14:tracePt t="7869" x="1101725" y="2014538"/>
          <p14:tracePt t="7881" x="1169988" y="2033588"/>
          <p14:tracePt t="7892" x="1238250" y="2062163"/>
          <p14:tracePt t="7904" x="1347788" y="2116138"/>
          <p14:tracePt t="7915" x="1530350" y="2224088"/>
          <p14:tracePt t="7925" x="1755775" y="2374900"/>
          <p14:tracePt t="7937" x="2279650" y="2795588"/>
          <p14:tracePt t="7948" x="2911475" y="3333750"/>
          <p14:tracePt t="7960" x="3354388" y="3783013"/>
          <p14:tracePt t="7970" x="4041775" y="4470400"/>
          <p14:tracePt t="7982" x="4456113" y="4911725"/>
          <p14:tracePt t="7994" x="5000625" y="5491163"/>
          <p14:tracePt t="8004" x="5286375" y="5830888"/>
          <p14:tracePt t="8015" x="5586413" y="6238875"/>
          <p14:tracePt t="8038" x="5729288" y="6450013"/>
          <p14:tracePt t="8040" x="5843588" y="6667500"/>
          <p14:tracePt t="8049" x="5891213" y="6824663"/>
          <p14:tracePt t="9020" x="0" y="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7">
                <a:extLst>
                  <a:ext uri="{FF2B5EF4-FFF2-40B4-BE49-F238E27FC236}">
                    <a16:creationId xmlns:a16="http://schemas.microsoft.com/office/drawing/2014/main" id="{8E9E26D3-8EA3-E908-1F7D-4C41E61067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an irreducible polynomial of degree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, where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Polynomial Multiplication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7">
                <a:extLst>
                  <a:ext uri="{FF2B5EF4-FFF2-40B4-BE49-F238E27FC236}">
                    <a16:creationId xmlns:a16="http://schemas.microsoft.com/office/drawing/2014/main" id="{8E9E26D3-8EA3-E908-1F7D-4C41E6106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4"/>
                <a:stretch>
                  <a:fillRect l="-108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C25FF662-F039-C634-464B-F71D3476A735}"/>
              </a:ext>
            </a:extLst>
          </p:cNvPr>
          <p:cNvSpPr txBox="1">
            <a:spLocks noGrp="1" noChangeArrowheads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Finite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Fields with 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Polynomial Arithmetic - Multiplication</a:t>
            </a:r>
            <a:endParaRPr kumimoji="0" lang="en-AU" sz="4800" b="0" i="0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4274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698"/>
    </mc:Choice>
    <mc:Fallback xmlns="">
      <p:transition spd="slow" advTm="14269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1524000" y="874931"/>
            <a:ext cx="9144000" cy="95410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Polynomial Arithmetic Modulo (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2800" b="1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+ 1) - Multiplication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-1" charset="0"/>
              <a:ea typeface="+mn-ea"/>
              <a:cs typeface="+mn-cs"/>
            </a:endParaRPr>
          </a:p>
        </p:txBody>
      </p:sp>
      <p:pic>
        <p:nvPicPr>
          <p:cNvPr id="117765" name="Picture 11" descr="A table displaying polynomial expressions over a finite field, with rows and columns labeled by polynomials involving x and powers of x. Cells contain polynomial results, with key values highlighted in green, indicating identity elements or important polynomial equivalences within the field structure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12925" y="2604294"/>
            <a:ext cx="856615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7766" name="TextBox 12"/>
          <p:cNvSpPr txBox="1">
            <a:spLocks noChangeArrowheads="1"/>
          </p:cNvSpPr>
          <p:nvPr/>
        </p:nvSpPr>
        <p:spPr bwMode="auto">
          <a:xfrm>
            <a:off x="5591944" y="4963914"/>
            <a:ext cx="173477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(b) Multiplication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612D0F-3750-B902-E36E-4563A7784820}"/>
              </a:ext>
            </a:extLst>
          </p:cNvPr>
          <p:cNvSpPr txBox="1"/>
          <p:nvPr/>
        </p:nvSpPr>
        <p:spPr>
          <a:xfrm>
            <a:off x="-69431" y="6614891"/>
            <a:ext cx="9163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*Table resource: Stallings, William. Cryptography and Network Security: Principles and Practice, 7th ed. England: Pearson Education Limited, 2017. </a:t>
            </a:r>
          </a:p>
        </p:txBody>
      </p:sp>
    </p:spTree>
    <p:extLst>
      <p:ext uri="{BB962C8B-B14F-4D97-AF65-F5344CB8AC3E}">
        <p14:creationId xmlns:p14="http://schemas.microsoft.com/office/powerpoint/2010/main" val="2194700689"/>
      </p:ext>
    </p:extLst>
  </p:cSld>
  <p:clrMapOvr>
    <a:masterClrMapping/>
  </p:clrMapOvr>
  <p:transition spd="med" advTm="416522">
    <p:wipe dir="d"/>
  </p:transition>
  <p:extLst>
    <p:ext uri="{3A86A75C-4F4B-4683-9AE1-C65F6400EC91}">
      <p14:laserTraceLst xmlns:p14="http://schemas.microsoft.com/office/powerpoint/2010/main">
        <p14:tracePtLst>
          <p14:tracePt t="111829" x="2054225" y="4592638"/>
          <p14:tracePt t="111966" x="4170363" y="6777038"/>
          <p14:tracePt t="111969" x="4414838" y="6613525"/>
          <p14:tracePt t="111977" x="4687888" y="6415088"/>
          <p14:tracePt t="111989" x="4884738" y="6253163"/>
          <p14:tracePt t="111999" x="5245100" y="5959475"/>
          <p14:tracePt t="112010" x="5613400" y="5605463"/>
          <p14:tracePt t="112021" x="6042025" y="5137150"/>
          <p14:tracePt t="112033" x="6367463" y="4776788"/>
          <p14:tracePt t="112044" x="6824663" y="4244975"/>
          <p14:tracePt t="112055" x="7212013" y="3803650"/>
          <p14:tracePt t="112066" x="7435850" y="3544888"/>
          <p14:tracePt t="112078" x="7646988" y="3252788"/>
          <p14:tracePt t="112089" x="7735888" y="3054350"/>
          <p14:tracePt t="112100" x="7729538" y="2946400"/>
          <p14:tracePt t="112292" x="7735888" y="2959100"/>
          <p14:tracePt t="112314" x="7748588" y="2946400"/>
          <p14:tracePt t="112325" x="7783513" y="2890838"/>
          <p14:tracePt t="112336" x="7843838" y="2824163"/>
          <p14:tracePt t="112348" x="7980363" y="2652713"/>
          <p14:tracePt t="112359" x="8170863" y="2435225"/>
          <p14:tracePt t="112371" x="8334375" y="2224088"/>
          <p14:tracePt t="112381" x="8593138" y="1905000"/>
          <p14:tracePt t="112393" x="8837613" y="1604963"/>
          <p14:tracePt t="112404" x="8986838" y="1401763"/>
          <p14:tracePt t="112415" x="9117013" y="1190625"/>
          <p14:tracePt t="112426" x="9177338" y="1054100"/>
          <p14:tracePt t="112438" x="9185275" y="958850"/>
          <p14:tracePt t="112449" x="9185275" y="925513"/>
          <p14:tracePt t="112460" x="9164638" y="890588"/>
          <p14:tracePt t="112471" x="9129713" y="863600"/>
          <p14:tracePt t="112483" x="9102725" y="842963"/>
          <p14:tracePt t="112494" x="9082088" y="830263"/>
          <p14:tracePt t="112505" x="9069388" y="830263"/>
          <p14:tracePt t="112516" x="9063038" y="830263"/>
          <p14:tracePt t="112539" x="9048750" y="815975"/>
          <p14:tracePt t="112550" x="9048750" y="809625"/>
          <p14:tracePt t="112561" x="9034463" y="795338"/>
          <p14:tracePt t="112573" x="9015413" y="776288"/>
          <p14:tracePt t="112584" x="8986838" y="735013"/>
          <p14:tracePt t="112595" x="8953500" y="714375"/>
          <p14:tracePt t="112606" x="8885238" y="681038"/>
          <p14:tracePt t="112618" x="8810625" y="666750"/>
          <p14:tracePt t="112629" x="8756650" y="652463"/>
          <p14:tracePt t="112640" x="8674100" y="652463"/>
          <p14:tracePt t="112651" x="8545513" y="666750"/>
          <p14:tracePt t="112663" x="8462963" y="687388"/>
          <p14:tracePt t="112674" x="8355013" y="762000"/>
          <p14:tracePt t="112685" x="8253413" y="857250"/>
          <p14:tracePt t="112696" x="8158163" y="958850"/>
          <p14:tracePt t="112708" x="8102600" y="1027113"/>
          <p14:tracePt t="112719" x="8054975" y="1136650"/>
          <p14:tracePt t="112730" x="8021638" y="1231900"/>
          <p14:tracePt t="112741" x="8007350" y="1300163"/>
          <p14:tracePt t="112753" x="8007350" y="1401763"/>
          <p14:tracePt t="112764" x="8021638" y="1482725"/>
          <p14:tracePt t="112775" x="8042275" y="1544638"/>
          <p14:tracePt t="112787" x="8075613" y="1625600"/>
          <p14:tracePt t="112798" x="8137525" y="1693863"/>
          <p14:tracePt t="112809" x="8185150" y="1755775"/>
          <p14:tracePt t="112821" x="8286750" y="1816100"/>
          <p14:tracePt t="112831" x="8402638" y="1863725"/>
          <p14:tracePt t="112843" x="8558213" y="1884363"/>
          <p14:tracePt t="112854" x="8688388" y="1898650"/>
          <p14:tracePt t="112865" x="8905875" y="1884363"/>
          <p14:tracePt t="112876" x="9129713" y="1824038"/>
          <p14:tracePt t="112888" x="9266238" y="1776413"/>
          <p14:tracePt t="112899" x="9423400" y="1660525"/>
          <p14:tracePt t="112910" x="9518650" y="1530350"/>
          <p14:tracePt t="112921" x="9551988" y="1414463"/>
          <p14:tracePt t="112933" x="9525000" y="1265238"/>
          <p14:tracePt t="112944" x="9436100" y="1089025"/>
          <p14:tracePt t="112955" x="9307513" y="958850"/>
          <p14:tracePt t="112966" x="9048750" y="782638"/>
          <p14:tracePt t="112978" x="8709025" y="633413"/>
          <p14:tracePt t="112989" x="8348663" y="523875"/>
          <p14:tracePt t="113011" x="8137525" y="503238"/>
          <p14:tracePt t="113014" x="7912100" y="517525"/>
          <p14:tracePt t="113034" x="7762875" y="571500"/>
          <p14:tracePt t="113038" x="7681913" y="633413"/>
          <p14:tracePt t="113046" x="7599363" y="728663"/>
          <p14:tracePt t="113056" x="7566025" y="830263"/>
          <p14:tracePt t="113068" x="7566025" y="911225"/>
          <p14:tracePt t="113079" x="7586663" y="1068388"/>
          <p14:tracePt t="113090" x="7634288" y="1217613"/>
          <p14:tracePt t="113101" x="7694613" y="1366838"/>
          <p14:tracePt t="113113" x="7748588" y="1462088"/>
          <p14:tracePt t="113124" x="7843838" y="1577975"/>
          <p14:tracePt t="113135" x="7947025" y="1673225"/>
          <p14:tracePt t="113146" x="8042275" y="1735138"/>
          <p14:tracePt t="113158" x="8185150" y="1789113"/>
          <p14:tracePt t="113169" x="8334375" y="1824038"/>
          <p14:tracePt t="113180" x="8477250" y="1836738"/>
          <p14:tracePt t="113191" x="8661400" y="1836738"/>
          <p14:tracePt t="113203" x="8858250" y="1803400"/>
          <p14:tracePt t="113225" x="9063038" y="1735138"/>
          <p14:tracePt t="113228" x="9177338" y="1673225"/>
          <p14:tracePt t="113239" x="9313863" y="1577975"/>
          <p14:tracePt t="113249" x="9396413" y="1497013"/>
          <p14:tracePt t="113259" x="9436100" y="1449388"/>
          <p14:tracePt t="113271" x="9436100" y="1395413"/>
          <p14:tracePt t="113281" x="9409113" y="1333500"/>
          <p14:tracePt t="113293" x="9361488" y="1285875"/>
          <p14:tracePt t="113305" x="9266238" y="1217613"/>
          <p14:tracePt t="113315" x="9129713" y="1149350"/>
          <p14:tracePt t="113326" x="9001125" y="1101725"/>
          <p14:tracePt t="113338" x="8837613" y="1054100"/>
          <p14:tracePt t="113349" x="8721725" y="1027113"/>
          <p14:tracePt t="113360" x="8647113" y="1020763"/>
          <p14:tracePt t="113371" x="8578850" y="1027113"/>
          <p14:tracePt t="113383" x="8524875" y="1041400"/>
          <p14:tracePt t="113394" x="8462963" y="1074738"/>
          <p14:tracePt t="113407" x="8415338" y="1101725"/>
          <p14:tracePt t="113416" x="8355013" y="1149350"/>
          <p14:tracePt t="113428" x="8301038" y="1204913"/>
          <p14:tracePt t="113439" x="8253413" y="1252538"/>
          <p14:tracePt t="113450" x="8205788" y="1312863"/>
          <p14:tracePt t="113461" x="8158163" y="1381125"/>
          <p14:tracePt t="113473" x="8150225" y="1428750"/>
          <p14:tracePt t="113484" x="8123238" y="1482725"/>
          <p14:tracePt t="113495" x="8110538" y="1557338"/>
          <p14:tracePt t="113506" x="8110538" y="1604963"/>
          <p14:tracePt t="113518" x="8123238" y="1673225"/>
          <p14:tracePt t="113529" x="8150225" y="1741488"/>
          <p14:tracePt t="113540" x="8191500" y="1824038"/>
          <p14:tracePt t="113551" x="8239125" y="1871663"/>
          <p14:tracePt t="113563" x="8313738" y="1919288"/>
          <p14:tracePt t="113574" x="8402638" y="1966913"/>
          <p14:tracePt t="113585" x="8483600" y="1985963"/>
          <p14:tracePt t="113596" x="8613775" y="2014538"/>
          <p14:tracePt t="113608" x="8777288" y="2027238"/>
          <p14:tracePt t="113619" x="8891588" y="2027238"/>
          <p14:tracePt t="113630" x="9063038" y="2000250"/>
          <p14:tracePt t="113641" x="9212263" y="1952625"/>
          <p14:tracePt t="113653" x="9307513" y="1905000"/>
          <p14:tracePt t="113664" x="9396413" y="1824038"/>
          <p14:tracePt t="113675" x="9477375" y="1735138"/>
          <p14:tracePt t="113686" x="9518650" y="1639888"/>
          <p14:tracePt t="113698" x="9518650" y="1565275"/>
          <p14:tracePt t="113709" x="9491663" y="1462088"/>
          <p14:tracePt t="113721" x="9436100" y="1347788"/>
          <p14:tracePt t="113731" x="9375775" y="1271588"/>
          <p14:tracePt t="113744" x="9245600" y="1169988"/>
          <p14:tracePt t="113755" x="9069388" y="1074738"/>
          <p14:tracePt t="113765" x="8932863" y="1020763"/>
          <p14:tracePt t="113776" x="8729663" y="958850"/>
          <p14:tracePt t="113788" x="8545513" y="938213"/>
          <p14:tracePt t="113799" x="8382000" y="938213"/>
          <p14:tracePt t="113810" x="8253413" y="946150"/>
          <p14:tracePt t="113821" x="8102600" y="1006475"/>
          <p14:tracePt t="113833" x="7974013" y="1101725"/>
          <p14:tracePt t="113844" x="7891463" y="1169988"/>
          <p14:tracePt t="113855" x="7810500" y="1285875"/>
          <p14:tracePt t="113866" x="7762875" y="1381125"/>
          <p14:tracePt t="113878" x="7735888" y="1443038"/>
          <p14:tracePt t="113889" x="7715250" y="1524000"/>
          <p14:tracePt t="113900" x="7715250" y="1612900"/>
          <p14:tracePt t="113911" x="7729538" y="1708150"/>
          <p14:tracePt t="113923" x="7735888" y="1776413"/>
          <p14:tracePt t="113934" x="7777163" y="1884363"/>
          <p14:tracePt t="113945" x="7816850" y="1952625"/>
          <p14:tracePt t="113956" x="7878763" y="2000250"/>
          <p14:tracePt t="113968" x="7947025" y="2062163"/>
          <p14:tracePt t="113979" x="8027988" y="2095500"/>
          <p14:tracePt t="113990" x="8102600" y="2116138"/>
          <p14:tracePt t="114001" x="8185150" y="2143125"/>
          <p14:tracePt t="114013" x="8272463" y="2157413"/>
          <p14:tracePt t="114024" x="8367713" y="2157413"/>
          <p14:tracePt t="114035" x="8524875" y="2163763"/>
          <p14:tracePt t="114069" x="8688388" y="2157413"/>
          <p14:tracePt t="114072" x="8810625" y="2157413"/>
          <p14:tracePt t="114080" x="8980488" y="2128838"/>
          <p14:tracePt t="114088" x="9129713" y="2068513"/>
          <p14:tracePt t="114093" x="9224963" y="2027238"/>
          <p14:tracePt t="114105" x="9340850" y="1946275"/>
          <p14:tracePt t="114115" x="9436100" y="1851025"/>
          <p14:tracePt t="114126" x="9491663" y="1755775"/>
          <p14:tracePt t="114137" x="9504363" y="1687513"/>
          <p14:tracePt t="114148" x="9504363" y="1592263"/>
          <p14:tracePt t="114159" x="9471025" y="1497013"/>
          <p14:tracePt t="114171" x="9423400" y="1414463"/>
          <p14:tracePt t="114181" x="9328150" y="1285875"/>
          <p14:tracePt t="114193" x="9232900" y="1190625"/>
          <p14:tracePt t="114204" x="9185275" y="1149350"/>
          <p14:tracePt t="114215" x="9129713" y="1109663"/>
          <p14:tracePt t="114226" x="9082088" y="1089025"/>
          <p14:tracePt t="114238" x="9063038" y="1068388"/>
          <p14:tracePt t="114250" x="9034463" y="1054100"/>
          <p14:tracePt t="114260" x="9001125" y="1054100"/>
          <p14:tracePt t="114271" x="8986838" y="1054100"/>
          <p14:tracePt t="114283" x="8967788" y="1041400"/>
          <p14:tracePt t="114294" x="8939213" y="1041400"/>
          <p14:tracePt t="114305" x="8905875" y="1041400"/>
          <p14:tracePt t="114316" x="8858250" y="1054100"/>
          <p14:tracePt t="114328" x="8777288" y="1089025"/>
          <p14:tracePt t="114339" x="8647113" y="1157288"/>
          <p14:tracePt t="114350" x="8545513" y="1265238"/>
          <p14:tracePt t="114361" x="8497888" y="1333500"/>
          <p14:tracePt t="114373" x="8450263" y="1414463"/>
          <p14:tracePt t="114384" x="8415338" y="1482725"/>
          <p14:tracePt t="114395" x="8402638" y="1524000"/>
          <p14:tracePt t="114406" x="8402638" y="1565275"/>
          <p14:tracePt t="114418" x="8402638" y="1612900"/>
          <p14:tracePt t="114429" x="8415338" y="1652588"/>
          <p14:tracePt t="114440" x="8435975" y="1693863"/>
          <p14:tracePt t="114451" x="8450263" y="1720850"/>
          <p14:tracePt t="114463" x="8450263" y="1735138"/>
          <p14:tracePt t="114822" x="8450263" y="1741488"/>
          <p14:tracePt t="114834" x="8462963" y="1755775"/>
          <p14:tracePt t="114845" x="8462963" y="1776413"/>
          <p14:tracePt t="114856" x="8483600" y="1816100"/>
          <p14:tracePt t="114868" x="8497888" y="1851025"/>
          <p14:tracePt t="114879" x="8510588" y="1884363"/>
          <p14:tracePt t="114901" x="8510588" y="1898650"/>
          <p14:tracePt t="114912" x="8510588" y="1905000"/>
          <p14:tracePt t="114935" x="8497888" y="1905000"/>
          <p14:tracePt t="114957" x="8483600" y="1905000"/>
          <p14:tracePt t="114969" x="8462963" y="1898650"/>
          <p14:tracePt t="114980" x="8450263" y="1884363"/>
          <p14:tracePt t="114991" x="8429625" y="1871663"/>
          <p14:tracePt t="115003" x="8402638" y="1863725"/>
          <p14:tracePt t="115014" x="8367713" y="1836738"/>
          <p14:tracePt t="115025" x="8355013" y="1824038"/>
          <p14:tracePt t="115036" x="8348663" y="1803400"/>
          <p14:tracePt t="115048" x="8334375" y="1789113"/>
          <p14:tracePt t="115059" x="8320088" y="1789113"/>
          <p14:tracePt t="115070" x="8320088" y="1776413"/>
          <p14:tracePt t="115171" x="8334375" y="1776413"/>
          <p14:tracePt t="115193" x="8334375" y="1789113"/>
          <p14:tracePt t="115205" x="8348663" y="1789113"/>
          <p14:tracePt t="115227" x="8355013" y="1789113"/>
          <p14:tracePt t="115340" x="8367713" y="1789113"/>
          <p14:tracePt t="115352" x="8382000" y="1789113"/>
          <p14:tracePt t="115363" x="8396288" y="1789113"/>
          <p14:tracePt t="115374" x="8429625" y="1789113"/>
          <p14:tracePt t="115386" x="8477250" y="1803400"/>
          <p14:tracePt t="115396" x="8524875" y="1803400"/>
          <p14:tracePt t="115408" x="8566150" y="1803400"/>
          <p14:tracePt t="115419" x="8605838" y="1816100"/>
          <p14:tracePt t="115430" x="8640763" y="1816100"/>
          <p14:tracePt t="115441" x="8661400" y="1816100"/>
          <p14:tracePt t="115643" x="8674100" y="1816100"/>
          <p14:tracePt t="115745" x="8688388" y="1816100"/>
          <p14:tracePt t="115757" x="8694738" y="1816100"/>
          <p14:tracePt t="115768" x="8709025" y="1824038"/>
          <p14:tracePt t="115779" x="8729663" y="1824038"/>
          <p14:tracePt t="115790" x="8769350" y="1836738"/>
          <p14:tracePt t="115802" x="8804275" y="1836738"/>
          <p14:tracePt t="115812" x="8824913" y="1836738"/>
          <p14:tracePt t="115824" x="8858250" y="1851025"/>
          <p14:tracePt t="115835" x="8885238" y="1851025"/>
          <p14:tracePt t="115959" x="8891588" y="1851025"/>
          <p14:tracePt t="115981" x="8891588" y="1863725"/>
          <p14:tracePt t="116037" x="8891588" y="1871663"/>
          <p14:tracePt t="116049" x="8885238" y="1871663"/>
          <p14:tracePt t="116061" x="8885238" y="1884363"/>
          <p14:tracePt t="116071" x="8858250" y="1919288"/>
          <p14:tracePt t="116083" x="8769350" y="1966913"/>
          <p14:tracePt t="116094" x="8605838" y="2068513"/>
          <p14:tracePt t="116105" x="8450263" y="2176463"/>
          <p14:tracePt t="116117" x="8232775" y="2339975"/>
          <p14:tracePt t="116128" x="7994650" y="2530475"/>
          <p14:tracePt t="116161" x="7843838" y="2646363"/>
          <p14:tracePt t="116164" x="7667625" y="2795588"/>
          <p14:tracePt t="116174" x="7518400" y="2973388"/>
          <p14:tracePt t="116184" x="7491413" y="3021013"/>
          <p14:tracePt t="116195" x="7491413" y="3041650"/>
          <p14:tracePt t="116488" x="7504113" y="3041650"/>
          <p14:tracePt t="116500" x="7524750" y="3054350"/>
          <p14:tracePt t="116511" x="7566025" y="3054350"/>
          <p14:tracePt t="116522" x="7620000" y="3068638"/>
          <p14:tracePt t="116534" x="7646988" y="3068638"/>
          <p14:tracePt t="116544" x="7667625" y="3068638"/>
          <p14:tracePt t="116555" x="7681913" y="3068638"/>
          <p14:tracePt t="116566" x="7694613" y="3054350"/>
          <p14:tracePt t="116578" x="7700963" y="3041650"/>
          <p14:tracePt t="116589" x="7729538" y="3021013"/>
          <p14:tracePt t="116600" x="7748588" y="3006725"/>
          <p14:tracePt t="116612" x="7796213" y="2959100"/>
          <p14:tracePt t="116622" x="7864475" y="2905125"/>
          <p14:tracePt t="116634" x="7947025" y="2830513"/>
          <p14:tracePt t="116646" x="8089900" y="2728913"/>
          <p14:tracePt t="116656" x="8232775" y="2598738"/>
          <p14:tracePt t="116667" x="8367713" y="2449513"/>
          <p14:tracePt t="116679" x="8477250" y="2327275"/>
          <p14:tracePt t="116690" x="8613775" y="2163763"/>
          <p14:tracePt t="116701" x="8709025" y="2027238"/>
          <p14:tracePt t="116713" x="8769350" y="1931988"/>
          <p14:tracePt t="116724" x="8824913" y="1816100"/>
          <p14:tracePt t="116735" x="8858250" y="1708150"/>
          <p14:tracePt t="116746" x="8872538" y="1639888"/>
          <p14:tracePt t="116758" x="8885238" y="1565275"/>
          <p14:tracePt t="116769" x="8885238" y="1497013"/>
          <p14:tracePt t="116780" x="8872538" y="1462088"/>
          <p14:tracePt t="116791" x="8858250" y="1414463"/>
          <p14:tracePt t="116803" x="8851900" y="1366838"/>
          <p14:tracePt t="116814" x="8824913" y="1333500"/>
          <p14:tracePt t="116825" x="8804275" y="1312863"/>
          <p14:tracePt t="116836" x="8777288" y="1271588"/>
          <p14:tracePt t="116848" x="8742363" y="1231900"/>
          <p14:tracePt t="116859" x="8709025" y="1204913"/>
          <p14:tracePt t="116870" x="8674100" y="1184275"/>
          <p14:tracePt t="116881" x="8647113" y="1157288"/>
          <p14:tracePt t="116893" x="8626475" y="1136650"/>
          <p14:tracePt t="116904" x="8593138" y="1122363"/>
          <p14:tracePt t="116915" x="8566150" y="1101725"/>
          <p14:tracePt t="116926" x="8545513" y="1089025"/>
          <p14:tracePt t="116938" x="8524875" y="1074738"/>
          <p14:tracePt t="116949" x="8497888" y="1068388"/>
          <p14:tracePt t="116960" x="8483600" y="1054100"/>
          <p14:tracePt t="116971" x="8462963" y="1054100"/>
          <p14:tracePt t="116983" x="8429625" y="1054100"/>
          <p14:tracePt t="116994" x="8382000" y="1054100"/>
          <p14:tracePt t="117006" x="8348663" y="1054100"/>
          <p14:tracePt t="117016" x="8272463" y="1074738"/>
          <p14:tracePt t="117028" x="8185150" y="1109663"/>
          <p14:tracePt t="117039" x="8102600" y="1149350"/>
          <p14:tracePt t="117050" x="7994650" y="1217613"/>
          <p14:tracePt t="117062" x="7878763" y="1300163"/>
          <p14:tracePt t="117073" x="7816850" y="1360488"/>
          <p14:tracePt t="117084" x="7735888" y="1443038"/>
          <p14:tracePt t="117096" x="7667625" y="1524000"/>
          <p14:tracePt t="117106" x="7634288" y="1604963"/>
          <p14:tracePt t="117118" x="7599363" y="1673225"/>
          <p14:tracePt t="117129" x="7572375" y="1768475"/>
          <p14:tracePt t="117140" x="7566025" y="1863725"/>
          <p14:tracePt t="117151" x="7566025" y="1931988"/>
          <p14:tracePt t="117163" x="7572375" y="2014538"/>
          <p14:tracePt t="117174" x="7599363" y="2095500"/>
          <p14:tracePt t="117185" x="7634288" y="2157413"/>
          <p14:tracePt t="117207" x="7700963" y="2238375"/>
          <p14:tracePt t="117210" x="7810500" y="2306638"/>
          <p14:tracePt t="117219" x="7891463" y="2354263"/>
          <p14:tracePt t="117230" x="8027988" y="2401888"/>
          <p14:tracePt t="117241" x="8185150" y="2435225"/>
          <p14:tracePt t="117253" x="8348663" y="2455863"/>
          <p14:tracePt t="117264" x="8450263" y="2470150"/>
          <p14:tracePt t="117275" x="8578850" y="2482850"/>
          <p14:tracePt t="117286" x="8688388" y="2470150"/>
          <p14:tracePt t="117298" x="8769350" y="2470150"/>
          <p14:tracePt t="117309" x="8851900" y="2449513"/>
          <p14:tracePt t="117320" x="8920163" y="2422525"/>
          <p14:tracePt t="117331" x="8980488" y="2401888"/>
          <p14:tracePt t="117343" x="9048750" y="2374900"/>
          <p14:tracePt t="117354" x="9102725" y="2339975"/>
          <p14:tracePt t="117365" x="9177338" y="2292350"/>
          <p14:tracePt t="117376" x="9224963" y="2244725"/>
          <p14:tracePt t="117388" x="9280525" y="2190750"/>
          <p14:tracePt t="117399" x="9328150" y="2128838"/>
          <p14:tracePt t="117410" x="9348788" y="2068513"/>
          <p14:tracePt t="117421" x="9388475" y="2000250"/>
          <p14:tracePt t="117432" x="9396413" y="1905000"/>
          <p14:tracePt t="117444" x="9409113" y="1851025"/>
          <p14:tracePt t="117455" x="9396413" y="1755775"/>
          <p14:tracePt t="117466" x="9375775" y="1673225"/>
          <p14:tracePt t="117478" x="9340850" y="1604963"/>
          <p14:tracePt t="117489" x="9280525" y="1524000"/>
          <p14:tracePt t="117500" x="9212263" y="1449388"/>
          <p14:tracePt t="117512" x="9117013" y="1395413"/>
          <p14:tracePt t="117523" x="9034463" y="1360488"/>
          <p14:tracePt t="117534" x="8932863" y="1312863"/>
          <p14:tracePt t="117546" x="8824913" y="1271588"/>
          <p14:tracePt t="117556" x="8742363" y="1252538"/>
          <p14:tracePt t="117579" x="8640763" y="1238250"/>
          <p14:tracePt t="117581" x="8558213" y="1231900"/>
          <p14:tracePt t="117591" x="8497888" y="1217613"/>
          <p14:tracePt t="117603" x="8415338" y="1217613"/>
          <p14:tracePt t="117613" x="8355013" y="1231900"/>
          <p14:tracePt t="117624" x="8320088" y="1231900"/>
          <p14:tracePt t="117635" x="8286750" y="1238250"/>
          <p14:tracePt t="117646" x="8253413" y="1265238"/>
          <p14:tracePt t="117658" x="8218488" y="1285875"/>
          <p14:tracePt t="117669" x="8191500" y="1312863"/>
          <p14:tracePt t="117680" x="8158163" y="1360488"/>
          <p14:tracePt t="117691" x="8123238" y="1395413"/>
          <p14:tracePt t="117703" x="8089900" y="1428750"/>
          <p14:tracePt t="117714" x="8054975" y="1462088"/>
          <p14:tracePt t="117725" x="8027988" y="1497013"/>
          <p14:tracePt t="117736" x="8021638" y="1524000"/>
          <p14:tracePt t="117747" x="8007350" y="1544638"/>
          <p14:tracePt t="117759" x="7994650" y="1577975"/>
          <p14:tracePt t="117770" x="7994650" y="1604963"/>
          <p14:tracePt t="117781" x="7994650" y="1612900"/>
          <p14:tracePt t="117793" x="7994650" y="1639888"/>
          <p14:tracePt t="117804" x="7994650" y="1652588"/>
          <p14:tracePt t="117815" x="7994650" y="1660525"/>
          <p14:tracePt t="117826" x="8007350" y="1687513"/>
          <p14:tracePt t="117838" x="8021638" y="1708150"/>
          <p14:tracePt t="117849" x="8042275" y="1735138"/>
          <p14:tracePt t="117860" x="8075613" y="1755775"/>
          <p14:tracePt t="117871" x="8110538" y="1776413"/>
          <p14:tracePt t="117883" x="8150225" y="1803400"/>
          <p14:tracePt t="117894" x="8218488" y="1816100"/>
          <p14:tracePt t="117905" x="8286750" y="1824038"/>
          <p14:tracePt t="117916" x="8367713" y="1824038"/>
          <p14:tracePt t="117929" x="8415338" y="1824038"/>
          <p14:tracePt t="117939" x="8483600" y="1824038"/>
          <p14:tracePt t="117950" x="8545513" y="1803400"/>
          <p14:tracePt t="117962" x="8578850" y="1789113"/>
          <p14:tracePt t="117973" x="8605838" y="1755775"/>
          <p14:tracePt t="117984" x="8613775" y="1720850"/>
          <p14:tracePt t="117996" x="8613775" y="1693863"/>
          <p14:tracePt t="118006" x="8613775" y="1673225"/>
          <p14:tracePt t="118018" x="8605838" y="1639888"/>
          <p14:tracePt t="118029" x="8578850" y="1625600"/>
          <p14:tracePt t="118040" x="8545513" y="1604963"/>
          <p14:tracePt t="118051" x="8510588" y="1577975"/>
          <p14:tracePt t="118063" x="8462963" y="1565275"/>
          <p14:tracePt t="118074" x="8429625" y="1565275"/>
          <p14:tracePt t="118085" x="8396288" y="1565275"/>
          <p14:tracePt t="118096" x="8348663" y="1565275"/>
          <p14:tracePt t="118108" x="8320088" y="1565275"/>
          <p14:tracePt t="118119" x="8286750" y="1577975"/>
          <p14:tracePt t="118130" x="8239125" y="1592263"/>
          <p14:tracePt t="118141" x="8218488" y="1604963"/>
          <p14:tracePt t="118153" x="8191500" y="1625600"/>
          <p14:tracePt t="118164" x="8170863" y="1652588"/>
          <p14:tracePt t="118175" x="8170863" y="1660525"/>
          <p14:tracePt t="118186" x="8158163" y="1673225"/>
          <p14:tracePt t="118198" x="8150225" y="1687513"/>
          <p14:tracePt t="118209" x="8150225" y="1693863"/>
          <p14:tracePt t="118231" x="8150225" y="1708150"/>
          <p14:tracePt t="118265" x="8158163" y="1708150"/>
          <p14:tracePt t="118276" x="8158163" y="1720850"/>
          <p14:tracePt t="118289" x="8170863" y="1720850"/>
          <p14:tracePt t="118332" x="8185150" y="1708150"/>
          <p14:tracePt t="118355" x="8191500" y="1687513"/>
          <p14:tracePt t="118366" x="8191500" y="1673225"/>
          <p14:tracePt t="118378" x="8191500" y="1639888"/>
          <p14:tracePt t="118389" x="8185150" y="1612900"/>
          <p14:tracePt t="118400" x="8185150" y="1592263"/>
          <p14:tracePt t="118411" x="8158163" y="1577975"/>
          <p14:tracePt t="118423" x="8150225" y="1557338"/>
          <p14:tracePt t="118434" x="8137525" y="1557338"/>
          <p14:tracePt t="118445" x="8123238" y="1557338"/>
          <p14:tracePt t="118456" x="8110538" y="1557338"/>
          <p14:tracePt t="118467" x="8102600" y="1557338"/>
          <p14:tracePt t="118480" x="8089900" y="1565275"/>
          <p14:tracePt t="118490" x="8075613" y="1577975"/>
          <p14:tracePt t="118501" x="8069263" y="1592263"/>
          <p14:tracePt t="118513" x="8054975" y="1604963"/>
          <p14:tracePt t="118524" x="8054975" y="1612900"/>
          <p14:tracePt t="118535" x="8054975" y="1639888"/>
          <p14:tracePt t="118547" x="8054975" y="1652588"/>
          <p14:tracePt t="118569" x="8069263" y="1660525"/>
          <p14:tracePt t="118591" x="8089900" y="1673225"/>
          <p14:tracePt t="118602" x="8102600" y="1673225"/>
          <p14:tracePt t="118614" x="8123238" y="1673225"/>
          <p14:tracePt t="118625" x="8137525" y="1660525"/>
          <p14:tracePt t="118636" x="8150225" y="1660525"/>
          <p14:tracePt t="118647" x="8150225" y="1652588"/>
          <p14:tracePt t="118659" x="8158163" y="1652588"/>
          <p14:tracePt t="118670" x="8158163" y="1639888"/>
          <p14:tracePt t="118681" x="8158163" y="1625600"/>
          <p14:tracePt t="118692" x="8158163" y="1612900"/>
          <p14:tracePt t="118704" x="8158163" y="1604963"/>
          <p14:tracePt t="118715" x="8137525" y="1604963"/>
          <p14:tracePt t="118726" x="8123238" y="1592263"/>
          <p14:tracePt t="118737" x="8089900" y="1592263"/>
          <p14:tracePt t="118749" x="8069263" y="1592263"/>
          <p14:tracePt t="118760" x="8042275" y="1604963"/>
          <p14:tracePt t="118771" x="8021638" y="1612900"/>
          <p14:tracePt t="118783" x="8007350" y="1639888"/>
          <p14:tracePt t="118794" x="7994650" y="1652588"/>
          <p14:tracePt t="118805" x="7994650" y="1660525"/>
          <p14:tracePt t="118816" x="7994650" y="1687513"/>
          <p14:tracePt t="118828" x="8007350" y="1708150"/>
          <p14:tracePt t="118839" x="8021638" y="1720850"/>
          <p14:tracePt t="118850" x="8042275" y="1735138"/>
          <p14:tracePt t="118861" x="8075613" y="1741488"/>
          <p14:tracePt t="118872" x="8089900" y="1741488"/>
          <p14:tracePt t="118884" x="8123238" y="1741488"/>
          <p14:tracePt t="118895" x="8150225" y="1741488"/>
          <p14:tracePt t="118906" x="8170863" y="1741488"/>
          <p14:tracePt t="118917" x="8185150" y="1735138"/>
          <p14:tracePt t="118929" x="8191500" y="1720850"/>
          <p14:tracePt t="118940" x="8205788" y="1693863"/>
          <p14:tracePt t="118951" x="8205788" y="1687513"/>
          <p14:tracePt t="118963" x="8191500" y="1660525"/>
          <p14:tracePt t="118974" x="8185150" y="1639888"/>
          <p14:tracePt t="118985" x="8170863" y="1625600"/>
          <p14:tracePt t="118997" x="8150225" y="1612900"/>
          <p14:tracePt t="119008" x="8123238" y="1604963"/>
          <p14:tracePt t="119019" x="8110538" y="1604963"/>
          <p14:tracePt t="119030" x="8089900" y="1604963"/>
          <p14:tracePt t="119041" x="8069263" y="1612900"/>
          <p14:tracePt t="119053" x="8054975" y="1625600"/>
          <p14:tracePt t="119064" x="8054975" y="1652588"/>
          <p14:tracePt t="119075" x="8054975" y="1660525"/>
          <p14:tracePt t="119086" x="8054975" y="1687513"/>
          <p14:tracePt t="119109" x="8069263" y="1693863"/>
          <p14:tracePt t="119120" x="8089900" y="1708150"/>
          <p14:tracePt t="119131" x="8102600" y="1708150"/>
          <p14:tracePt t="119142" x="8123238" y="1708150"/>
          <p14:tracePt t="119154" x="8150225" y="1708150"/>
          <p14:tracePt t="119165" x="8170863" y="1708150"/>
          <p14:tracePt t="119176" x="8185150" y="1693863"/>
          <p14:tracePt t="119187" x="8191500" y="1687513"/>
          <p14:tracePt t="119199" x="8205788" y="1660525"/>
          <p14:tracePt t="119210" x="8205788" y="1639888"/>
          <p14:tracePt t="119221" x="8191500" y="1625600"/>
          <p14:tracePt t="119232" x="8185150" y="1604963"/>
          <p14:tracePt t="119244" x="8170863" y="1592263"/>
          <p14:tracePt t="119255" x="8150225" y="1592263"/>
          <p14:tracePt t="119266" x="8137525" y="1577975"/>
          <p14:tracePt t="119278" x="8123238" y="1577975"/>
          <p14:tracePt t="119313" x="8110538" y="1592263"/>
          <p14:tracePt t="119323" x="8102600" y="1604963"/>
          <p14:tracePt t="119325" x="8102600" y="1625600"/>
          <p14:tracePt t="119334" x="8089900" y="1639888"/>
          <p14:tracePt t="119348" x="8089900" y="1660525"/>
          <p14:tracePt t="119357" x="8089900" y="1673225"/>
          <p14:tracePt t="119368" x="8089900" y="1687513"/>
          <p14:tracePt t="119380" x="8089900" y="1693863"/>
          <p14:tracePt t="119390" x="8102600" y="1693863"/>
          <p14:tracePt t="119412" x="8123238" y="1693863"/>
          <p14:tracePt t="119435" x="8150225" y="1693863"/>
          <p14:tracePt t="119447" x="8150225" y="1687513"/>
          <p14:tracePt t="119457" x="8158163" y="1687513"/>
          <p14:tracePt t="119469" x="8170863" y="1673225"/>
          <p14:tracePt t="119480" x="8170863" y="1652588"/>
          <p14:tracePt t="119491" x="8170863" y="1639888"/>
          <p14:tracePt t="119502" x="8170863" y="1625600"/>
          <p14:tracePt t="119514" x="8170863" y="1612900"/>
          <p14:tracePt t="119525" x="8158163" y="1604963"/>
          <p14:tracePt t="119547" x="8150225" y="1604963"/>
          <p14:tracePt t="119559" x="8137525" y="1604963"/>
          <p14:tracePt t="119570" x="8123238" y="1604963"/>
          <p14:tracePt t="119581" x="8110538" y="1612900"/>
          <p14:tracePt t="119593" x="8089900" y="1639888"/>
          <p14:tracePt t="119604" x="8075613" y="1660525"/>
          <p14:tracePt t="119615" x="8075613" y="1673225"/>
          <p14:tracePt t="119626" x="8075613" y="1693863"/>
          <p14:tracePt t="119638" x="8075613" y="1708150"/>
          <p14:tracePt t="119649" x="8075613" y="1720850"/>
          <p14:tracePt t="119660" x="8089900" y="1735138"/>
          <p14:tracePt t="119671" x="8102600" y="1735138"/>
          <p14:tracePt t="119683" x="8110538" y="1735138"/>
          <p14:tracePt t="119694" x="8137525" y="1735138"/>
          <p14:tracePt t="119705" x="8158163" y="1735138"/>
          <p14:tracePt t="119716" x="8185150" y="1720850"/>
          <p14:tracePt t="119727" x="8205788" y="1708150"/>
          <p14:tracePt t="119739" x="8218488" y="1693863"/>
          <p14:tracePt t="119750" x="8232775" y="1673225"/>
          <p14:tracePt t="119761" x="8239125" y="1660525"/>
          <p14:tracePt t="119773" x="8239125" y="1639888"/>
          <p14:tracePt t="119784" x="8232775" y="1625600"/>
          <p14:tracePt t="119795" x="8218488" y="1612900"/>
          <p14:tracePt t="119806" x="8191500" y="1604963"/>
          <p14:tracePt t="119818" x="8158163" y="1604963"/>
          <p14:tracePt t="119829" x="8123238" y="1592263"/>
          <p14:tracePt t="119840" x="8089900" y="1592263"/>
          <p14:tracePt t="119851" x="8054975" y="1604963"/>
          <p14:tracePt t="119863" x="8027988" y="1612900"/>
          <p14:tracePt t="119874" x="8007350" y="1625600"/>
          <p14:tracePt t="119885" x="7994650" y="1652588"/>
          <p14:tracePt t="119897" x="7994650" y="1673225"/>
          <p14:tracePt t="119908" x="7994650" y="1693863"/>
          <p14:tracePt t="119919" x="7994650" y="1720850"/>
          <p14:tracePt t="119930" x="8021638" y="1735138"/>
          <p14:tracePt t="119941" x="8027988" y="1741488"/>
          <p14:tracePt t="119952" x="8054975" y="1755775"/>
          <p14:tracePt t="119964" x="8089900" y="1755775"/>
          <p14:tracePt t="119975" x="8110538" y="1755775"/>
          <p14:tracePt t="119986" x="8137525" y="1755775"/>
          <p14:tracePt t="119997" x="8158163" y="1741488"/>
          <p14:tracePt t="120009" x="8170863" y="1741488"/>
          <p14:tracePt t="120020" x="8191500" y="1720850"/>
          <p14:tracePt t="120031" x="8191500" y="1693863"/>
          <p14:tracePt t="120043" x="8191500" y="1673225"/>
          <p14:tracePt t="120054" x="8191500" y="1660525"/>
          <p14:tracePt t="120065" x="8191500" y="1639888"/>
          <p14:tracePt t="120076" x="8185150" y="1612900"/>
          <p14:tracePt t="120088" x="8158163" y="1604963"/>
          <p14:tracePt t="120099" x="8137525" y="1592263"/>
          <p14:tracePt t="120110" x="8123238" y="1577975"/>
          <p14:tracePt t="120121" x="8110538" y="1577975"/>
          <p14:tracePt t="120132" x="8102600" y="1577975"/>
          <p14:tracePt t="120144" x="8089900" y="1577975"/>
          <p14:tracePt t="120155" x="8089900" y="1592263"/>
          <p14:tracePt t="120177" x="8089900" y="1604963"/>
          <p14:tracePt t="120189" x="8089900" y="1612900"/>
          <p14:tracePt t="120200" x="8089900" y="1625600"/>
          <p14:tracePt t="120233" x="8102600" y="1625600"/>
          <p14:tracePt t="120256" x="8110538" y="1625600"/>
          <p14:tracePt t="120279" x="8123238" y="1625600"/>
          <p14:tracePt t="120290" x="8123238" y="1612900"/>
          <p14:tracePt t="120425" x="8110538" y="1612900"/>
          <p14:tracePt t="120438" x="8089900" y="1612900"/>
          <p14:tracePt t="120449" x="8042275" y="1625600"/>
          <p14:tracePt t="120459" x="7959725" y="1639888"/>
          <p14:tracePt t="120470" x="7831138" y="1660525"/>
          <p14:tracePt t="120481" x="7667625" y="1720850"/>
          <p14:tracePt t="120494" x="7504113" y="1803400"/>
          <p14:tracePt t="120505" x="7197725" y="1966913"/>
          <p14:tracePt t="120516" x="6824663" y="2238375"/>
          <p14:tracePt t="120526" x="6530975" y="2455863"/>
          <p14:tracePt t="120538" x="6116638" y="2824163"/>
          <p14:tracePt t="120549" x="5810250" y="3116263"/>
          <p14:tracePt t="120560" x="5646738" y="3279775"/>
          <p14:tracePt t="120571" x="5497513" y="3449638"/>
          <p14:tracePt t="120583" x="5402263" y="3578225"/>
          <p14:tracePt t="120594" x="5354638" y="3673475"/>
          <p14:tracePt t="120605" x="5327650" y="3721100"/>
          <p14:tracePt t="120616" x="5319713" y="3741738"/>
          <p14:tracePt t="120841" x="5319713" y="3735388"/>
          <p14:tracePt t="120853" x="5307013" y="3721100"/>
          <p14:tracePt t="120864" x="5245100" y="3708400"/>
          <p14:tracePt t="120876" x="5122863" y="3700463"/>
          <p14:tracePt t="120886" x="4953000" y="3700463"/>
          <p14:tracePt t="120898" x="4830763" y="3708400"/>
          <p14:tracePt t="120909" x="4640263" y="3768725"/>
          <p14:tracePt t="120920" x="4443413" y="3863975"/>
          <p14:tracePt t="120931" x="4313238" y="3952875"/>
          <p14:tracePt t="120943" x="4137025" y="4075113"/>
          <p14:tracePt t="120954" x="3973513" y="4205288"/>
          <p14:tracePt t="120965" x="3836988" y="4319588"/>
          <p14:tracePt t="120976" x="3756025" y="4402138"/>
          <p14:tracePt t="120988" x="3667125" y="4497388"/>
          <p14:tracePt t="120999" x="3598863" y="4565650"/>
          <p14:tracePt t="121010" x="3565525" y="4613275"/>
          <p14:tracePt t="121021" x="3544888" y="4667250"/>
          <p14:tracePt t="121033" x="3530600" y="4700588"/>
          <p14:tracePt t="121044" x="3517900" y="4729163"/>
          <p14:tracePt t="121055" x="3517900" y="4748213"/>
          <p14:tracePt t="121066" x="3517900" y="4776788"/>
          <p14:tracePt t="121078" x="3517900" y="4789488"/>
          <p14:tracePt t="121089" x="3530600" y="4789488"/>
          <p14:tracePt t="121100" x="3544888" y="4789488"/>
          <p14:tracePt t="121111" x="3551238" y="4789488"/>
          <p14:tracePt t="121123" x="3565525" y="4789488"/>
          <p14:tracePt t="121134" x="3578225" y="4789488"/>
          <p14:tracePt t="121145" x="3586163" y="4789488"/>
          <p14:tracePt t="121156" x="3598863" y="4789488"/>
          <p14:tracePt t="121168" x="3613150" y="4789488"/>
          <p14:tracePt t="121179" x="3633788" y="4789488"/>
          <p14:tracePt t="121190" x="3646488" y="4795838"/>
          <p14:tracePt t="121201" x="3660775" y="4795838"/>
          <p14:tracePt t="121213" x="3667125" y="4810125"/>
          <p14:tracePt t="121224" x="3667125" y="4824413"/>
          <p14:tracePt t="121236" x="3667125" y="4830763"/>
          <p14:tracePt t="121246" x="3660775" y="4872038"/>
          <p14:tracePt t="121258" x="3633788" y="4891088"/>
          <p14:tracePt t="121269" x="3625850" y="4926013"/>
          <p14:tracePt t="121282" x="3598863" y="4959350"/>
          <p14:tracePt t="121292" x="3586163" y="5006975"/>
          <p14:tracePt t="121303" x="3586163" y="5033963"/>
          <p14:tracePt t="121314" x="3578225" y="5054600"/>
          <p14:tracePt t="121325" x="3578225" y="5068888"/>
          <p14:tracePt t="121336" x="3578225" y="5081588"/>
          <p14:tracePt t="121348" x="3578225" y="5089525"/>
          <p14:tracePt t="121359" x="3586163" y="5102225"/>
          <p14:tracePt t="121370" x="3598863" y="5102225"/>
          <p14:tracePt t="121381" x="3613150" y="5102225"/>
          <p14:tracePt t="121404" x="3646488" y="5102225"/>
          <p14:tracePt t="121406" x="3681413" y="5102225"/>
          <p14:tracePt t="121415" x="3714750" y="5102225"/>
          <p14:tracePt t="121427" x="3776663" y="5089525"/>
          <p14:tracePt t="121438" x="3836988" y="5068888"/>
          <p14:tracePt t="121449" x="3871913" y="5054600"/>
          <p14:tracePt t="121460" x="3905250" y="5033963"/>
          <p14:tracePt t="121471" x="3919538" y="5021263"/>
          <p14:tracePt t="121483" x="3925888" y="5006975"/>
          <p14:tracePt t="121494" x="3925888" y="4994275"/>
          <p14:tracePt t="121505" x="3919538" y="4986338"/>
          <p14:tracePt t="121516" x="3905250" y="4959350"/>
          <p14:tracePt t="121528" x="3878263" y="4959350"/>
          <p14:tracePt t="121539" x="3843338" y="4959350"/>
          <p14:tracePt t="121550" x="3810000" y="4959350"/>
          <p14:tracePt t="121561" x="3789363" y="4973638"/>
          <p14:tracePt t="121573" x="3756025" y="4986338"/>
          <p14:tracePt t="121584" x="3714750" y="5006975"/>
          <p14:tracePt t="121595" x="3708400" y="5021263"/>
          <p14:tracePt t="121606" x="3694113" y="5033963"/>
          <p14:tracePt t="121618" x="3694113" y="5041900"/>
          <p14:tracePt t="121629" x="3694113" y="5054600"/>
          <p14:tracePt t="121640" x="3708400" y="5068888"/>
          <p14:tracePt t="121651" x="3714750" y="5081588"/>
          <p14:tracePt t="121663" x="3741738" y="5089525"/>
          <p14:tracePt t="121674" x="3762375" y="5102225"/>
          <p14:tracePt t="121686" x="3789363" y="5102225"/>
          <p14:tracePt t="121696" x="3810000" y="5102225"/>
          <p14:tracePt t="121708" x="3843338" y="5102225"/>
          <p14:tracePt t="121719" x="3871913" y="5102225"/>
          <p14:tracePt t="121730" x="3890963" y="5089525"/>
          <p14:tracePt t="121741" x="3905250" y="5089525"/>
          <p14:tracePt t="121753" x="3905250" y="5081588"/>
          <p14:tracePt t="121764" x="3905250" y="5068888"/>
          <p14:tracePt t="121775" x="3905250" y="5054600"/>
          <p14:tracePt t="121786" x="3890963" y="5041900"/>
          <p14:tracePt t="121798" x="3871913" y="5021263"/>
          <p14:tracePt t="121809" x="3857625" y="5021263"/>
          <p14:tracePt t="121820" x="3843338" y="5021263"/>
          <p14:tracePt t="121831" x="3824288" y="5021263"/>
          <p14:tracePt t="121842" x="3795713" y="5021263"/>
          <p14:tracePt t="121854" x="3789363" y="5033963"/>
          <p14:tracePt t="121865" x="3776663" y="5041900"/>
          <p14:tracePt t="121876" x="3762375" y="5068888"/>
          <p14:tracePt t="121888" x="3756025" y="5081588"/>
          <p14:tracePt t="121899" x="3756025" y="5102225"/>
          <p14:tracePt t="121910" x="3762375" y="5116513"/>
          <p14:tracePt t="121921" x="3762375" y="5122863"/>
          <p14:tracePt t="121933" x="3776663" y="5137150"/>
          <p14:tracePt t="121944" x="3795713" y="5149850"/>
          <p14:tracePt t="121955" x="3810000" y="5149850"/>
          <p14:tracePt t="121966" x="3824288" y="5149850"/>
          <p14:tracePt t="121978" x="3843338" y="5137150"/>
          <p14:tracePt t="121989" x="3857625" y="5137150"/>
          <p14:tracePt t="122000" x="3871913" y="5122863"/>
          <p14:tracePt t="122011" x="3871913" y="5116513"/>
          <p14:tracePt t="122023" x="3871913" y="5102225"/>
          <p14:tracePt t="122034" x="3857625" y="5081588"/>
          <p14:tracePt t="122045" x="3843338" y="5068888"/>
          <p14:tracePt t="122056" x="3836988" y="5041900"/>
          <p14:tracePt t="122067" x="3810000" y="5033963"/>
          <p14:tracePt t="122079" x="3789363" y="5021263"/>
          <p14:tracePt t="122090" x="3776663" y="5021263"/>
          <p14:tracePt t="122101" x="3756025" y="5021263"/>
          <p14:tracePt t="122113" x="3741738" y="5021263"/>
          <p14:tracePt t="122124" x="3729038" y="5021263"/>
          <p14:tracePt t="122136" x="3714750" y="5041900"/>
          <p14:tracePt t="122146" x="3708400" y="5054600"/>
          <p14:tracePt t="122158" x="3708400" y="5081588"/>
          <p14:tracePt t="122169" x="3708400" y="5102225"/>
          <p14:tracePt t="122180" x="3708400" y="5116513"/>
          <p14:tracePt t="122191" x="3714750" y="5137150"/>
          <p14:tracePt t="122203" x="3741738" y="5149850"/>
          <p14:tracePt t="122214" x="3756025" y="5149850"/>
          <p14:tracePt t="122225" x="3776663" y="5149850"/>
          <p14:tracePt t="122236" x="3795713" y="5149850"/>
          <p14:tracePt t="122248" x="3836988" y="5149850"/>
          <p14:tracePt t="122259" x="3857625" y="5149850"/>
          <p14:tracePt t="122270" x="3878263" y="5137150"/>
          <p14:tracePt t="122281" x="3890963" y="5122863"/>
          <p14:tracePt t="122293" x="3890963" y="5116513"/>
          <p14:tracePt t="122304" x="3890963" y="5089525"/>
          <p14:tracePt t="122315" x="3890963" y="5068888"/>
          <p14:tracePt t="122326" x="3890963" y="5054600"/>
          <p14:tracePt t="122338" x="3871913" y="5041900"/>
          <p14:tracePt t="122349" x="3857625" y="5033963"/>
          <p14:tracePt t="122360" x="3836988" y="5033963"/>
          <p14:tracePt t="122371" x="3824288" y="5021263"/>
          <p14:tracePt t="122383" x="3810000" y="5021263"/>
          <p14:tracePt t="122394" x="3795713" y="5033963"/>
          <p14:tracePt t="122405" x="3789363" y="5033963"/>
          <p14:tracePt t="122416" x="3762375" y="5041900"/>
          <p14:tracePt t="122427" x="3756025" y="5054600"/>
          <p14:tracePt t="122450" x="3741738" y="5068888"/>
          <p14:tracePt t="122453" x="3729038" y="5081588"/>
          <p14:tracePt t="122462" x="3729038" y="5089525"/>
          <p14:tracePt t="122484" x="3729038" y="5102225"/>
          <p14:tracePt t="122506" x="3741738" y="5102225"/>
          <p14:tracePt t="122540" x="3756025" y="5102225"/>
          <p14:tracePt t="122551" x="3762375" y="5102225"/>
          <p14:tracePt t="122562" x="3776663" y="5102225"/>
          <p14:tracePt t="122574" x="3795713" y="5089525"/>
          <p14:tracePt t="122587" x="3824288" y="5089525"/>
          <p14:tracePt t="122596" x="3836988" y="5081588"/>
          <p14:tracePt t="122608" x="3843338" y="5068888"/>
          <p14:tracePt t="122619" x="3857625" y="5068888"/>
          <p14:tracePt t="122630" x="3857625" y="5054600"/>
          <p14:tracePt t="122641" x="3857625" y="5041900"/>
          <p14:tracePt t="122653" x="3843338" y="5033963"/>
          <p14:tracePt t="122675" x="3836988" y="5021263"/>
          <p14:tracePt t="122687" x="3824288" y="5006975"/>
          <p14:tracePt t="122698" x="3810000" y="5006975"/>
          <p14:tracePt t="122709" x="3795713" y="5006975"/>
          <p14:tracePt t="122721" x="3789363" y="5006975"/>
          <p14:tracePt t="122731" x="3776663" y="5006975"/>
          <p14:tracePt t="122743" x="3756025" y="5021263"/>
          <p14:tracePt t="122754" x="3741738" y="5033963"/>
          <p14:tracePt t="122765" x="3729038" y="5041900"/>
          <p14:tracePt t="122778" x="3714750" y="5054600"/>
          <p14:tracePt t="122788" x="3714750" y="5081588"/>
          <p14:tracePt t="122799" x="3714750" y="5089525"/>
          <p14:tracePt t="122810" x="3714750" y="5102225"/>
          <p14:tracePt t="122821" x="3729038" y="5122863"/>
          <p14:tracePt t="122832" x="3756025" y="5137150"/>
          <p14:tracePt t="122844" x="3762375" y="5137150"/>
          <p14:tracePt t="122855" x="3789363" y="5149850"/>
          <p14:tracePt t="122866" x="3824288" y="5149850"/>
          <p14:tracePt t="122878" x="3843338" y="5164138"/>
          <p14:tracePt t="122889" x="3871913" y="5164138"/>
          <p14:tracePt t="122911" x="3857625" y="5164138"/>
          <p14:tracePt t="123215" x="3871913" y="5164138"/>
          <p14:tracePt t="123237" x="3871913" y="5149850"/>
          <p14:tracePt t="123283" x="3890963" y="5149850"/>
          <p14:tracePt t="123294" x="3905250" y="5149850"/>
          <p14:tracePt t="123316" x="3919538" y="5137150"/>
          <p14:tracePt t="123339" x="3919538" y="5122863"/>
          <p14:tracePt t="123350" x="3905250" y="5116513"/>
          <p14:tracePt t="123361" x="3890963" y="5102225"/>
          <p14:tracePt t="123374" x="3890963" y="5089525"/>
          <p14:tracePt t="123385" x="3878263" y="5081588"/>
          <p14:tracePt t="123395" x="3871913" y="5068888"/>
          <p14:tracePt t="123407" x="3857625" y="5054600"/>
          <p14:tracePt t="123418" x="3836988" y="5054600"/>
          <p14:tracePt t="123429" x="3810000" y="5054600"/>
          <p14:tracePt t="123440" x="3789363" y="5054600"/>
          <p14:tracePt t="123463" x="3762375" y="5068888"/>
          <p14:tracePt t="123474" x="3741738" y="5089525"/>
          <p14:tracePt t="123507" x="3729038" y="5116513"/>
          <p14:tracePt t="123509" x="3714750" y="5137150"/>
          <p14:tracePt t="123519" x="3714750" y="5164138"/>
          <p14:tracePt t="123524" x="3714750" y="5170488"/>
          <p14:tracePt t="123530" x="3714750" y="5184775"/>
          <p14:tracePt t="123541" x="3729038" y="5184775"/>
          <p14:tracePt t="123553" x="3756025" y="5197475"/>
          <p14:tracePt t="123564" x="3776663" y="5197475"/>
          <p14:tracePt t="123576" x="3810000" y="5197475"/>
          <p14:tracePt t="123587" x="3843338" y="5197475"/>
          <p14:tracePt t="123598" x="3871913" y="5184775"/>
          <p14:tracePt t="123609" x="3890963" y="5170488"/>
          <p14:tracePt t="123620" x="3919538" y="5164138"/>
          <p14:tracePt t="123632" x="3919538" y="5137150"/>
          <p14:tracePt t="123643" x="3919538" y="5116513"/>
          <p14:tracePt t="123654" x="3919538" y="5068888"/>
          <p14:tracePt t="123665" x="3905250" y="5041900"/>
          <p14:tracePt t="123678" x="3871913" y="5006975"/>
          <p14:tracePt t="123688" x="3824288" y="4973638"/>
          <p14:tracePt t="123699" x="3776663" y="4953000"/>
          <p14:tracePt t="123710" x="3714750" y="4938713"/>
          <p14:tracePt t="123721" x="3667125" y="4938713"/>
          <p14:tracePt t="123732" x="3646488" y="4938713"/>
          <p14:tracePt t="123744" x="3625850" y="4953000"/>
          <p14:tracePt t="123755" x="3613150" y="4959350"/>
          <p14:tracePt t="123766" x="3598863" y="4994275"/>
          <p14:tracePt t="123777" x="3598863" y="5021263"/>
          <p14:tracePt t="123789" x="3613150" y="5041900"/>
          <p14:tracePt t="123800" x="3625850" y="5081588"/>
          <p14:tracePt t="123811" x="3646488" y="5102225"/>
          <p14:tracePt t="123823" x="3681413" y="5122863"/>
          <p14:tracePt t="123834" x="3729038" y="5137150"/>
          <p14:tracePt t="123845" x="3776663" y="5137150"/>
          <p14:tracePt t="123857" x="3810000" y="5137150"/>
          <p14:tracePt t="123867" x="3857625" y="5137150"/>
          <p14:tracePt t="123879" x="3890963" y="5137150"/>
          <p14:tracePt t="123890" x="3905250" y="5122863"/>
          <p14:tracePt t="123901" x="3919538" y="5116513"/>
          <p14:tracePt t="123912" x="3919538" y="5102225"/>
          <p14:tracePt t="123924" x="3919538" y="5089525"/>
          <p14:tracePt t="123935" x="3905250" y="5068888"/>
          <p14:tracePt t="123946" x="3890963" y="5054600"/>
          <p14:tracePt t="123958" x="3871913" y="5041900"/>
          <p14:tracePt t="123969" x="3843338" y="5033963"/>
          <p14:tracePt t="123980" x="3824288" y="5033963"/>
          <p14:tracePt t="123991" x="3795713" y="5033963"/>
          <p14:tracePt t="124002" x="3795713" y="5041900"/>
          <p14:tracePt t="124014" x="3789363" y="5054600"/>
          <p14:tracePt t="124025" x="3776663" y="5068888"/>
          <p14:tracePt t="124036" x="3776663" y="5081588"/>
          <p14:tracePt t="124047" x="3776663" y="5102225"/>
          <p14:tracePt t="124059" x="3776663" y="5116513"/>
          <p14:tracePt t="124070" x="3789363" y="5122863"/>
          <p14:tracePt t="124081" x="3789363" y="5137150"/>
          <p14:tracePt t="124092" x="3795713" y="5149850"/>
          <p14:tracePt t="124115" x="3810000" y="5149850"/>
          <p14:tracePt t="124127" x="3824288" y="5149850"/>
          <p14:tracePt t="124138" x="3836988" y="5137150"/>
          <p14:tracePt t="124149" x="3843338" y="5137150"/>
          <p14:tracePt t="124160" x="3843338" y="5122863"/>
          <p14:tracePt t="124171" x="3843338" y="5116513"/>
          <p14:tracePt t="124183" x="3843338" y="5102225"/>
          <p14:tracePt t="124194" x="3843338" y="5081588"/>
          <p14:tracePt t="124205" x="3843338" y="5068888"/>
          <p14:tracePt t="124216" x="3836988" y="5041900"/>
          <p14:tracePt t="124228" x="3810000" y="5033963"/>
          <p14:tracePt t="124239" x="3789363" y="5006975"/>
          <p14:tracePt t="124250" x="3762375" y="4994275"/>
          <p14:tracePt t="124261" x="3741738" y="4994275"/>
          <p14:tracePt t="124273" x="3729038" y="4994275"/>
          <p14:tracePt t="124284" x="3714750" y="4994275"/>
          <p14:tracePt t="124295" x="3708400" y="4994275"/>
          <p14:tracePt t="124317" x="3694113" y="5006975"/>
          <p14:tracePt t="124329" x="3694113" y="5021263"/>
          <p14:tracePt t="124340" x="3694113" y="5033963"/>
          <p14:tracePt t="124351" x="3694113" y="5054600"/>
          <p14:tracePt t="124362" x="3681413" y="5054600"/>
          <p14:tracePt t="124374" x="3681413" y="5068888"/>
          <p14:tracePt t="124385" x="3681413" y="5081588"/>
          <p14:tracePt t="124396" x="3694113" y="5089525"/>
          <p14:tracePt t="124419" x="3694113" y="5102225"/>
          <p14:tracePt t="124452" x="3708400" y="5102225"/>
          <p14:tracePt t="124745" x="3708400" y="5116513"/>
          <p14:tracePt t="124812" x="3714750" y="5116513"/>
          <p14:tracePt t="124835" x="3708400" y="5116513"/>
          <p14:tracePt t="124846" x="3694113" y="5116513"/>
          <p14:tracePt t="125240" x="3708400" y="5116513"/>
          <p14:tracePt t="125262" x="3708400" y="5122863"/>
          <p14:tracePt t="125274" x="3694113" y="5122863"/>
          <p14:tracePt t="125286" x="3694113" y="5137150"/>
          <p14:tracePt t="125296" x="3681413" y="5170488"/>
          <p14:tracePt t="125308" x="3681413" y="5197475"/>
          <p14:tracePt t="125319" x="3681413" y="5245100"/>
          <p14:tracePt t="125332" x="3667125" y="5327650"/>
          <p14:tracePt t="125341" x="3667125" y="5429250"/>
          <p14:tracePt t="125353" x="3667125" y="5510213"/>
          <p14:tracePt t="125365" x="3667125" y="5673725"/>
          <p14:tracePt t="125375" x="3681413" y="5864225"/>
          <p14:tracePt t="125387" x="3708400" y="5994400"/>
          <p14:tracePt t="125398" x="3714750" y="6176963"/>
          <p14:tracePt t="125409" x="3729038" y="6354763"/>
          <p14:tracePt t="125420" x="3741738" y="6470650"/>
          <p14:tracePt t="125431" x="3741738" y="6599238"/>
          <p14:tracePt t="125443" x="3714750" y="6708775"/>
          <p14:tracePt t="125454" x="3694113" y="6762750"/>
          <p14:tracePt t="125465" x="3681413" y="6810375"/>
          <p14:tracePt t="125476" x="3660775" y="6843713"/>
          <p14:tracePt t="126337" x="0" y="0"/>
        </p14:tracePtLst>
        <p14:tracePtLst>
          <p14:tracePt t="251628" x="2136775" y="4518025"/>
          <p14:tracePt t="251668" x="4217988" y="6551613"/>
          <p14:tracePt t="251679" x="4803775" y="6075363"/>
          <p14:tracePt t="251692" x="5307013" y="5667375"/>
          <p14:tracePt t="251702" x="6184900" y="4911725"/>
          <p14:tracePt t="251716" x="7110413" y="4129088"/>
          <p14:tracePt t="251725" x="7735888" y="3605213"/>
          <p14:tracePt t="251742" x="8647113" y="2824163"/>
          <p14:tracePt t="251747" x="9185275" y="2354263"/>
          <p14:tracePt t="251758" x="9817100" y="1789113"/>
          <p14:tracePt t="251774" x="10137775" y="1509713"/>
          <p14:tracePt t="251781" x="10450513" y="1190625"/>
          <p14:tracePt t="251793" x="10579100" y="1041400"/>
          <p14:tracePt t="251803" x="10694988" y="877888"/>
          <p14:tracePt t="251816" x="10729913" y="795338"/>
          <p14:tracePt t="251826" x="10756900" y="728663"/>
          <p14:tracePt t="251837" x="10756900" y="700088"/>
          <p14:tracePt t="251848" x="10756900" y="687388"/>
          <p14:tracePt t="251859" x="10756900" y="681038"/>
          <p14:tracePt t="251871" x="10742613" y="681038"/>
          <p14:tracePt t="251904" x="10729913" y="681038"/>
          <p14:tracePt t="251927" x="10721975" y="681038"/>
          <p14:tracePt t="251938" x="10709275" y="681038"/>
          <p14:tracePt t="251971" x="10694988" y="666750"/>
          <p14:tracePt t="251983" x="10682288" y="666750"/>
          <p14:tracePt t="251994" x="10674350" y="666750"/>
          <p14:tracePt t="252006" x="10661650" y="652463"/>
          <p14:tracePt t="252050" x="10674350" y="646113"/>
          <p14:tracePt t="252062" x="10674350" y="633413"/>
          <p14:tracePt t="252073" x="10682288" y="604838"/>
          <p14:tracePt t="252084" x="10682288" y="598488"/>
          <p14:tracePt t="252107" x="10694988" y="585788"/>
          <p14:tracePt t="252152" x="10682288" y="585788"/>
          <p14:tracePt t="252163" x="10661650" y="598488"/>
          <p14:tracePt t="252175" x="10634663" y="633413"/>
          <p14:tracePt t="252186" x="10626725" y="681038"/>
          <p14:tracePt t="252197" x="10626725" y="714375"/>
          <p14:tracePt t="252210" x="10626725" y="747713"/>
          <p14:tracePt t="252231" x="10634663" y="782638"/>
          <p14:tracePt t="252233" x="10661650" y="795338"/>
          <p14:tracePt t="252242" x="10694988" y="809625"/>
          <p14:tracePt t="252253" x="10729913" y="809625"/>
          <p14:tracePt t="252264" x="10777538" y="782638"/>
          <p14:tracePt t="252276" x="10837863" y="762000"/>
          <p14:tracePt t="252287" x="10891838" y="728663"/>
          <p14:tracePt t="252298" x="10953750" y="666750"/>
          <p14:tracePt t="252309" x="10987088" y="633413"/>
          <p14:tracePt t="252321" x="11007725" y="585788"/>
          <p14:tracePt t="252332" x="11007725" y="550863"/>
          <p14:tracePt t="252343" x="11007725" y="523875"/>
          <p14:tracePt t="252354" x="11001375" y="503238"/>
          <p14:tracePt t="252365" x="10968038" y="490538"/>
          <p14:tracePt t="252377" x="10939463" y="490538"/>
          <p14:tracePt t="252388" x="10906125" y="490538"/>
          <p14:tracePt t="252399" x="10872788" y="517525"/>
          <p14:tracePt t="252411" x="10837863" y="565150"/>
          <p14:tracePt t="252422" x="10810875" y="598488"/>
          <p14:tracePt t="252433" x="10790238" y="646113"/>
          <p14:tracePt t="252444" x="10790238" y="687388"/>
          <p14:tracePt t="252456" x="10804525" y="714375"/>
          <p14:tracePt t="252478" x="10825163" y="728663"/>
          <p14:tracePt t="252480" x="10858500" y="728663"/>
          <p14:tracePt t="252490" x="10885488" y="728663"/>
          <p14:tracePt t="252501" x="10939463" y="700088"/>
          <p14:tracePt t="252512" x="11001375" y="681038"/>
          <p14:tracePt t="252523" x="11049000" y="646113"/>
          <p14:tracePt t="252534" x="11102975" y="604838"/>
          <p14:tracePt t="252546" x="11150600" y="585788"/>
          <p14:tracePt t="252557" x="11164888" y="565150"/>
          <p14:tracePt t="252568" x="11164888" y="550863"/>
          <p14:tracePt t="252579" x="11164888" y="538163"/>
          <p14:tracePt t="252591" x="11150600" y="538163"/>
          <p14:tracePt t="252613" x="11137900" y="550863"/>
          <p14:tracePt t="252625" x="11137900" y="571500"/>
          <p14:tracePt t="252635" x="11129963" y="604838"/>
          <p14:tracePt t="252647" x="11129963" y="646113"/>
          <p14:tracePt t="252660" x="11137900" y="681038"/>
          <p14:tracePt t="252669" x="11150600" y="700088"/>
          <p14:tracePt t="252681" x="11177588" y="735013"/>
          <p14:tracePt t="252692" x="11185525" y="747713"/>
          <p14:tracePt t="252703" x="11185525" y="762000"/>
          <p14:tracePt t="252883" x="11185525" y="776288"/>
          <p14:tracePt t="252895" x="11198225" y="776288"/>
          <p14:tracePt t="252906" x="11233150" y="776288"/>
          <p14:tracePt t="252917" x="11266488" y="782638"/>
          <p14:tracePt t="252928" x="11328400" y="782638"/>
          <p14:tracePt t="252939" x="11396663" y="782638"/>
          <p14:tracePt t="252952" x="11463338" y="795338"/>
          <p14:tracePt t="252962" x="11510963" y="795338"/>
          <p14:tracePt t="252973" x="11552238" y="782638"/>
          <p14:tracePt t="252984" x="11572875" y="776288"/>
          <p14:tracePt t="252996" x="11593513" y="747713"/>
          <p14:tracePt t="253007" x="11593513" y="728663"/>
          <p14:tracePt t="253018" x="11593513" y="687388"/>
          <p14:tracePt t="253029" x="11593513" y="666750"/>
          <p14:tracePt t="253041" x="11558588" y="619125"/>
          <p14:tracePt t="253052" x="11525250" y="585788"/>
          <p14:tracePt t="253063" x="11477625" y="571500"/>
          <p14:tracePt t="253074" x="11423650" y="550863"/>
          <p14:tracePt t="253086" x="11341100" y="550863"/>
          <p14:tracePt t="253097" x="11266488" y="550863"/>
          <p14:tracePt t="253108" x="11185525" y="565150"/>
          <p14:tracePt t="253119" x="11102975" y="598488"/>
          <p14:tracePt t="253131" x="11034713" y="652463"/>
          <p14:tracePt t="253142" x="10987088" y="700088"/>
          <p14:tracePt t="253153" x="10920413" y="776288"/>
          <p14:tracePt t="253164" x="10872788" y="842963"/>
          <p14:tracePt t="253176" x="10844213" y="877888"/>
          <p14:tracePt t="253187" x="10825163" y="925513"/>
          <p14:tracePt t="253198" x="10810875" y="946150"/>
          <p14:tracePt t="253209" x="10810875" y="958850"/>
          <p14:tracePt t="253221" x="10804525" y="979488"/>
          <p14:tracePt t="253232" x="10790238" y="993775"/>
          <p14:tracePt t="253243" x="10777538" y="993775"/>
          <p14:tracePt t="253254" x="10763250" y="1006475"/>
          <p14:tracePt t="253266" x="10756900" y="1020763"/>
          <p14:tracePt t="253278" x="10742613" y="1020763"/>
          <p14:tracePt t="253288" x="10729913" y="1020763"/>
          <p14:tracePt t="253299" x="10721975" y="1020763"/>
          <p14:tracePt t="253322" x="10709275" y="1027113"/>
          <p14:tracePt t="253333" x="10694988" y="1027113"/>
          <p14:tracePt t="253344" x="10674350" y="1027113"/>
          <p14:tracePt t="253356" x="10647363" y="1027113"/>
          <p14:tracePt t="253367" x="10593388" y="1027113"/>
          <p14:tracePt t="253603" x="10566400" y="1027113"/>
          <p14:tracePt t="253614" x="10552113" y="1027113"/>
          <p14:tracePt t="253627" x="10531475" y="1027113"/>
          <p14:tracePt t="253637" x="10510838" y="1027113"/>
          <p14:tracePt t="253648" x="10483850" y="1027113"/>
          <p14:tracePt t="253659" x="10471150" y="1041400"/>
          <p14:tracePt t="253671" x="10450513" y="1041400"/>
          <p14:tracePt t="253682" x="10415588" y="1054100"/>
          <p14:tracePt t="253693" x="10382250" y="1054100"/>
          <p14:tracePt t="253704" x="10320338" y="1068388"/>
          <p14:tracePt t="253716" x="10239375" y="1074738"/>
          <p14:tracePt t="253727" x="10158413" y="1101725"/>
          <p14:tracePt t="253739" x="10110788" y="1122363"/>
          <p14:tracePt t="253750" x="10042525" y="1149350"/>
          <p14:tracePt t="253761" x="10007600" y="1169988"/>
          <p14:tracePt t="253772" x="9994900" y="1184275"/>
          <p14:tracePt t="253783" x="9980613" y="1190625"/>
          <p14:tracePt t="253794" x="9980613" y="1204913"/>
          <p14:tracePt t="253805" x="9994900" y="1204913"/>
          <p14:tracePt t="253817" x="10007600" y="1204913"/>
          <p14:tracePt t="253828" x="10015538" y="1204913"/>
          <p14:tracePt t="253839" x="10042525" y="1204913"/>
          <p14:tracePt t="253850" x="10063163" y="1204913"/>
          <p14:tracePt t="253862" x="10090150" y="1204913"/>
          <p14:tracePt t="253873" x="10096500" y="1204913"/>
          <p14:tracePt t="253884" x="10110788" y="1204913"/>
          <p14:tracePt t="254008" x="10096500" y="1204913"/>
          <p14:tracePt t="254020" x="10096500" y="1190625"/>
          <p14:tracePt t="254031" x="10090150" y="1184275"/>
          <p14:tracePt t="254042" x="10075863" y="1169988"/>
          <p14:tracePt t="254053" x="10075863" y="1157288"/>
          <p14:tracePt t="254064" x="10063163" y="1149350"/>
          <p14:tracePt t="254076" x="10055225" y="1122363"/>
          <p14:tracePt t="254087" x="10055225" y="1101725"/>
          <p14:tracePt t="254098" x="10042525" y="1101725"/>
          <p14:tracePt t="254109" x="10042525" y="1089025"/>
          <p14:tracePt t="254165" x="10042525" y="1101725"/>
          <p14:tracePt t="254177" x="10055225" y="1109663"/>
          <p14:tracePt t="254188" x="10075863" y="1122363"/>
          <p14:tracePt t="254199" x="10090150" y="1136650"/>
          <p14:tracePt t="254210" x="10110788" y="1149350"/>
          <p14:tracePt t="254222" x="10144125" y="1149350"/>
          <p14:tracePt t="254233" x="10171113" y="1157288"/>
          <p14:tracePt t="254245" x="10177463" y="1169988"/>
          <p14:tracePt t="254267" x="10191750" y="1184275"/>
          <p14:tracePt t="254368" x="10191750" y="1169988"/>
          <p14:tracePt t="254390" x="10191750" y="1157288"/>
          <p14:tracePt t="254402" x="10191750" y="1136650"/>
          <p14:tracePt t="254414" x="10191750" y="1122363"/>
          <p14:tracePt t="254424" x="10191750" y="1109663"/>
          <p14:tracePt t="254435" x="10191750" y="1101725"/>
          <p14:tracePt t="254458" x="10191750" y="1089025"/>
          <p14:tracePt t="254469" x="10206038" y="1089025"/>
          <p14:tracePt t="254481" x="10218738" y="1089025"/>
          <p14:tracePt t="254492" x="10218738" y="1101725"/>
          <p14:tracePt t="254503" x="10239375" y="1109663"/>
          <p14:tracePt t="254515" x="10266363" y="1122363"/>
          <p14:tracePt t="254526" x="10272713" y="1149350"/>
          <p14:tracePt t="254537" x="10301288" y="1157288"/>
          <p14:tracePt t="254548" x="10307638" y="1184275"/>
          <p14:tracePt t="254570" x="10307638" y="1190625"/>
          <p14:tracePt t="254574" x="10320338" y="1204913"/>
          <p14:tracePt t="254582" x="10320338" y="1217613"/>
          <p14:tracePt t="254638" x="10334625" y="1217613"/>
          <p14:tracePt t="254649" x="10348913" y="1190625"/>
          <p14:tracePt t="254661" x="10382250" y="1169988"/>
          <p14:tracePt t="254672" x="10402888" y="1149350"/>
          <p14:tracePt t="254683" x="10436225" y="1109663"/>
          <p14:tracePt t="254695" x="10471150" y="1074738"/>
          <p14:tracePt t="254706" x="10498138" y="1041400"/>
          <p14:tracePt t="254717" x="10510838" y="1027113"/>
          <p14:tracePt t="254729" x="10510838" y="1020763"/>
          <p14:tracePt t="254739" x="10510838" y="1006475"/>
          <p14:tracePt t="254762" x="10498138" y="1006475"/>
          <p14:tracePt t="254773" x="10483850" y="1020763"/>
          <p14:tracePt t="254785" x="10471150" y="1020763"/>
          <p14:tracePt t="254796" x="10463213" y="1027113"/>
          <p14:tracePt t="254807" x="10463213" y="1041400"/>
          <p14:tracePt t="254829" x="10471150" y="1054100"/>
          <p14:tracePt t="254841" x="10498138" y="1054100"/>
          <p14:tracePt t="254852" x="10518775" y="1068388"/>
          <p14:tracePt t="254863" x="10545763" y="1068388"/>
          <p14:tracePt t="254874" x="10552113" y="1074738"/>
          <p14:tracePt t="255088" x="10579100" y="1074738"/>
          <p14:tracePt t="255100" x="10599738" y="1074738"/>
          <p14:tracePt t="255111" x="10634663" y="1074738"/>
          <p14:tracePt t="255122" x="10682288" y="1089025"/>
          <p14:tracePt t="255133" x="10721975" y="1089025"/>
          <p14:tracePt t="255144" x="10756900" y="1089025"/>
          <p14:tracePt t="255156" x="10777538" y="1089025"/>
          <p14:tracePt t="255167" x="10804525" y="1089025"/>
          <p14:tracePt t="255178" x="10844213" y="1089025"/>
          <p14:tracePt t="255189" x="10885488" y="1089025"/>
          <p14:tracePt t="255201" x="10920413" y="1089025"/>
          <p14:tracePt t="255213" x="10974388" y="1101725"/>
          <p14:tracePt t="255223" x="11007725" y="1109663"/>
          <p14:tracePt t="255234" x="11049000" y="1109663"/>
          <p14:tracePt t="255246" x="11082338" y="1109663"/>
          <p14:tracePt t="255257" x="11102975" y="1122363"/>
          <p14:tracePt t="255268" x="11117263" y="1122363"/>
          <p14:tracePt t="255718" x="11117263" y="1109663"/>
          <p14:tracePt t="255730" x="11129963" y="1109663"/>
          <p14:tracePt t="255741" x="11129963" y="1101725"/>
          <p14:tracePt t="255752" x="11129963" y="1089025"/>
          <p14:tracePt t="255763" x="11117263" y="1089025"/>
          <p14:tracePt t="255830" x="11129963" y="1089025"/>
          <p14:tracePt t="255842" x="11137900" y="1101725"/>
          <p14:tracePt t="255853" x="11164888" y="1101725"/>
          <p14:tracePt t="255864" x="11177588" y="1109663"/>
          <p14:tracePt t="255876" x="11212513" y="1109663"/>
          <p14:tracePt t="255887" x="11218863" y="1122363"/>
          <p14:tracePt t="255898" x="11245850" y="1122363"/>
          <p14:tracePt t="255909" x="11245850" y="1109663"/>
          <p14:tracePt t="255920" x="11260138" y="1109663"/>
          <p14:tracePt t="255943" x="11260138" y="1101725"/>
          <p14:tracePt t="255965" x="11260138" y="1089025"/>
          <p14:tracePt t="255999" x="11260138" y="1074738"/>
          <p14:tracePt t="256066" x="11266488" y="1074738"/>
          <p14:tracePt t="256078" x="11280775" y="1089025"/>
          <p14:tracePt t="256090" x="11293475" y="1101725"/>
          <p14:tracePt t="256101" x="11301413" y="1109663"/>
          <p14:tracePt t="256112" x="11314113" y="1136650"/>
          <p14:tracePt t="256124" x="11328400" y="1157288"/>
          <p14:tracePt t="256136" x="11349038" y="1169988"/>
          <p14:tracePt t="256147" x="11349038" y="1184275"/>
          <p14:tracePt t="256157" x="11361738" y="1190625"/>
          <p14:tracePt t="256168" x="11376025" y="1204913"/>
          <p14:tracePt t="256247" x="11376025" y="1190625"/>
          <p14:tracePt t="256258" x="11382375" y="1184275"/>
          <p14:tracePt t="256269" x="11396663" y="1157288"/>
          <p14:tracePt t="256281" x="11409363" y="1136650"/>
          <p14:tracePt t="256294" x="11430000" y="1101725"/>
          <p14:tracePt t="256303" x="11456988" y="1068388"/>
          <p14:tracePt t="256315" x="11477625" y="1054100"/>
          <p14:tracePt t="256326" x="11491913" y="1027113"/>
          <p14:tracePt t="256337" x="11510963" y="1027113"/>
          <p14:tracePt t="256348" x="11525250" y="1020763"/>
          <p14:tracePt t="256370" x="11510963" y="1020763"/>
          <p14:tracePt t="256607" x="11525250" y="1020763"/>
          <p14:tracePt t="256629" x="11539538" y="1020763"/>
          <p14:tracePt t="256642" x="11552238" y="1020763"/>
          <p14:tracePt t="256674" x="11558588" y="1020763"/>
          <p14:tracePt t="256677" x="11572875" y="1020763"/>
          <p14:tracePt t="256686" x="11587163" y="1027113"/>
          <p14:tracePt t="256694" x="11606213" y="1027113"/>
          <p14:tracePt t="256697" x="11620500" y="1041400"/>
          <p14:tracePt t="256711" x="11653838" y="1054100"/>
          <p14:tracePt t="256719" x="11688763" y="1068388"/>
          <p14:tracePt t="256731" x="11701463" y="1074738"/>
          <p14:tracePt t="256744" x="11722100" y="1089025"/>
          <p14:tracePt t="256754" x="11736388" y="1109663"/>
          <p14:tracePt t="256765" x="11749088" y="1122363"/>
          <p14:tracePt t="256777" x="11757025" y="1149350"/>
          <p14:tracePt t="256787" x="11769725" y="1157288"/>
          <p14:tracePt t="256799" x="11796713" y="1169988"/>
          <p14:tracePt t="256810" x="11804650" y="1184275"/>
          <p14:tracePt t="256821" x="11831638" y="1184275"/>
          <p14:tracePt t="256832" x="11837988" y="1184275"/>
          <p14:tracePt t="256844" x="11864975" y="1184275"/>
          <p14:tracePt t="256854" x="11879263" y="1184275"/>
          <p14:tracePt t="256866" x="11879263" y="1169988"/>
          <p14:tracePt t="256888" x="11879263" y="1157288"/>
          <p14:tracePt t="257023" x="11885613" y="1157288"/>
          <p14:tracePt t="257046" x="11899900" y="1149350"/>
          <p14:tracePt t="257068" x="11912600" y="1149350"/>
          <p14:tracePt t="257080" x="11920538" y="1149350"/>
          <p14:tracePt t="257091" x="11933238" y="1149350"/>
          <p14:tracePt t="257103" x="11947525" y="1136650"/>
          <p14:tracePt t="257135" x="11960225" y="1122363"/>
          <p14:tracePt t="257158" x="11960225" y="1109663"/>
          <p14:tracePt t="257170" x="11968163" y="1101725"/>
          <p14:tracePt t="257192" x="11968163" y="1089025"/>
          <p14:tracePt t="257327" x="11968163" y="1109663"/>
          <p14:tracePt t="257338" x="11960225" y="1157288"/>
          <p14:tracePt t="257349" x="11947525" y="1231900"/>
          <p14:tracePt t="257361" x="11912600" y="1381125"/>
          <p14:tracePt t="257372" x="11837988" y="1557338"/>
          <p14:tracePt t="257384" x="11749088" y="1720850"/>
          <p14:tracePt t="257395" x="11504613" y="1952625"/>
          <p14:tracePt t="257406" x="11117263" y="2211388"/>
          <p14:tracePt t="257417" x="10804525" y="2360613"/>
          <p14:tracePt t="257429" x="10355263" y="2538413"/>
          <p14:tracePt t="257439" x="9974263" y="2652713"/>
          <p14:tracePt t="257452" x="9763125" y="2728913"/>
          <p14:tracePt t="257463" x="9539288" y="2795588"/>
          <p14:tracePt t="257474" x="9375775" y="2824163"/>
          <p14:tracePt t="257485" x="9293225" y="2824163"/>
          <p14:tracePt t="257722" x="9280525" y="2824163"/>
          <p14:tracePt t="257732" x="9185275" y="2911475"/>
          <p14:tracePt t="257745" x="8885238" y="3116263"/>
          <p14:tracePt t="257754" x="8578850" y="3313113"/>
          <p14:tracePt t="257766" x="7980363" y="3741738"/>
          <p14:tracePt t="257779" x="7518400" y="4081463"/>
          <p14:tracePt t="257788" x="6783388" y="4660900"/>
          <p14:tracePt t="257800" x="6313488" y="5033963"/>
          <p14:tracePt t="257814" x="5762625" y="5538788"/>
          <p14:tracePt t="257822" x="5518150" y="5803900"/>
          <p14:tracePt t="257834" x="5272088" y="6129338"/>
          <p14:tracePt t="257846" x="5164138" y="6319838"/>
          <p14:tracePt t="257856" x="5110163" y="6497638"/>
          <p14:tracePt t="257867" x="5110163" y="6613525"/>
          <p14:tracePt t="257878" x="5122863" y="6661150"/>
          <p14:tracePt t="257889" x="5143500" y="6694488"/>
          <p14:tracePt t="258103" x="5157788" y="6694488"/>
          <p14:tracePt t="258114" x="5143500" y="6708775"/>
          <p14:tracePt t="258126" x="5110163" y="6708775"/>
          <p14:tracePt t="258137" x="5041900" y="6715125"/>
          <p14:tracePt t="258148" x="4911725" y="6756400"/>
          <p14:tracePt t="258159" x="4816475" y="6810375"/>
          <p14:tracePt t="258695" x="0" y="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3"/>
          <p:cNvSpPr>
            <a:spLocks noGrp="1"/>
          </p:cNvSpPr>
          <p:nvPr>
            <p:ph type="title"/>
          </p:nvPr>
        </p:nvSpPr>
        <p:spPr>
          <a:xfrm>
            <a:off x="838200" y="482692"/>
            <a:ext cx="10515600" cy="1325563"/>
          </a:xfrm>
        </p:spPr>
        <p:txBody>
          <a:bodyPr/>
          <a:lstStyle/>
          <a:p>
            <a:r>
              <a:rPr lang="en-US" sz="3600" dirty="0"/>
              <a:t>Polynomial Arithmetic Over GF(2</a:t>
            </a:r>
            <a:r>
              <a:rPr lang="en-US" sz="3600" baseline="30000" dirty="0"/>
              <a:t>8</a:t>
            </a:r>
            <a:r>
              <a:rPr lang="en-US" sz="3600" dirty="0"/>
              <a:t>)</a:t>
            </a:r>
          </a:p>
        </p:txBody>
      </p:sp>
      <p:pic>
        <p:nvPicPr>
          <p:cNvPr id="4" name="Picture 3" descr="Polynomial arithmetic multiplication example.">
            <a:extLst>
              <a:ext uri="{FF2B5EF4-FFF2-40B4-BE49-F238E27FC236}">
                <a16:creationId xmlns:a16="http://schemas.microsoft.com/office/drawing/2014/main" id="{BF3DABA9-3B60-4942-A72C-E25D6D2F29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95" t="36350" r="14671" b="34759"/>
          <a:stretch/>
        </p:blipFill>
        <p:spPr>
          <a:xfrm>
            <a:off x="-734959" y="2420888"/>
            <a:ext cx="6838369" cy="3421081"/>
          </a:xfrm>
          <a:prstGeom prst="rect">
            <a:avLst/>
          </a:prstGeom>
        </p:spPr>
      </p:pic>
      <p:pic>
        <p:nvPicPr>
          <p:cNvPr id="6" name="Picture 5" descr="Polynomial arithmetic division example.">
            <a:extLst>
              <a:ext uri="{FF2B5EF4-FFF2-40B4-BE49-F238E27FC236}">
                <a16:creationId xmlns:a16="http://schemas.microsoft.com/office/drawing/2014/main" id="{27FB1093-4008-3047-8BC9-E780EDDE4D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52" t="63287" r="14671" b="9697"/>
          <a:stretch/>
        </p:blipFill>
        <p:spPr>
          <a:xfrm>
            <a:off x="6095156" y="2263986"/>
            <a:ext cx="6309360" cy="342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93052"/>
      </p:ext>
    </p:extLst>
  </p:cSld>
  <p:clrMapOvr>
    <a:masterClrMapping/>
  </p:clrMapOvr>
  <p:transition advTm="226592"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Polynomial GCD</a:t>
            </a:r>
            <a:endParaRPr lang="en-AU"/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1056219" y="1676401"/>
            <a:ext cx="10094383" cy="4714875"/>
          </a:xfrm>
        </p:spPr>
        <p:txBody>
          <a:bodyPr rtlCol="0">
            <a:normAutofit/>
          </a:bodyPr>
          <a:lstStyle/>
          <a:p>
            <a:pPr fontAlgn="auto"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>
                <a:ea typeface="+mn-ea"/>
                <a:cs typeface="+mn-cs"/>
              </a:rPr>
              <a:t>The polynomial </a:t>
            </a:r>
            <a:r>
              <a:rPr lang="en-US" i="1" dirty="0">
                <a:ea typeface="+mn-ea"/>
                <a:cs typeface="+mn-cs"/>
              </a:rPr>
              <a:t>c(x)</a:t>
            </a:r>
            <a:r>
              <a:rPr lang="en-US" b="1" i="1" dirty="0">
                <a:ea typeface="+mn-ea"/>
                <a:cs typeface="+mn-cs"/>
              </a:rPr>
              <a:t> </a:t>
            </a:r>
            <a:r>
              <a:rPr lang="en-US" dirty="0">
                <a:ea typeface="+mn-ea"/>
                <a:cs typeface="+mn-cs"/>
              </a:rPr>
              <a:t>is the greatest common divisor of </a:t>
            </a:r>
            <a:r>
              <a:rPr lang="en-US" i="1" dirty="0">
                <a:ea typeface="+mn-ea"/>
                <a:cs typeface="+mn-cs"/>
              </a:rPr>
              <a:t>a(x) </a:t>
            </a:r>
            <a:r>
              <a:rPr lang="en-US" dirty="0">
                <a:ea typeface="+mn-ea"/>
                <a:cs typeface="+mn-cs"/>
              </a:rPr>
              <a:t>and </a:t>
            </a:r>
            <a:r>
              <a:rPr lang="en-US" i="1" dirty="0">
                <a:ea typeface="+mn-ea"/>
                <a:cs typeface="+mn-cs"/>
              </a:rPr>
              <a:t>b(x) </a:t>
            </a:r>
            <a:r>
              <a:rPr lang="en-US" dirty="0">
                <a:ea typeface="+mn-ea"/>
                <a:cs typeface="+mn-cs"/>
              </a:rPr>
              <a:t>if:</a:t>
            </a:r>
          </a:p>
          <a:p>
            <a:pPr lvl="1">
              <a:spcAft>
                <a:spcPts val="600"/>
              </a:spcAft>
              <a:buFont typeface="Candara" pitchFamily="34" charset="0"/>
              <a:buChar char="•"/>
              <a:defRPr/>
            </a:pPr>
            <a:r>
              <a:rPr lang="en-US" i="1" dirty="0">
                <a:ea typeface="+mn-ea"/>
              </a:rPr>
              <a:t>c(x) | a(x)</a:t>
            </a:r>
            <a:r>
              <a:rPr lang="en-US" dirty="0">
                <a:ea typeface="+mn-ea"/>
              </a:rPr>
              <a:t> and </a:t>
            </a:r>
            <a:r>
              <a:rPr lang="en-US" i="1" dirty="0"/>
              <a:t>c(x) | b</a:t>
            </a:r>
            <a:r>
              <a:rPr lang="en-US" i="1" dirty="0">
                <a:ea typeface="+mn-ea"/>
              </a:rPr>
              <a:t>(x)</a:t>
            </a:r>
          </a:p>
          <a:p>
            <a:pPr lvl="1" fontAlgn="auto">
              <a:spcAft>
                <a:spcPts val="600"/>
              </a:spcAft>
              <a:buFont typeface="Candara" pitchFamily="34" charset="0"/>
              <a:buChar char="•"/>
              <a:defRPr/>
            </a:pPr>
            <a:r>
              <a:rPr lang="en-US" dirty="0">
                <a:ea typeface="+mn-ea"/>
              </a:rPr>
              <a:t>Any common divisor divides </a:t>
            </a:r>
            <a:r>
              <a:rPr lang="en-US" i="1" dirty="0">
                <a:ea typeface="+mn-ea"/>
              </a:rPr>
              <a:t>c(x)</a:t>
            </a:r>
          </a:p>
          <a:p>
            <a:pPr fontAlgn="auto"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/>
              <a:t>E</a:t>
            </a:r>
            <a:r>
              <a:rPr lang="en-US" dirty="0">
                <a:ea typeface="+mn-ea"/>
                <a:cs typeface="+mn-cs"/>
              </a:rPr>
              <a:t>quivalent definition: </a:t>
            </a:r>
          </a:p>
          <a:p>
            <a:pPr lvl="1" fontAlgn="auto">
              <a:spcAft>
                <a:spcPts val="600"/>
              </a:spcAft>
              <a:buFont typeface="Candara" pitchFamily="34" charset="0"/>
              <a:buChar char="•"/>
              <a:defRPr/>
            </a:pPr>
            <a:r>
              <a:rPr lang="en-US" dirty="0">
                <a:ea typeface="+mn-ea"/>
              </a:rPr>
              <a:t>gcd</a:t>
            </a:r>
            <a:r>
              <a:rPr lang="en-US" i="1" dirty="0">
                <a:ea typeface="+mn-ea"/>
              </a:rPr>
              <a:t>[a(x), b(x)] </a:t>
            </a:r>
            <a:r>
              <a:rPr lang="en-US" dirty="0">
                <a:ea typeface="+mn-ea"/>
              </a:rPr>
              <a:t>is the polynomial of largest degree dividing both.</a:t>
            </a:r>
            <a:endParaRPr lang="en-US" i="1" dirty="0">
              <a:ea typeface="+mn-ea"/>
            </a:endParaRPr>
          </a:p>
          <a:p>
            <a:pPr fontAlgn="auto">
              <a:spcAft>
                <a:spcPts val="60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>
                <a:ea typeface="+mn-ea"/>
                <a:cs typeface="+mn-cs"/>
              </a:rPr>
              <a:t>The Euclidean algorithm we learned can be extended to find the GCD in polynomial arithmetic of finite fields.</a:t>
            </a:r>
            <a:endParaRPr lang="en-AU" dirty="0"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760"/>
    </mc:Choice>
    <mc:Fallback xmlns="">
      <p:transition spd="slow" advTm="10976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9C61-BAFF-B348-BD06-D25ADF65C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GCD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A783D-0657-DD41-BE43-44AC2259C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</a:t>
            </a:r>
            <a:r>
              <a:rPr lang="en-US" dirty="0" err="1"/>
              <a:t>gcd</a:t>
            </a:r>
            <a:r>
              <a:rPr lang="en-US" dirty="0"/>
              <a:t>(a(x), b(x))</a:t>
            </a:r>
          </a:p>
          <a:p>
            <a:pPr lvl="1"/>
            <a:r>
              <a:rPr lang="en-US" dirty="0"/>
              <a:t>where a(x)=x</a:t>
            </a:r>
            <a:r>
              <a:rPr lang="en-US" baseline="30000" dirty="0"/>
              <a:t>6</a:t>
            </a:r>
            <a:r>
              <a:rPr lang="en-US" dirty="0"/>
              <a:t>+x</a:t>
            </a:r>
            <a:r>
              <a:rPr lang="en-US" baseline="30000" dirty="0"/>
              <a:t>5</a:t>
            </a:r>
            <a:r>
              <a:rPr lang="en-US" dirty="0"/>
              <a:t>+x</a:t>
            </a:r>
            <a:r>
              <a:rPr lang="en-US" baseline="30000" dirty="0"/>
              <a:t>4</a:t>
            </a:r>
            <a:r>
              <a:rPr lang="en-US" dirty="0"/>
              <a:t>+x</a:t>
            </a:r>
            <a:r>
              <a:rPr lang="en-US" baseline="30000" dirty="0"/>
              <a:t>3</a:t>
            </a:r>
            <a:r>
              <a:rPr lang="en-US" dirty="0"/>
              <a:t>+ x</a:t>
            </a:r>
            <a:r>
              <a:rPr lang="en-US" baseline="30000" dirty="0"/>
              <a:t>2</a:t>
            </a:r>
            <a:r>
              <a:rPr lang="en-US" dirty="0"/>
              <a:t>+x+1</a:t>
            </a:r>
          </a:p>
          <a:p>
            <a:pPr lvl="1"/>
            <a:r>
              <a:rPr lang="en-US" dirty="0"/>
              <a:t>b(x)= x</a:t>
            </a:r>
            <a:r>
              <a:rPr lang="en-US" baseline="30000" dirty="0"/>
              <a:t>4</a:t>
            </a:r>
            <a:r>
              <a:rPr lang="en-US" dirty="0"/>
              <a:t>+x</a:t>
            </a:r>
            <a:r>
              <a:rPr lang="en-US" baseline="30000" dirty="0"/>
              <a:t>2</a:t>
            </a:r>
            <a:r>
              <a:rPr lang="en-US" dirty="0"/>
              <a:t>+x+1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Answer is on the next page.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077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7077"/>
    </mc:Choice>
    <mc:Fallback xmlns="">
      <p:transition spd="slow" advTm="5170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392BCC4-3517-5DF0-23F8-C2F6F40CDB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Polynomial GCD - Solutions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EB8A53B-4B10-7525-B18F-6A3E5FB51EE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Find </a:t>
            </a:r>
            <a:r>
              <a:rPr lang="en-US" dirty="0" err="1"/>
              <a:t>gcd</a:t>
            </a:r>
            <a:r>
              <a:rPr lang="en-US" dirty="0"/>
              <a:t>(a(x), b(x))</a:t>
            </a:r>
          </a:p>
          <a:p>
            <a:pPr lvl="1"/>
            <a:r>
              <a:rPr lang="en-US" dirty="0"/>
              <a:t>where a(x)=x</a:t>
            </a:r>
            <a:r>
              <a:rPr lang="en-US" baseline="30000" dirty="0"/>
              <a:t>6</a:t>
            </a:r>
            <a:r>
              <a:rPr lang="en-US" dirty="0"/>
              <a:t>+x</a:t>
            </a:r>
            <a:r>
              <a:rPr lang="en-US" baseline="30000" dirty="0"/>
              <a:t>5</a:t>
            </a:r>
            <a:r>
              <a:rPr lang="en-US" dirty="0"/>
              <a:t>+x</a:t>
            </a:r>
            <a:r>
              <a:rPr lang="en-US" baseline="30000" dirty="0"/>
              <a:t>4</a:t>
            </a:r>
            <a:r>
              <a:rPr lang="en-US" dirty="0"/>
              <a:t>+x</a:t>
            </a:r>
            <a:r>
              <a:rPr lang="en-US" baseline="30000" dirty="0"/>
              <a:t>3</a:t>
            </a:r>
            <a:r>
              <a:rPr lang="en-US" dirty="0"/>
              <a:t>+ x</a:t>
            </a:r>
            <a:r>
              <a:rPr lang="en-US" baseline="30000" dirty="0"/>
              <a:t>2</a:t>
            </a:r>
            <a:r>
              <a:rPr lang="en-US" dirty="0"/>
              <a:t>+x+1</a:t>
            </a:r>
          </a:p>
          <a:p>
            <a:pPr lvl="1"/>
            <a:r>
              <a:rPr lang="en-US" dirty="0"/>
              <a:t>b(x)= x</a:t>
            </a:r>
            <a:r>
              <a:rPr lang="en-US" baseline="30000" dirty="0"/>
              <a:t>4</a:t>
            </a:r>
            <a:r>
              <a:rPr lang="en-US" dirty="0"/>
              <a:t>+x</a:t>
            </a:r>
            <a:r>
              <a:rPr lang="en-US" baseline="30000" dirty="0"/>
              <a:t>2</a:t>
            </a:r>
            <a:r>
              <a:rPr lang="en-US" dirty="0"/>
              <a:t>+x+1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gcd</a:t>
            </a:r>
            <a:r>
              <a:rPr lang="en-US" dirty="0"/>
              <a:t>(a(x), b(x)) = x</a:t>
            </a:r>
            <a:r>
              <a:rPr lang="en-US" baseline="30000" dirty="0"/>
              <a:t>3</a:t>
            </a:r>
            <a:r>
              <a:rPr lang="en-US" dirty="0"/>
              <a:t> + x</a:t>
            </a:r>
            <a:r>
              <a:rPr lang="en-US" baseline="30000" dirty="0"/>
              <a:t>2</a:t>
            </a:r>
            <a:r>
              <a:rPr lang="en-US" dirty="0"/>
              <a:t> + 1</a:t>
            </a:r>
          </a:p>
        </p:txBody>
      </p:sp>
    </p:spTree>
    <p:extLst>
      <p:ext uri="{BB962C8B-B14F-4D97-AF65-F5344CB8AC3E}">
        <p14:creationId xmlns:p14="http://schemas.microsoft.com/office/powerpoint/2010/main" val="99467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64"/>
    </mc:Choice>
    <mc:Fallback xmlns="">
      <p:transition spd="slow" advTm="4006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6664-A553-1148-9490-F01B1DD80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54F15-75D3-B64C-8929-E0D0B95B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A(x) = x</a:t>
            </a:r>
            <a:r>
              <a:rPr lang="en-US" baseline="30000" dirty="0"/>
              <a:t>2</a:t>
            </a:r>
            <a:r>
              <a:rPr lang="en-US" dirty="0"/>
              <a:t>+1, B(x) = x+1, the prime polynomial is m(x) = x</a:t>
            </a:r>
            <a:r>
              <a:rPr lang="en-US" baseline="30000" dirty="0"/>
              <a:t>3</a:t>
            </a:r>
            <a:r>
              <a:rPr lang="en-US" dirty="0"/>
              <a:t>+x+1.</a:t>
            </a:r>
          </a:p>
          <a:p>
            <a:r>
              <a:rPr lang="en-US" dirty="0"/>
              <a:t>F</a:t>
            </a:r>
          </a:p>
          <a:p>
            <a:r>
              <a:rPr lang="en-US" dirty="0" err="1"/>
              <a:t>ind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A(x) + B(x), </a:t>
            </a:r>
          </a:p>
          <a:p>
            <a:pPr lvl="1"/>
            <a:r>
              <a:rPr lang="en-US" dirty="0"/>
              <a:t>A(x) * B(x), </a:t>
            </a:r>
          </a:p>
          <a:p>
            <a:pPr lvl="1"/>
            <a:r>
              <a:rPr lang="en-US" dirty="0" err="1"/>
              <a:t>gcd</a:t>
            </a:r>
            <a:r>
              <a:rPr lang="en-US" dirty="0"/>
              <a:t>(A(x), B(x)).</a:t>
            </a:r>
          </a:p>
        </p:txBody>
      </p:sp>
    </p:spTree>
    <p:extLst>
      <p:ext uri="{BB962C8B-B14F-4D97-AF65-F5344CB8AC3E}">
        <p14:creationId xmlns:p14="http://schemas.microsoft.com/office/powerpoint/2010/main" val="171739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6928"/>
    </mc:Choice>
    <mc:Fallback xmlns="">
      <p:transition spd="slow" advTm="79692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6664-A553-1148-9490-F01B1DD80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Problems -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54F15-75D3-B64C-8929-E0D0B95B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A(x) = x</a:t>
            </a:r>
            <a:r>
              <a:rPr lang="en-US" baseline="30000" dirty="0"/>
              <a:t>2</a:t>
            </a:r>
            <a:r>
              <a:rPr lang="en-US" dirty="0"/>
              <a:t>+1, B(x) = x+1, the prime polynomial is m(x) = x</a:t>
            </a:r>
            <a:r>
              <a:rPr lang="en-US" baseline="30000" dirty="0"/>
              <a:t>3</a:t>
            </a:r>
            <a:r>
              <a:rPr lang="en-US" dirty="0"/>
              <a:t>+x+1.</a:t>
            </a:r>
          </a:p>
          <a:p>
            <a:r>
              <a:rPr lang="en-US" dirty="0"/>
              <a:t>Find </a:t>
            </a:r>
          </a:p>
          <a:p>
            <a:pPr lvl="1"/>
            <a:r>
              <a:rPr lang="en-US" dirty="0"/>
              <a:t>A(x) + B(x) = x</a:t>
            </a:r>
            <a:r>
              <a:rPr lang="en-US" baseline="30000" dirty="0"/>
              <a:t>2</a:t>
            </a:r>
            <a:r>
              <a:rPr lang="en-US" dirty="0"/>
              <a:t>+x</a:t>
            </a:r>
          </a:p>
          <a:p>
            <a:pPr lvl="1"/>
            <a:r>
              <a:rPr lang="en-US" dirty="0"/>
              <a:t>A(x) * B(x) = (x</a:t>
            </a:r>
            <a:r>
              <a:rPr lang="en-US" baseline="30000" dirty="0"/>
              <a:t>2</a:t>
            </a:r>
            <a:r>
              <a:rPr lang="en-US" dirty="0"/>
              <a:t>+1)*(x+1) mod m(x) = (x</a:t>
            </a:r>
            <a:r>
              <a:rPr lang="en-US" baseline="30000" dirty="0"/>
              <a:t>3</a:t>
            </a:r>
            <a:r>
              <a:rPr lang="en-US" dirty="0"/>
              <a:t>+x)+(x</a:t>
            </a:r>
            <a:r>
              <a:rPr lang="en-US" baseline="30000" dirty="0"/>
              <a:t>2</a:t>
            </a:r>
            <a:r>
              <a:rPr lang="en-US" dirty="0"/>
              <a:t>+1) mod (x</a:t>
            </a:r>
            <a:r>
              <a:rPr lang="en-US" baseline="30000" dirty="0"/>
              <a:t>3</a:t>
            </a:r>
            <a:r>
              <a:rPr lang="en-US" dirty="0"/>
              <a:t>+x+1) = x</a:t>
            </a:r>
            <a:r>
              <a:rPr lang="en-US" baseline="30000" dirty="0"/>
              <a:t>3</a:t>
            </a:r>
            <a:r>
              <a:rPr lang="en-US" dirty="0"/>
              <a:t>+x</a:t>
            </a:r>
            <a:r>
              <a:rPr lang="en-US" baseline="30000" dirty="0"/>
              <a:t>2</a:t>
            </a:r>
            <a:r>
              <a:rPr lang="en-US" dirty="0"/>
              <a:t>+x+1 mod x</a:t>
            </a:r>
            <a:r>
              <a:rPr lang="en-US" baseline="30000" dirty="0"/>
              <a:t>3</a:t>
            </a:r>
            <a:r>
              <a:rPr lang="en-US" dirty="0"/>
              <a:t>+x+1 = x</a:t>
            </a:r>
            <a:r>
              <a:rPr lang="en-US" baseline="30000" dirty="0"/>
              <a:t>2</a:t>
            </a:r>
            <a:endParaRPr lang="en-US" dirty="0"/>
          </a:p>
          <a:p>
            <a:pPr lvl="1"/>
            <a:r>
              <a:rPr lang="en-US" dirty="0" err="1"/>
              <a:t>gcd</a:t>
            </a:r>
            <a:r>
              <a:rPr lang="en-US" dirty="0"/>
              <a:t>(A(x), B(x)):</a:t>
            </a:r>
          </a:p>
          <a:p>
            <a:pPr lvl="2"/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+1 = (x+1)(x+1) + 0</a:t>
            </a:r>
          </a:p>
          <a:p>
            <a:pPr lvl="2"/>
            <a:r>
              <a:rPr lang="en-US" dirty="0" err="1"/>
              <a:t>gcd</a:t>
            </a:r>
            <a:r>
              <a:rPr lang="en-US" dirty="0"/>
              <a:t>(A(x), B(x)) = x+1</a:t>
            </a:r>
          </a:p>
        </p:txBody>
      </p:sp>
    </p:spTree>
    <p:extLst>
      <p:ext uri="{BB962C8B-B14F-4D97-AF65-F5344CB8AC3E}">
        <p14:creationId xmlns:p14="http://schemas.microsoft.com/office/powerpoint/2010/main" val="243144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42"/>
    </mc:Choice>
    <mc:Fallback xmlns="">
      <p:transition spd="slow" advTm="1204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1524000" y="381001"/>
            <a:ext cx="9144000" cy="107791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Table 5.4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Extended Euclid [(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x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8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 +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x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 +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x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 +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 + 1), (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x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7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 +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-1" charset="0"/>
                <a:ea typeface="+mn-ea"/>
                <a:cs typeface="+mn-cs"/>
              </a:rPr>
              <a:t> + 1)]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9811" name="Picture 7" descr="Extended euclidean algorithm in polynomial arithmetic.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1" y="1752600"/>
            <a:ext cx="8628063" cy="383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089DDD7-12FD-2242-8074-DD3D8C868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71864" y="908720"/>
            <a:ext cx="3168352" cy="550194"/>
          </a:xfrm>
          <a:prstGeom prst="rect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8FA150-F886-284E-8072-EB31F2BA0B93}"/>
              </a:ext>
            </a:extLst>
          </p:cNvPr>
          <p:cNvSpPr/>
          <p:nvPr/>
        </p:nvSpPr>
        <p:spPr>
          <a:xfrm>
            <a:off x="8544272" y="1602930"/>
            <a:ext cx="3168352" cy="18260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Irreducible polynomial of GF(2</a:t>
            </a:r>
            <a:r>
              <a:rPr lang="en-US" sz="3200" baseline="30000" dirty="0"/>
              <a:t>8</a:t>
            </a:r>
            <a:r>
              <a:rPr lang="en-US" sz="3200" dirty="0"/>
              <a:t>) in AES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E47D8-2273-F65A-70FA-42EFEF4EB223}"/>
              </a:ext>
            </a:extLst>
          </p:cNvPr>
          <p:cNvSpPr txBox="1"/>
          <p:nvPr/>
        </p:nvSpPr>
        <p:spPr>
          <a:xfrm>
            <a:off x="-69431" y="6614891"/>
            <a:ext cx="9163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*Table resource: Stallings, William. Cryptography and Network Security: Principles and Practice, 7th ed. England: Pearson Education Limited, 2017. </a:t>
            </a:r>
          </a:p>
        </p:txBody>
      </p:sp>
    </p:spTree>
  </p:cSld>
  <p:clrMapOvr>
    <a:masterClrMapping/>
  </p:clrMapOvr>
  <p:transition spd="med" advTm="87285">
    <p:wipe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able shows a multiplicative inverse lookup for bytes xy used in AES S-Box, with rows and columns labeled in hexadecimal from 0 to F. It includes hexadecimal values representing inverse pairs, highlighting key data for cryptographic calculations within GF(2^8).">
            <a:extLst>
              <a:ext uri="{FF2B5EF4-FFF2-40B4-BE49-F238E27FC236}">
                <a16:creationId xmlns:a16="http://schemas.microsoft.com/office/drawing/2014/main" id="{B66400BC-1B52-0949-AD37-20FB3A022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68" y="512676"/>
            <a:ext cx="11148863" cy="58326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BCD227-4EC9-32E8-46E7-22255313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0106"/>
            <a:ext cx="10515600" cy="1325563"/>
          </a:xfrm>
        </p:spPr>
        <p:txBody>
          <a:bodyPr/>
          <a:lstStyle/>
          <a:p>
            <a:r>
              <a:rPr lang="en-US" dirty="0"/>
              <a:t>AES S-Box</a:t>
            </a:r>
          </a:p>
        </p:txBody>
      </p:sp>
    </p:spTree>
  </p:cSld>
  <p:clrMapOvr>
    <a:masterClrMapping/>
  </p:clrMapOvr>
  <p:transition advTm="379744"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14FE295-DF98-203C-FF6B-72F4EEE987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Polynomial Division</a:t>
                </a:r>
              </a:p>
              <a:p>
                <a:pPr lvl="1"/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This allows </a:t>
                </a:r>
                <a:r>
                  <a:rPr lang="en-US" b="1" dirty="0"/>
                  <a:t>modular polynomial arithmetic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Irreducible Polynomial</a:t>
                </a:r>
              </a:p>
              <a:p>
                <a:pPr lvl="1"/>
                <a:r>
                  <a:rPr lang="en-US" dirty="0"/>
                  <a:t>Reducing modulo an irreducible polynomial:</a:t>
                </a:r>
              </a:p>
              <a:p>
                <a:pPr lvl="1"/>
                <a:r>
                  <a:rPr lang="en-US" dirty="0"/>
                  <a:t>Eliminates zero divisors</a:t>
                </a:r>
              </a:p>
              <a:p>
                <a:pPr lvl="1"/>
                <a:r>
                  <a:rPr lang="en-US" dirty="0"/>
                  <a:t>Guarantees multiplicative inverses</a:t>
                </a:r>
              </a:p>
              <a:p>
                <a:pPr lvl="1"/>
                <a:r>
                  <a:rPr lang="en-US" dirty="0"/>
                  <a:t>Produces a field structure</a:t>
                </a:r>
              </a:p>
              <a:p>
                <a:r>
                  <a:rPr lang="en-US" b="1" dirty="0"/>
                  <a:t>Polynomial GCD</a:t>
                </a:r>
              </a:p>
              <a:p>
                <a:pPr lvl="1"/>
                <a:r>
                  <a:rPr lang="en-US" dirty="0"/>
                  <a:t>We can adapt Euclidean algorithm to polynomial arithmetic.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14FE295-DF98-203C-FF6B-72F4EEE987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198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730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74"/>
    </mc:Choice>
    <mc:Fallback xmlns="">
      <p:transition spd="slow" advTm="57174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DE1E6D-968A-4A7D-98E1-6B1288D3641F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1919</TotalTime>
  <Words>1022</Words>
  <Application>Microsoft Office PowerPoint</Application>
  <PresentationFormat>Widescreen</PresentationFormat>
  <Paragraphs>114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Candara</vt:lpstr>
      <vt:lpstr>Office Theme</vt:lpstr>
      <vt:lpstr>Finite Fields</vt:lpstr>
      <vt:lpstr>Outline</vt:lpstr>
      <vt:lpstr>Polynomial Division</vt:lpstr>
      <vt:lpstr>Finite Fields with Polynomial Arithmetic</vt:lpstr>
      <vt:lpstr>Finite Fields with Polynomial Arithmetic (cont.)</vt:lpstr>
      <vt:lpstr>Table 5.3 Polynomial Arithmetic Modulo (x3 + x + 1) - Addition</vt:lpstr>
      <vt:lpstr>Finite Fields with Polynomial Arithmetic - Multiplication</vt:lpstr>
      <vt:lpstr>Polynomial Arithmetic Modulo (x3 + x + 1) - Multiplication</vt:lpstr>
      <vt:lpstr>Polynomial Arithmetic Over GF(28)</vt:lpstr>
      <vt:lpstr>Polynomial GCD</vt:lpstr>
      <vt:lpstr>Polynomial GCD Example</vt:lpstr>
      <vt:lpstr>Polynomial GCD - Solutions</vt:lpstr>
      <vt:lpstr>Example Problems</vt:lpstr>
      <vt:lpstr>Example Problems - Solutions</vt:lpstr>
      <vt:lpstr>Table 5.4 Extended Euclid [(x8 + x4 + x3 + x + 1), (x7 + x + 1)] </vt:lpstr>
      <vt:lpstr>AES S-Box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35</cp:revision>
  <dcterms:created xsi:type="dcterms:W3CDTF">2026-02-17T14:44:52Z</dcterms:created>
  <dcterms:modified xsi:type="dcterms:W3CDTF">2026-04-20T21:31:43Z</dcterms:modified>
</cp:coreProperties>
</file>