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24"/>
  </p:notesMasterIdLst>
  <p:sldIdLst>
    <p:sldId id="256" r:id="rId2"/>
    <p:sldId id="294" r:id="rId3"/>
    <p:sldId id="276" r:id="rId4"/>
    <p:sldId id="277" r:id="rId5"/>
    <p:sldId id="328" r:id="rId6"/>
    <p:sldId id="289" r:id="rId7"/>
    <p:sldId id="278" r:id="rId8"/>
    <p:sldId id="257" r:id="rId9"/>
    <p:sldId id="258" r:id="rId10"/>
    <p:sldId id="293" r:id="rId11"/>
    <p:sldId id="286" r:id="rId12"/>
    <p:sldId id="272" r:id="rId13"/>
    <p:sldId id="290" r:id="rId14"/>
    <p:sldId id="329" r:id="rId15"/>
    <p:sldId id="269" r:id="rId16"/>
    <p:sldId id="330" r:id="rId17"/>
    <p:sldId id="331" r:id="rId18"/>
    <p:sldId id="332" r:id="rId19"/>
    <p:sldId id="333" r:id="rId20"/>
    <p:sldId id="334" r:id="rId21"/>
    <p:sldId id="335" r:id="rId22"/>
    <p:sldId id="27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67" autoAdjust="0"/>
    <p:restoredTop sz="86441" autoAdjust="0"/>
  </p:normalViewPr>
  <p:slideViewPr>
    <p:cSldViewPr snapToGrid="0">
      <p:cViewPr varScale="1">
        <p:scale>
          <a:sx n="66" d="100"/>
          <a:sy n="66" d="100"/>
        </p:scale>
        <p:origin x="90" y="7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1D89D7-2466-4D2E-9603-6F9925969BE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1D466E-9E27-42F1-9720-0BEEE2AFFF44}">
      <dgm:prSet/>
      <dgm:spPr/>
      <dgm:t>
        <a:bodyPr/>
        <a:lstStyle/>
        <a:p>
          <a:pPr>
            <a:defRPr b="1"/>
          </a:pPr>
          <a:r>
            <a:rPr lang="en-US" b="1"/>
            <a:t>Attacker’s Capabilities</a:t>
          </a:r>
          <a:endParaRPr lang="en-US"/>
        </a:p>
      </dgm:t>
    </dgm:pt>
    <dgm:pt modelId="{D136C159-A2C2-4D79-BFD6-0680F1B3D4A3}" type="parTrans" cxnId="{B15A6428-A8F8-42C0-B52C-7BD869D851D9}">
      <dgm:prSet/>
      <dgm:spPr/>
      <dgm:t>
        <a:bodyPr/>
        <a:lstStyle/>
        <a:p>
          <a:endParaRPr lang="en-US"/>
        </a:p>
      </dgm:t>
    </dgm:pt>
    <dgm:pt modelId="{6643418A-166B-4D71-AF87-0B78D2D0E276}" type="sibTrans" cxnId="{B15A6428-A8F8-42C0-B52C-7BD869D851D9}">
      <dgm:prSet/>
      <dgm:spPr/>
      <dgm:t>
        <a:bodyPr/>
        <a:lstStyle/>
        <a:p>
          <a:endParaRPr lang="en-US"/>
        </a:p>
      </dgm:t>
    </dgm:pt>
    <dgm:pt modelId="{9BFE8F1D-8C6D-4697-B072-6DABA8242AE9}">
      <dgm:prSet custT="1"/>
      <dgm:spPr/>
      <dgm:t>
        <a:bodyPr/>
        <a:lstStyle/>
        <a:p>
          <a:r>
            <a:rPr lang="en-US" sz="2000"/>
            <a:t>Sees only ciphertext(s)</a:t>
          </a:r>
        </a:p>
      </dgm:t>
    </dgm:pt>
    <dgm:pt modelId="{D772F0A0-C248-42DB-8306-5E57872C37AE}" type="parTrans" cxnId="{F4466B87-2E56-4FDA-8AA3-9A4F754CA2BF}">
      <dgm:prSet/>
      <dgm:spPr/>
      <dgm:t>
        <a:bodyPr/>
        <a:lstStyle/>
        <a:p>
          <a:endParaRPr lang="en-US"/>
        </a:p>
      </dgm:t>
    </dgm:pt>
    <dgm:pt modelId="{0CB0244C-41D8-4A9D-A7D9-8B06FA07F34A}" type="sibTrans" cxnId="{F4466B87-2E56-4FDA-8AA3-9A4F754CA2BF}">
      <dgm:prSet/>
      <dgm:spPr/>
      <dgm:t>
        <a:bodyPr/>
        <a:lstStyle/>
        <a:p>
          <a:endParaRPr lang="en-US"/>
        </a:p>
      </dgm:t>
    </dgm:pt>
    <dgm:pt modelId="{BB9EC912-01C2-4C9D-AF8F-FDE8115CD8EC}">
      <dgm:prSet custT="1"/>
      <dgm:spPr/>
      <dgm:t>
        <a:bodyPr/>
        <a:lstStyle/>
        <a:p>
          <a:r>
            <a:rPr lang="en-US" sz="2000" dirty="0"/>
            <a:t>Does not know the plaintexts</a:t>
          </a:r>
        </a:p>
      </dgm:t>
    </dgm:pt>
    <dgm:pt modelId="{6442F497-10F5-4B5B-8F18-30191930C42C}" type="parTrans" cxnId="{7B75A060-C5D3-4957-A084-808CB6B5262E}">
      <dgm:prSet/>
      <dgm:spPr/>
      <dgm:t>
        <a:bodyPr/>
        <a:lstStyle/>
        <a:p>
          <a:endParaRPr lang="en-US"/>
        </a:p>
      </dgm:t>
    </dgm:pt>
    <dgm:pt modelId="{DDEBFCB8-EBE4-4A64-98D8-1FD1E8589673}" type="sibTrans" cxnId="{7B75A060-C5D3-4957-A084-808CB6B5262E}">
      <dgm:prSet/>
      <dgm:spPr/>
      <dgm:t>
        <a:bodyPr/>
        <a:lstStyle/>
        <a:p>
          <a:endParaRPr lang="en-US"/>
        </a:p>
      </dgm:t>
    </dgm:pt>
    <dgm:pt modelId="{5241377A-D25B-4619-ADCA-01B84B51A8ED}">
      <dgm:prSet custT="1"/>
      <dgm:spPr/>
      <dgm:t>
        <a:bodyPr/>
        <a:lstStyle/>
        <a:p>
          <a:r>
            <a:rPr lang="en-US" sz="2000" dirty="0"/>
            <a:t>No interaction with encryption or decryption</a:t>
          </a:r>
        </a:p>
      </dgm:t>
    </dgm:pt>
    <dgm:pt modelId="{BF9031AD-B024-4956-A1C4-B41752D28080}" type="parTrans" cxnId="{74304CFB-597C-4BFB-85FE-6C37B052D95D}">
      <dgm:prSet/>
      <dgm:spPr/>
      <dgm:t>
        <a:bodyPr/>
        <a:lstStyle/>
        <a:p>
          <a:endParaRPr lang="en-US"/>
        </a:p>
      </dgm:t>
    </dgm:pt>
    <dgm:pt modelId="{BD81087D-2525-480B-BE92-A172ACE30C2D}" type="sibTrans" cxnId="{74304CFB-597C-4BFB-85FE-6C37B052D95D}">
      <dgm:prSet/>
      <dgm:spPr/>
      <dgm:t>
        <a:bodyPr/>
        <a:lstStyle/>
        <a:p>
          <a:endParaRPr lang="en-US"/>
        </a:p>
      </dgm:t>
    </dgm:pt>
    <dgm:pt modelId="{C322B2C8-5257-4416-A97A-FCAA57032670}">
      <dgm:prSet/>
      <dgm:spPr/>
      <dgm:t>
        <a:bodyPr/>
        <a:lstStyle/>
        <a:p>
          <a:pPr>
            <a:defRPr b="1"/>
          </a:pPr>
          <a:r>
            <a:rPr lang="en-US" b="1"/>
            <a:t>Security Goal</a:t>
          </a:r>
          <a:endParaRPr lang="en-US"/>
        </a:p>
      </dgm:t>
    </dgm:pt>
    <dgm:pt modelId="{F7B7FFBB-AF33-436B-B619-B4DF0C09999E}" type="parTrans" cxnId="{F489CFC0-1EC8-43EF-8116-A1098BF49200}">
      <dgm:prSet/>
      <dgm:spPr/>
      <dgm:t>
        <a:bodyPr/>
        <a:lstStyle/>
        <a:p>
          <a:endParaRPr lang="en-US"/>
        </a:p>
      </dgm:t>
    </dgm:pt>
    <dgm:pt modelId="{89135A80-1762-4AA6-BDCE-28061CDDF73D}" type="sibTrans" cxnId="{F489CFC0-1EC8-43EF-8116-A1098BF49200}">
      <dgm:prSet/>
      <dgm:spPr/>
      <dgm:t>
        <a:bodyPr/>
        <a:lstStyle/>
        <a:p>
          <a:endParaRPr lang="en-US"/>
        </a:p>
      </dgm:t>
    </dgm:pt>
    <dgm:pt modelId="{0DC92AAE-CD3D-4462-870B-74DE1AC5E15B}">
      <dgm:prSet custT="1"/>
      <dgm:spPr/>
      <dgm:t>
        <a:bodyPr/>
        <a:lstStyle/>
        <a:p>
          <a:r>
            <a:rPr lang="en-US" sz="2400" dirty="0"/>
            <a:t>Ciphertexts should reveal </a:t>
          </a:r>
          <a:r>
            <a:rPr lang="en-US" sz="2400" i="1" dirty="0"/>
            <a:t>no information</a:t>
          </a:r>
          <a:r>
            <a:rPr lang="en-US" sz="2400" dirty="0"/>
            <a:t> about plaintexts</a:t>
          </a:r>
        </a:p>
      </dgm:t>
    </dgm:pt>
    <dgm:pt modelId="{1C54399F-28DF-4852-9442-38B690A759FA}" type="parTrans" cxnId="{4526E1AC-FAE6-4572-A25B-E09610A45CAA}">
      <dgm:prSet/>
      <dgm:spPr/>
      <dgm:t>
        <a:bodyPr/>
        <a:lstStyle/>
        <a:p>
          <a:endParaRPr lang="en-US"/>
        </a:p>
      </dgm:t>
    </dgm:pt>
    <dgm:pt modelId="{393EDA37-5400-44C2-8786-4F4B905D40F4}" type="sibTrans" cxnId="{4526E1AC-FAE6-4572-A25B-E09610A45CAA}">
      <dgm:prSet/>
      <dgm:spPr/>
      <dgm:t>
        <a:bodyPr/>
        <a:lstStyle/>
        <a:p>
          <a:endParaRPr lang="en-US"/>
        </a:p>
      </dgm:t>
    </dgm:pt>
    <dgm:pt modelId="{ADA8D2D8-6B1D-4E4F-B97E-F7784679560A}" type="pres">
      <dgm:prSet presAssocID="{B71D89D7-2466-4D2E-9603-6F9925969BE8}" presName="root" presStyleCnt="0">
        <dgm:presLayoutVars>
          <dgm:dir/>
          <dgm:resizeHandles val="exact"/>
        </dgm:presLayoutVars>
      </dgm:prSet>
      <dgm:spPr/>
    </dgm:pt>
    <dgm:pt modelId="{E18F0291-8277-4692-8DB9-DFC1041A8C99}" type="pres">
      <dgm:prSet presAssocID="{641D466E-9E27-42F1-9720-0BEEE2AFFF44}" presName="compNode" presStyleCnt="0"/>
      <dgm:spPr/>
    </dgm:pt>
    <dgm:pt modelId="{2232B227-898D-4958-A6BA-AB4ADAA3294C}" type="pres">
      <dgm:prSet presAssocID="{641D466E-9E27-42F1-9720-0BEEE2AFFF4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63232537-DBA6-4914-B68B-8CEF0D46C629}" type="pres">
      <dgm:prSet presAssocID="{641D466E-9E27-42F1-9720-0BEEE2AFFF44}" presName="iconSpace" presStyleCnt="0"/>
      <dgm:spPr/>
    </dgm:pt>
    <dgm:pt modelId="{4762F8CC-2B90-45C8-898F-F47EB5D1BCB0}" type="pres">
      <dgm:prSet presAssocID="{641D466E-9E27-42F1-9720-0BEEE2AFFF44}" presName="parTx" presStyleLbl="revTx" presStyleIdx="0" presStyleCnt="4">
        <dgm:presLayoutVars>
          <dgm:chMax val="0"/>
          <dgm:chPref val="0"/>
        </dgm:presLayoutVars>
      </dgm:prSet>
      <dgm:spPr/>
    </dgm:pt>
    <dgm:pt modelId="{3D84213F-A094-410A-BF24-058992928A84}" type="pres">
      <dgm:prSet presAssocID="{641D466E-9E27-42F1-9720-0BEEE2AFFF44}" presName="txSpace" presStyleCnt="0"/>
      <dgm:spPr/>
    </dgm:pt>
    <dgm:pt modelId="{F45D81FF-63CE-4FF7-8910-CC9E77B60FEB}" type="pres">
      <dgm:prSet presAssocID="{641D466E-9E27-42F1-9720-0BEEE2AFFF44}" presName="desTx" presStyleLbl="revTx" presStyleIdx="1" presStyleCnt="4">
        <dgm:presLayoutVars/>
      </dgm:prSet>
      <dgm:spPr/>
    </dgm:pt>
    <dgm:pt modelId="{C2B51E37-D5BC-4F94-9D1C-B4FC8EF11F0B}" type="pres">
      <dgm:prSet presAssocID="{6643418A-166B-4D71-AF87-0B78D2D0E276}" presName="sibTrans" presStyleCnt="0"/>
      <dgm:spPr/>
    </dgm:pt>
    <dgm:pt modelId="{260E0799-2121-45D2-BED7-76C66E1AC163}" type="pres">
      <dgm:prSet presAssocID="{C322B2C8-5257-4416-A97A-FCAA57032670}" presName="compNode" presStyleCnt="0"/>
      <dgm:spPr/>
    </dgm:pt>
    <dgm:pt modelId="{570E2156-9AAD-47FB-8745-AB1B7BCEB9AA}" type="pres">
      <dgm:prSet presAssocID="{C322B2C8-5257-4416-A97A-FCAA5703267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D4AE09B-8C62-4A75-8A74-86B50FFE6C44}" type="pres">
      <dgm:prSet presAssocID="{C322B2C8-5257-4416-A97A-FCAA57032670}" presName="iconSpace" presStyleCnt="0"/>
      <dgm:spPr/>
    </dgm:pt>
    <dgm:pt modelId="{F4B24FD1-0D5B-4127-910A-B838AD1F25CC}" type="pres">
      <dgm:prSet presAssocID="{C322B2C8-5257-4416-A97A-FCAA57032670}" presName="parTx" presStyleLbl="revTx" presStyleIdx="2" presStyleCnt="4">
        <dgm:presLayoutVars>
          <dgm:chMax val="0"/>
          <dgm:chPref val="0"/>
        </dgm:presLayoutVars>
      </dgm:prSet>
      <dgm:spPr/>
    </dgm:pt>
    <dgm:pt modelId="{26BB808D-431B-4547-93A5-ACD0D983CBD4}" type="pres">
      <dgm:prSet presAssocID="{C322B2C8-5257-4416-A97A-FCAA57032670}" presName="txSpace" presStyleCnt="0"/>
      <dgm:spPr/>
    </dgm:pt>
    <dgm:pt modelId="{E19B10C5-F149-4C21-AF19-14CD0D26F37C}" type="pres">
      <dgm:prSet presAssocID="{C322B2C8-5257-4416-A97A-FCAA57032670}" presName="desTx" presStyleLbl="revTx" presStyleIdx="3" presStyleCnt="4">
        <dgm:presLayoutVars/>
      </dgm:prSet>
      <dgm:spPr/>
    </dgm:pt>
  </dgm:ptLst>
  <dgm:cxnLst>
    <dgm:cxn modelId="{B15A6428-A8F8-42C0-B52C-7BD869D851D9}" srcId="{B71D89D7-2466-4D2E-9603-6F9925969BE8}" destId="{641D466E-9E27-42F1-9720-0BEEE2AFFF44}" srcOrd="0" destOrd="0" parTransId="{D136C159-A2C2-4D79-BFD6-0680F1B3D4A3}" sibTransId="{6643418A-166B-4D71-AF87-0B78D2D0E276}"/>
    <dgm:cxn modelId="{E33A4137-29A3-4A6D-BA18-61C4F51D9248}" type="presOf" srcId="{9BFE8F1D-8C6D-4697-B072-6DABA8242AE9}" destId="{F45D81FF-63CE-4FF7-8910-CC9E77B60FEB}" srcOrd="0" destOrd="0" presId="urn:microsoft.com/office/officeart/2018/2/layout/IconLabelDescriptionList"/>
    <dgm:cxn modelId="{7B75A060-C5D3-4957-A084-808CB6B5262E}" srcId="{641D466E-9E27-42F1-9720-0BEEE2AFFF44}" destId="{BB9EC912-01C2-4C9D-AF8F-FDE8115CD8EC}" srcOrd="1" destOrd="0" parTransId="{6442F497-10F5-4B5B-8F18-30191930C42C}" sibTransId="{DDEBFCB8-EBE4-4A64-98D8-1FD1E8589673}"/>
    <dgm:cxn modelId="{3D6B546D-E185-4B8F-86DB-CF3954EDAE6D}" type="presOf" srcId="{BB9EC912-01C2-4C9D-AF8F-FDE8115CD8EC}" destId="{F45D81FF-63CE-4FF7-8910-CC9E77B60FEB}" srcOrd="0" destOrd="1" presId="urn:microsoft.com/office/officeart/2018/2/layout/IconLabelDescriptionList"/>
    <dgm:cxn modelId="{98D56471-B4D7-4C05-A6F4-262176F7660B}" type="presOf" srcId="{B71D89D7-2466-4D2E-9603-6F9925969BE8}" destId="{ADA8D2D8-6B1D-4E4F-B97E-F7784679560A}" srcOrd="0" destOrd="0" presId="urn:microsoft.com/office/officeart/2018/2/layout/IconLabelDescriptionList"/>
    <dgm:cxn modelId="{5B006D51-39BD-43D9-8620-1293575D6ABB}" type="presOf" srcId="{C322B2C8-5257-4416-A97A-FCAA57032670}" destId="{F4B24FD1-0D5B-4127-910A-B838AD1F25CC}" srcOrd="0" destOrd="0" presId="urn:microsoft.com/office/officeart/2018/2/layout/IconLabelDescriptionList"/>
    <dgm:cxn modelId="{779CC654-B41D-4016-B895-2A2D23CD9574}" type="presOf" srcId="{641D466E-9E27-42F1-9720-0BEEE2AFFF44}" destId="{4762F8CC-2B90-45C8-898F-F47EB5D1BCB0}" srcOrd="0" destOrd="0" presId="urn:microsoft.com/office/officeart/2018/2/layout/IconLabelDescriptionList"/>
    <dgm:cxn modelId="{F4466B87-2E56-4FDA-8AA3-9A4F754CA2BF}" srcId="{641D466E-9E27-42F1-9720-0BEEE2AFFF44}" destId="{9BFE8F1D-8C6D-4697-B072-6DABA8242AE9}" srcOrd="0" destOrd="0" parTransId="{D772F0A0-C248-42DB-8306-5E57872C37AE}" sibTransId="{0CB0244C-41D8-4A9D-A7D9-8B06FA07F34A}"/>
    <dgm:cxn modelId="{4526E1AC-FAE6-4572-A25B-E09610A45CAA}" srcId="{C322B2C8-5257-4416-A97A-FCAA57032670}" destId="{0DC92AAE-CD3D-4462-870B-74DE1AC5E15B}" srcOrd="0" destOrd="0" parTransId="{1C54399F-28DF-4852-9442-38B690A759FA}" sibTransId="{393EDA37-5400-44C2-8786-4F4B905D40F4}"/>
    <dgm:cxn modelId="{AC8F26B9-4D08-406E-A150-630A28171921}" type="presOf" srcId="{5241377A-D25B-4619-ADCA-01B84B51A8ED}" destId="{F45D81FF-63CE-4FF7-8910-CC9E77B60FEB}" srcOrd="0" destOrd="2" presId="urn:microsoft.com/office/officeart/2018/2/layout/IconLabelDescriptionList"/>
    <dgm:cxn modelId="{F489CFC0-1EC8-43EF-8116-A1098BF49200}" srcId="{B71D89D7-2466-4D2E-9603-6F9925969BE8}" destId="{C322B2C8-5257-4416-A97A-FCAA57032670}" srcOrd="1" destOrd="0" parTransId="{F7B7FFBB-AF33-436B-B619-B4DF0C09999E}" sibTransId="{89135A80-1762-4AA6-BDCE-28061CDDF73D}"/>
    <dgm:cxn modelId="{577E11EE-183D-4BC0-9ABB-FDF6EEBA2AEF}" type="presOf" srcId="{0DC92AAE-CD3D-4462-870B-74DE1AC5E15B}" destId="{E19B10C5-F149-4C21-AF19-14CD0D26F37C}" srcOrd="0" destOrd="0" presId="urn:microsoft.com/office/officeart/2018/2/layout/IconLabelDescriptionList"/>
    <dgm:cxn modelId="{74304CFB-597C-4BFB-85FE-6C37B052D95D}" srcId="{641D466E-9E27-42F1-9720-0BEEE2AFFF44}" destId="{5241377A-D25B-4619-ADCA-01B84B51A8ED}" srcOrd="2" destOrd="0" parTransId="{BF9031AD-B024-4956-A1C4-B41752D28080}" sibTransId="{BD81087D-2525-480B-BE92-A172ACE30C2D}"/>
    <dgm:cxn modelId="{09224BB6-0C3D-4DDA-A15C-159E2D2A23DD}" type="presParOf" srcId="{ADA8D2D8-6B1D-4E4F-B97E-F7784679560A}" destId="{E18F0291-8277-4692-8DB9-DFC1041A8C99}" srcOrd="0" destOrd="0" presId="urn:microsoft.com/office/officeart/2018/2/layout/IconLabelDescriptionList"/>
    <dgm:cxn modelId="{DE6F724A-7A43-4A6B-A6DE-29568D17E124}" type="presParOf" srcId="{E18F0291-8277-4692-8DB9-DFC1041A8C99}" destId="{2232B227-898D-4958-A6BA-AB4ADAA3294C}" srcOrd="0" destOrd="0" presId="urn:microsoft.com/office/officeart/2018/2/layout/IconLabelDescriptionList"/>
    <dgm:cxn modelId="{B4896980-F3F2-4251-ABC6-F9CBB5D1C616}" type="presParOf" srcId="{E18F0291-8277-4692-8DB9-DFC1041A8C99}" destId="{63232537-DBA6-4914-B68B-8CEF0D46C629}" srcOrd="1" destOrd="0" presId="urn:microsoft.com/office/officeart/2018/2/layout/IconLabelDescriptionList"/>
    <dgm:cxn modelId="{9D5D2019-C922-425D-A52F-AC2C707BEA2C}" type="presParOf" srcId="{E18F0291-8277-4692-8DB9-DFC1041A8C99}" destId="{4762F8CC-2B90-45C8-898F-F47EB5D1BCB0}" srcOrd="2" destOrd="0" presId="urn:microsoft.com/office/officeart/2018/2/layout/IconLabelDescriptionList"/>
    <dgm:cxn modelId="{184F2628-5F86-434C-B8C4-3664D5A2C2D7}" type="presParOf" srcId="{E18F0291-8277-4692-8DB9-DFC1041A8C99}" destId="{3D84213F-A094-410A-BF24-058992928A84}" srcOrd="3" destOrd="0" presId="urn:microsoft.com/office/officeart/2018/2/layout/IconLabelDescriptionList"/>
    <dgm:cxn modelId="{BDC9C925-850D-4C1A-9503-8556FAD118FA}" type="presParOf" srcId="{E18F0291-8277-4692-8DB9-DFC1041A8C99}" destId="{F45D81FF-63CE-4FF7-8910-CC9E77B60FEB}" srcOrd="4" destOrd="0" presId="urn:microsoft.com/office/officeart/2018/2/layout/IconLabelDescriptionList"/>
    <dgm:cxn modelId="{307FF9B7-1A80-4679-8879-7B0E6E006F93}" type="presParOf" srcId="{ADA8D2D8-6B1D-4E4F-B97E-F7784679560A}" destId="{C2B51E37-D5BC-4F94-9D1C-B4FC8EF11F0B}" srcOrd="1" destOrd="0" presId="urn:microsoft.com/office/officeart/2018/2/layout/IconLabelDescriptionList"/>
    <dgm:cxn modelId="{372EC130-5012-4413-A835-7FC1A16848F4}" type="presParOf" srcId="{ADA8D2D8-6B1D-4E4F-B97E-F7784679560A}" destId="{260E0799-2121-45D2-BED7-76C66E1AC163}" srcOrd="2" destOrd="0" presId="urn:microsoft.com/office/officeart/2018/2/layout/IconLabelDescriptionList"/>
    <dgm:cxn modelId="{753A0BDC-6130-438A-AFB4-AEDE26742B47}" type="presParOf" srcId="{260E0799-2121-45D2-BED7-76C66E1AC163}" destId="{570E2156-9AAD-47FB-8745-AB1B7BCEB9AA}" srcOrd="0" destOrd="0" presId="urn:microsoft.com/office/officeart/2018/2/layout/IconLabelDescriptionList"/>
    <dgm:cxn modelId="{D421A352-9A0F-457F-AB39-0F86E1ED1792}" type="presParOf" srcId="{260E0799-2121-45D2-BED7-76C66E1AC163}" destId="{9D4AE09B-8C62-4A75-8A74-86B50FFE6C44}" srcOrd="1" destOrd="0" presId="urn:microsoft.com/office/officeart/2018/2/layout/IconLabelDescriptionList"/>
    <dgm:cxn modelId="{066D7D64-E394-434F-A93E-6557877BD75B}" type="presParOf" srcId="{260E0799-2121-45D2-BED7-76C66E1AC163}" destId="{F4B24FD1-0D5B-4127-910A-B838AD1F25CC}" srcOrd="2" destOrd="0" presId="urn:microsoft.com/office/officeart/2018/2/layout/IconLabelDescriptionList"/>
    <dgm:cxn modelId="{F0F3B970-0190-4322-9BA0-B1E2E4CB3D1E}" type="presParOf" srcId="{260E0799-2121-45D2-BED7-76C66E1AC163}" destId="{26BB808D-431B-4547-93A5-ACD0D983CBD4}" srcOrd="3" destOrd="0" presId="urn:microsoft.com/office/officeart/2018/2/layout/IconLabelDescriptionList"/>
    <dgm:cxn modelId="{C54B9ADD-33D0-4F13-82B5-08A0946B5EA5}" type="presParOf" srcId="{260E0799-2121-45D2-BED7-76C66E1AC163}" destId="{E19B10C5-F149-4C21-AF19-14CD0D26F37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77D15D-A7BD-4288-8625-4469773E5D1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BC2D9EF-2B84-44CF-9A92-3AAF4DD69829}">
      <dgm:prSet/>
      <dgm:spPr/>
      <dgm:t>
        <a:bodyPr/>
        <a:lstStyle/>
        <a:p>
          <a:pPr>
            <a:defRPr b="1"/>
          </a:pPr>
          <a:r>
            <a:rPr lang="en-US"/>
            <a:t>Attacker knows:</a:t>
          </a:r>
        </a:p>
      </dgm:t>
    </dgm:pt>
    <dgm:pt modelId="{DD219BA2-9642-4E85-AC5C-EBFFEB8308DD}" type="parTrans" cxnId="{64403F1C-5354-4E29-A6A5-950E26D1A35C}">
      <dgm:prSet/>
      <dgm:spPr/>
      <dgm:t>
        <a:bodyPr/>
        <a:lstStyle/>
        <a:p>
          <a:endParaRPr lang="en-US"/>
        </a:p>
      </dgm:t>
    </dgm:pt>
    <dgm:pt modelId="{6391EBA0-4AB5-4D74-83D7-22E0F359FB1E}" type="sibTrans" cxnId="{64403F1C-5354-4E29-A6A5-950E26D1A35C}">
      <dgm:prSet/>
      <dgm:spPr/>
      <dgm:t>
        <a:bodyPr/>
        <a:lstStyle/>
        <a:p>
          <a:endParaRPr lang="en-US"/>
        </a:p>
      </dgm:t>
    </dgm:pt>
    <dgm:pt modelId="{C7A2340D-6AB1-4DBF-8E3D-38FBD44F172A}">
      <dgm:prSet/>
      <dgm:spPr/>
      <dgm:t>
        <a:bodyPr/>
        <a:lstStyle/>
        <a:p>
          <a:r>
            <a:rPr lang="en-US"/>
            <a:t>Plaintext–ciphertext pairs</a:t>
          </a:r>
        </a:p>
      </dgm:t>
    </dgm:pt>
    <dgm:pt modelId="{2013BB7C-F6F0-46E1-9507-C2F684862553}" type="parTrans" cxnId="{35ABCAFD-BA4F-4242-A696-1724E9CCA2DE}">
      <dgm:prSet/>
      <dgm:spPr/>
      <dgm:t>
        <a:bodyPr/>
        <a:lstStyle/>
        <a:p>
          <a:endParaRPr lang="en-US"/>
        </a:p>
      </dgm:t>
    </dgm:pt>
    <dgm:pt modelId="{548C07AA-9692-4269-A264-F7CDF245CC0D}" type="sibTrans" cxnId="{35ABCAFD-BA4F-4242-A696-1724E9CCA2DE}">
      <dgm:prSet/>
      <dgm:spPr/>
      <dgm:t>
        <a:bodyPr/>
        <a:lstStyle/>
        <a:p>
          <a:endParaRPr lang="en-US"/>
        </a:p>
      </dgm:t>
    </dgm:pt>
    <dgm:pt modelId="{9F5E0211-6BEA-42BB-A0BF-62900F2F8AFB}">
      <dgm:prSet/>
      <dgm:spPr/>
      <dgm:t>
        <a:bodyPr/>
        <a:lstStyle/>
        <a:p>
          <a:pPr>
            <a:defRPr b="1"/>
          </a:pPr>
          <a:r>
            <a:rPr lang="en-US"/>
            <a:t>Goal: learn information about the key or other messages</a:t>
          </a:r>
        </a:p>
      </dgm:t>
    </dgm:pt>
    <dgm:pt modelId="{C49B7E80-2E8F-4C92-A555-3198DB4C90EB}" type="parTrans" cxnId="{EBF78782-C8A2-4437-8A16-770EC7B87BDE}">
      <dgm:prSet/>
      <dgm:spPr/>
      <dgm:t>
        <a:bodyPr/>
        <a:lstStyle/>
        <a:p>
          <a:endParaRPr lang="en-US"/>
        </a:p>
      </dgm:t>
    </dgm:pt>
    <dgm:pt modelId="{85FA724E-C2B2-452D-8F1F-CA2188A111CD}" type="sibTrans" cxnId="{EBF78782-C8A2-4437-8A16-770EC7B87BDE}">
      <dgm:prSet/>
      <dgm:spPr/>
      <dgm:t>
        <a:bodyPr/>
        <a:lstStyle/>
        <a:p>
          <a:endParaRPr lang="en-US"/>
        </a:p>
      </dgm:t>
    </dgm:pt>
    <dgm:pt modelId="{89AFCD5C-3A72-4962-80A5-6B0964E43036}" type="pres">
      <dgm:prSet presAssocID="{5577D15D-A7BD-4288-8625-4469773E5D1A}" presName="root" presStyleCnt="0">
        <dgm:presLayoutVars>
          <dgm:dir/>
          <dgm:resizeHandles val="exact"/>
        </dgm:presLayoutVars>
      </dgm:prSet>
      <dgm:spPr/>
    </dgm:pt>
    <dgm:pt modelId="{8A717E23-5AF3-4AC1-B4BB-7A006AE8C0CC}" type="pres">
      <dgm:prSet presAssocID="{ABC2D9EF-2B84-44CF-9A92-3AAF4DD69829}" presName="compNode" presStyleCnt="0"/>
      <dgm:spPr/>
    </dgm:pt>
    <dgm:pt modelId="{E99431F7-5B9D-469C-A6A5-005B9773E445}" type="pres">
      <dgm:prSet presAssocID="{ABC2D9EF-2B84-44CF-9A92-3AAF4DD6982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5CCA1B95-8251-48BA-9A13-B4E52F7C644E}" type="pres">
      <dgm:prSet presAssocID="{ABC2D9EF-2B84-44CF-9A92-3AAF4DD69829}" presName="iconSpace" presStyleCnt="0"/>
      <dgm:spPr/>
    </dgm:pt>
    <dgm:pt modelId="{F95DE66F-6774-4CD7-9585-3E562C742B63}" type="pres">
      <dgm:prSet presAssocID="{ABC2D9EF-2B84-44CF-9A92-3AAF4DD69829}" presName="parTx" presStyleLbl="revTx" presStyleIdx="0" presStyleCnt="4">
        <dgm:presLayoutVars>
          <dgm:chMax val="0"/>
          <dgm:chPref val="0"/>
        </dgm:presLayoutVars>
      </dgm:prSet>
      <dgm:spPr/>
    </dgm:pt>
    <dgm:pt modelId="{5DAD149E-D44E-4117-BF0F-917E8C79878B}" type="pres">
      <dgm:prSet presAssocID="{ABC2D9EF-2B84-44CF-9A92-3AAF4DD69829}" presName="txSpace" presStyleCnt="0"/>
      <dgm:spPr/>
    </dgm:pt>
    <dgm:pt modelId="{FC270974-E444-4A8C-A02D-08B995EAB167}" type="pres">
      <dgm:prSet presAssocID="{ABC2D9EF-2B84-44CF-9A92-3AAF4DD69829}" presName="desTx" presStyleLbl="revTx" presStyleIdx="1" presStyleCnt="4">
        <dgm:presLayoutVars/>
      </dgm:prSet>
      <dgm:spPr/>
    </dgm:pt>
    <dgm:pt modelId="{42ABE19E-F4BA-46CE-AE86-5A663965A055}" type="pres">
      <dgm:prSet presAssocID="{6391EBA0-4AB5-4D74-83D7-22E0F359FB1E}" presName="sibTrans" presStyleCnt="0"/>
      <dgm:spPr/>
    </dgm:pt>
    <dgm:pt modelId="{E33D5D15-4A72-4DF1-AFE9-6B13F58A30F0}" type="pres">
      <dgm:prSet presAssocID="{9F5E0211-6BEA-42BB-A0BF-62900F2F8AFB}" presName="compNode" presStyleCnt="0"/>
      <dgm:spPr/>
    </dgm:pt>
    <dgm:pt modelId="{CC810D1B-9511-4E2B-A863-48EC227B8289}" type="pres">
      <dgm:prSet presAssocID="{9F5E0211-6BEA-42BB-A0BF-62900F2F8AF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FA4BB01-D3A8-44C2-80FE-851B68229C43}" type="pres">
      <dgm:prSet presAssocID="{9F5E0211-6BEA-42BB-A0BF-62900F2F8AFB}" presName="iconSpace" presStyleCnt="0"/>
      <dgm:spPr/>
    </dgm:pt>
    <dgm:pt modelId="{E04DDBD6-8E58-4D41-8C05-C647AB93483C}" type="pres">
      <dgm:prSet presAssocID="{9F5E0211-6BEA-42BB-A0BF-62900F2F8AFB}" presName="parTx" presStyleLbl="revTx" presStyleIdx="2" presStyleCnt="4">
        <dgm:presLayoutVars>
          <dgm:chMax val="0"/>
          <dgm:chPref val="0"/>
        </dgm:presLayoutVars>
      </dgm:prSet>
      <dgm:spPr/>
    </dgm:pt>
    <dgm:pt modelId="{A8778A6A-24F9-4FD2-AD23-3A47C3909BDB}" type="pres">
      <dgm:prSet presAssocID="{9F5E0211-6BEA-42BB-A0BF-62900F2F8AFB}" presName="txSpace" presStyleCnt="0"/>
      <dgm:spPr/>
    </dgm:pt>
    <dgm:pt modelId="{003EFBF9-AB8D-4B91-87AA-9A354F2566F8}" type="pres">
      <dgm:prSet presAssocID="{9F5E0211-6BEA-42BB-A0BF-62900F2F8AFB}" presName="desTx" presStyleLbl="revTx" presStyleIdx="3" presStyleCnt="4">
        <dgm:presLayoutVars/>
      </dgm:prSet>
      <dgm:spPr/>
    </dgm:pt>
  </dgm:ptLst>
  <dgm:cxnLst>
    <dgm:cxn modelId="{64403F1C-5354-4E29-A6A5-950E26D1A35C}" srcId="{5577D15D-A7BD-4288-8625-4469773E5D1A}" destId="{ABC2D9EF-2B84-44CF-9A92-3AAF4DD69829}" srcOrd="0" destOrd="0" parTransId="{DD219BA2-9642-4E85-AC5C-EBFFEB8308DD}" sibTransId="{6391EBA0-4AB5-4D74-83D7-22E0F359FB1E}"/>
    <dgm:cxn modelId="{5A53CB42-D570-4C25-92AC-4C34EDA90899}" type="presOf" srcId="{9F5E0211-6BEA-42BB-A0BF-62900F2F8AFB}" destId="{E04DDBD6-8E58-4D41-8C05-C647AB93483C}" srcOrd="0" destOrd="0" presId="urn:microsoft.com/office/officeart/2018/2/layout/IconLabelDescriptionList"/>
    <dgm:cxn modelId="{99E7354F-A3B9-421D-A635-754CE587568F}" type="presOf" srcId="{5577D15D-A7BD-4288-8625-4469773E5D1A}" destId="{89AFCD5C-3A72-4962-80A5-6B0964E43036}" srcOrd="0" destOrd="0" presId="urn:microsoft.com/office/officeart/2018/2/layout/IconLabelDescriptionList"/>
    <dgm:cxn modelId="{F3158D52-18E0-45AE-8E9A-8B9C7D08FDA5}" type="presOf" srcId="{C7A2340D-6AB1-4DBF-8E3D-38FBD44F172A}" destId="{FC270974-E444-4A8C-A02D-08B995EAB167}" srcOrd="0" destOrd="0" presId="urn:microsoft.com/office/officeart/2018/2/layout/IconLabelDescriptionList"/>
    <dgm:cxn modelId="{EBF78782-C8A2-4437-8A16-770EC7B87BDE}" srcId="{5577D15D-A7BD-4288-8625-4469773E5D1A}" destId="{9F5E0211-6BEA-42BB-A0BF-62900F2F8AFB}" srcOrd="1" destOrd="0" parTransId="{C49B7E80-2E8F-4C92-A555-3198DB4C90EB}" sibTransId="{85FA724E-C2B2-452D-8F1F-CA2188A111CD}"/>
    <dgm:cxn modelId="{88776FD6-7536-403C-8B9F-9A6F1B240DC9}" type="presOf" srcId="{ABC2D9EF-2B84-44CF-9A92-3AAF4DD69829}" destId="{F95DE66F-6774-4CD7-9585-3E562C742B63}" srcOrd="0" destOrd="0" presId="urn:microsoft.com/office/officeart/2018/2/layout/IconLabelDescriptionList"/>
    <dgm:cxn modelId="{35ABCAFD-BA4F-4242-A696-1724E9CCA2DE}" srcId="{ABC2D9EF-2B84-44CF-9A92-3AAF4DD69829}" destId="{C7A2340D-6AB1-4DBF-8E3D-38FBD44F172A}" srcOrd="0" destOrd="0" parTransId="{2013BB7C-F6F0-46E1-9507-C2F684862553}" sibTransId="{548C07AA-9692-4269-A264-F7CDF245CC0D}"/>
    <dgm:cxn modelId="{CD2FA0D5-1FDA-4437-8794-A22C7A980A70}" type="presParOf" srcId="{89AFCD5C-3A72-4962-80A5-6B0964E43036}" destId="{8A717E23-5AF3-4AC1-B4BB-7A006AE8C0CC}" srcOrd="0" destOrd="0" presId="urn:microsoft.com/office/officeart/2018/2/layout/IconLabelDescriptionList"/>
    <dgm:cxn modelId="{94143355-B601-4239-8D3E-6C903986B1CB}" type="presParOf" srcId="{8A717E23-5AF3-4AC1-B4BB-7A006AE8C0CC}" destId="{E99431F7-5B9D-469C-A6A5-005B9773E445}" srcOrd="0" destOrd="0" presId="urn:microsoft.com/office/officeart/2018/2/layout/IconLabelDescriptionList"/>
    <dgm:cxn modelId="{2C6D9F10-120B-48A2-9444-3F2BB9B4DF75}" type="presParOf" srcId="{8A717E23-5AF3-4AC1-B4BB-7A006AE8C0CC}" destId="{5CCA1B95-8251-48BA-9A13-B4E52F7C644E}" srcOrd="1" destOrd="0" presId="urn:microsoft.com/office/officeart/2018/2/layout/IconLabelDescriptionList"/>
    <dgm:cxn modelId="{96C5663F-E206-4080-8006-500AB348C9F8}" type="presParOf" srcId="{8A717E23-5AF3-4AC1-B4BB-7A006AE8C0CC}" destId="{F95DE66F-6774-4CD7-9585-3E562C742B63}" srcOrd="2" destOrd="0" presId="urn:microsoft.com/office/officeart/2018/2/layout/IconLabelDescriptionList"/>
    <dgm:cxn modelId="{7C719D4E-5A96-4909-893C-D4258D57019C}" type="presParOf" srcId="{8A717E23-5AF3-4AC1-B4BB-7A006AE8C0CC}" destId="{5DAD149E-D44E-4117-BF0F-917E8C79878B}" srcOrd="3" destOrd="0" presId="urn:microsoft.com/office/officeart/2018/2/layout/IconLabelDescriptionList"/>
    <dgm:cxn modelId="{6DCFF05C-5260-40BA-A2CA-7957E80A02A5}" type="presParOf" srcId="{8A717E23-5AF3-4AC1-B4BB-7A006AE8C0CC}" destId="{FC270974-E444-4A8C-A02D-08B995EAB167}" srcOrd="4" destOrd="0" presId="urn:microsoft.com/office/officeart/2018/2/layout/IconLabelDescriptionList"/>
    <dgm:cxn modelId="{B87AEAE9-014A-43AA-8052-EC02D99CB4FB}" type="presParOf" srcId="{89AFCD5C-3A72-4962-80A5-6B0964E43036}" destId="{42ABE19E-F4BA-46CE-AE86-5A663965A055}" srcOrd="1" destOrd="0" presId="urn:microsoft.com/office/officeart/2018/2/layout/IconLabelDescriptionList"/>
    <dgm:cxn modelId="{001F46F2-D9D1-4DED-83EB-32D57A4CB24A}" type="presParOf" srcId="{89AFCD5C-3A72-4962-80A5-6B0964E43036}" destId="{E33D5D15-4A72-4DF1-AFE9-6B13F58A30F0}" srcOrd="2" destOrd="0" presId="urn:microsoft.com/office/officeart/2018/2/layout/IconLabelDescriptionList"/>
    <dgm:cxn modelId="{A2C4A811-D7B9-4447-9D30-9B7FBCE4AC9E}" type="presParOf" srcId="{E33D5D15-4A72-4DF1-AFE9-6B13F58A30F0}" destId="{CC810D1B-9511-4E2B-A863-48EC227B8289}" srcOrd="0" destOrd="0" presId="urn:microsoft.com/office/officeart/2018/2/layout/IconLabelDescriptionList"/>
    <dgm:cxn modelId="{933EE89A-C9BC-429F-926F-9DFCDC2669AE}" type="presParOf" srcId="{E33D5D15-4A72-4DF1-AFE9-6B13F58A30F0}" destId="{4FA4BB01-D3A8-44C2-80FE-851B68229C43}" srcOrd="1" destOrd="0" presId="urn:microsoft.com/office/officeart/2018/2/layout/IconLabelDescriptionList"/>
    <dgm:cxn modelId="{39E387FB-310A-4380-A188-7CEB531ABE1C}" type="presParOf" srcId="{E33D5D15-4A72-4DF1-AFE9-6B13F58A30F0}" destId="{E04DDBD6-8E58-4D41-8C05-C647AB93483C}" srcOrd="2" destOrd="0" presId="urn:microsoft.com/office/officeart/2018/2/layout/IconLabelDescriptionList"/>
    <dgm:cxn modelId="{4D109786-EDA6-4A22-8F23-31304B9E5D52}" type="presParOf" srcId="{E33D5D15-4A72-4DF1-AFE9-6B13F58A30F0}" destId="{A8778A6A-24F9-4FD2-AD23-3A47C3909BDB}" srcOrd="3" destOrd="0" presId="urn:microsoft.com/office/officeart/2018/2/layout/IconLabelDescriptionList"/>
    <dgm:cxn modelId="{A014A820-2EA4-456C-8980-E13DBE317F49}" type="presParOf" srcId="{E33D5D15-4A72-4DF1-AFE9-6B13F58A30F0}" destId="{003EFBF9-AB8D-4B91-87AA-9A354F2566F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32B227-898D-4958-A6BA-AB4ADAA3294C}">
      <dsp:nvSpPr>
        <dsp:cNvPr id="0" name=""/>
        <dsp:cNvSpPr/>
      </dsp:nvSpPr>
      <dsp:spPr>
        <a:xfrm>
          <a:off x="331199" y="24587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2F8CC-2B90-45C8-898F-F47EB5D1BCB0}">
      <dsp:nvSpPr>
        <dsp:cNvPr id="0" name=""/>
        <dsp:cNvSpPr/>
      </dsp:nvSpPr>
      <dsp:spPr>
        <a:xfrm>
          <a:off x="331199" y="169727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Attacker’s Capabilities</a:t>
          </a:r>
          <a:endParaRPr lang="en-US" sz="3600" kern="1200"/>
        </a:p>
      </dsp:txBody>
      <dsp:txXfrm>
        <a:off x="331199" y="1697274"/>
        <a:ext cx="4320000" cy="648000"/>
      </dsp:txXfrm>
    </dsp:sp>
    <dsp:sp modelId="{F45D81FF-63CE-4FF7-8910-CC9E77B60FEB}">
      <dsp:nvSpPr>
        <dsp:cNvPr id="0" name=""/>
        <dsp:cNvSpPr/>
      </dsp:nvSpPr>
      <dsp:spPr>
        <a:xfrm>
          <a:off x="331199" y="2420012"/>
          <a:ext cx="4320000" cy="1341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Sees only ciphertext(s)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Does not know the plaintexts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interaction with encryption or decryption</a:t>
          </a:r>
        </a:p>
      </dsp:txBody>
      <dsp:txXfrm>
        <a:off x="331199" y="2420012"/>
        <a:ext cx="4320000" cy="1341480"/>
      </dsp:txXfrm>
    </dsp:sp>
    <dsp:sp modelId="{570E2156-9AAD-47FB-8745-AB1B7BCEB9AA}">
      <dsp:nvSpPr>
        <dsp:cNvPr id="0" name=""/>
        <dsp:cNvSpPr/>
      </dsp:nvSpPr>
      <dsp:spPr>
        <a:xfrm>
          <a:off x="5407199" y="24587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24FD1-0D5B-4127-910A-B838AD1F25CC}">
      <dsp:nvSpPr>
        <dsp:cNvPr id="0" name=""/>
        <dsp:cNvSpPr/>
      </dsp:nvSpPr>
      <dsp:spPr>
        <a:xfrm>
          <a:off x="5407199" y="169727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Security Goal</a:t>
          </a:r>
          <a:endParaRPr lang="en-US" sz="3600" kern="1200"/>
        </a:p>
      </dsp:txBody>
      <dsp:txXfrm>
        <a:off x="5407199" y="1697274"/>
        <a:ext cx="4320000" cy="648000"/>
      </dsp:txXfrm>
    </dsp:sp>
    <dsp:sp modelId="{E19B10C5-F149-4C21-AF19-14CD0D26F37C}">
      <dsp:nvSpPr>
        <dsp:cNvPr id="0" name=""/>
        <dsp:cNvSpPr/>
      </dsp:nvSpPr>
      <dsp:spPr>
        <a:xfrm>
          <a:off x="5407199" y="2420012"/>
          <a:ext cx="4320000" cy="1341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Ciphertexts should reveal </a:t>
          </a:r>
          <a:r>
            <a:rPr lang="en-US" sz="2400" i="1" kern="1200" dirty="0"/>
            <a:t>no information</a:t>
          </a:r>
          <a:r>
            <a:rPr lang="en-US" sz="2400" kern="1200" dirty="0"/>
            <a:t> about plaintexts</a:t>
          </a:r>
        </a:p>
      </dsp:txBody>
      <dsp:txXfrm>
        <a:off x="5407199" y="2420012"/>
        <a:ext cx="4320000" cy="1341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9431F7-5B9D-469C-A6A5-005B9773E445}">
      <dsp:nvSpPr>
        <dsp:cNvPr id="0" name=""/>
        <dsp:cNvSpPr/>
      </dsp:nvSpPr>
      <dsp:spPr>
        <a:xfrm>
          <a:off x="331199" y="438874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DE66F-6774-4CD7-9585-3E562C742B63}">
      <dsp:nvSpPr>
        <dsp:cNvPr id="0" name=""/>
        <dsp:cNvSpPr/>
      </dsp:nvSpPr>
      <dsp:spPr>
        <a:xfrm>
          <a:off x="331199" y="207593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Attacker knows:</a:t>
          </a:r>
        </a:p>
      </dsp:txBody>
      <dsp:txXfrm>
        <a:off x="331199" y="2075932"/>
        <a:ext cx="4320000" cy="648000"/>
      </dsp:txXfrm>
    </dsp:sp>
    <dsp:sp modelId="{FC270974-E444-4A8C-A02D-08B995EAB167}">
      <dsp:nvSpPr>
        <dsp:cNvPr id="0" name=""/>
        <dsp:cNvSpPr/>
      </dsp:nvSpPr>
      <dsp:spPr>
        <a:xfrm>
          <a:off x="331199" y="2782099"/>
          <a:ext cx="4320000" cy="565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Plaintext–ciphertext pairs</a:t>
          </a:r>
        </a:p>
      </dsp:txBody>
      <dsp:txXfrm>
        <a:off x="331199" y="2782099"/>
        <a:ext cx="4320000" cy="565105"/>
      </dsp:txXfrm>
    </dsp:sp>
    <dsp:sp modelId="{CC810D1B-9511-4E2B-A863-48EC227B8289}">
      <dsp:nvSpPr>
        <dsp:cNvPr id="0" name=""/>
        <dsp:cNvSpPr/>
      </dsp:nvSpPr>
      <dsp:spPr>
        <a:xfrm>
          <a:off x="5407199" y="438874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DDBD6-8E58-4D41-8C05-C647AB93483C}">
      <dsp:nvSpPr>
        <dsp:cNvPr id="0" name=""/>
        <dsp:cNvSpPr/>
      </dsp:nvSpPr>
      <dsp:spPr>
        <a:xfrm>
          <a:off x="5407199" y="207593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Goal: learn information about the key or other messages</a:t>
          </a:r>
        </a:p>
      </dsp:txBody>
      <dsp:txXfrm>
        <a:off x="5407199" y="2075932"/>
        <a:ext cx="4320000" cy="648000"/>
      </dsp:txXfrm>
    </dsp:sp>
    <dsp:sp modelId="{003EFBF9-AB8D-4B91-87AA-9A354F2566F8}">
      <dsp:nvSpPr>
        <dsp:cNvPr id="0" name=""/>
        <dsp:cNvSpPr/>
      </dsp:nvSpPr>
      <dsp:spPr>
        <a:xfrm>
          <a:off x="5407199" y="2782099"/>
          <a:ext cx="4320000" cy="565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3E5F43-35F1-4AA9-A08B-88A97B8F36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179F8-B191-48B5-88A7-B770E073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79F8-B191-48B5-88A7-B770E073CE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20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683967-C9E4-FC47-9B2F-BF1BE9D7C548}" type="slidenum">
              <a:rPr lang="en-AU" smtClean="0">
                <a:latin typeface="Arial" pitchFamily="-1" charset="0"/>
              </a:rPr>
              <a:pPr/>
              <a:t>13</a:t>
            </a:fld>
            <a:endParaRPr lang="en-AU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80484F-2602-2542-B3D2-6D7AE2CF424B}" type="slidenum">
              <a:rPr lang="en-AU">
                <a:latin typeface="Arial" pitchFamily="-1" charset="0"/>
              </a:rPr>
              <a:pPr/>
              <a:t>15</a:t>
            </a:fld>
            <a:endParaRPr lang="en-AU">
              <a:latin typeface="Arial" pitchFamily="-1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\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179F8-B191-48B5-88A7-B770E073CED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72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0138E-8078-4E3A-8373-9150EA04DAB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437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5A58-EA83-49CC-ABA8-CA85EDDED70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9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BCDB-426E-4AD5-AA9B-ED16FF82B485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335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2ECA-0821-44BB-87A7-E8BC9DC6B35A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18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D8182-D4B3-4F46-A173-0EECB32CC02B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38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0F7F-D3A5-44ED-B396-BFA5D2E24B29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7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50408-75CC-4375-A77F-D7ED56F1A57C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53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0EE2CCC-31A0-4B75-9A9F-1855C1472E76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E413A7-32C0-42B9-8169-A32BFBDA2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30544-84AF-44C1-9E62-DFF6B17B6239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5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F7E4A-9914-44DE-84CC-53E3C935A916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213D6-4E81-4274-83ED-EEFC9F5635A5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3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48CDD67-23B1-4E00-ACFC-B29F88966B92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E413A7-32C0-42B9-8169-A32BFBDA280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532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xzhang48@kennesaw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10" Type="http://schemas.microsoft.com/office/2007/relationships/hdphoto" Target="../media/hdphoto3.wdp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7.jpeg"/><Relationship Id="rId12" Type="http://schemas.microsoft.com/office/2007/relationships/hdphoto" Target="../media/hdphoto4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microsoft.com/office/2007/relationships/hdphoto" Target="../media/hdphoto3.wdp"/><Relationship Id="rId4" Type="http://schemas.microsoft.com/office/2007/relationships/hdphoto" Target="../media/hdphoto1.wdp"/><Relationship Id="rId9" Type="http://schemas.openxmlformats.org/officeDocument/2006/relationships/image" Target="../media/image9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7.jpeg"/><Relationship Id="rId12" Type="http://schemas.microsoft.com/office/2007/relationships/hdphoto" Target="../media/hdphoto4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microsoft.com/office/2007/relationships/hdphoto" Target="../media/hdphoto3.wdp"/><Relationship Id="rId4" Type="http://schemas.microsoft.com/office/2007/relationships/hdphoto" Target="../media/hdphoto1.wdp"/><Relationship Id="rId9" Type="http://schemas.openxmlformats.org/officeDocument/2006/relationships/image" Target="../media/image9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microsoft.com/office/2007/relationships/hdphoto" Target="../media/hdphoto7.wdp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17" Type="http://schemas.microsoft.com/office/2007/relationships/hdphoto" Target="../media/hdphoto9.wdp"/><Relationship Id="rId2" Type="http://schemas.openxmlformats.org/officeDocument/2006/relationships/image" Target="../media/image14.jpe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hdphoto" Target="../media/hdphoto6.wdp"/><Relationship Id="rId5" Type="http://schemas.openxmlformats.org/officeDocument/2006/relationships/image" Target="../media/image6.png"/><Relationship Id="rId15" Type="http://schemas.microsoft.com/office/2007/relationships/hdphoto" Target="../media/hdphoto8.wdp"/><Relationship Id="rId10" Type="http://schemas.openxmlformats.org/officeDocument/2006/relationships/image" Target="../media/image17.png"/><Relationship Id="rId4" Type="http://schemas.microsoft.com/office/2007/relationships/hdphoto" Target="../media/hdphoto1.wdp"/><Relationship Id="rId9" Type="http://schemas.microsoft.com/office/2007/relationships/hdphoto" Target="../media/hdphoto5.wdp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11" Type="http://schemas.openxmlformats.org/officeDocument/2006/relationships/image" Target="../media/image11.png"/><Relationship Id="rId5" Type="http://schemas.openxmlformats.org/officeDocument/2006/relationships/image" Target="../media/image9.png"/><Relationship Id="rId10" Type="http://schemas.microsoft.com/office/2007/relationships/hdphoto" Target="../media/hdphoto1.wdp"/><Relationship Id="rId4" Type="http://schemas.microsoft.com/office/2007/relationships/hdphoto" Target="../media/hdphoto2.wdp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microsoft.com/office/2007/relationships/hdphoto" Target="../media/hdphoto12.wdp"/><Relationship Id="rId1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microsoft.com/office/2007/relationships/hdphoto" Target="../media/hdphoto10.wdp"/><Relationship Id="rId12" Type="http://schemas.openxmlformats.org/officeDocument/2006/relationships/image" Target="../media/image24.png"/><Relationship Id="rId17" Type="http://schemas.microsoft.com/office/2007/relationships/hdphoto" Target="../media/hdphoto13.wdp"/><Relationship Id="rId2" Type="http://schemas.openxmlformats.org/officeDocument/2006/relationships/image" Target="../media/image5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microsoft.com/office/2007/relationships/hdphoto" Target="../media/hdphoto3.wdp"/><Relationship Id="rId5" Type="http://schemas.microsoft.com/office/2007/relationships/hdphoto" Target="../media/hdphoto2.wdp"/><Relationship Id="rId15" Type="http://schemas.microsoft.com/office/2007/relationships/hdphoto" Target="../media/hdphoto4.wdp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microsoft.com/office/2007/relationships/hdphoto" Target="../media/hdphoto11.wdp"/><Relationship Id="rId1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microsoft.com/office/2007/relationships/hdphoto" Target="../media/hdphoto12.wdp"/><Relationship Id="rId1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microsoft.com/office/2007/relationships/hdphoto" Target="../media/hdphoto10.wdp"/><Relationship Id="rId12" Type="http://schemas.openxmlformats.org/officeDocument/2006/relationships/image" Target="../media/image24.png"/><Relationship Id="rId17" Type="http://schemas.microsoft.com/office/2007/relationships/hdphoto" Target="../media/hdphoto13.wdp"/><Relationship Id="rId2" Type="http://schemas.openxmlformats.org/officeDocument/2006/relationships/image" Target="../media/image5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microsoft.com/office/2007/relationships/hdphoto" Target="../media/hdphoto3.wdp"/><Relationship Id="rId5" Type="http://schemas.microsoft.com/office/2007/relationships/hdphoto" Target="../media/hdphoto2.wdp"/><Relationship Id="rId15" Type="http://schemas.microsoft.com/office/2007/relationships/hdphoto" Target="../media/hdphoto4.wdp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microsoft.com/office/2007/relationships/hdphoto" Target="../media/hdphoto11.wdp"/><Relationship Id="rId1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microsoft.com/office/2007/relationships/hdphoto" Target="../media/hdphoto12.wdp"/><Relationship Id="rId1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microsoft.com/office/2007/relationships/hdphoto" Target="../media/hdphoto10.wdp"/><Relationship Id="rId12" Type="http://schemas.openxmlformats.org/officeDocument/2006/relationships/image" Target="../media/image24.png"/><Relationship Id="rId17" Type="http://schemas.microsoft.com/office/2007/relationships/hdphoto" Target="../media/hdphoto13.wdp"/><Relationship Id="rId2" Type="http://schemas.openxmlformats.org/officeDocument/2006/relationships/image" Target="../media/image5.png"/><Relationship Id="rId16" Type="http://schemas.openxmlformats.org/officeDocument/2006/relationships/image" Target="../media/image25.png"/><Relationship Id="rId20" Type="http://schemas.microsoft.com/office/2007/relationships/hdphoto" Target="../media/hdphoto14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microsoft.com/office/2007/relationships/hdphoto" Target="../media/hdphoto3.wdp"/><Relationship Id="rId5" Type="http://schemas.microsoft.com/office/2007/relationships/hdphoto" Target="../media/hdphoto2.wdp"/><Relationship Id="rId15" Type="http://schemas.microsoft.com/office/2007/relationships/hdphoto" Target="../media/hdphoto4.wdp"/><Relationship Id="rId10" Type="http://schemas.openxmlformats.org/officeDocument/2006/relationships/image" Target="../media/image9.png"/><Relationship Id="rId19" Type="http://schemas.openxmlformats.org/officeDocument/2006/relationships/image" Target="../media/image26.png"/><Relationship Id="rId4" Type="http://schemas.openxmlformats.org/officeDocument/2006/relationships/image" Target="../media/image6.png"/><Relationship Id="rId9" Type="http://schemas.microsoft.com/office/2007/relationships/hdphoto" Target="../media/hdphoto11.wdp"/><Relationship Id="rId1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E220058-3FCE-496E-ADF2-D8A6961F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93F809-7E50-4AAD-8E26-87820793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C7C9BFF-1F41-4554-BB80-55EEDE9F6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6504" y="758952"/>
            <a:ext cx="7785225" cy="3566160"/>
          </a:xfrm>
        </p:spPr>
        <p:txBody>
          <a:bodyPr>
            <a:normAutofit/>
          </a:bodyPr>
          <a:lstStyle/>
          <a:p>
            <a:r>
              <a:rPr lang="en-US" sz="4400" dirty="0"/>
              <a:t>CS 3626: Cryptography</a:t>
            </a: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Lecture 1: Introduction to Cryptography Concepts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B4463-78DF-4670-973B-53A152711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6504" y="4455620"/>
            <a:ext cx="7321946" cy="1143000"/>
          </a:xfrm>
        </p:spPr>
        <p:txBody>
          <a:bodyPr>
            <a:normAutofit/>
          </a:bodyPr>
          <a:lstStyle/>
          <a:p>
            <a:r>
              <a:rPr lang="en-US" dirty="0"/>
              <a:t>Instructor: </a:t>
            </a:r>
            <a:r>
              <a:rPr lang="en-US" dirty="0" err="1"/>
              <a:t>Xinyue</a:t>
            </a:r>
            <a:r>
              <a:rPr lang="en-US" dirty="0"/>
              <a:t> Zhang</a:t>
            </a:r>
          </a:p>
          <a:p>
            <a:r>
              <a:rPr lang="en-US" dirty="0"/>
              <a:t>Spring 2026</a:t>
            </a:r>
          </a:p>
        </p:txBody>
      </p:sp>
      <p:pic>
        <p:nvPicPr>
          <p:cNvPr id="9" name="Graphic 6" descr="Key">
            <a:extLst>
              <a:ext uri="{FF2B5EF4-FFF2-40B4-BE49-F238E27FC236}">
                <a16:creationId xmlns:a16="http://schemas.microsoft.com/office/drawing/2014/main" id="{A8498306-62F9-4D8C-A9C2-A47F6DE5E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1600000">
            <a:off x="929818" y="1944907"/>
            <a:ext cx="2449486" cy="244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E9C5090-7D25-41E3-A6D3-CCAEE505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BF8809-0DAC-41E5-A212-ACB4A01B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FA855-1B09-4883-8696-95F728EC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4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3AE78-0362-DB46-9DAE-8087BC722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Syllabus &amp; Introduce Myself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FE33C-AC48-1446-A1FC-E77923DDF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n-US" altLang="zh-CN" b="1" dirty="0">
                <a:ea typeface="+mj-ea"/>
              </a:rPr>
              <a:t>Syllabus can be downloaded via D2L.</a:t>
            </a:r>
          </a:p>
          <a:p>
            <a:r>
              <a:rPr lang="en-US" altLang="zh-CN" dirty="0" err="1"/>
              <a:t>Xinyue</a:t>
            </a:r>
            <a:r>
              <a:rPr lang="en-US" altLang="zh-CN" dirty="0"/>
              <a:t> Zhang</a:t>
            </a:r>
          </a:p>
          <a:p>
            <a:r>
              <a:rPr lang="en-US" altLang="zh-CN" dirty="0"/>
              <a:t>Email: </a:t>
            </a:r>
            <a:r>
              <a:rPr lang="en-US" altLang="zh-CN" dirty="0">
                <a:hlinkClick r:id="rId3"/>
              </a:rPr>
              <a:t>xzhang48@kennesaw.edu</a:t>
            </a:r>
            <a:endParaRPr lang="en-US" altLang="zh-CN" dirty="0"/>
          </a:p>
          <a:p>
            <a:r>
              <a:rPr lang="en-US" altLang="zh-CN" dirty="0"/>
              <a:t>Office Hour: </a:t>
            </a:r>
          </a:p>
          <a:p>
            <a:pPr lvl="1"/>
            <a:r>
              <a:rPr lang="en-US" altLang="zh-CN" dirty="0"/>
              <a:t>Online via Teams,</a:t>
            </a:r>
          </a:p>
          <a:p>
            <a:pPr lvl="1"/>
            <a:r>
              <a:rPr lang="en-US" altLang="zh-CN" dirty="0"/>
              <a:t>15:30 – 17:00 on Tuesday and Thursday, or by appointment.</a:t>
            </a:r>
          </a:p>
          <a:p>
            <a:pPr lvl="1"/>
            <a:r>
              <a:rPr lang="en-US" altLang="zh-CN" b="1" dirty="0">
                <a:ea typeface="+mj-ea"/>
              </a:rPr>
              <a:t>Zhang</a:t>
            </a:r>
            <a:r>
              <a:rPr lang="zh-CN" altLang="en-US" dirty="0">
                <a:ea typeface="+mj-ea"/>
              </a:rPr>
              <a:t> </a:t>
            </a:r>
            <a:r>
              <a:rPr lang="en-US" dirty="0">
                <a:ea typeface="+mj-ea"/>
              </a:rPr>
              <a:t>is pronounced as “John</a:t>
            </a:r>
            <a:r>
              <a:rPr lang="en-US" b="1" dirty="0">
                <a:ea typeface="+mj-ea"/>
              </a:rPr>
              <a:t> </a:t>
            </a:r>
            <a:r>
              <a:rPr lang="en-US" dirty="0">
                <a:ea typeface="+mj-ea"/>
              </a:rPr>
              <a:t>+ g”, with the J in John pronounced like the Bon</a:t>
            </a:r>
            <a:r>
              <a:rPr lang="en-US" b="1" dirty="0">
                <a:ea typeface="+mj-ea"/>
              </a:rPr>
              <a:t>jo</a:t>
            </a:r>
            <a:r>
              <a:rPr lang="en-US" dirty="0">
                <a:ea typeface="+mj-ea"/>
              </a:rPr>
              <a:t>ur “</a:t>
            </a:r>
            <a:r>
              <a:rPr lang="en-US" dirty="0" err="1">
                <a:ea typeface="+mj-ea"/>
              </a:rPr>
              <a:t>zh</a:t>
            </a:r>
            <a:r>
              <a:rPr lang="en-US" dirty="0">
                <a:ea typeface="+mj-ea"/>
              </a:rPr>
              <a:t>” sound, in French.</a:t>
            </a:r>
            <a:r>
              <a:rPr lang="en-US" b="1" dirty="0">
                <a:ea typeface="+mj-ea"/>
              </a:rPr>
              <a:t> </a:t>
            </a:r>
            <a:endParaRPr lang="en-US" dirty="0">
              <a:ea typeface="+mj-ea"/>
            </a:endParaRPr>
          </a:p>
          <a:p>
            <a:r>
              <a:rPr lang="en-US" dirty="0">
                <a:ea typeface="+mj-ea"/>
              </a:rPr>
              <a:t>Tip: tongue is curled back to gently touch the roof of your mouth very far back, well behind the ridge of your gums.</a:t>
            </a:r>
          </a:p>
        </p:txBody>
      </p:sp>
      <p:pic>
        <p:nvPicPr>
          <p:cNvPr id="1026" name="Picture 2" descr="University of Houston: Rankings, Fees, Courses, Admission 2021, Eligibility  &amp;amp; Scholarships">
            <a:extLst>
              <a:ext uri="{FF2B5EF4-FFF2-40B4-BE49-F238E27FC236}">
                <a16:creationId xmlns:a16="http://schemas.microsoft.com/office/drawing/2014/main" id="{77801C47-FBC5-D74B-A1EA-908351DB03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4" r="21335"/>
          <a:stretch/>
        </p:blipFill>
        <p:spPr bwMode="auto">
          <a:xfrm>
            <a:off x="8020570" y="1916318"/>
            <a:ext cx="3135109" cy="347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ECCB3-FD05-C44B-BD3E-66F259DD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EE413A7-32C0-42B9-8169-A32BFBDA280A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4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1EEDE-EE2F-47BC-A335-AF437F02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we need cryptography?</a:t>
            </a:r>
            <a:endParaRPr lang="en-US" dirty="0"/>
          </a:p>
        </p:txBody>
      </p:sp>
      <p:pic>
        <p:nvPicPr>
          <p:cNvPr id="1030" name="Picture 6" descr="Black Hat Python — Sniffing. Its been a while since I have posted… | by  Ismail Akkila | Medium">
            <a:extLst>
              <a:ext uri="{FF2B5EF4-FFF2-40B4-BE49-F238E27FC236}">
                <a16:creationId xmlns:a16="http://schemas.microsoft.com/office/drawing/2014/main" id="{B1BD7F63-5EB3-4229-BB62-EFAE8CC3F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682" y="2624155"/>
            <a:ext cx="1828800" cy="115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lice">
            <a:extLst>
              <a:ext uri="{FF2B5EF4-FFF2-40B4-BE49-F238E27FC236}">
                <a16:creationId xmlns:a16="http://schemas.microsoft.com/office/drawing/2014/main" id="{1DABBEB7-D8DC-48EB-BD37-792626E02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896" b="89827" l="9949" r="92347">
                        <a14:foregroundMark x1="53444" y1="14394" x2="53444" y2="14394"/>
                        <a14:foregroundMark x1="55995" y1="12338" x2="55995" y2="12338"/>
                        <a14:foregroundMark x1="56760" y1="15801" x2="56760" y2="15801"/>
                        <a14:foregroundMark x1="59311" y1="20779" x2="59311" y2="20779"/>
                        <a14:foregroundMark x1="59311" y1="20779" x2="59311" y2="20779"/>
                        <a14:foregroundMark x1="29464" y1="14394" x2="29464" y2="14394"/>
                        <a14:foregroundMark x1="29464" y1="14394" x2="29464" y2="14394"/>
                        <a14:foregroundMark x1="27041" y1="22835" x2="37755" y2="17208"/>
                        <a14:foregroundMark x1="32015" y1="12987" x2="66582" y2="33658"/>
                        <a14:foregroundMark x1="66582" y1="33658" x2="70026" y2="69156"/>
                        <a14:foregroundMark x1="70026" y1="69156" x2="27296" y2="71970"/>
                        <a14:foregroundMark x1="27296" y1="71970" x2="75255" y2="74892"/>
                        <a14:foregroundMark x1="75255" y1="74892" x2="92347" y2="71320"/>
                        <a14:foregroundMark x1="71684" y1="29221" x2="49362" y2="11580"/>
                        <a14:foregroundMark x1="40306" y1="10173" x2="71684" y2="34957"/>
                        <a14:foregroundMark x1="71684" y1="34957" x2="50383" y2="3896"/>
                        <a14:foregroundMark x1="50383" y1="3896" x2="21684" y2="30736"/>
                        <a14:foregroundMark x1="12370" y1="58046" x2="10204" y2="64394"/>
                        <a14:foregroundMark x1="21684" y1="30736" x2="13678" y2="54212"/>
                        <a14:foregroundMark x1="10204" y1="64394" x2="50128" y2="78247"/>
                        <a14:foregroundMark x1="50128" y1="78247" x2="91071" y2="70022"/>
                        <a14:foregroundMark x1="91071" y1="70022" x2="66709" y2="53030"/>
                        <a14:foregroundMark x1="77423" y1="66342" x2="84056" y2="71320"/>
                        <a14:backgroundMark x1="13010" y1="56494" x2="13010" y2="56494"/>
                        <a14:backgroundMark x1="10459" y1="56494" x2="10459" y2="56494"/>
                        <a14:backgroundMark x1="8801" y1="56494" x2="13776" y2="56494"/>
                        <a14:backgroundMark x1="9694" y1="55087" x2="9694" y2="55087"/>
                        <a14:backgroundMark x1="8036" y1="54437" x2="13010" y2="55844"/>
                        <a14:backgroundMark x1="13010" y1="55087" x2="13010" y2="550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8653" y="3239197"/>
            <a:ext cx="1163782" cy="13716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1EF26A9-AAA4-47CD-AFA4-DF36605C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302" b="96667" l="9941" r="96588">
                        <a14:foregroundMark x1="41543" y1="11111" x2="54303" y2="7302"/>
                        <a14:foregroundMark x1="54303" y1="7302" x2="56380" y2="9683"/>
                        <a14:foregroundMark x1="88872" y1="68095" x2="95252" y2="80476"/>
                        <a14:foregroundMark x1="95252" y1="80476" x2="95401" y2="95079"/>
                        <a14:foregroundMark x1="95401" y1="95079" x2="40801" y2="94921"/>
                        <a14:foregroundMark x1="40801" y1="94921" x2="53858" y2="84762"/>
                        <a14:foregroundMark x1="53858" y1="84762" x2="40356" y2="90159"/>
                        <a14:foregroundMark x1="40356" y1="90159" x2="57270" y2="81587"/>
                        <a14:foregroundMark x1="57270" y1="81587" x2="71810" y2="80794"/>
                        <a14:foregroundMark x1="71810" y1="80794" x2="85312" y2="83333"/>
                        <a14:foregroundMark x1="85312" y1="83333" x2="75223" y2="93016"/>
                        <a14:foregroundMark x1="75223" y1="93016" x2="45252" y2="92063"/>
                        <a14:foregroundMark x1="45252" y1="92063" x2="72404" y2="91587"/>
                        <a14:foregroundMark x1="72404" y1="91587" x2="33680" y2="87619"/>
                        <a14:foregroundMark x1="33680" y1="87619" x2="59199" y2="86825"/>
                        <a14:foregroundMark x1="59199" y1="86825" x2="43620" y2="87619"/>
                        <a14:foregroundMark x1="43620" y1="87619" x2="56380" y2="82222"/>
                        <a14:foregroundMark x1="56380" y1="82222" x2="43323" y2="88254"/>
                        <a14:foregroundMark x1="43323" y1="88254" x2="54896" y2="80794"/>
                        <a14:foregroundMark x1="54896" y1="80794" x2="35905" y2="87619"/>
                        <a14:foregroundMark x1="35905" y1="87619" x2="66914" y2="83175"/>
                        <a14:foregroundMark x1="66914" y1="83175" x2="47478" y2="87460"/>
                        <a14:foregroundMark x1="47478" y1="87460" x2="82938" y2="86667"/>
                        <a14:foregroundMark x1="82938" y1="86667" x2="63353" y2="88095"/>
                        <a14:foregroundMark x1="63353" y1="88095" x2="64243" y2="88571"/>
                        <a14:foregroundMark x1="10089" y1="75714" x2="8605" y2="90635"/>
                        <a14:foregroundMark x1="8605" y1="90635" x2="26706" y2="91905"/>
                        <a14:foregroundMark x1="26706" y1="91905" x2="11573" y2="85714"/>
                        <a14:foregroundMark x1="11573" y1="85714" x2="40950" y2="88889"/>
                        <a14:foregroundMark x1="40950" y1="88889" x2="18398" y2="89841"/>
                        <a14:foregroundMark x1="18398" y1="89841" x2="34125" y2="90159"/>
                        <a14:foregroundMark x1="34125" y1="90159" x2="17507" y2="90000"/>
                        <a14:foregroundMark x1="17507" y1="90000" x2="32789" y2="89524"/>
                        <a14:foregroundMark x1="32789" y1="89524" x2="50593" y2="90476"/>
                        <a14:foregroundMark x1="50593" y1="90476" x2="14243" y2="93810"/>
                        <a14:foregroundMark x1="14243" y1="93810" x2="34273" y2="96825"/>
                        <a14:foregroundMark x1="34273" y1="96825" x2="79525" y2="92063"/>
                        <a14:foregroundMark x1="79525" y1="92063" x2="90801" y2="83968"/>
                        <a14:foregroundMark x1="90801" y1="83968" x2="85163" y2="97143"/>
                        <a14:foregroundMark x1="85163" y1="97143" x2="15579" y2="94762"/>
                        <a14:foregroundMark x1="15579" y1="94762" x2="31157" y2="95397"/>
                        <a14:foregroundMark x1="31157" y1="95397" x2="45549" y2="95079"/>
                        <a14:foregroundMark x1="45549" y1="95079" x2="17062" y2="96667"/>
                        <a14:foregroundMark x1="17062" y1="96667" x2="82641" y2="90317"/>
                        <a14:foregroundMark x1="82641" y1="90317" x2="92285" y2="79365"/>
                        <a14:foregroundMark x1="92285" y1="79365" x2="91543" y2="93810"/>
                        <a14:foregroundMark x1="91543" y1="93810" x2="61128" y2="94127"/>
                        <a14:foregroundMark x1="61128" y1="94127" x2="79970" y2="92063"/>
                        <a14:foregroundMark x1="92433" y1="71429" x2="95994" y2="84921"/>
                        <a14:foregroundMark x1="95994" y1="84921" x2="92730" y2="71270"/>
                        <a14:foregroundMark x1="92730" y1="71270" x2="96142" y2="84921"/>
                        <a14:foregroundMark x1="96142" y1="84921" x2="89466" y2="97302"/>
                        <a14:foregroundMark x1="89466" y1="97302" x2="94659" y2="82381"/>
                        <a14:foregroundMark x1="94659" y1="82381" x2="95104" y2="96667"/>
                        <a14:foregroundMark x1="95104" y1="96667" x2="96588" y2="9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166" y="3199537"/>
            <a:ext cx="1382584" cy="12923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9C5839-CE59-41C0-B983-1F62B48425C2}"/>
              </a:ext>
            </a:extLst>
          </p:cNvPr>
          <p:cNvSpPr txBox="1"/>
          <p:nvPr/>
        </p:nvSpPr>
        <p:spPr>
          <a:xfrm>
            <a:off x="1972188" y="4643329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1D9A9-242D-4B75-A4D8-20717A4E3EDE}"/>
              </a:ext>
            </a:extLst>
          </p:cNvPr>
          <p:cNvSpPr txBox="1"/>
          <p:nvPr/>
        </p:nvSpPr>
        <p:spPr>
          <a:xfrm>
            <a:off x="9666455" y="4610797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Bob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476CB40A-0913-43FA-AFD8-FE3738220CF3}"/>
              </a:ext>
            </a:extLst>
          </p:cNvPr>
          <p:cNvSpPr/>
          <p:nvPr/>
        </p:nvSpPr>
        <p:spPr>
          <a:xfrm>
            <a:off x="4705333" y="3708957"/>
            <a:ext cx="2362200" cy="13716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51FDB"/>
                </a:solidFill>
              </a:rPr>
              <a:t>Insecure Channel(e.g., Internet)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15005F-7122-408B-8E77-6138BAFAA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302629" y="4177891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651201-E049-4DAD-B782-C9B7CA629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68620" y="4134203"/>
            <a:ext cx="15394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Can You Be Charged with a Crime for Eavesdropping in California? | Chambers  Law Firm">
            <a:extLst>
              <a:ext uri="{FF2B5EF4-FFF2-40B4-BE49-F238E27FC236}">
                <a16:creationId xmlns:a16="http://schemas.microsoft.com/office/drawing/2014/main" id="{3CE9ABFF-E6CE-4773-8BF5-6FBFA1910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220" y="2478826"/>
            <a:ext cx="1828800" cy="138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vil Icon">
            <a:extLst>
              <a:ext uri="{FF2B5EF4-FFF2-40B4-BE49-F238E27FC236}">
                <a16:creationId xmlns:a16="http://schemas.microsoft.com/office/drawing/2014/main" id="{C86D9736-C041-41FF-A978-2F3F3AE30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406" y="1755229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EA6EA4-BCB8-4543-A778-08AA7A55A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032" idx="2"/>
          </p:cNvCxnSpPr>
          <p:nvPr/>
        </p:nvCxnSpPr>
        <p:spPr>
          <a:xfrm flipH="1" flipV="1">
            <a:off x="5900606" y="2669629"/>
            <a:ext cx="13735" cy="1039328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EB7426E-A05A-41F1-8228-1C0F9CC3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54789" y="3343059"/>
            <a:ext cx="1002839" cy="1204353"/>
            <a:chOff x="736469" y="3388797"/>
            <a:chExt cx="1002839" cy="1204353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A036E58-872B-4AE2-BCDF-FBC9AE274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562" b="99438" l="0" r="93506">
                          <a14:foregroundMark x1="1948" y1="20787" x2="45130" y2="6180"/>
                          <a14:foregroundMark x1="45130" y1="6180" x2="90584" y2="11236"/>
                          <a14:foregroundMark x1="90584" y1="11236" x2="87987" y2="92135"/>
                          <a14:foregroundMark x1="87987" y1="92135" x2="41234" y2="96348"/>
                          <a14:foregroundMark x1="41234" y1="96348" x2="1623" y2="76124"/>
                          <a14:foregroundMark x1="1623" y1="76124" x2="4870" y2="31742"/>
                          <a14:foregroundMark x1="4870" y1="31742" x2="5519" y2="80899"/>
                          <a14:foregroundMark x1="5519" y1="80899" x2="8117" y2="36798"/>
                          <a14:foregroundMark x1="8117" y1="36798" x2="48052" y2="11236"/>
                          <a14:foregroundMark x1="48052" y1="11236" x2="87987" y2="30899"/>
                          <a14:foregroundMark x1="87987" y1="30899" x2="85065" y2="71067"/>
                          <a14:foregroundMark x1="85065" y1="71067" x2="45455" y2="91573"/>
                          <a14:foregroundMark x1="45455" y1="91573" x2="5519" y2="91292"/>
                          <a14:foregroundMark x1="24026" y1="6180" x2="71104" y2="6180"/>
                          <a14:foregroundMark x1="71104" y1="6180" x2="24351" y2="3090"/>
                          <a14:foregroundMark x1="24351" y1="3090" x2="74351" y2="1124"/>
                          <a14:foregroundMark x1="74351" y1="1124" x2="92857" y2="39888"/>
                          <a14:foregroundMark x1="92857" y1="39888" x2="92208" y2="81742"/>
                          <a14:foregroundMark x1="92208" y1="81742" x2="48701" y2="95506"/>
                          <a14:foregroundMark x1="48701" y1="95506" x2="5195" y2="82022"/>
                          <a14:foregroundMark x1="5195" y1="82022" x2="51948" y2="92416"/>
                          <a14:foregroundMark x1="51948" y1="92416" x2="6169" y2="97472"/>
                          <a14:foregroundMark x1="6169" y1="97472" x2="2922" y2="97191"/>
                          <a14:foregroundMark x1="0" y1="46910" x2="17532" y2="27528"/>
                          <a14:foregroundMark x1="35714" y1="40730" x2="32468" y2="19944"/>
                          <a14:foregroundMark x1="46429" y1="39045" x2="46429" y2="37640"/>
                          <a14:foregroundMark x1="48377" y1="35955" x2="35714" y2="42416"/>
                          <a14:foregroundMark x1="38636" y1="37079" x2="25974" y2="42416"/>
                          <a14:foregroundMark x1="18831" y1="36517" x2="67532" y2="37079"/>
                          <a14:foregroundMark x1="21104" y1="36517" x2="74351" y2="37079"/>
                          <a14:foregroundMark x1="32468" y1="35393" x2="74351" y2="35393"/>
                          <a14:foregroundMark x1="33766" y1="43258" x2="75325" y2="43820"/>
                          <a14:foregroundMark x1="16234" y1="53652" x2="78571" y2="55337"/>
                          <a14:foregroundMark x1="5519" y1="61517" x2="52597" y2="63764"/>
                          <a14:foregroundMark x1="52597" y1="63764" x2="61688" y2="53371"/>
                          <a14:foregroundMark x1="15584" y1="61517" x2="49351" y2="60674"/>
                          <a14:foregroundMark x1="71753" y1="53371" x2="68182" y2="53652"/>
                          <a14:foregroundMark x1="35065" y1="85674" x2="80195" y2="98034"/>
                          <a14:foregroundMark x1="80195" y1="98034" x2="73052" y2="87079"/>
                          <a14:foregroundMark x1="6494" y1="87640" x2="10390" y2="93820"/>
                          <a14:foregroundMark x1="9740" y1="82865" x2="10714" y2="85674"/>
                          <a14:foregroundMark x1="60390" y1="79775" x2="62013" y2="87079"/>
                          <a14:foregroundMark x1="80195" y1="81461" x2="83117" y2="88764"/>
                          <a14:foregroundMark x1="23377" y1="3652" x2="70455" y2="4213"/>
                          <a14:foregroundMark x1="70455" y1="4213" x2="25000" y2="12079"/>
                          <a14:foregroundMark x1="25000" y1="12079" x2="2273" y2="47753"/>
                          <a14:foregroundMark x1="2273" y1="47753" x2="2273" y2="87921"/>
                          <a14:foregroundMark x1="2273" y1="87921" x2="16234" y2="99719"/>
                          <a14:foregroundMark x1="5519" y1="18258" x2="51948" y2="4213"/>
                          <a14:foregroundMark x1="51948" y1="4213" x2="24675" y2="562"/>
                          <a14:foregroundMark x1="23377" y1="2528" x2="4870" y2="18258"/>
                          <a14:foregroundMark x1="649" y1="23034" x2="24675" y2="23596"/>
                          <a14:foregroundMark x1="24675" y1="25000" x2="25325" y2="12921"/>
                          <a14:foregroundMark x1="74351" y1="3090" x2="89286" y2="2528"/>
                          <a14:foregroundMark x1="87987" y1="2528" x2="92208" y2="98596"/>
                          <a14:foregroundMark x1="90584" y1="1966" x2="92208" y2="83708"/>
                          <a14:foregroundMark x1="92208" y1="83708" x2="93182" y2="4494"/>
                          <a14:foregroundMark x1="93182" y1="4494" x2="92208" y2="3652"/>
                          <a14:foregroundMark x1="25325" y1="10955" x2="25974" y2="29213"/>
                          <a14:foregroundMark x1="14935" y1="34551" x2="23052" y2="34831"/>
                          <a14:foregroundMark x1="19156" y1="99719" x2="45130" y2="99719"/>
                          <a14:foregroundMark x1="45130" y1="99157" x2="89935" y2="99157"/>
                          <a14:foregroundMark x1="90584" y1="44944" x2="92208" y2="84551"/>
                          <a14:foregroundMark x1="92208" y1="84551" x2="92857" y2="44663"/>
                          <a14:foregroundMark x1="92857" y1="44663" x2="92208" y2="79213"/>
                          <a14:foregroundMark x1="93506" y1="43258" x2="93506" y2="9859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444" y="3388797"/>
              <a:ext cx="772890" cy="89334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5E17F2E-81EE-40C1-8F9A-ADCDCC61324F}"/>
                </a:ext>
              </a:extLst>
            </p:cNvPr>
            <p:cNvSpPr txBox="1"/>
            <p:nvPr/>
          </p:nvSpPr>
          <p:spPr>
            <a:xfrm>
              <a:off x="736469" y="4223818"/>
              <a:ext cx="10028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Plaintext</a:t>
              </a:r>
              <a:endParaRPr lang="en-US" sz="14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959D31D-DE2A-4E64-8E19-46496D5D2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6176" y="3385099"/>
            <a:ext cx="1002839" cy="1204353"/>
            <a:chOff x="736469" y="3388797"/>
            <a:chExt cx="1002839" cy="120435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E69830B-022C-476A-91F3-F936C9FAE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562" b="99438" l="0" r="93506">
                          <a14:foregroundMark x1="1948" y1="20787" x2="45130" y2="6180"/>
                          <a14:foregroundMark x1="45130" y1="6180" x2="90584" y2="11236"/>
                          <a14:foregroundMark x1="90584" y1="11236" x2="87987" y2="92135"/>
                          <a14:foregroundMark x1="87987" y1="92135" x2="41234" y2="96348"/>
                          <a14:foregroundMark x1="41234" y1="96348" x2="1623" y2="76124"/>
                          <a14:foregroundMark x1="1623" y1="76124" x2="4870" y2="31742"/>
                          <a14:foregroundMark x1="4870" y1="31742" x2="5519" y2="80899"/>
                          <a14:foregroundMark x1="5519" y1="80899" x2="8117" y2="36798"/>
                          <a14:foregroundMark x1="8117" y1="36798" x2="48052" y2="11236"/>
                          <a14:foregroundMark x1="48052" y1="11236" x2="87987" y2="30899"/>
                          <a14:foregroundMark x1="87987" y1="30899" x2="85065" y2="71067"/>
                          <a14:foregroundMark x1="85065" y1="71067" x2="45455" y2="91573"/>
                          <a14:foregroundMark x1="45455" y1="91573" x2="5519" y2="91292"/>
                          <a14:foregroundMark x1="24026" y1="6180" x2="71104" y2="6180"/>
                          <a14:foregroundMark x1="71104" y1="6180" x2="24351" y2="3090"/>
                          <a14:foregroundMark x1="24351" y1="3090" x2="74351" y2="1124"/>
                          <a14:foregroundMark x1="74351" y1="1124" x2="92857" y2="39888"/>
                          <a14:foregroundMark x1="92857" y1="39888" x2="92208" y2="81742"/>
                          <a14:foregroundMark x1="92208" y1="81742" x2="48701" y2="95506"/>
                          <a14:foregroundMark x1="48701" y1="95506" x2="5195" y2="82022"/>
                          <a14:foregroundMark x1="5195" y1="82022" x2="51948" y2="92416"/>
                          <a14:foregroundMark x1="51948" y1="92416" x2="6169" y2="97472"/>
                          <a14:foregroundMark x1="6169" y1="97472" x2="2922" y2="97191"/>
                          <a14:foregroundMark x1="0" y1="46910" x2="17532" y2="27528"/>
                          <a14:foregroundMark x1="35714" y1="40730" x2="32468" y2="19944"/>
                          <a14:foregroundMark x1="46429" y1="39045" x2="46429" y2="37640"/>
                          <a14:foregroundMark x1="48377" y1="35955" x2="35714" y2="42416"/>
                          <a14:foregroundMark x1="38636" y1="37079" x2="25974" y2="42416"/>
                          <a14:foregroundMark x1="18831" y1="36517" x2="67532" y2="37079"/>
                          <a14:foregroundMark x1="21104" y1="36517" x2="74351" y2="37079"/>
                          <a14:foregroundMark x1="32468" y1="35393" x2="74351" y2="35393"/>
                          <a14:foregroundMark x1="33766" y1="43258" x2="75325" y2="43820"/>
                          <a14:foregroundMark x1="16234" y1="53652" x2="78571" y2="55337"/>
                          <a14:foregroundMark x1="5519" y1="61517" x2="52597" y2="63764"/>
                          <a14:foregroundMark x1="52597" y1="63764" x2="61688" y2="53371"/>
                          <a14:foregroundMark x1="15584" y1="61517" x2="49351" y2="60674"/>
                          <a14:foregroundMark x1="71753" y1="53371" x2="68182" y2="53652"/>
                          <a14:foregroundMark x1="35065" y1="85674" x2="80195" y2="98034"/>
                          <a14:foregroundMark x1="80195" y1="98034" x2="73052" y2="87079"/>
                          <a14:foregroundMark x1="6494" y1="87640" x2="10390" y2="93820"/>
                          <a14:foregroundMark x1="9740" y1="82865" x2="10714" y2="85674"/>
                          <a14:foregroundMark x1="60390" y1="79775" x2="62013" y2="87079"/>
                          <a14:foregroundMark x1="80195" y1="81461" x2="83117" y2="88764"/>
                          <a14:foregroundMark x1="23377" y1="3652" x2="70455" y2="4213"/>
                          <a14:foregroundMark x1="70455" y1="4213" x2="25000" y2="12079"/>
                          <a14:foregroundMark x1="25000" y1="12079" x2="2273" y2="47753"/>
                          <a14:foregroundMark x1="2273" y1="47753" x2="2273" y2="87921"/>
                          <a14:foregroundMark x1="2273" y1="87921" x2="16234" y2="99719"/>
                          <a14:foregroundMark x1="5519" y1="18258" x2="51948" y2="4213"/>
                          <a14:foregroundMark x1="51948" y1="4213" x2="24675" y2="562"/>
                          <a14:foregroundMark x1="23377" y1="2528" x2="4870" y2="18258"/>
                          <a14:foregroundMark x1="649" y1="23034" x2="24675" y2="23596"/>
                          <a14:foregroundMark x1="24675" y1="25000" x2="25325" y2="12921"/>
                          <a14:foregroundMark x1="74351" y1="3090" x2="89286" y2="2528"/>
                          <a14:foregroundMark x1="87987" y1="2528" x2="92208" y2="98596"/>
                          <a14:foregroundMark x1="90584" y1="1966" x2="92208" y2="83708"/>
                          <a14:foregroundMark x1="92208" y1="83708" x2="93182" y2="4494"/>
                          <a14:foregroundMark x1="93182" y1="4494" x2="92208" y2="3652"/>
                          <a14:foregroundMark x1="25325" y1="10955" x2="25974" y2="29213"/>
                          <a14:foregroundMark x1="14935" y1="34551" x2="23052" y2="34831"/>
                          <a14:foregroundMark x1="19156" y1="99719" x2="45130" y2="99719"/>
                          <a14:foregroundMark x1="45130" y1="99157" x2="89935" y2="99157"/>
                          <a14:foregroundMark x1="90584" y1="44944" x2="92208" y2="84551"/>
                          <a14:foregroundMark x1="92208" y1="84551" x2="92857" y2="44663"/>
                          <a14:foregroundMark x1="92857" y1="44663" x2="92208" y2="79213"/>
                          <a14:foregroundMark x1="93506" y1="43258" x2="93506" y2="9859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444" y="3388797"/>
              <a:ext cx="772890" cy="89334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6B4BC2-0BA0-48DC-8BC2-ED0EB7D8357C}"/>
                </a:ext>
              </a:extLst>
            </p:cNvPr>
            <p:cNvSpPr txBox="1"/>
            <p:nvPr/>
          </p:nvSpPr>
          <p:spPr>
            <a:xfrm>
              <a:off x="736469" y="4223818"/>
              <a:ext cx="10028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Plaintext</a:t>
              </a:r>
              <a:endParaRPr lang="en-US" sz="14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45B0A97-0578-47C5-A0D3-D6FF3DDA4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54789" y="3332575"/>
            <a:ext cx="1002839" cy="1204353"/>
            <a:chOff x="736469" y="3388797"/>
            <a:chExt cx="1002839" cy="1204353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4259080-7803-48D0-9E31-F74EA27F6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562" b="99438" l="0" r="93506">
                          <a14:foregroundMark x1="1948" y1="20787" x2="45130" y2="6180"/>
                          <a14:foregroundMark x1="45130" y1="6180" x2="90584" y2="11236"/>
                          <a14:foregroundMark x1="90584" y1="11236" x2="87987" y2="92135"/>
                          <a14:foregroundMark x1="87987" y1="92135" x2="41234" y2="96348"/>
                          <a14:foregroundMark x1="41234" y1="96348" x2="1623" y2="76124"/>
                          <a14:foregroundMark x1="1623" y1="76124" x2="4870" y2="31742"/>
                          <a14:foregroundMark x1="4870" y1="31742" x2="5519" y2="80899"/>
                          <a14:foregroundMark x1="5519" y1="80899" x2="8117" y2="36798"/>
                          <a14:foregroundMark x1="8117" y1="36798" x2="48052" y2="11236"/>
                          <a14:foregroundMark x1="48052" y1="11236" x2="87987" y2="30899"/>
                          <a14:foregroundMark x1="87987" y1="30899" x2="85065" y2="71067"/>
                          <a14:foregroundMark x1="85065" y1="71067" x2="45455" y2="91573"/>
                          <a14:foregroundMark x1="45455" y1="91573" x2="5519" y2="91292"/>
                          <a14:foregroundMark x1="24026" y1="6180" x2="71104" y2="6180"/>
                          <a14:foregroundMark x1="71104" y1="6180" x2="24351" y2="3090"/>
                          <a14:foregroundMark x1="24351" y1="3090" x2="74351" y2="1124"/>
                          <a14:foregroundMark x1="74351" y1="1124" x2="92857" y2="39888"/>
                          <a14:foregroundMark x1="92857" y1="39888" x2="92208" y2="81742"/>
                          <a14:foregroundMark x1="92208" y1="81742" x2="48701" y2="95506"/>
                          <a14:foregroundMark x1="48701" y1="95506" x2="5195" y2="82022"/>
                          <a14:foregroundMark x1="5195" y1="82022" x2="51948" y2="92416"/>
                          <a14:foregroundMark x1="51948" y1="92416" x2="6169" y2="97472"/>
                          <a14:foregroundMark x1="6169" y1="97472" x2="2922" y2="97191"/>
                          <a14:foregroundMark x1="0" y1="46910" x2="17532" y2="27528"/>
                          <a14:foregroundMark x1="35714" y1="40730" x2="32468" y2="19944"/>
                          <a14:foregroundMark x1="46429" y1="39045" x2="46429" y2="37640"/>
                          <a14:foregroundMark x1="48377" y1="35955" x2="35714" y2="42416"/>
                          <a14:foregroundMark x1="38636" y1="37079" x2="25974" y2="42416"/>
                          <a14:foregroundMark x1="18831" y1="36517" x2="67532" y2="37079"/>
                          <a14:foregroundMark x1="21104" y1="36517" x2="74351" y2="37079"/>
                          <a14:foregroundMark x1="32468" y1="35393" x2="74351" y2="35393"/>
                          <a14:foregroundMark x1="33766" y1="43258" x2="75325" y2="43820"/>
                          <a14:foregroundMark x1="16234" y1="53652" x2="78571" y2="55337"/>
                          <a14:foregroundMark x1="5519" y1="61517" x2="52597" y2="63764"/>
                          <a14:foregroundMark x1="52597" y1="63764" x2="61688" y2="53371"/>
                          <a14:foregroundMark x1="15584" y1="61517" x2="49351" y2="60674"/>
                          <a14:foregroundMark x1="71753" y1="53371" x2="68182" y2="53652"/>
                          <a14:foregroundMark x1="35065" y1="85674" x2="80195" y2="98034"/>
                          <a14:foregroundMark x1="80195" y1="98034" x2="73052" y2="87079"/>
                          <a14:foregroundMark x1="6494" y1="87640" x2="10390" y2="93820"/>
                          <a14:foregroundMark x1="9740" y1="82865" x2="10714" y2="85674"/>
                          <a14:foregroundMark x1="60390" y1="79775" x2="62013" y2="87079"/>
                          <a14:foregroundMark x1="80195" y1="81461" x2="83117" y2="88764"/>
                          <a14:foregroundMark x1="23377" y1="3652" x2="70455" y2="4213"/>
                          <a14:foregroundMark x1="70455" y1="4213" x2="25000" y2="12079"/>
                          <a14:foregroundMark x1="25000" y1="12079" x2="2273" y2="47753"/>
                          <a14:foregroundMark x1="2273" y1="47753" x2="2273" y2="87921"/>
                          <a14:foregroundMark x1="2273" y1="87921" x2="16234" y2="99719"/>
                          <a14:foregroundMark x1="5519" y1="18258" x2="51948" y2="4213"/>
                          <a14:foregroundMark x1="51948" y1="4213" x2="24675" y2="562"/>
                          <a14:foregroundMark x1="23377" y1="2528" x2="4870" y2="18258"/>
                          <a14:foregroundMark x1="649" y1="23034" x2="24675" y2="23596"/>
                          <a14:foregroundMark x1="24675" y1="25000" x2="25325" y2="12921"/>
                          <a14:foregroundMark x1="74351" y1="3090" x2="89286" y2="2528"/>
                          <a14:foregroundMark x1="87987" y1="2528" x2="92208" y2="98596"/>
                          <a14:foregroundMark x1="90584" y1="1966" x2="92208" y2="83708"/>
                          <a14:foregroundMark x1="92208" y1="83708" x2="93182" y2="4494"/>
                          <a14:foregroundMark x1="93182" y1="4494" x2="92208" y2="3652"/>
                          <a14:foregroundMark x1="25325" y1="10955" x2="25974" y2="29213"/>
                          <a14:foregroundMark x1="14935" y1="34551" x2="23052" y2="34831"/>
                          <a14:foregroundMark x1="19156" y1="99719" x2="45130" y2="99719"/>
                          <a14:foregroundMark x1="45130" y1="99157" x2="89935" y2="99157"/>
                          <a14:foregroundMark x1="90584" y1="44944" x2="92208" y2="84551"/>
                          <a14:foregroundMark x1="92208" y1="84551" x2="92857" y2="44663"/>
                          <a14:foregroundMark x1="92857" y1="44663" x2="92208" y2="79213"/>
                          <a14:foregroundMark x1="93506" y1="43258" x2="93506" y2="9859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444" y="3388797"/>
              <a:ext cx="772890" cy="893342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F5ED8FB-893A-4E13-ACA2-DF56BFC73AFC}"/>
                </a:ext>
              </a:extLst>
            </p:cNvPr>
            <p:cNvSpPr txBox="1"/>
            <p:nvPr/>
          </p:nvSpPr>
          <p:spPr>
            <a:xfrm>
              <a:off x="736469" y="4223818"/>
              <a:ext cx="10028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Plaintext</a:t>
              </a:r>
              <a:endParaRPr lang="en-US" sz="140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07925-8933-46B1-97D4-7F0CFA41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12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0 L 0.38138 -0.00764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62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1.48148E-6 L 0.43932 -0.01134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66" y="-579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5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8 -1.11111E-6 L 0.00248 -0.11898 C 0.00248 -0.17245 0.02331 -0.23796 0.04037 -0.23796 L 0.07839 -0.23796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9" y="-1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lack Hat Python — Sniffing. Its been a while since I have posted… | by  Ismail Akkila | Medium">
            <a:extLst>
              <a:ext uri="{FF2B5EF4-FFF2-40B4-BE49-F238E27FC236}">
                <a16:creationId xmlns:a16="http://schemas.microsoft.com/office/drawing/2014/main" id="{B1BD7F63-5EB3-4229-BB62-EFAE8CC3F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682" y="2624155"/>
            <a:ext cx="1828800" cy="115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E1EEDE-EE2F-47BC-A335-AF437F02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we need cryptography?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07925-8933-46B1-97D4-7F0CFA41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Alice">
            <a:extLst>
              <a:ext uri="{FF2B5EF4-FFF2-40B4-BE49-F238E27FC236}">
                <a16:creationId xmlns:a16="http://schemas.microsoft.com/office/drawing/2014/main" id="{1DABBEB7-D8DC-48EB-BD37-792626E02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896" b="89827" l="9949" r="92347">
                        <a14:foregroundMark x1="53444" y1="14394" x2="53444" y2="14394"/>
                        <a14:foregroundMark x1="55995" y1="12338" x2="55995" y2="12338"/>
                        <a14:foregroundMark x1="56760" y1="15801" x2="56760" y2="15801"/>
                        <a14:foregroundMark x1="59311" y1="20779" x2="59311" y2="20779"/>
                        <a14:foregroundMark x1="59311" y1="20779" x2="59311" y2="20779"/>
                        <a14:foregroundMark x1="29464" y1="14394" x2="29464" y2="14394"/>
                        <a14:foregroundMark x1="29464" y1="14394" x2="29464" y2="14394"/>
                        <a14:foregroundMark x1="27041" y1="22835" x2="37755" y2="17208"/>
                        <a14:foregroundMark x1="32015" y1="12987" x2="66582" y2="33658"/>
                        <a14:foregroundMark x1="66582" y1="33658" x2="70026" y2="69156"/>
                        <a14:foregroundMark x1="70026" y1="69156" x2="27296" y2="71970"/>
                        <a14:foregroundMark x1="27296" y1="71970" x2="75255" y2="74892"/>
                        <a14:foregroundMark x1="75255" y1="74892" x2="92347" y2="71320"/>
                        <a14:foregroundMark x1="71684" y1="29221" x2="49362" y2="11580"/>
                        <a14:foregroundMark x1="40306" y1="10173" x2="71684" y2="34957"/>
                        <a14:foregroundMark x1="71684" y1="34957" x2="50383" y2="3896"/>
                        <a14:foregroundMark x1="50383" y1="3896" x2="21684" y2="30736"/>
                        <a14:foregroundMark x1="12370" y1="58046" x2="10204" y2="64394"/>
                        <a14:foregroundMark x1="21684" y1="30736" x2="13678" y2="54212"/>
                        <a14:foregroundMark x1="10204" y1="64394" x2="50128" y2="78247"/>
                        <a14:foregroundMark x1="50128" y1="78247" x2="91071" y2="70022"/>
                        <a14:foregroundMark x1="91071" y1="70022" x2="66709" y2="53030"/>
                        <a14:foregroundMark x1="77423" y1="66342" x2="84056" y2="71320"/>
                        <a14:backgroundMark x1="13010" y1="56494" x2="13010" y2="56494"/>
                        <a14:backgroundMark x1="10459" y1="56494" x2="10459" y2="56494"/>
                        <a14:backgroundMark x1="8801" y1="56494" x2="13776" y2="56494"/>
                        <a14:backgroundMark x1="9694" y1="55087" x2="9694" y2="55087"/>
                        <a14:backgroundMark x1="8036" y1="54437" x2="13010" y2="55844"/>
                        <a14:backgroundMark x1="13010" y1="55087" x2="13010" y2="550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8653" y="3239197"/>
            <a:ext cx="1163782" cy="13716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1EF26A9-AAA4-47CD-AFA4-DF36605C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302" b="96667" l="9941" r="96588">
                        <a14:foregroundMark x1="41543" y1="11111" x2="54303" y2="7302"/>
                        <a14:foregroundMark x1="54303" y1="7302" x2="56380" y2="9683"/>
                        <a14:foregroundMark x1="88872" y1="68095" x2="95252" y2="80476"/>
                        <a14:foregroundMark x1="95252" y1="80476" x2="95401" y2="95079"/>
                        <a14:foregroundMark x1="95401" y1="95079" x2="40801" y2="94921"/>
                        <a14:foregroundMark x1="40801" y1="94921" x2="53858" y2="84762"/>
                        <a14:foregroundMark x1="53858" y1="84762" x2="40356" y2="90159"/>
                        <a14:foregroundMark x1="40356" y1="90159" x2="57270" y2="81587"/>
                        <a14:foregroundMark x1="57270" y1="81587" x2="71810" y2="80794"/>
                        <a14:foregroundMark x1="71810" y1="80794" x2="85312" y2="83333"/>
                        <a14:foregroundMark x1="85312" y1="83333" x2="75223" y2="93016"/>
                        <a14:foregroundMark x1="75223" y1="93016" x2="45252" y2="92063"/>
                        <a14:foregroundMark x1="45252" y1="92063" x2="72404" y2="91587"/>
                        <a14:foregroundMark x1="72404" y1="91587" x2="33680" y2="87619"/>
                        <a14:foregroundMark x1="33680" y1="87619" x2="59199" y2="86825"/>
                        <a14:foregroundMark x1="59199" y1="86825" x2="43620" y2="87619"/>
                        <a14:foregroundMark x1="43620" y1="87619" x2="56380" y2="82222"/>
                        <a14:foregroundMark x1="56380" y1="82222" x2="43323" y2="88254"/>
                        <a14:foregroundMark x1="43323" y1="88254" x2="54896" y2="80794"/>
                        <a14:foregroundMark x1="54896" y1="80794" x2="35905" y2="87619"/>
                        <a14:foregroundMark x1="35905" y1="87619" x2="66914" y2="83175"/>
                        <a14:foregroundMark x1="66914" y1="83175" x2="47478" y2="87460"/>
                        <a14:foregroundMark x1="47478" y1="87460" x2="82938" y2="86667"/>
                        <a14:foregroundMark x1="82938" y1="86667" x2="63353" y2="88095"/>
                        <a14:foregroundMark x1="63353" y1="88095" x2="64243" y2="88571"/>
                        <a14:foregroundMark x1="10089" y1="75714" x2="8605" y2="90635"/>
                        <a14:foregroundMark x1="8605" y1="90635" x2="26706" y2="91905"/>
                        <a14:foregroundMark x1="26706" y1="91905" x2="11573" y2="85714"/>
                        <a14:foregroundMark x1="11573" y1="85714" x2="40950" y2="88889"/>
                        <a14:foregroundMark x1="40950" y1="88889" x2="18398" y2="89841"/>
                        <a14:foregroundMark x1="18398" y1="89841" x2="34125" y2="90159"/>
                        <a14:foregroundMark x1="34125" y1="90159" x2="17507" y2="90000"/>
                        <a14:foregroundMark x1="17507" y1="90000" x2="32789" y2="89524"/>
                        <a14:foregroundMark x1="32789" y1="89524" x2="50593" y2="90476"/>
                        <a14:foregroundMark x1="50593" y1="90476" x2="14243" y2="93810"/>
                        <a14:foregroundMark x1="14243" y1="93810" x2="34273" y2="96825"/>
                        <a14:foregroundMark x1="34273" y1="96825" x2="79525" y2="92063"/>
                        <a14:foregroundMark x1="79525" y1="92063" x2="90801" y2="83968"/>
                        <a14:foregroundMark x1="90801" y1="83968" x2="85163" y2="97143"/>
                        <a14:foregroundMark x1="85163" y1="97143" x2="15579" y2="94762"/>
                        <a14:foregroundMark x1="15579" y1="94762" x2="31157" y2="95397"/>
                        <a14:foregroundMark x1="31157" y1="95397" x2="45549" y2="95079"/>
                        <a14:foregroundMark x1="45549" y1="95079" x2="17062" y2="96667"/>
                        <a14:foregroundMark x1="17062" y1="96667" x2="82641" y2="90317"/>
                        <a14:foregroundMark x1="82641" y1="90317" x2="92285" y2="79365"/>
                        <a14:foregroundMark x1="92285" y1="79365" x2="91543" y2="93810"/>
                        <a14:foregroundMark x1="91543" y1="93810" x2="61128" y2="94127"/>
                        <a14:foregroundMark x1="61128" y1="94127" x2="79970" y2="92063"/>
                        <a14:foregroundMark x1="92433" y1="71429" x2="95994" y2="84921"/>
                        <a14:foregroundMark x1="95994" y1="84921" x2="92730" y2="71270"/>
                        <a14:foregroundMark x1="92730" y1="71270" x2="96142" y2="84921"/>
                        <a14:foregroundMark x1="96142" y1="84921" x2="89466" y2="97302"/>
                        <a14:foregroundMark x1="89466" y1="97302" x2="94659" y2="82381"/>
                        <a14:foregroundMark x1="94659" y1="82381" x2="95104" y2="96667"/>
                        <a14:foregroundMark x1="95104" y1="96667" x2="96588" y2="9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166" y="3199537"/>
            <a:ext cx="1382584" cy="12923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9C5839-CE59-41C0-B983-1F62B48425C2}"/>
              </a:ext>
            </a:extLst>
          </p:cNvPr>
          <p:cNvSpPr txBox="1"/>
          <p:nvPr/>
        </p:nvSpPr>
        <p:spPr>
          <a:xfrm>
            <a:off x="1972188" y="4643329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1D9A9-242D-4B75-A4D8-20717A4E3EDE}"/>
              </a:ext>
            </a:extLst>
          </p:cNvPr>
          <p:cNvSpPr txBox="1"/>
          <p:nvPr/>
        </p:nvSpPr>
        <p:spPr>
          <a:xfrm>
            <a:off x="9666455" y="4610797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Bob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476CB40A-0913-43FA-AFD8-FE3738220CF3}"/>
              </a:ext>
            </a:extLst>
          </p:cNvPr>
          <p:cNvSpPr/>
          <p:nvPr/>
        </p:nvSpPr>
        <p:spPr>
          <a:xfrm>
            <a:off x="4705333" y="3708957"/>
            <a:ext cx="2362200" cy="13716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51FDB"/>
                </a:solidFill>
              </a:rPr>
              <a:t>Insecure Channel(e.g., Internet)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15005F-7122-408B-8E77-6138BAFAA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302629" y="4177891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651201-E049-4DAD-B782-C9B7CA629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68620" y="4134203"/>
            <a:ext cx="15394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F76EC71-EE85-4B4E-968D-03A5119DB1CA}"/>
              </a:ext>
            </a:extLst>
          </p:cNvPr>
          <p:cNvSpPr txBox="1"/>
          <p:nvPr/>
        </p:nvSpPr>
        <p:spPr>
          <a:xfrm>
            <a:off x="2983365" y="5378707"/>
            <a:ext cx="69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Achieve Secure Information Exchange</a:t>
            </a:r>
          </a:p>
        </p:txBody>
      </p:sp>
      <p:pic>
        <p:nvPicPr>
          <p:cNvPr id="1028" name="Picture 4" descr="Can You Be Charged with a Crime for Eavesdropping in California? | Chambers  Law Firm">
            <a:extLst>
              <a:ext uri="{FF2B5EF4-FFF2-40B4-BE49-F238E27FC236}">
                <a16:creationId xmlns:a16="http://schemas.microsoft.com/office/drawing/2014/main" id="{3CE9ABFF-E6CE-4773-8BF5-6FBFA1910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220" y="2478826"/>
            <a:ext cx="1828800" cy="138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vil Icon">
            <a:extLst>
              <a:ext uri="{FF2B5EF4-FFF2-40B4-BE49-F238E27FC236}">
                <a16:creationId xmlns:a16="http://schemas.microsoft.com/office/drawing/2014/main" id="{C86D9736-C041-41FF-A978-2F3F3AE30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406" y="1755229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EA6EA4-BCB8-4543-A778-08AA7A55A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032" idx="2"/>
          </p:cNvCxnSpPr>
          <p:nvPr/>
        </p:nvCxnSpPr>
        <p:spPr>
          <a:xfrm flipH="1" flipV="1">
            <a:off x="5900606" y="2669629"/>
            <a:ext cx="13735" cy="1039328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959D31D-DE2A-4E64-8E19-46496D5D2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89124" y="2094947"/>
            <a:ext cx="1002839" cy="1204353"/>
            <a:chOff x="736469" y="3388797"/>
            <a:chExt cx="1002839" cy="120435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E69830B-022C-476A-91F3-F936C9FAE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562" b="99438" l="0" r="93506">
                          <a14:foregroundMark x1="1948" y1="20787" x2="45130" y2="6180"/>
                          <a14:foregroundMark x1="45130" y1="6180" x2="90584" y2="11236"/>
                          <a14:foregroundMark x1="90584" y1="11236" x2="87987" y2="92135"/>
                          <a14:foregroundMark x1="87987" y1="92135" x2="41234" y2="96348"/>
                          <a14:foregroundMark x1="41234" y1="96348" x2="1623" y2="76124"/>
                          <a14:foregroundMark x1="1623" y1="76124" x2="4870" y2="31742"/>
                          <a14:foregroundMark x1="4870" y1="31742" x2="5519" y2="80899"/>
                          <a14:foregroundMark x1="5519" y1="80899" x2="8117" y2="36798"/>
                          <a14:foregroundMark x1="8117" y1="36798" x2="48052" y2="11236"/>
                          <a14:foregroundMark x1="48052" y1="11236" x2="87987" y2="30899"/>
                          <a14:foregroundMark x1="87987" y1="30899" x2="85065" y2="71067"/>
                          <a14:foregroundMark x1="85065" y1="71067" x2="45455" y2="91573"/>
                          <a14:foregroundMark x1="45455" y1="91573" x2="5519" y2="91292"/>
                          <a14:foregroundMark x1="24026" y1="6180" x2="71104" y2="6180"/>
                          <a14:foregroundMark x1="71104" y1="6180" x2="24351" y2="3090"/>
                          <a14:foregroundMark x1="24351" y1="3090" x2="74351" y2="1124"/>
                          <a14:foregroundMark x1="74351" y1="1124" x2="92857" y2="39888"/>
                          <a14:foregroundMark x1="92857" y1="39888" x2="92208" y2="81742"/>
                          <a14:foregroundMark x1="92208" y1="81742" x2="48701" y2="95506"/>
                          <a14:foregroundMark x1="48701" y1="95506" x2="5195" y2="82022"/>
                          <a14:foregroundMark x1="5195" y1="82022" x2="51948" y2="92416"/>
                          <a14:foregroundMark x1="51948" y1="92416" x2="6169" y2="97472"/>
                          <a14:foregroundMark x1="6169" y1="97472" x2="2922" y2="97191"/>
                          <a14:foregroundMark x1="0" y1="46910" x2="17532" y2="27528"/>
                          <a14:foregroundMark x1="35714" y1="40730" x2="32468" y2="19944"/>
                          <a14:foregroundMark x1="46429" y1="39045" x2="46429" y2="37640"/>
                          <a14:foregroundMark x1="48377" y1="35955" x2="35714" y2="42416"/>
                          <a14:foregroundMark x1="38636" y1="37079" x2="25974" y2="42416"/>
                          <a14:foregroundMark x1="18831" y1="36517" x2="67532" y2="37079"/>
                          <a14:foregroundMark x1="21104" y1="36517" x2="74351" y2="37079"/>
                          <a14:foregroundMark x1="32468" y1="35393" x2="74351" y2="35393"/>
                          <a14:foregroundMark x1="33766" y1="43258" x2="75325" y2="43820"/>
                          <a14:foregroundMark x1="16234" y1="53652" x2="78571" y2="55337"/>
                          <a14:foregroundMark x1="5519" y1="61517" x2="52597" y2="63764"/>
                          <a14:foregroundMark x1="52597" y1="63764" x2="61688" y2="53371"/>
                          <a14:foregroundMark x1="15584" y1="61517" x2="49351" y2="60674"/>
                          <a14:foregroundMark x1="71753" y1="53371" x2="68182" y2="53652"/>
                          <a14:foregroundMark x1="35065" y1="85674" x2="80195" y2="98034"/>
                          <a14:foregroundMark x1="80195" y1="98034" x2="73052" y2="87079"/>
                          <a14:foregroundMark x1="6494" y1="87640" x2="10390" y2="93820"/>
                          <a14:foregroundMark x1="9740" y1="82865" x2="10714" y2="85674"/>
                          <a14:foregroundMark x1="60390" y1="79775" x2="62013" y2="87079"/>
                          <a14:foregroundMark x1="80195" y1="81461" x2="83117" y2="88764"/>
                          <a14:foregroundMark x1="23377" y1="3652" x2="70455" y2="4213"/>
                          <a14:foregroundMark x1="70455" y1="4213" x2="25000" y2="12079"/>
                          <a14:foregroundMark x1="25000" y1="12079" x2="2273" y2="47753"/>
                          <a14:foregroundMark x1="2273" y1="47753" x2="2273" y2="87921"/>
                          <a14:foregroundMark x1="2273" y1="87921" x2="16234" y2="99719"/>
                          <a14:foregroundMark x1="5519" y1="18258" x2="51948" y2="4213"/>
                          <a14:foregroundMark x1="51948" y1="4213" x2="24675" y2="562"/>
                          <a14:foregroundMark x1="23377" y1="2528" x2="4870" y2="18258"/>
                          <a14:foregroundMark x1="649" y1="23034" x2="24675" y2="23596"/>
                          <a14:foregroundMark x1="24675" y1="25000" x2="25325" y2="12921"/>
                          <a14:foregroundMark x1="74351" y1="3090" x2="89286" y2="2528"/>
                          <a14:foregroundMark x1="87987" y1="2528" x2="92208" y2="98596"/>
                          <a14:foregroundMark x1="90584" y1="1966" x2="92208" y2="83708"/>
                          <a14:foregroundMark x1="92208" y1="83708" x2="93182" y2="4494"/>
                          <a14:foregroundMark x1="93182" y1="4494" x2="92208" y2="3652"/>
                          <a14:foregroundMark x1="25325" y1="10955" x2="25974" y2="29213"/>
                          <a14:foregroundMark x1="14935" y1="34551" x2="23052" y2="34831"/>
                          <a14:foregroundMark x1="19156" y1="99719" x2="45130" y2="99719"/>
                          <a14:foregroundMark x1="45130" y1="99157" x2="89935" y2="99157"/>
                          <a14:foregroundMark x1="90584" y1="44944" x2="92208" y2="84551"/>
                          <a14:foregroundMark x1="92208" y1="84551" x2="92857" y2="44663"/>
                          <a14:foregroundMark x1="92857" y1="44663" x2="92208" y2="79213"/>
                          <a14:foregroundMark x1="93506" y1="43258" x2="93506" y2="9859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444" y="3388797"/>
              <a:ext cx="772890" cy="89334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6B4BC2-0BA0-48DC-8BC2-ED0EB7D8357C}"/>
                </a:ext>
              </a:extLst>
            </p:cNvPr>
            <p:cNvSpPr txBox="1"/>
            <p:nvPr/>
          </p:nvSpPr>
          <p:spPr>
            <a:xfrm>
              <a:off x="736469" y="4223818"/>
              <a:ext cx="10028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Plaintext</a:t>
              </a:r>
              <a:endParaRPr lang="en-US" sz="1400" dirty="0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FAB6E6E0-A9F3-4E39-A558-71862B99B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516" y="3379946"/>
            <a:ext cx="1005840" cy="114812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03DFF27-D00A-4864-B76E-209E0830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839" y="3326335"/>
            <a:ext cx="1005840" cy="1148129"/>
          </a:xfrm>
          <a:prstGeom prst="rect">
            <a:avLst/>
          </a:prstGeom>
        </p:spPr>
      </p:pic>
      <p:pic>
        <p:nvPicPr>
          <p:cNvPr id="2050" name="Picture 2" descr="IconExperience » G-Collection » Key Icon">
            <a:extLst>
              <a:ext uri="{FF2B5EF4-FFF2-40B4-BE49-F238E27FC236}">
                <a16:creationId xmlns:a16="http://schemas.microsoft.com/office/drawing/2014/main" id="{492E9FB5-21CF-4343-902F-15B300453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770" y="5080557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IconExperience » G-Collection » Key Icon">
            <a:extLst>
              <a:ext uri="{FF2B5EF4-FFF2-40B4-BE49-F238E27FC236}">
                <a16:creationId xmlns:a16="http://schemas.microsoft.com/office/drawing/2014/main" id="{C9756E4F-1247-45BE-8929-E16D4C873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7830" y="5080557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ecure">
            <a:extLst>
              <a:ext uri="{FF2B5EF4-FFF2-40B4-BE49-F238E27FC236}">
                <a16:creationId xmlns:a16="http://schemas.microsoft.com/office/drawing/2014/main" id="{2B40D7DB-C562-4996-BAD9-4D1B7EEC7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010" y="1677541"/>
            <a:ext cx="1005840" cy="9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ADF153A1-FC23-4EE4-BA3E-400564E69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56060" y="3454804"/>
            <a:ext cx="1163652" cy="1432993"/>
            <a:chOff x="656062" y="4593150"/>
            <a:chExt cx="1163652" cy="1432993"/>
          </a:xfrm>
        </p:grpSpPr>
        <p:pic>
          <p:nvPicPr>
            <p:cNvPr id="13" name="Picture 12" descr="A close up of a sign  Description automatically generated">
              <a:extLst>
                <a:ext uri="{FF2B5EF4-FFF2-40B4-BE49-F238E27FC236}">
                  <a16:creationId xmlns:a16="http://schemas.microsoft.com/office/drawing/2014/main" id="{B31CA0C9-06A4-4847-A421-193A0C11F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6197" b="94444" l="8537" r="90000">
                          <a14:foregroundMark x1="24146" y1="7692" x2="60000" y2="8547"/>
                          <a14:foregroundMark x1="60000" y1="8547" x2="27561" y2="4915"/>
                          <a14:foregroundMark x1="27561" y1="4915" x2="8537" y2="26496"/>
                          <a14:foregroundMark x1="8537" y1="26496" x2="8537" y2="54060"/>
                          <a14:foregroundMark x1="8537" y1="54060" x2="23902" y2="78846"/>
                          <a14:foregroundMark x1="23902" y1="78846" x2="47073" y2="16239"/>
                          <a14:foregroundMark x1="47073" y1="16239" x2="61220" y2="43803"/>
                          <a14:foregroundMark x1="61220" y1="43803" x2="46341" y2="51068"/>
                          <a14:foregroundMark x1="21220" y1="7692" x2="53902" y2="6410"/>
                          <a14:foregroundMark x1="53902" y1="6410" x2="73902" y2="6624"/>
                          <a14:foregroundMark x1="82927" y1="76282" x2="67317" y2="944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192" y="4593150"/>
              <a:ext cx="1005840" cy="114812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AD8A4D-17D9-454C-B383-F417CB729745}"/>
                </a:ext>
              </a:extLst>
            </p:cNvPr>
            <p:cNvSpPr txBox="1"/>
            <p:nvPr/>
          </p:nvSpPr>
          <p:spPr>
            <a:xfrm>
              <a:off x="656062" y="5656811"/>
              <a:ext cx="1163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Ciphertext</a:t>
              </a:r>
            </a:p>
          </p:txBody>
        </p:sp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BCAF2CB7-929F-4432-83A4-84A73C3F4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750" y="3442880"/>
            <a:ext cx="1554480" cy="155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587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85185E-6 L 0.81602 -0.0187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794" y="-94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4.79167E-6 1.11111E-6 L 0.00833 -0.23611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-1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lack Hat Python — Sniffing. Its been a while since I have posted… | by  Ismail Akkila | Medium">
            <a:extLst>
              <a:ext uri="{FF2B5EF4-FFF2-40B4-BE49-F238E27FC236}">
                <a16:creationId xmlns:a16="http://schemas.microsoft.com/office/drawing/2014/main" id="{B1BD7F63-5EB3-4229-BB62-EFAE8CC3F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682" y="2624155"/>
            <a:ext cx="1828800" cy="115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E1EEDE-EE2F-47BC-A335-AF437F02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we need cryptography?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07925-8933-46B1-97D4-7F0CFA41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 descr="Alice">
            <a:extLst>
              <a:ext uri="{FF2B5EF4-FFF2-40B4-BE49-F238E27FC236}">
                <a16:creationId xmlns:a16="http://schemas.microsoft.com/office/drawing/2014/main" id="{1DABBEB7-D8DC-48EB-BD37-792626E02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896" b="89827" l="9949" r="92347">
                        <a14:foregroundMark x1="53444" y1="14394" x2="53444" y2="14394"/>
                        <a14:foregroundMark x1="55995" y1="12338" x2="55995" y2="12338"/>
                        <a14:foregroundMark x1="56760" y1="15801" x2="56760" y2="15801"/>
                        <a14:foregroundMark x1="59311" y1="20779" x2="59311" y2="20779"/>
                        <a14:foregroundMark x1="59311" y1="20779" x2="59311" y2="20779"/>
                        <a14:foregroundMark x1="29464" y1="14394" x2="29464" y2="14394"/>
                        <a14:foregroundMark x1="29464" y1="14394" x2="29464" y2="14394"/>
                        <a14:foregroundMark x1="27041" y1="22835" x2="37755" y2="17208"/>
                        <a14:foregroundMark x1="32015" y1="12987" x2="66582" y2="33658"/>
                        <a14:foregroundMark x1="66582" y1="33658" x2="70026" y2="69156"/>
                        <a14:foregroundMark x1="70026" y1="69156" x2="27296" y2="71970"/>
                        <a14:foregroundMark x1="27296" y1="71970" x2="75255" y2="74892"/>
                        <a14:foregroundMark x1="75255" y1="74892" x2="92347" y2="71320"/>
                        <a14:foregroundMark x1="71684" y1="29221" x2="49362" y2="11580"/>
                        <a14:foregroundMark x1="40306" y1="10173" x2="71684" y2="34957"/>
                        <a14:foregroundMark x1="71684" y1="34957" x2="50383" y2="3896"/>
                        <a14:foregroundMark x1="50383" y1="3896" x2="21684" y2="30736"/>
                        <a14:foregroundMark x1="12370" y1="58046" x2="10204" y2="64394"/>
                        <a14:foregroundMark x1="21684" y1="30736" x2="13678" y2="54212"/>
                        <a14:foregroundMark x1="10204" y1="64394" x2="50128" y2="78247"/>
                        <a14:foregroundMark x1="50128" y1="78247" x2="91071" y2="70022"/>
                        <a14:foregroundMark x1="91071" y1="70022" x2="66709" y2="53030"/>
                        <a14:foregroundMark x1="77423" y1="66342" x2="84056" y2="71320"/>
                        <a14:backgroundMark x1="13010" y1="56494" x2="13010" y2="56494"/>
                        <a14:backgroundMark x1="10459" y1="56494" x2="10459" y2="56494"/>
                        <a14:backgroundMark x1="8801" y1="56494" x2="13776" y2="56494"/>
                        <a14:backgroundMark x1="9694" y1="55087" x2="9694" y2="55087"/>
                        <a14:backgroundMark x1="8036" y1="54437" x2="13010" y2="55844"/>
                        <a14:backgroundMark x1="13010" y1="55087" x2="13010" y2="550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8653" y="3239197"/>
            <a:ext cx="1163782" cy="13716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1EF26A9-AAA4-47CD-AFA4-DF36605C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302" b="96667" l="9941" r="96588">
                        <a14:foregroundMark x1="41543" y1="11111" x2="54303" y2="7302"/>
                        <a14:foregroundMark x1="54303" y1="7302" x2="56380" y2="9683"/>
                        <a14:foregroundMark x1="88872" y1="68095" x2="95252" y2="80476"/>
                        <a14:foregroundMark x1="95252" y1="80476" x2="95401" y2="95079"/>
                        <a14:foregroundMark x1="95401" y1="95079" x2="40801" y2="94921"/>
                        <a14:foregroundMark x1="40801" y1="94921" x2="53858" y2="84762"/>
                        <a14:foregroundMark x1="53858" y1="84762" x2="40356" y2="90159"/>
                        <a14:foregroundMark x1="40356" y1="90159" x2="57270" y2="81587"/>
                        <a14:foregroundMark x1="57270" y1="81587" x2="71810" y2="80794"/>
                        <a14:foregroundMark x1="71810" y1="80794" x2="85312" y2="83333"/>
                        <a14:foregroundMark x1="85312" y1="83333" x2="75223" y2="93016"/>
                        <a14:foregroundMark x1="75223" y1="93016" x2="45252" y2="92063"/>
                        <a14:foregroundMark x1="45252" y1="92063" x2="72404" y2="91587"/>
                        <a14:foregroundMark x1="72404" y1="91587" x2="33680" y2="87619"/>
                        <a14:foregroundMark x1="33680" y1="87619" x2="59199" y2="86825"/>
                        <a14:foregroundMark x1="59199" y1="86825" x2="43620" y2="87619"/>
                        <a14:foregroundMark x1="43620" y1="87619" x2="56380" y2="82222"/>
                        <a14:foregroundMark x1="56380" y1="82222" x2="43323" y2="88254"/>
                        <a14:foregroundMark x1="43323" y1="88254" x2="54896" y2="80794"/>
                        <a14:foregroundMark x1="54896" y1="80794" x2="35905" y2="87619"/>
                        <a14:foregroundMark x1="35905" y1="87619" x2="66914" y2="83175"/>
                        <a14:foregroundMark x1="66914" y1="83175" x2="47478" y2="87460"/>
                        <a14:foregroundMark x1="47478" y1="87460" x2="82938" y2="86667"/>
                        <a14:foregroundMark x1="82938" y1="86667" x2="63353" y2="88095"/>
                        <a14:foregroundMark x1="63353" y1="88095" x2="64243" y2="88571"/>
                        <a14:foregroundMark x1="10089" y1="75714" x2="8605" y2="90635"/>
                        <a14:foregroundMark x1="8605" y1="90635" x2="26706" y2="91905"/>
                        <a14:foregroundMark x1="26706" y1="91905" x2="11573" y2="85714"/>
                        <a14:foregroundMark x1="11573" y1="85714" x2="40950" y2="88889"/>
                        <a14:foregroundMark x1="40950" y1="88889" x2="18398" y2="89841"/>
                        <a14:foregroundMark x1="18398" y1="89841" x2="34125" y2="90159"/>
                        <a14:foregroundMark x1="34125" y1="90159" x2="17507" y2="90000"/>
                        <a14:foregroundMark x1="17507" y1="90000" x2="32789" y2="89524"/>
                        <a14:foregroundMark x1="32789" y1="89524" x2="50593" y2="90476"/>
                        <a14:foregroundMark x1="50593" y1="90476" x2="14243" y2="93810"/>
                        <a14:foregroundMark x1="14243" y1="93810" x2="34273" y2="96825"/>
                        <a14:foregroundMark x1="34273" y1="96825" x2="79525" y2="92063"/>
                        <a14:foregroundMark x1="79525" y1="92063" x2="90801" y2="83968"/>
                        <a14:foregroundMark x1="90801" y1="83968" x2="85163" y2="97143"/>
                        <a14:foregroundMark x1="85163" y1="97143" x2="15579" y2="94762"/>
                        <a14:foregroundMark x1="15579" y1="94762" x2="31157" y2="95397"/>
                        <a14:foregroundMark x1="31157" y1="95397" x2="45549" y2="95079"/>
                        <a14:foregroundMark x1="45549" y1="95079" x2="17062" y2="96667"/>
                        <a14:foregroundMark x1="17062" y1="96667" x2="82641" y2="90317"/>
                        <a14:foregroundMark x1="82641" y1="90317" x2="92285" y2="79365"/>
                        <a14:foregroundMark x1="92285" y1="79365" x2="91543" y2="93810"/>
                        <a14:foregroundMark x1="91543" y1="93810" x2="61128" y2="94127"/>
                        <a14:foregroundMark x1="61128" y1="94127" x2="79970" y2="92063"/>
                        <a14:foregroundMark x1="92433" y1="71429" x2="95994" y2="84921"/>
                        <a14:foregroundMark x1="95994" y1="84921" x2="92730" y2="71270"/>
                        <a14:foregroundMark x1="92730" y1="71270" x2="96142" y2="84921"/>
                        <a14:foregroundMark x1="96142" y1="84921" x2="89466" y2="97302"/>
                        <a14:foregroundMark x1="89466" y1="97302" x2="94659" y2="82381"/>
                        <a14:foregroundMark x1="94659" y1="82381" x2="95104" y2="96667"/>
                        <a14:foregroundMark x1="95104" y1="96667" x2="96588" y2="9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166" y="3199537"/>
            <a:ext cx="1382584" cy="12923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9C5839-CE59-41C0-B983-1F62B48425C2}"/>
              </a:ext>
            </a:extLst>
          </p:cNvPr>
          <p:cNvSpPr txBox="1"/>
          <p:nvPr/>
        </p:nvSpPr>
        <p:spPr>
          <a:xfrm>
            <a:off x="1972188" y="4643329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1D9A9-242D-4B75-A4D8-20717A4E3EDE}"/>
              </a:ext>
            </a:extLst>
          </p:cNvPr>
          <p:cNvSpPr txBox="1"/>
          <p:nvPr/>
        </p:nvSpPr>
        <p:spPr>
          <a:xfrm>
            <a:off x="9666455" y="4610797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Bob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476CB40A-0913-43FA-AFD8-FE3738220CF3}"/>
              </a:ext>
            </a:extLst>
          </p:cNvPr>
          <p:cNvSpPr/>
          <p:nvPr/>
        </p:nvSpPr>
        <p:spPr>
          <a:xfrm>
            <a:off x="4705333" y="3708957"/>
            <a:ext cx="2362200" cy="13716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Insecure Channel(e.g., Internet)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15005F-7122-408B-8E77-6138BAFAA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302629" y="4177891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651201-E049-4DAD-B782-C9B7CA629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68620" y="4134203"/>
            <a:ext cx="15394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F76EC71-EE85-4B4E-968D-03A5119DB1CA}"/>
              </a:ext>
            </a:extLst>
          </p:cNvPr>
          <p:cNvSpPr txBox="1"/>
          <p:nvPr/>
        </p:nvSpPr>
        <p:spPr>
          <a:xfrm>
            <a:off x="2983365" y="5378707"/>
            <a:ext cx="69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Achieve Secure Information Exchange</a:t>
            </a:r>
          </a:p>
        </p:txBody>
      </p:sp>
      <p:pic>
        <p:nvPicPr>
          <p:cNvPr id="1028" name="Picture 4" descr="Can You Be Charged with a Crime for Eavesdropping in California? | Chambers  Law Firm">
            <a:extLst>
              <a:ext uri="{FF2B5EF4-FFF2-40B4-BE49-F238E27FC236}">
                <a16:creationId xmlns:a16="http://schemas.microsoft.com/office/drawing/2014/main" id="{3CE9ABFF-E6CE-4773-8BF5-6FBFA1910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220" y="2478826"/>
            <a:ext cx="1828800" cy="138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vil Icon">
            <a:extLst>
              <a:ext uri="{FF2B5EF4-FFF2-40B4-BE49-F238E27FC236}">
                <a16:creationId xmlns:a16="http://schemas.microsoft.com/office/drawing/2014/main" id="{C86D9736-C041-41FF-A978-2F3F3AE30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406" y="1755229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EA6EA4-BCB8-4543-A778-08AA7A55A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032" idx="2"/>
          </p:cNvCxnSpPr>
          <p:nvPr/>
        </p:nvCxnSpPr>
        <p:spPr>
          <a:xfrm flipH="1" flipV="1">
            <a:off x="5900606" y="2669629"/>
            <a:ext cx="13735" cy="1039328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959D31D-DE2A-4E64-8E19-46496D5D2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89124" y="2094947"/>
            <a:ext cx="1002839" cy="1204353"/>
            <a:chOff x="736469" y="3388797"/>
            <a:chExt cx="1002839" cy="120435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E69830B-022C-476A-91F3-F936C9FAE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562" b="99438" l="0" r="93506">
                          <a14:foregroundMark x1="1948" y1="20787" x2="45130" y2="6180"/>
                          <a14:foregroundMark x1="45130" y1="6180" x2="90584" y2="11236"/>
                          <a14:foregroundMark x1="90584" y1="11236" x2="87987" y2="92135"/>
                          <a14:foregroundMark x1="87987" y1="92135" x2="41234" y2="96348"/>
                          <a14:foregroundMark x1="41234" y1="96348" x2="1623" y2="76124"/>
                          <a14:foregroundMark x1="1623" y1="76124" x2="4870" y2="31742"/>
                          <a14:foregroundMark x1="4870" y1="31742" x2="5519" y2="80899"/>
                          <a14:foregroundMark x1="5519" y1="80899" x2="8117" y2="36798"/>
                          <a14:foregroundMark x1="8117" y1="36798" x2="48052" y2="11236"/>
                          <a14:foregroundMark x1="48052" y1="11236" x2="87987" y2="30899"/>
                          <a14:foregroundMark x1="87987" y1="30899" x2="85065" y2="71067"/>
                          <a14:foregroundMark x1="85065" y1="71067" x2="45455" y2="91573"/>
                          <a14:foregroundMark x1="45455" y1="91573" x2="5519" y2="91292"/>
                          <a14:foregroundMark x1="24026" y1="6180" x2="71104" y2="6180"/>
                          <a14:foregroundMark x1="71104" y1="6180" x2="24351" y2="3090"/>
                          <a14:foregroundMark x1="24351" y1="3090" x2="74351" y2="1124"/>
                          <a14:foregroundMark x1="74351" y1="1124" x2="92857" y2="39888"/>
                          <a14:foregroundMark x1="92857" y1="39888" x2="92208" y2="81742"/>
                          <a14:foregroundMark x1="92208" y1="81742" x2="48701" y2="95506"/>
                          <a14:foregroundMark x1="48701" y1="95506" x2="5195" y2="82022"/>
                          <a14:foregroundMark x1="5195" y1="82022" x2="51948" y2="92416"/>
                          <a14:foregroundMark x1="51948" y1="92416" x2="6169" y2="97472"/>
                          <a14:foregroundMark x1="6169" y1="97472" x2="2922" y2="97191"/>
                          <a14:foregroundMark x1="0" y1="46910" x2="17532" y2="27528"/>
                          <a14:foregroundMark x1="35714" y1="40730" x2="32468" y2="19944"/>
                          <a14:foregroundMark x1="46429" y1="39045" x2="46429" y2="37640"/>
                          <a14:foregroundMark x1="48377" y1="35955" x2="35714" y2="42416"/>
                          <a14:foregroundMark x1="38636" y1="37079" x2="25974" y2="42416"/>
                          <a14:foregroundMark x1="18831" y1="36517" x2="67532" y2="37079"/>
                          <a14:foregroundMark x1="21104" y1="36517" x2="74351" y2="37079"/>
                          <a14:foregroundMark x1="32468" y1="35393" x2="74351" y2="35393"/>
                          <a14:foregroundMark x1="33766" y1="43258" x2="75325" y2="43820"/>
                          <a14:foregroundMark x1="16234" y1="53652" x2="78571" y2="55337"/>
                          <a14:foregroundMark x1="5519" y1="61517" x2="52597" y2="63764"/>
                          <a14:foregroundMark x1="52597" y1="63764" x2="61688" y2="53371"/>
                          <a14:foregroundMark x1="15584" y1="61517" x2="49351" y2="60674"/>
                          <a14:foregroundMark x1="71753" y1="53371" x2="68182" y2="53652"/>
                          <a14:foregroundMark x1="35065" y1="85674" x2="80195" y2="98034"/>
                          <a14:foregroundMark x1="80195" y1="98034" x2="73052" y2="87079"/>
                          <a14:foregroundMark x1="6494" y1="87640" x2="10390" y2="93820"/>
                          <a14:foregroundMark x1="9740" y1="82865" x2="10714" y2="85674"/>
                          <a14:foregroundMark x1="60390" y1="79775" x2="62013" y2="87079"/>
                          <a14:foregroundMark x1="80195" y1="81461" x2="83117" y2="88764"/>
                          <a14:foregroundMark x1="23377" y1="3652" x2="70455" y2="4213"/>
                          <a14:foregroundMark x1="70455" y1="4213" x2="25000" y2="12079"/>
                          <a14:foregroundMark x1="25000" y1="12079" x2="2273" y2="47753"/>
                          <a14:foregroundMark x1="2273" y1="47753" x2="2273" y2="87921"/>
                          <a14:foregroundMark x1="2273" y1="87921" x2="16234" y2="99719"/>
                          <a14:foregroundMark x1="5519" y1="18258" x2="51948" y2="4213"/>
                          <a14:foregroundMark x1="51948" y1="4213" x2="24675" y2="562"/>
                          <a14:foregroundMark x1="23377" y1="2528" x2="4870" y2="18258"/>
                          <a14:foregroundMark x1="649" y1="23034" x2="24675" y2="23596"/>
                          <a14:foregroundMark x1="24675" y1="25000" x2="25325" y2="12921"/>
                          <a14:foregroundMark x1="74351" y1="3090" x2="89286" y2="2528"/>
                          <a14:foregroundMark x1="87987" y1="2528" x2="92208" y2="98596"/>
                          <a14:foregroundMark x1="90584" y1="1966" x2="92208" y2="83708"/>
                          <a14:foregroundMark x1="92208" y1="83708" x2="93182" y2="4494"/>
                          <a14:foregroundMark x1="93182" y1="4494" x2="92208" y2="3652"/>
                          <a14:foregroundMark x1="25325" y1="10955" x2="25974" y2="29213"/>
                          <a14:foregroundMark x1="14935" y1="34551" x2="23052" y2="34831"/>
                          <a14:foregroundMark x1="19156" y1="99719" x2="45130" y2="99719"/>
                          <a14:foregroundMark x1="45130" y1="99157" x2="89935" y2="99157"/>
                          <a14:foregroundMark x1="90584" y1="44944" x2="92208" y2="84551"/>
                          <a14:foregroundMark x1="92208" y1="84551" x2="92857" y2="44663"/>
                          <a14:foregroundMark x1="92857" y1="44663" x2="92208" y2="79213"/>
                          <a14:foregroundMark x1="93506" y1="43258" x2="93506" y2="9859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444" y="3388797"/>
              <a:ext cx="772890" cy="89334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6B4BC2-0BA0-48DC-8BC2-ED0EB7D8357C}"/>
                </a:ext>
              </a:extLst>
            </p:cNvPr>
            <p:cNvSpPr txBox="1"/>
            <p:nvPr/>
          </p:nvSpPr>
          <p:spPr>
            <a:xfrm>
              <a:off x="736469" y="4223818"/>
              <a:ext cx="10028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Plaintext</a:t>
              </a:r>
              <a:endParaRPr lang="en-US" sz="1400" dirty="0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FAB6E6E0-A9F3-4E39-A558-71862B99B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516" y="3379946"/>
            <a:ext cx="1005840" cy="114812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03DFF27-D00A-4864-B76E-209E0830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839" y="3326335"/>
            <a:ext cx="1005840" cy="1148129"/>
          </a:xfrm>
          <a:prstGeom prst="rect">
            <a:avLst/>
          </a:prstGeom>
        </p:spPr>
      </p:pic>
      <p:pic>
        <p:nvPicPr>
          <p:cNvPr id="2050" name="Picture 2" descr="IconExperience » G-Collection » Key Icon">
            <a:extLst>
              <a:ext uri="{FF2B5EF4-FFF2-40B4-BE49-F238E27FC236}">
                <a16:creationId xmlns:a16="http://schemas.microsoft.com/office/drawing/2014/main" id="{492E9FB5-21CF-4343-902F-15B300453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770" y="5080557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IconExperience » G-Collection » Key Icon">
            <a:extLst>
              <a:ext uri="{FF2B5EF4-FFF2-40B4-BE49-F238E27FC236}">
                <a16:creationId xmlns:a16="http://schemas.microsoft.com/office/drawing/2014/main" id="{C9756E4F-1247-45BE-8929-E16D4C873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7830" y="5080557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ecure">
            <a:extLst>
              <a:ext uri="{FF2B5EF4-FFF2-40B4-BE49-F238E27FC236}">
                <a16:creationId xmlns:a16="http://schemas.microsoft.com/office/drawing/2014/main" id="{2B40D7DB-C562-4996-BAD9-4D1B7EEC7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010" y="1677541"/>
            <a:ext cx="1005840" cy="9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ADF153A1-FC23-4EE4-BA3E-400564E69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56060" y="3454804"/>
            <a:ext cx="1163652" cy="1432993"/>
            <a:chOff x="656062" y="4593150"/>
            <a:chExt cx="1163652" cy="1432993"/>
          </a:xfrm>
        </p:grpSpPr>
        <p:pic>
          <p:nvPicPr>
            <p:cNvPr id="13" name="Picture 12" descr="A close up of a sign  Description automatically generated">
              <a:extLst>
                <a:ext uri="{FF2B5EF4-FFF2-40B4-BE49-F238E27FC236}">
                  <a16:creationId xmlns:a16="http://schemas.microsoft.com/office/drawing/2014/main" id="{B31CA0C9-06A4-4847-A421-193A0C11F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6197" b="94444" l="8537" r="90000">
                          <a14:foregroundMark x1="24146" y1="7692" x2="60000" y2="8547"/>
                          <a14:foregroundMark x1="60000" y1="8547" x2="27561" y2="4915"/>
                          <a14:foregroundMark x1="27561" y1="4915" x2="8537" y2="26496"/>
                          <a14:foregroundMark x1="8537" y1="26496" x2="8537" y2="54060"/>
                          <a14:foregroundMark x1="8537" y1="54060" x2="23902" y2="78846"/>
                          <a14:foregroundMark x1="23902" y1="78846" x2="47073" y2="16239"/>
                          <a14:foregroundMark x1="47073" y1="16239" x2="61220" y2="43803"/>
                          <a14:foregroundMark x1="61220" y1="43803" x2="46341" y2="51068"/>
                          <a14:foregroundMark x1="21220" y1="7692" x2="53902" y2="6410"/>
                          <a14:foregroundMark x1="53902" y1="6410" x2="73902" y2="6624"/>
                          <a14:foregroundMark x1="82927" y1="76282" x2="67317" y2="944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192" y="4593150"/>
              <a:ext cx="1005840" cy="114812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AD8A4D-17D9-454C-B383-F417CB729745}"/>
                </a:ext>
              </a:extLst>
            </p:cNvPr>
            <p:cNvSpPr txBox="1"/>
            <p:nvPr/>
          </p:nvSpPr>
          <p:spPr>
            <a:xfrm>
              <a:off x="656062" y="5656811"/>
              <a:ext cx="1163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Ciphertext</a:t>
              </a:r>
            </a:p>
          </p:txBody>
        </p:sp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BCAF2CB7-929F-4432-83A4-84A73C3F4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750" y="3442880"/>
            <a:ext cx="1554480" cy="155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EDB76D-20FE-4644-949E-A3413340EE5D}"/>
              </a:ext>
            </a:extLst>
          </p:cNvPr>
          <p:cNvSpPr txBox="1"/>
          <p:nvPr/>
        </p:nvSpPr>
        <p:spPr>
          <a:xfrm>
            <a:off x="2730409" y="2201215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057D18-88CB-BC47-A8FF-70FEE5FD9D88}"/>
              </a:ext>
            </a:extLst>
          </p:cNvPr>
          <p:cNvSpPr txBox="1"/>
          <p:nvPr/>
        </p:nvSpPr>
        <p:spPr>
          <a:xfrm>
            <a:off x="1040798" y="311503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46FE76-E610-D242-A3D9-1489A4D93AB6}"/>
              </a:ext>
            </a:extLst>
          </p:cNvPr>
          <p:cNvSpPr txBox="1"/>
          <p:nvPr/>
        </p:nvSpPr>
        <p:spPr>
          <a:xfrm>
            <a:off x="2206201" y="5777843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379386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A7E6D-4C63-4BA3-8854-D5D3CACE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of Cryptography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11A57-4F05-4044-BF26-079D85F78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2BD8D3-3CE0-4F91-9513-897D85451B81}"/>
              </a:ext>
            </a:extLst>
          </p:cNvPr>
          <p:cNvSpPr/>
          <p:nvPr/>
        </p:nvSpPr>
        <p:spPr>
          <a:xfrm>
            <a:off x="5050221" y="2123089"/>
            <a:ext cx="2368296" cy="735725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C07DF"/>
                </a:solidFill>
              </a:rPr>
              <a:t>Cryptography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A78CC6-CBBC-41FF-9613-BDD95FE73F27}"/>
              </a:ext>
            </a:extLst>
          </p:cNvPr>
          <p:cNvSpPr/>
          <p:nvPr/>
        </p:nvSpPr>
        <p:spPr>
          <a:xfrm>
            <a:off x="1755228" y="4272455"/>
            <a:ext cx="2364828" cy="101950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205FA"/>
                </a:solidFill>
              </a:rPr>
              <a:t>Private Key Cryptography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0BF3B5-633C-4627-97E6-9EC79CE0EA4E}"/>
              </a:ext>
            </a:extLst>
          </p:cNvPr>
          <p:cNvSpPr/>
          <p:nvPr/>
        </p:nvSpPr>
        <p:spPr>
          <a:xfrm>
            <a:off x="5050221" y="4272455"/>
            <a:ext cx="2364828" cy="101950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E05E1"/>
                </a:solidFill>
              </a:rPr>
              <a:t>Public Key Cryptography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C73BE-8691-4313-89DA-1DFA4982626D}"/>
              </a:ext>
            </a:extLst>
          </p:cNvPr>
          <p:cNvSpPr/>
          <p:nvPr/>
        </p:nvSpPr>
        <p:spPr>
          <a:xfrm>
            <a:off x="8345214" y="4272455"/>
            <a:ext cx="2364828" cy="1019504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E00FF"/>
                </a:solidFill>
              </a:rPr>
              <a:t>Protocol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FE75C-FC35-4958-A73C-A1F09804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2937642" y="2858814"/>
            <a:ext cx="3296727" cy="14136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3C22CB-D473-4AA7-90BD-B3BCB0507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6232635" y="2858814"/>
            <a:ext cx="1734" cy="14136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08DCF4-1460-4375-A291-B00043613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6234369" y="2858814"/>
            <a:ext cx="3293259" cy="14136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C9FE50D-D674-974D-A0B9-542A81AD608B}"/>
              </a:ext>
            </a:extLst>
          </p:cNvPr>
          <p:cNvSpPr txBox="1"/>
          <p:nvPr/>
        </p:nvSpPr>
        <p:spPr>
          <a:xfrm>
            <a:off x="2152843" y="5316764"/>
            <a:ext cx="156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Symmetric Key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80DFB-ED72-8F45-9E95-D06176082FDB}"/>
              </a:ext>
            </a:extLst>
          </p:cNvPr>
          <p:cNvSpPr txBox="1"/>
          <p:nvPr/>
        </p:nvSpPr>
        <p:spPr>
          <a:xfrm>
            <a:off x="5447836" y="5316764"/>
            <a:ext cx="1685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Asymmetric Key</a:t>
            </a:r>
          </a:p>
        </p:txBody>
      </p:sp>
    </p:spTree>
    <p:extLst>
      <p:ext uri="{BB962C8B-B14F-4D97-AF65-F5344CB8AC3E}">
        <p14:creationId xmlns:p14="http://schemas.microsoft.com/office/powerpoint/2010/main" val="2147751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CCE8-B01C-48E8-9EAC-F3FA4D7C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Private-Key				 Public-Key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DFBDA-43E7-4BEB-96E0-466B61A0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7</a:t>
            </a:fld>
            <a:endParaRPr lang="en-US"/>
          </a:p>
        </p:txBody>
      </p:sp>
      <p:pic>
        <p:nvPicPr>
          <p:cNvPr id="3076" name="Picture 4" descr="Premium Vector | Safe box icon over red background">
            <a:extLst>
              <a:ext uri="{FF2B5EF4-FFF2-40B4-BE49-F238E27FC236}">
                <a16:creationId xmlns:a16="http://schemas.microsoft.com/office/drawing/2014/main" id="{8088673A-5094-4103-B14E-C4DD012A6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416" y="3775317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ender">
            <a:extLst>
              <a:ext uri="{FF2B5EF4-FFF2-40B4-BE49-F238E27FC236}">
                <a16:creationId xmlns:a16="http://schemas.microsoft.com/office/drawing/2014/main" id="{572F010E-0385-40F0-9702-2EBADD380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896" b="89827" l="9949" r="92347">
                        <a14:foregroundMark x1="53444" y1="14394" x2="53444" y2="14394"/>
                        <a14:foregroundMark x1="55995" y1="12338" x2="55995" y2="12338"/>
                        <a14:foregroundMark x1="56760" y1="15801" x2="56760" y2="15801"/>
                        <a14:foregroundMark x1="59311" y1="20779" x2="59311" y2="20779"/>
                        <a14:foregroundMark x1="59311" y1="20779" x2="59311" y2="20779"/>
                        <a14:foregroundMark x1="29464" y1="14394" x2="29464" y2="14394"/>
                        <a14:foregroundMark x1="29464" y1="14394" x2="29464" y2="14394"/>
                        <a14:foregroundMark x1="27041" y1="22835" x2="37755" y2="17208"/>
                        <a14:foregroundMark x1="32015" y1="12987" x2="66582" y2="33658"/>
                        <a14:foregroundMark x1="66582" y1="33658" x2="70026" y2="69156"/>
                        <a14:foregroundMark x1="70026" y1="69156" x2="27296" y2="71970"/>
                        <a14:foregroundMark x1="27296" y1="71970" x2="75255" y2="74892"/>
                        <a14:foregroundMark x1="75255" y1="74892" x2="92347" y2="71320"/>
                        <a14:foregroundMark x1="71684" y1="29221" x2="49362" y2="11580"/>
                        <a14:foregroundMark x1="40306" y1="10173" x2="71684" y2="34957"/>
                        <a14:foregroundMark x1="71684" y1="34957" x2="50383" y2="3896"/>
                        <a14:foregroundMark x1="50383" y1="3896" x2="21684" y2="30736"/>
                        <a14:foregroundMark x1="12370" y1="58046" x2="10204" y2="64394"/>
                        <a14:foregroundMark x1="21684" y1="30736" x2="13678" y2="54212"/>
                        <a14:foregroundMark x1="10204" y1="64394" x2="50128" y2="78247"/>
                        <a14:foregroundMark x1="50128" y1="78247" x2="91071" y2="70022"/>
                        <a14:foregroundMark x1="91071" y1="70022" x2="66709" y2="53030"/>
                        <a14:foregroundMark x1="77423" y1="66342" x2="84056" y2="71320"/>
                        <a14:backgroundMark x1="13010" y1="56494" x2="13010" y2="56494"/>
                        <a14:backgroundMark x1="10459" y1="56494" x2="10459" y2="56494"/>
                        <a14:backgroundMark x1="8801" y1="56494" x2="13776" y2="56494"/>
                        <a14:backgroundMark x1="9694" y1="55087" x2="9694" y2="55087"/>
                        <a14:backgroundMark x1="8036" y1="54437" x2="13010" y2="55844"/>
                        <a14:backgroundMark x1="13010" y1="55087" x2="13010" y2="550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6468" y="2209183"/>
            <a:ext cx="1163782" cy="1371600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E53A8DC8-83E0-48AD-8223-251B1B558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302" b="96667" l="9941" r="96588">
                        <a14:foregroundMark x1="41543" y1="11111" x2="54303" y2="7302"/>
                        <a14:foregroundMark x1="54303" y1="7302" x2="56380" y2="9683"/>
                        <a14:foregroundMark x1="88872" y1="68095" x2="95252" y2="80476"/>
                        <a14:foregroundMark x1="95252" y1="80476" x2="95401" y2="95079"/>
                        <a14:foregroundMark x1="95401" y1="95079" x2="40801" y2="94921"/>
                        <a14:foregroundMark x1="40801" y1="94921" x2="53858" y2="84762"/>
                        <a14:foregroundMark x1="53858" y1="84762" x2="40356" y2="90159"/>
                        <a14:foregroundMark x1="40356" y1="90159" x2="57270" y2="81587"/>
                        <a14:foregroundMark x1="57270" y1="81587" x2="71810" y2="80794"/>
                        <a14:foregroundMark x1="71810" y1="80794" x2="85312" y2="83333"/>
                        <a14:foregroundMark x1="85312" y1="83333" x2="75223" y2="93016"/>
                        <a14:foregroundMark x1="75223" y1="93016" x2="45252" y2="92063"/>
                        <a14:foregroundMark x1="45252" y1="92063" x2="72404" y2="91587"/>
                        <a14:foregroundMark x1="72404" y1="91587" x2="33680" y2="87619"/>
                        <a14:foregroundMark x1="33680" y1="87619" x2="59199" y2="86825"/>
                        <a14:foregroundMark x1="59199" y1="86825" x2="43620" y2="87619"/>
                        <a14:foregroundMark x1="43620" y1="87619" x2="56380" y2="82222"/>
                        <a14:foregroundMark x1="56380" y1="82222" x2="43323" y2="88254"/>
                        <a14:foregroundMark x1="43323" y1="88254" x2="54896" y2="80794"/>
                        <a14:foregroundMark x1="54896" y1="80794" x2="35905" y2="87619"/>
                        <a14:foregroundMark x1="35905" y1="87619" x2="66914" y2="83175"/>
                        <a14:foregroundMark x1="66914" y1="83175" x2="47478" y2="87460"/>
                        <a14:foregroundMark x1="47478" y1="87460" x2="82938" y2="86667"/>
                        <a14:foregroundMark x1="82938" y1="86667" x2="63353" y2="88095"/>
                        <a14:foregroundMark x1="63353" y1="88095" x2="64243" y2="88571"/>
                        <a14:foregroundMark x1="10089" y1="75714" x2="8605" y2="90635"/>
                        <a14:foregroundMark x1="8605" y1="90635" x2="26706" y2="91905"/>
                        <a14:foregroundMark x1="26706" y1="91905" x2="11573" y2="85714"/>
                        <a14:foregroundMark x1="11573" y1="85714" x2="40950" y2="88889"/>
                        <a14:foregroundMark x1="40950" y1="88889" x2="18398" y2="89841"/>
                        <a14:foregroundMark x1="18398" y1="89841" x2="34125" y2="90159"/>
                        <a14:foregroundMark x1="34125" y1="90159" x2="17507" y2="90000"/>
                        <a14:foregroundMark x1="17507" y1="90000" x2="32789" y2="89524"/>
                        <a14:foregroundMark x1="32789" y1="89524" x2="50593" y2="90476"/>
                        <a14:foregroundMark x1="50593" y1="90476" x2="14243" y2="93810"/>
                        <a14:foregroundMark x1="14243" y1="93810" x2="34273" y2="96825"/>
                        <a14:foregroundMark x1="34273" y1="96825" x2="79525" y2="92063"/>
                        <a14:foregroundMark x1="79525" y1="92063" x2="90801" y2="83968"/>
                        <a14:foregroundMark x1="90801" y1="83968" x2="85163" y2="97143"/>
                        <a14:foregroundMark x1="85163" y1="97143" x2="15579" y2="94762"/>
                        <a14:foregroundMark x1="15579" y1="94762" x2="31157" y2="95397"/>
                        <a14:foregroundMark x1="31157" y1="95397" x2="45549" y2="95079"/>
                        <a14:foregroundMark x1="45549" y1="95079" x2="17062" y2="96667"/>
                        <a14:foregroundMark x1="17062" y1="96667" x2="82641" y2="90317"/>
                        <a14:foregroundMark x1="82641" y1="90317" x2="92285" y2="79365"/>
                        <a14:foregroundMark x1="92285" y1="79365" x2="91543" y2="93810"/>
                        <a14:foregroundMark x1="91543" y1="93810" x2="61128" y2="94127"/>
                        <a14:foregroundMark x1="61128" y1="94127" x2="79970" y2="92063"/>
                        <a14:foregroundMark x1="92433" y1="71429" x2="95994" y2="84921"/>
                        <a14:foregroundMark x1="95994" y1="84921" x2="92730" y2="71270"/>
                        <a14:foregroundMark x1="92730" y1="71270" x2="96142" y2="84921"/>
                        <a14:foregroundMark x1="96142" y1="84921" x2="89466" y2="97302"/>
                        <a14:foregroundMark x1="89466" y1="97302" x2="94659" y2="82381"/>
                        <a14:foregroundMark x1="94659" y1="82381" x2="95104" y2="96667"/>
                        <a14:foregroundMark x1="95104" y1="96667" x2="96588" y2="9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078" y="2136673"/>
            <a:ext cx="1382584" cy="129232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E5549E-466E-49CE-A743-012F70EAA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2" idx="0"/>
          </p:cNvCxnSpPr>
          <p:nvPr/>
        </p:nvCxnSpPr>
        <p:spPr>
          <a:xfrm>
            <a:off x="6126480" y="286603"/>
            <a:ext cx="0" cy="57778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0" name="Picture 8" descr="Passcode Icons - Download Free Vector Icons | Noun Project">
            <a:extLst>
              <a:ext uri="{FF2B5EF4-FFF2-40B4-BE49-F238E27FC236}">
                <a16:creationId xmlns:a16="http://schemas.microsoft.com/office/drawing/2014/main" id="{26BF5E2D-AB72-4D0A-A36E-77D897AE6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891" y="2041890"/>
            <a:ext cx="920191" cy="92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C09D11BF-95E7-4E40-9640-026822D4B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0866" y="2848303"/>
            <a:ext cx="2333782" cy="58069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Content Placeholder 4" descr="Sender">
            <a:extLst>
              <a:ext uri="{FF2B5EF4-FFF2-40B4-BE49-F238E27FC236}">
                <a16:creationId xmlns:a16="http://schemas.microsoft.com/office/drawing/2014/main" id="{3767B98D-8CC2-4955-9981-D405D5E4F35F}"/>
              </a:ext>
            </a:extLst>
          </p:cNvPr>
          <p:cNvPicPr>
            <a:picLocks noGrp="1"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889" b="98889" l="2846" r="98374">
                        <a14:foregroundMark x1="53659" y1="77407" x2="53659" y2="77407"/>
                        <a14:foregroundMark x1="53659" y1="77407" x2="53659" y2="77407"/>
                        <a14:foregroundMark x1="35772" y1="65185" x2="35772" y2="65185"/>
                        <a14:foregroundMark x1="35772" y1="65185" x2="35772" y2="65185"/>
                        <a14:foregroundMark x1="17886" y1="80000" x2="17886" y2="80000"/>
                        <a14:foregroundMark x1="17886" y1="79630" x2="17886" y2="79630"/>
                        <a14:foregroundMark x1="8537" y1="91852" x2="8537" y2="91852"/>
                        <a14:foregroundMark x1="8943" y1="91852" x2="8943" y2="91852"/>
                        <a14:foregroundMark x1="12195" y1="69259" x2="12195" y2="69259"/>
                        <a14:foregroundMark x1="12195" y1="69259" x2="12195" y2="69259"/>
                        <a14:foregroundMark x1="23171" y1="66296" x2="23171" y2="66296"/>
                        <a14:foregroundMark x1="23171" y1="66296" x2="23171" y2="66296"/>
                        <a14:foregroundMark x1="27236" y1="62222" x2="27236" y2="62222"/>
                        <a14:foregroundMark x1="27236" y1="62222" x2="27236" y2="62222"/>
                        <a14:foregroundMark x1="31707" y1="61111" x2="27642" y2="42963"/>
                        <a14:foregroundMark x1="25203" y1="38519" x2="25203" y2="38519"/>
                        <a14:foregroundMark x1="26016" y1="38148" x2="26016" y2="38148"/>
                        <a14:foregroundMark x1="46341" y1="86667" x2="70732" y2="68148"/>
                        <a14:foregroundMark x1="70732" y1="68148" x2="67886" y2="61852"/>
                        <a14:foregroundMark x1="92683" y1="79630" x2="68293" y2="61852"/>
                        <a14:foregroundMark x1="68293" y1="61852" x2="37805" y2="55926"/>
                        <a14:foregroundMark x1="37805" y1="55926" x2="36179" y2="52963"/>
                        <a14:foregroundMark x1="43902" y1="71852" x2="43902" y2="71852"/>
                        <a14:foregroundMark x1="43902" y1="71852" x2="43902" y2="71852"/>
                        <a14:foregroundMark x1="41463" y1="75556" x2="41463" y2="75556"/>
                        <a14:foregroundMark x1="41463" y1="75556" x2="41463" y2="75556"/>
                        <a14:foregroundMark x1="35772" y1="76667" x2="31301" y2="76667"/>
                        <a14:foregroundMark x1="31301" y1="76667" x2="26423" y2="79259"/>
                        <a14:foregroundMark x1="19106" y1="84444" x2="41057" y2="59259"/>
                        <a14:foregroundMark x1="41057" y1="59259" x2="41463" y2="30741"/>
                        <a14:foregroundMark x1="41463" y1="30741" x2="71138" y2="38889"/>
                        <a14:foregroundMark x1="71138" y1="38889" x2="58537" y2="11481"/>
                        <a14:foregroundMark x1="58537" y1="11481" x2="28049" y2="18519"/>
                        <a14:foregroundMark x1="28049" y1="18519" x2="18699" y2="46667"/>
                        <a14:foregroundMark x1="18699" y1="46667" x2="56911" y2="42963"/>
                        <a14:foregroundMark x1="56911" y1="42963" x2="69512" y2="15185"/>
                        <a14:foregroundMark x1="69512" y1="15185" x2="78049" y2="52963"/>
                        <a14:foregroundMark x1="30894" y1="15556" x2="40650" y2="8889"/>
                        <a14:foregroundMark x1="44309" y1="9259" x2="44309" y2="9259"/>
                        <a14:foregroundMark x1="80081" y1="93333" x2="80081" y2="93333"/>
                        <a14:foregroundMark x1="79675" y1="93333" x2="79675" y2="93333"/>
                        <a14:foregroundMark x1="96341" y1="91111" x2="96341" y2="91111"/>
                        <a14:foregroundMark x1="96341" y1="91481" x2="96341" y2="91481"/>
                        <a14:foregroundMark x1="96341" y1="88889" x2="96341" y2="88889"/>
                        <a14:foregroundMark x1="96341" y1="88889" x2="96341" y2="88889"/>
                        <a14:foregroundMark x1="96748" y1="87037" x2="96748" y2="87037"/>
                        <a14:foregroundMark x1="97154" y1="87037" x2="97154" y2="87037"/>
                        <a14:foregroundMark x1="98374" y1="91111" x2="98374" y2="91111"/>
                        <a14:foregroundMark x1="83333" y1="95926" x2="83333" y2="95926"/>
                        <a14:foregroundMark x1="83333" y1="95926" x2="83333" y2="95926"/>
                        <a14:foregroundMark x1="65041" y1="91852" x2="65041" y2="91852"/>
                        <a14:foregroundMark x1="48374" y1="92963" x2="16260" y2="92222"/>
                        <a14:foregroundMark x1="16260" y1="92222" x2="56504" y2="89630"/>
                        <a14:foregroundMark x1="56504" y1="89630" x2="93089" y2="90370"/>
                        <a14:foregroundMark x1="93089" y1="90370" x2="95935" y2="90000"/>
                        <a14:foregroundMark x1="89024" y1="95556" x2="82520" y2="90741"/>
                        <a14:foregroundMark x1="8537" y1="72963" x2="8537" y2="72963"/>
                        <a14:foregroundMark x1="8537" y1="72963" x2="8537" y2="72963"/>
                        <a14:foregroundMark x1="9350" y1="71852" x2="25610" y2="95556"/>
                        <a14:foregroundMark x1="77379" y1="98351" x2="78636" y2="98419"/>
                        <a14:foregroundMark x1="25610" y1="95556" x2="69896" y2="97947"/>
                        <a14:foregroundMark x1="2846" y1="88519" x2="2846" y2="88519"/>
                        <a14:foregroundMark x1="2846" y1="88519" x2="2846" y2="88519"/>
                        <a14:foregroundMark x1="72358" y1="98519" x2="72358" y2="98519"/>
                        <a14:foregroundMark x1="75610" y1="98148" x2="75610" y2="98148"/>
                        <a14:foregroundMark x1="78862" y1="98889" x2="78862" y2="98889"/>
                        <a14:foregroundMark x1="78455" y1="98889" x2="78455" y2="98889"/>
                        <a14:foregroundMark x1="78049" y1="98519" x2="78049" y2="98519"/>
                        <a14:foregroundMark x1="72358" y1="98148" x2="72358" y2="98148"/>
                        <a14:foregroundMark x1="72358" y1="98148" x2="72358" y2="98148"/>
                        <a14:foregroundMark x1="76016" y1="98519" x2="76016" y2="98519"/>
                        <a14:backgroundMark x1="78049" y1="99259" x2="78049" y2="99259"/>
                        <a14:backgroundMark x1="78862" y1="99259" x2="78862" y2="99259"/>
                        <a14:backgroundMark x1="79268" y1="99259" x2="79268" y2="99259"/>
                        <a14:backgroundMark x1="79268" y1="99259" x2="79268" y2="99259"/>
                        <a14:backgroundMark x1="79268" y1="98889" x2="79268" y2="98889"/>
                        <a14:backgroundMark x1="79268" y1="98889" x2="79268" y2="98889"/>
                        <a14:backgroundMark x1="79268" y1="98519" x2="79268" y2="98519"/>
                        <a14:backgroundMark x1="79268" y1="99259" x2="79268" y2="99259"/>
                        <a14:backgroundMark x1="78049" y1="99259" x2="78049" y2="99259"/>
                        <a14:backgroundMark x1="76016" y1="99259" x2="71138" y2="99630"/>
                        <a14:backgroundMark x1="78049" y1="99259" x2="80488" y2="99259"/>
                        <a14:backgroundMark x1="78049" y1="99259" x2="73171" y2="99630"/>
                        <a14:backgroundMark x1="97967" y1="99259" x2="98374" y2="974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840" y="1956265"/>
            <a:ext cx="881423" cy="9674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DE6137-00CD-4330-B049-CA7BDF39C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31" b="95385" l="6500" r="90000">
                        <a14:foregroundMark x1="6500" y1="52308" x2="6500" y2="52308"/>
                        <a14:foregroundMark x1="7000" y1="52308" x2="7000" y2="52308"/>
                        <a14:foregroundMark x1="6500" y1="20769" x2="6500" y2="20769"/>
                        <a14:foregroundMark x1="6500" y1="20769" x2="6500" y2="20769"/>
                        <a14:foregroundMark x1="14000" y1="10769" x2="14000" y2="10769"/>
                        <a14:foregroundMark x1="14000" y1="10769" x2="14000" y2="10769"/>
                        <a14:foregroundMark x1="46000" y1="93846" x2="46000" y2="93846"/>
                        <a14:foregroundMark x1="31500" y1="10769" x2="31500" y2="10769"/>
                        <a14:foregroundMark x1="20000" y1="12308" x2="68000" y2="14615"/>
                        <a14:foregroundMark x1="34000" y1="9231" x2="34000" y2="9231"/>
                        <a14:foregroundMark x1="50500" y1="9231" x2="50500" y2="9231"/>
                        <a14:foregroundMark x1="62500" y1="9231" x2="62500" y2="9231"/>
                        <a14:foregroundMark x1="29500" y1="93846" x2="29500" y2="93846"/>
                        <a14:foregroundMark x1="54500" y1="95385" x2="54500" y2="95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197" y="2262501"/>
            <a:ext cx="536018" cy="348412"/>
          </a:xfrm>
          <a:prstGeom prst="rect">
            <a:avLst/>
          </a:prstGeom>
        </p:spPr>
      </p:pic>
      <p:pic>
        <p:nvPicPr>
          <p:cNvPr id="16" name="Picture 15" descr="Mailbox">
            <a:extLst>
              <a:ext uri="{FF2B5EF4-FFF2-40B4-BE49-F238E27FC236}">
                <a16:creationId xmlns:a16="http://schemas.microsoft.com/office/drawing/2014/main" id="{1A0E114E-4E3D-473B-9258-C036C6BF5D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867" b="98800" l="3109" r="89983">
                        <a14:foregroundMark x1="28584" y1="89133" x2="34283" y2="72867"/>
                        <a14:foregroundMark x1="34283" y1="72867" x2="31347" y2="16267"/>
                        <a14:foregroundMark x1="31347" y1="16267" x2="14767" y2="5933"/>
                        <a14:foregroundMark x1="14767" y1="5933" x2="3195" y2="20533"/>
                        <a14:foregroundMark x1="3195" y1="20533" x2="46459" y2="11400"/>
                        <a14:foregroundMark x1="46459" y1="11400" x2="24698" y2="4467"/>
                        <a14:foregroundMark x1="24698" y1="4467" x2="47237" y2="5933"/>
                        <a14:foregroundMark x1="47237" y1="5933" x2="23143" y2="8533"/>
                        <a14:foregroundMark x1="23143" y1="8533" x2="44214" y2="8800"/>
                        <a14:foregroundMark x1="44214" y1="8800" x2="24611" y2="15267"/>
                        <a14:foregroundMark x1="24611" y1="15267" x2="10708" y2="14333"/>
                        <a14:foregroundMark x1="2936" y1="31733" x2="23921" y2="33667"/>
                        <a14:foregroundMark x1="23921" y1="33667" x2="49568" y2="32467"/>
                        <a14:foregroundMark x1="49568" y1="32467" x2="26166" y2="26800"/>
                        <a14:foregroundMark x1="26166" y1="26800" x2="49741" y2="24933"/>
                        <a14:foregroundMark x1="49741" y1="24933" x2="4491" y2="25400"/>
                        <a14:foregroundMark x1="4491" y1="25400" x2="30225" y2="17333"/>
                        <a14:foregroundMark x1="30225" y1="17333" x2="9326" y2="25000"/>
                        <a14:foregroundMark x1="9326" y1="25000" x2="9326" y2="8733"/>
                        <a14:foregroundMark x1="9326" y1="8733" x2="31779" y2="4200"/>
                        <a14:foregroundMark x1="31779" y1="4200" x2="53109" y2="7867"/>
                        <a14:foregroundMark x1="53109" y1="7867" x2="44732" y2="23600"/>
                        <a14:foregroundMark x1="44732" y1="23600" x2="14680" y2="22133"/>
                        <a14:foregroundMark x1="14680" y1="22133" x2="37478" y2="19933"/>
                        <a14:foregroundMark x1="37478" y1="19933" x2="57081" y2="27000"/>
                        <a14:foregroundMark x1="57081" y1="27000" x2="13472" y2="27733"/>
                        <a14:foregroundMark x1="13472" y1="27733" x2="39292" y2="24600"/>
                        <a14:foregroundMark x1="39292" y1="24600" x2="50345" y2="10200"/>
                        <a14:foregroundMark x1="50345" y1="10200" x2="44301" y2="29200"/>
                        <a14:foregroundMark x1="44301" y1="29200" x2="21589" y2="30067"/>
                        <a14:foregroundMark x1="21589" y1="30067" x2="37133" y2="16933"/>
                        <a14:foregroundMark x1="37133" y1="16933" x2="40242" y2="5933"/>
                        <a14:foregroundMark x1="29965" y1="82067" x2="33333" y2="98267"/>
                        <a14:foregroundMark x1="33333" y1="98267" x2="34888" y2="80933"/>
                        <a14:foregroundMark x1="28368" y1="92965" x2="28164" y2="93341"/>
                        <a14:foregroundMark x1="34888" y1="80933" x2="28418" y2="92872"/>
                        <a14:foregroundMark x1="28343" y1="93368" x2="32470" y2="86333"/>
                        <a14:foregroundMark x1="34715" y1="97067" x2="30225" y2="98200"/>
                        <a14:foregroundMark x1="4577" y1="10267" x2="3541" y2="26533"/>
                        <a14:foregroundMark x1="3541" y1="26533" x2="4922" y2="10067"/>
                        <a14:foregroundMark x1="4922" y1="10067" x2="5095" y2="30867"/>
                        <a14:foregroundMark x1="5095" y1="30867" x2="3195" y2="34133"/>
                        <a14:foregroundMark x1="36356" y1="98800" x2="36356" y2="98800"/>
                        <a14:foregroundMark x1="36356" y1="98200" x2="36356" y2="98200"/>
                        <a14:foregroundMark x1="36356" y1="98200" x2="36356" y2="98200"/>
                        <a14:foregroundMark x1="36356" y1="98200" x2="36356" y2="98200"/>
                        <a14:backgroundMark x1="26079" y1="97067" x2="26079" y2="97067"/>
                        <a14:backgroundMark x1="26079" y1="94733" x2="26857" y2="94067"/>
                        <a14:backgroundMark x1="24957" y1="92133" x2="27202" y2="93667"/>
                        <a14:backgroundMark x1="27202" y1="93667" x2="26857" y2="95133"/>
                        <a14:backgroundMark x1="27202" y1="93200" x2="26339" y2="96667"/>
                        <a14:backgroundMark x1="25820" y1="96867" x2="25820" y2="96867"/>
                        <a14:backgroundMark x1="25820" y1="97067" x2="25820" y2="97067"/>
                        <a14:backgroundMark x1="25475" y1="97733" x2="25475" y2="97733"/>
                        <a14:backgroundMark x1="25216" y1="97933" x2="25216" y2="97933"/>
                        <a14:backgroundMark x1="24957" y1="98200" x2="24957" y2="98200"/>
                        <a14:backgroundMark x1="24957" y1="98200" x2="24957" y2="98200"/>
                        <a14:backgroundMark x1="24352" y1="98600" x2="24352" y2="98600"/>
                        <a14:backgroundMark x1="26079" y1="96000" x2="25475" y2="97533"/>
                        <a14:backgroundMark x1="25216" y1="97733" x2="25216" y2="97733"/>
                        <a14:backgroundMark x1="25216" y1="97933" x2="25216" y2="97933"/>
                        <a14:backgroundMark x1="25216" y1="97933" x2="25216" y2="97933"/>
                        <a14:backgroundMark x1="27202" y1="94067" x2="27202" y2="940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975" y="2454483"/>
            <a:ext cx="2103120" cy="27242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FA7468-A49E-4C10-AAF2-294700AE8718}"/>
              </a:ext>
            </a:extLst>
          </p:cNvPr>
          <p:cNvSpPr txBox="1"/>
          <p:nvPr/>
        </p:nvSpPr>
        <p:spPr>
          <a:xfrm>
            <a:off x="7667348" y="5556224"/>
            <a:ext cx="2600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Address: 221 Baker Street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97F4A3-BF37-4C9B-A849-4D4312CB184C}"/>
              </a:ext>
            </a:extLst>
          </p:cNvPr>
          <p:cNvSpPr txBox="1"/>
          <p:nvPr/>
        </p:nvSpPr>
        <p:spPr>
          <a:xfrm>
            <a:off x="8464446" y="5799476"/>
            <a:ext cx="1137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Public Key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54AB8D-8B49-4C2A-84B7-FFFE5B93ED01}"/>
              </a:ext>
            </a:extLst>
          </p:cNvPr>
          <p:cNvSpPr txBox="1"/>
          <p:nvPr/>
        </p:nvSpPr>
        <p:spPr>
          <a:xfrm>
            <a:off x="8690736" y="5278036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Bob</a:t>
            </a:r>
          </a:p>
        </p:txBody>
      </p:sp>
      <p:pic>
        <p:nvPicPr>
          <p:cNvPr id="20" name="Content Placeholder 4" descr="Sender">
            <a:extLst>
              <a:ext uri="{FF2B5EF4-FFF2-40B4-BE49-F238E27FC236}">
                <a16:creationId xmlns:a16="http://schemas.microsoft.com/office/drawing/2014/main" id="{4CE07647-FC2C-4B30-8732-22D37BD11CDD}"/>
              </a:ext>
            </a:extLst>
          </p:cNvPr>
          <p:cNvPicPr>
            <a:picLocks noGrp="1"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889" b="98889" l="2846" r="98374">
                        <a14:foregroundMark x1="53659" y1="77407" x2="53659" y2="77407"/>
                        <a14:foregroundMark x1="53659" y1="77407" x2="53659" y2="77407"/>
                        <a14:foregroundMark x1="35772" y1="65185" x2="35772" y2="65185"/>
                        <a14:foregroundMark x1="35772" y1="65185" x2="35772" y2="65185"/>
                        <a14:foregroundMark x1="17886" y1="80000" x2="17886" y2="80000"/>
                        <a14:foregroundMark x1="17886" y1="79630" x2="17886" y2="79630"/>
                        <a14:foregroundMark x1="8537" y1="91852" x2="8537" y2="91852"/>
                        <a14:foregroundMark x1="8943" y1="91852" x2="8943" y2="91852"/>
                        <a14:foregroundMark x1="12195" y1="69259" x2="12195" y2="69259"/>
                        <a14:foregroundMark x1="12195" y1="69259" x2="12195" y2="69259"/>
                        <a14:foregroundMark x1="23171" y1="66296" x2="23171" y2="66296"/>
                        <a14:foregroundMark x1="23171" y1="66296" x2="23171" y2="66296"/>
                        <a14:foregroundMark x1="27236" y1="62222" x2="27236" y2="62222"/>
                        <a14:foregroundMark x1="27236" y1="62222" x2="27236" y2="62222"/>
                        <a14:foregroundMark x1="31707" y1="61111" x2="27642" y2="42963"/>
                        <a14:foregroundMark x1="25203" y1="38519" x2="25203" y2="38519"/>
                        <a14:foregroundMark x1="26016" y1="38148" x2="26016" y2="38148"/>
                        <a14:foregroundMark x1="46341" y1="86667" x2="70732" y2="68148"/>
                        <a14:foregroundMark x1="70732" y1="68148" x2="67886" y2="61852"/>
                        <a14:foregroundMark x1="92683" y1="79630" x2="68293" y2="61852"/>
                        <a14:foregroundMark x1="68293" y1="61852" x2="37805" y2="55926"/>
                        <a14:foregroundMark x1="37805" y1="55926" x2="36179" y2="52963"/>
                        <a14:foregroundMark x1="43902" y1="71852" x2="43902" y2="71852"/>
                        <a14:foregroundMark x1="43902" y1="71852" x2="43902" y2="71852"/>
                        <a14:foregroundMark x1="41463" y1="75556" x2="41463" y2="75556"/>
                        <a14:foregroundMark x1="41463" y1="75556" x2="41463" y2="75556"/>
                        <a14:foregroundMark x1="35772" y1="76667" x2="31301" y2="76667"/>
                        <a14:foregroundMark x1="31301" y1="76667" x2="26423" y2="79259"/>
                        <a14:foregroundMark x1="19106" y1="84444" x2="41057" y2="59259"/>
                        <a14:foregroundMark x1="41057" y1="59259" x2="41463" y2="30741"/>
                        <a14:foregroundMark x1="41463" y1="30741" x2="71138" y2="38889"/>
                        <a14:foregroundMark x1="71138" y1="38889" x2="58537" y2="11481"/>
                        <a14:foregroundMark x1="58537" y1="11481" x2="28049" y2="18519"/>
                        <a14:foregroundMark x1="28049" y1="18519" x2="18699" y2="46667"/>
                        <a14:foregroundMark x1="18699" y1="46667" x2="56911" y2="42963"/>
                        <a14:foregroundMark x1="56911" y1="42963" x2="69512" y2="15185"/>
                        <a14:foregroundMark x1="69512" y1="15185" x2="78049" y2="52963"/>
                        <a14:foregroundMark x1="30894" y1="15556" x2="40650" y2="8889"/>
                        <a14:foregroundMark x1="44309" y1="9259" x2="44309" y2="9259"/>
                        <a14:foregroundMark x1="80081" y1="93333" x2="80081" y2="93333"/>
                        <a14:foregroundMark x1="79675" y1="93333" x2="79675" y2="93333"/>
                        <a14:foregroundMark x1="96341" y1="91111" x2="96341" y2="91111"/>
                        <a14:foregroundMark x1="96341" y1="91481" x2="96341" y2="91481"/>
                        <a14:foregroundMark x1="96341" y1="88889" x2="96341" y2="88889"/>
                        <a14:foregroundMark x1="96341" y1="88889" x2="96341" y2="88889"/>
                        <a14:foregroundMark x1="96748" y1="87037" x2="96748" y2="87037"/>
                        <a14:foregroundMark x1="97154" y1="87037" x2="97154" y2="87037"/>
                        <a14:foregroundMark x1="98374" y1="91111" x2="98374" y2="91111"/>
                        <a14:foregroundMark x1="83333" y1="95926" x2="83333" y2="95926"/>
                        <a14:foregroundMark x1="83333" y1="95926" x2="83333" y2="95926"/>
                        <a14:foregroundMark x1="65041" y1="91852" x2="65041" y2="91852"/>
                        <a14:foregroundMark x1="48374" y1="92963" x2="16260" y2="92222"/>
                        <a14:foregroundMark x1="16260" y1="92222" x2="56504" y2="89630"/>
                        <a14:foregroundMark x1="56504" y1="89630" x2="93089" y2="90370"/>
                        <a14:foregroundMark x1="93089" y1="90370" x2="95935" y2="90000"/>
                        <a14:foregroundMark x1="89024" y1="95556" x2="82520" y2="90741"/>
                        <a14:foregroundMark x1="8537" y1="72963" x2="8537" y2="72963"/>
                        <a14:foregroundMark x1="8537" y1="72963" x2="8537" y2="72963"/>
                        <a14:foregroundMark x1="9350" y1="71852" x2="25610" y2="95556"/>
                        <a14:foregroundMark x1="77379" y1="98351" x2="78636" y2="98419"/>
                        <a14:foregroundMark x1="25610" y1="95556" x2="69896" y2="97947"/>
                        <a14:foregroundMark x1="2846" y1="88519" x2="2846" y2="88519"/>
                        <a14:foregroundMark x1="2846" y1="88519" x2="2846" y2="88519"/>
                        <a14:foregroundMark x1="72358" y1="98519" x2="72358" y2="98519"/>
                        <a14:foregroundMark x1="75610" y1="98148" x2="75610" y2="98148"/>
                        <a14:foregroundMark x1="78862" y1="98889" x2="78862" y2="98889"/>
                        <a14:foregroundMark x1="78455" y1="98889" x2="78455" y2="98889"/>
                        <a14:foregroundMark x1="78049" y1="98519" x2="78049" y2="98519"/>
                        <a14:foregroundMark x1="72358" y1="98148" x2="72358" y2="98148"/>
                        <a14:foregroundMark x1="72358" y1="98148" x2="72358" y2="98148"/>
                        <a14:foregroundMark x1="76016" y1="98519" x2="76016" y2="98519"/>
                        <a14:backgroundMark x1="78049" y1="99259" x2="78049" y2="99259"/>
                        <a14:backgroundMark x1="78862" y1="99259" x2="78862" y2="99259"/>
                        <a14:backgroundMark x1="79268" y1="99259" x2="79268" y2="99259"/>
                        <a14:backgroundMark x1="79268" y1="99259" x2="79268" y2="99259"/>
                        <a14:backgroundMark x1="79268" y1="98889" x2="79268" y2="98889"/>
                        <a14:backgroundMark x1="79268" y1="98889" x2="79268" y2="98889"/>
                        <a14:backgroundMark x1="79268" y1="98519" x2="79268" y2="98519"/>
                        <a14:backgroundMark x1="79268" y1="99259" x2="79268" y2="99259"/>
                        <a14:backgroundMark x1="78049" y1="99259" x2="78049" y2="99259"/>
                        <a14:backgroundMark x1="76016" y1="99259" x2="71138" y2="99630"/>
                        <a14:backgroundMark x1="78049" y1="99259" x2="80488" y2="99259"/>
                        <a14:backgroundMark x1="78049" y1="99259" x2="73171" y2="99630"/>
                        <a14:backgroundMark x1="97967" y1="99259" x2="98374" y2="974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373" y="3080640"/>
            <a:ext cx="881423" cy="9674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73BAF11-7DFF-4401-BAEE-C823BBF20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31" b="95385" l="6500" r="90000">
                        <a14:foregroundMark x1="6500" y1="52308" x2="6500" y2="52308"/>
                        <a14:foregroundMark x1="7000" y1="52308" x2="7000" y2="52308"/>
                        <a14:foregroundMark x1="6500" y1="20769" x2="6500" y2="20769"/>
                        <a14:foregroundMark x1="6500" y1="20769" x2="6500" y2="20769"/>
                        <a14:foregroundMark x1="14000" y1="10769" x2="14000" y2="10769"/>
                        <a14:foregroundMark x1="14000" y1="10769" x2="14000" y2="10769"/>
                        <a14:foregroundMark x1="46000" y1="93846" x2="46000" y2="93846"/>
                        <a14:foregroundMark x1="31500" y1="10769" x2="31500" y2="10769"/>
                        <a14:foregroundMark x1="20000" y1="12308" x2="68000" y2="14615"/>
                        <a14:foregroundMark x1="34000" y1="9231" x2="34000" y2="9231"/>
                        <a14:foregroundMark x1="50500" y1="9231" x2="50500" y2="9231"/>
                        <a14:foregroundMark x1="62500" y1="9231" x2="62500" y2="9231"/>
                        <a14:foregroundMark x1="29500" y1="93846" x2="29500" y2="93846"/>
                        <a14:foregroundMark x1="54500" y1="95385" x2="54500" y2="95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730" y="3386876"/>
            <a:ext cx="536018" cy="348412"/>
          </a:xfrm>
          <a:prstGeom prst="rect">
            <a:avLst/>
          </a:prstGeom>
        </p:spPr>
      </p:pic>
      <p:pic>
        <p:nvPicPr>
          <p:cNvPr id="22" name="Content Placeholder 4" descr="Sender">
            <a:extLst>
              <a:ext uri="{FF2B5EF4-FFF2-40B4-BE49-F238E27FC236}">
                <a16:creationId xmlns:a16="http://schemas.microsoft.com/office/drawing/2014/main" id="{583DDF82-9139-4EC2-84B2-9516B68839CC}"/>
              </a:ext>
            </a:extLst>
          </p:cNvPr>
          <p:cNvPicPr>
            <a:picLocks noGrp="1"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889" b="98889" l="2846" r="98374">
                        <a14:foregroundMark x1="53659" y1="77407" x2="53659" y2="77407"/>
                        <a14:foregroundMark x1="53659" y1="77407" x2="53659" y2="77407"/>
                        <a14:foregroundMark x1="35772" y1="65185" x2="35772" y2="65185"/>
                        <a14:foregroundMark x1="35772" y1="65185" x2="35772" y2="65185"/>
                        <a14:foregroundMark x1="17886" y1="80000" x2="17886" y2="80000"/>
                        <a14:foregroundMark x1="17886" y1="79630" x2="17886" y2="79630"/>
                        <a14:foregroundMark x1="8537" y1="91852" x2="8537" y2="91852"/>
                        <a14:foregroundMark x1="8943" y1="91852" x2="8943" y2="91852"/>
                        <a14:foregroundMark x1="12195" y1="69259" x2="12195" y2="69259"/>
                        <a14:foregroundMark x1="12195" y1="69259" x2="12195" y2="69259"/>
                        <a14:foregroundMark x1="23171" y1="66296" x2="23171" y2="66296"/>
                        <a14:foregroundMark x1="23171" y1="66296" x2="23171" y2="66296"/>
                        <a14:foregroundMark x1="27236" y1="62222" x2="27236" y2="62222"/>
                        <a14:foregroundMark x1="27236" y1="62222" x2="27236" y2="62222"/>
                        <a14:foregroundMark x1="31707" y1="61111" x2="27642" y2="42963"/>
                        <a14:foregroundMark x1="25203" y1="38519" x2="25203" y2="38519"/>
                        <a14:foregroundMark x1="26016" y1="38148" x2="26016" y2="38148"/>
                        <a14:foregroundMark x1="46341" y1="86667" x2="70732" y2="68148"/>
                        <a14:foregroundMark x1="70732" y1="68148" x2="67886" y2="61852"/>
                        <a14:foregroundMark x1="92683" y1="79630" x2="68293" y2="61852"/>
                        <a14:foregroundMark x1="68293" y1="61852" x2="37805" y2="55926"/>
                        <a14:foregroundMark x1="37805" y1="55926" x2="36179" y2="52963"/>
                        <a14:foregroundMark x1="43902" y1="71852" x2="43902" y2="71852"/>
                        <a14:foregroundMark x1="43902" y1="71852" x2="43902" y2="71852"/>
                        <a14:foregroundMark x1="41463" y1="75556" x2="41463" y2="75556"/>
                        <a14:foregroundMark x1="41463" y1="75556" x2="41463" y2="75556"/>
                        <a14:foregroundMark x1="35772" y1="76667" x2="31301" y2="76667"/>
                        <a14:foregroundMark x1="31301" y1="76667" x2="26423" y2="79259"/>
                        <a14:foregroundMark x1="19106" y1="84444" x2="41057" y2="59259"/>
                        <a14:foregroundMark x1="41057" y1="59259" x2="41463" y2="30741"/>
                        <a14:foregroundMark x1="41463" y1="30741" x2="71138" y2="38889"/>
                        <a14:foregroundMark x1="71138" y1="38889" x2="58537" y2="11481"/>
                        <a14:foregroundMark x1="58537" y1="11481" x2="28049" y2="18519"/>
                        <a14:foregroundMark x1="28049" y1="18519" x2="18699" y2="46667"/>
                        <a14:foregroundMark x1="18699" y1="46667" x2="56911" y2="42963"/>
                        <a14:foregroundMark x1="56911" y1="42963" x2="69512" y2="15185"/>
                        <a14:foregroundMark x1="69512" y1="15185" x2="78049" y2="52963"/>
                        <a14:foregroundMark x1="30894" y1="15556" x2="40650" y2="8889"/>
                        <a14:foregroundMark x1="44309" y1="9259" x2="44309" y2="9259"/>
                        <a14:foregroundMark x1="80081" y1="93333" x2="80081" y2="93333"/>
                        <a14:foregroundMark x1="79675" y1="93333" x2="79675" y2="93333"/>
                        <a14:foregroundMark x1="96341" y1="91111" x2="96341" y2="91111"/>
                        <a14:foregroundMark x1="96341" y1="91481" x2="96341" y2="91481"/>
                        <a14:foregroundMark x1="96341" y1="88889" x2="96341" y2="88889"/>
                        <a14:foregroundMark x1="96341" y1="88889" x2="96341" y2="88889"/>
                        <a14:foregroundMark x1="96748" y1="87037" x2="96748" y2="87037"/>
                        <a14:foregroundMark x1="97154" y1="87037" x2="97154" y2="87037"/>
                        <a14:foregroundMark x1="98374" y1="91111" x2="98374" y2="91111"/>
                        <a14:foregroundMark x1="83333" y1="95926" x2="83333" y2="95926"/>
                        <a14:foregroundMark x1="83333" y1="95926" x2="83333" y2="95926"/>
                        <a14:foregroundMark x1="65041" y1="91852" x2="65041" y2="91852"/>
                        <a14:foregroundMark x1="48374" y1="92963" x2="16260" y2="92222"/>
                        <a14:foregroundMark x1="16260" y1="92222" x2="56504" y2="89630"/>
                        <a14:foregroundMark x1="56504" y1="89630" x2="93089" y2="90370"/>
                        <a14:foregroundMark x1="93089" y1="90370" x2="95935" y2="90000"/>
                        <a14:foregroundMark x1="89024" y1="95556" x2="82520" y2="90741"/>
                        <a14:foregroundMark x1="8537" y1="72963" x2="8537" y2="72963"/>
                        <a14:foregroundMark x1="8537" y1="72963" x2="8537" y2="72963"/>
                        <a14:foregroundMark x1="9350" y1="71852" x2="25610" y2="95556"/>
                        <a14:foregroundMark x1="77379" y1="98351" x2="78636" y2="98419"/>
                        <a14:foregroundMark x1="25610" y1="95556" x2="69896" y2="97947"/>
                        <a14:foregroundMark x1="2846" y1="88519" x2="2846" y2="88519"/>
                        <a14:foregroundMark x1="2846" y1="88519" x2="2846" y2="88519"/>
                        <a14:foregroundMark x1="72358" y1="98519" x2="72358" y2="98519"/>
                        <a14:foregroundMark x1="75610" y1="98148" x2="75610" y2="98148"/>
                        <a14:foregroundMark x1="78862" y1="98889" x2="78862" y2="98889"/>
                        <a14:foregroundMark x1="78455" y1="98889" x2="78455" y2="98889"/>
                        <a14:foregroundMark x1="78049" y1="98519" x2="78049" y2="98519"/>
                        <a14:foregroundMark x1="72358" y1="98148" x2="72358" y2="98148"/>
                        <a14:foregroundMark x1="72358" y1="98148" x2="72358" y2="98148"/>
                        <a14:foregroundMark x1="76016" y1="98519" x2="76016" y2="98519"/>
                        <a14:backgroundMark x1="78049" y1="99259" x2="78049" y2="99259"/>
                        <a14:backgroundMark x1="78862" y1="99259" x2="78862" y2="99259"/>
                        <a14:backgroundMark x1="79268" y1="99259" x2="79268" y2="99259"/>
                        <a14:backgroundMark x1="79268" y1="99259" x2="79268" y2="99259"/>
                        <a14:backgroundMark x1="79268" y1="98889" x2="79268" y2="98889"/>
                        <a14:backgroundMark x1="79268" y1="98889" x2="79268" y2="98889"/>
                        <a14:backgroundMark x1="79268" y1="98519" x2="79268" y2="98519"/>
                        <a14:backgroundMark x1="79268" y1="99259" x2="79268" y2="99259"/>
                        <a14:backgroundMark x1="78049" y1="99259" x2="78049" y2="99259"/>
                        <a14:backgroundMark x1="76016" y1="99259" x2="71138" y2="99630"/>
                        <a14:backgroundMark x1="78049" y1="99259" x2="80488" y2="99259"/>
                        <a14:backgroundMark x1="78049" y1="99259" x2="73171" y2="99630"/>
                        <a14:backgroundMark x1="97967" y1="99259" x2="98374" y2="974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185" y="4354292"/>
            <a:ext cx="881423" cy="9674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4F30F59-2719-4964-A96C-866717F85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31" b="95385" l="6500" r="90000">
                        <a14:foregroundMark x1="6500" y1="52308" x2="6500" y2="52308"/>
                        <a14:foregroundMark x1="7000" y1="52308" x2="7000" y2="52308"/>
                        <a14:foregroundMark x1="6500" y1="20769" x2="6500" y2="20769"/>
                        <a14:foregroundMark x1="6500" y1="20769" x2="6500" y2="20769"/>
                        <a14:foregroundMark x1="14000" y1="10769" x2="14000" y2="10769"/>
                        <a14:foregroundMark x1="14000" y1="10769" x2="14000" y2="10769"/>
                        <a14:foregroundMark x1="46000" y1="93846" x2="46000" y2="93846"/>
                        <a14:foregroundMark x1="31500" y1="10769" x2="31500" y2="10769"/>
                        <a14:foregroundMark x1="20000" y1="12308" x2="68000" y2="14615"/>
                        <a14:foregroundMark x1="34000" y1="9231" x2="34000" y2="9231"/>
                        <a14:foregroundMark x1="50500" y1="9231" x2="50500" y2="9231"/>
                        <a14:foregroundMark x1="62500" y1="9231" x2="62500" y2="9231"/>
                        <a14:foregroundMark x1="29500" y1="93846" x2="29500" y2="93846"/>
                        <a14:foregroundMark x1="54500" y1="95385" x2="54500" y2="95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542" y="4660528"/>
            <a:ext cx="536018" cy="348412"/>
          </a:xfrm>
          <a:prstGeom prst="rect">
            <a:avLst/>
          </a:prstGeom>
        </p:spPr>
      </p:pic>
      <p:pic>
        <p:nvPicPr>
          <p:cNvPr id="24" name="Picture 23" descr="Sender">
            <a:extLst>
              <a:ext uri="{FF2B5EF4-FFF2-40B4-BE49-F238E27FC236}">
                <a16:creationId xmlns:a16="http://schemas.microsoft.com/office/drawing/2014/main" id="{AFC28350-BA40-4A43-AD3D-E7A8E050B05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061" b="96591" l="2574" r="94853">
                        <a14:foregroundMark x1="44118" y1="9470" x2="44118" y2="9470"/>
                        <a14:foregroundMark x1="44853" y1="8712" x2="44853" y2="8712"/>
                        <a14:foregroundMark x1="48897" y1="6818" x2="48897" y2="6818"/>
                        <a14:foregroundMark x1="48897" y1="6818" x2="48897" y2="6818"/>
                        <a14:foregroundMark x1="54044" y1="79924" x2="54044" y2="79924"/>
                        <a14:foregroundMark x1="54044" y1="79924" x2="54044" y2="79924"/>
                        <a14:foregroundMark x1="71324" y1="70833" x2="94853" y2="86742"/>
                        <a14:foregroundMark x1="94853" y1="86742" x2="67279" y2="96970"/>
                        <a14:foregroundMark x1="67279" y1="96970" x2="9559" y2="93182"/>
                        <a14:foregroundMark x1="9559" y1="93182" x2="21691" y2="65530"/>
                        <a14:foregroundMark x1="21691" y1="65530" x2="51103" y2="68561"/>
                        <a14:foregroundMark x1="51103" y1="68561" x2="23897" y2="81818"/>
                        <a14:foregroundMark x1="23897" y1="81818" x2="74632" y2="78030"/>
                        <a14:foregroundMark x1="74632" y1="78030" x2="44118" y2="92424"/>
                        <a14:foregroundMark x1="44118" y1="92424" x2="76471" y2="90909"/>
                        <a14:foregroundMark x1="76471" y1="90909" x2="75368" y2="83712"/>
                        <a14:foregroundMark x1="73162" y1="62879" x2="93015" y2="84470"/>
                        <a14:foregroundMark x1="93015" y1="84470" x2="65074" y2="82197"/>
                        <a14:foregroundMark x1="65074" y1="82197" x2="55882" y2="54167"/>
                        <a14:foregroundMark x1="55882" y1="54167" x2="41544" y2="79545"/>
                        <a14:foregroundMark x1="41544" y1="79545" x2="13603" y2="76515"/>
                        <a14:foregroundMark x1="13603" y1="76515" x2="39706" y2="93182"/>
                        <a14:foregroundMark x1="39706" y1="93182" x2="68750" y2="94697"/>
                        <a14:foregroundMark x1="68750" y1="94697" x2="37132" y2="91667"/>
                        <a14:foregroundMark x1="37132" y1="91667" x2="13971" y2="74621"/>
                        <a14:foregroundMark x1="13971" y1="74621" x2="7353" y2="84091"/>
                        <a14:foregroundMark x1="3309" y1="78030" x2="3309" y2="78030"/>
                        <a14:foregroundMark x1="2941" y1="78030" x2="2941" y2="78030"/>
                        <a14:foregroundMark x1="33824" y1="96591" x2="33824" y2="96591"/>
                        <a14:foregroundMark x1="33824" y1="96212" x2="33824" y2="96212"/>
                        <a14:foregroundMark x1="93750" y1="95076" x2="93750" y2="95076"/>
                        <a14:foregroundMark x1="93750" y1="95076" x2="93750" y2="95076"/>
                        <a14:foregroundMark x1="94853" y1="90152" x2="94853" y2="90152"/>
                        <a14:foregroundMark x1="94853" y1="90152" x2="94853" y2="901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752" y="2026733"/>
            <a:ext cx="881424" cy="8555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061A2D5-7433-4C34-88AE-B94C6C49B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31" b="95385" l="6500" r="90000">
                        <a14:foregroundMark x1="6500" y1="52308" x2="6500" y2="52308"/>
                        <a14:foregroundMark x1="7000" y1="52308" x2="7000" y2="52308"/>
                        <a14:foregroundMark x1="6500" y1="20769" x2="6500" y2="20769"/>
                        <a14:foregroundMark x1="6500" y1="20769" x2="6500" y2="20769"/>
                        <a14:foregroundMark x1="14000" y1="10769" x2="14000" y2="10769"/>
                        <a14:foregroundMark x1="14000" y1="10769" x2="14000" y2="10769"/>
                        <a14:foregroundMark x1="46000" y1="93846" x2="46000" y2="93846"/>
                        <a14:foregroundMark x1="31500" y1="10769" x2="31500" y2="10769"/>
                        <a14:foregroundMark x1="20000" y1="12308" x2="68000" y2="14615"/>
                        <a14:foregroundMark x1="34000" y1="9231" x2="34000" y2="9231"/>
                        <a14:foregroundMark x1="50500" y1="9231" x2="50500" y2="9231"/>
                        <a14:foregroundMark x1="62500" y1="9231" x2="62500" y2="9231"/>
                        <a14:foregroundMark x1="29500" y1="93846" x2="29500" y2="93846"/>
                        <a14:foregroundMark x1="54500" y1="95385" x2="54500" y2="95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881" y="2232887"/>
            <a:ext cx="536018" cy="348412"/>
          </a:xfrm>
          <a:prstGeom prst="rect">
            <a:avLst/>
          </a:prstGeom>
        </p:spPr>
      </p:pic>
      <p:pic>
        <p:nvPicPr>
          <p:cNvPr id="26" name="Picture 25" descr="Sender">
            <a:extLst>
              <a:ext uri="{FF2B5EF4-FFF2-40B4-BE49-F238E27FC236}">
                <a16:creationId xmlns:a16="http://schemas.microsoft.com/office/drawing/2014/main" id="{A7FCEC28-EA5B-450E-BFB8-4B59EF32003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061" b="96591" l="2574" r="94853">
                        <a14:foregroundMark x1="44118" y1="9470" x2="44118" y2="9470"/>
                        <a14:foregroundMark x1="44853" y1="8712" x2="44853" y2="8712"/>
                        <a14:foregroundMark x1="48897" y1="6818" x2="48897" y2="6818"/>
                        <a14:foregroundMark x1="48897" y1="6818" x2="48897" y2="6818"/>
                        <a14:foregroundMark x1="54044" y1="79924" x2="54044" y2="79924"/>
                        <a14:foregroundMark x1="54044" y1="79924" x2="54044" y2="79924"/>
                        <a14:foregroundMark x1="71324" y1="70833" x2="94853" y2="86742"/>
                        <a14:foregroundMark x1="94853" y1="86742" x2="67279" y2="96970"/>
                        <a14:foregroundMark x1="67279" y1="96970" x2="9559" y2="93182"/>
                        <a14:foregroundMark x1="9559" y1="93182" x2="21691" y2="65530"/>
                        <a14:foregroundMark x1="21691" y1="65530" x2="51103" y2="68561"/>
                        <a14:foregroundMark x1="51103" y1="68561" x2="23897" y2="81818"/>
                        <a14:foregroundMark x1="23897" y1="81818" x2="74632" y2="78030"/>
                        <a14:foregroundMark x1="74632" y1="78030" x2="44118" y2="92424"/>
                        <a14:foregroundMark x1="44118" y1="92424" x2="76471" y2="90909"/>
                        <a14:foregroundMark x1="76471" y1="90909" x2="75368" y2="83712"/>
                        <a14:foregroundMark x1="73162" y1="62879" x2="93015" y2="84470"/>
                        <a14:foregroundMark x1="93015" y1="84470" x2="65074" y2="82197"/>
                        <a14:foregroundMark x1="65074" y1="82197" x2="55882" y2="54167"/>
                        <a14:foregroundMark x1="55882" y1="54167" x2="41544" y2="79545"/>
                        <a14:foregroundMark x1="41544" y1="79545" x2="13603" y2="76515"/>
                        <a14:foregroundMark x1="13603" y1="76515" x2="39706" y2="93182"/>
                        <a14:foregroundMark x1="39706" y1="93182" x2="68750" y2="94697"/>
                        <a14:foregroundMark x1="68750" y1="94697" x2="37132" y2="91667"/>
                        <a14:foregroundMark x1="37132" y1="91667" x2="13971" y2="74621"/>
                        <a14:foregroundMark x1="13971" y1="74621" x2="7353" y2="84091"/>
                        <a14:foregroundMark x1="3309" y1="78030" x2="3309" y2="78030"/>
                        <a14:foregroundMark x1="2941" y1="78030" x2="2941" y2="78030"/>
                        <a14:foregroundMark x1="33824" y1="96591" x2="33824" y2="96591"/>
                        <a14:foregroundMark x1="33824" y1="96212" x2="33824" y2="96212"/>
                        <a14:foregroundMark x1="93750" y1="95076" x2="93750" y2="95076"/>
                        <a14:foregroundMark x1="93750" y1="95076" x2="93750" y2="95076"/>
                        <a14:foregroundMark x1="94853" y1="90152" x2="94853" y2="90152"/>
                        <a14:foregroundMark x1="94853" y1="90152" x2="94853" y2="901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2952" y="3103829"/>
            <a:ext cx="881424" cy="855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2B2DA15-67DB-4CDF-8FD8-CC5AAF9A1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31" b="95385" l="6500" r="90000">
                        <a14:foregroundMark x1="6500" y1="52308" x2="6500" y2="52308"/>
                        <a14:foregroundMark x1="7000" y1="52308" x2="7000" y2="52308"/>
                        <a14:foregroundMark x1="6500" y1="20769" x2="6500" y2="20769"/>
                        <a14:foregroundMark x1="6500" y1="20769" x2="6500" y2="20769"/>
                        <a14:foregroundMark x1="14000" y1="10769" x2="14000" y2="10769"/>
                        <a14:foregroundMark x1="14000" y1="10769" x2="14000" y2="10769"/>
                        <a14:foregroundMark x1="46000" y1="93846" x2="46000" y2="93846"/>
                        <a14:foregroundMark x1="31500" y1="10769" x2="31500" y2="10769"/>
                        <a14:foregroundMark x1="20000" y1="12308" x2="68000" y2="14615"/>
                        <a14:foregroundMark x1="34000" y1="9231" x2="34000" y2="9231"/>
                        <a14:foregroundMark x1="50500" y1="9231" x2="50500" y2="9231"/>
                        <a14:foregroundMark x1="62500" y1="9231" x2="62500" y2="9231"/>
                        <a14:foregroundMark x1="29500" y1="93846" x2="29500" y2="93846"/>
                        <a14:foregroundMark x1="54500" y1="95385" x2="54500" y2="95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081" y="3309983"/>
            <a:ext cx="536018" cy="348412"/>
          </a:xfrm>
          <a:prstGeom prst="rect">
            <a:avLst/>
          </a:prstGeom>
        </p:spPr>
      </p:pic>
      <p:pic>
        <p:nvPicPr>
          <p:cNvPr id="28" name="Picture 27" descr="Sender">
            <a:extLst>
              <a:ext uri="{FF2B5EF4-FFF2-40B4-BE49-F238E27FC236}">
                <a16:creationId xmlns:a16="http://schemas.microsoft.com/office/drawing/2014/main" id="{20574D08-990F-498F-BD47-E37D7EE5DE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061" b="96591" l="2574" r="94853">
                        <a14:foregroundMark x1="44118" y1="9470" x2="44118" y2="9470"/>
                        <a14:foregroundMark x1="44853" y1="8712" x2="44853" y2="8712"/>
                        <a14:foregroundMark x1="48897" y1="6818" x2="48897" y2="6818"/>
                        <a14:foregroundMark x1="48897" y1="6818" x2="48897" y2="6818"/>
                        <a14:foregroundMark x1="54044" y1="79924" x2="54044" y2="79924"/>
                        <a14:foregroundMark x1="54044" y1="79924" x2="54044" y2="79924"/>
                        <a14:foregroundMark x1="71324" y1="70833" x2="94853" y2="86742"/>
                        <a14:foregroundMark x1="94853" y1="86742" x2="67279" y2="96970"/>
                        <a14:foregroundMark x1="67279" y1="96970" x2="9559" y2="93182"/>
                        <a14:foregroundMark x1="9559" y1="93182" x2="21691" y2="65530"/>
                        <a14:foregroundMark x1="21691" y1="65530" x2="51103" y2="68561"/>
                        <a14:foregroundMark x1="51103" y1="68561" x2="23897" y2="81818"/>
                        <a14:foregroundMark x1="23897" y1="81818" x2="74632" y2="78030"/>
                        <a14:foregroundMark x1="74632" y1="78030" x2="44118" y2="92424"/>
                        <a14:foregroundMark x1="44118" y1="92424" x2="76471" y2="90909"/>
                        <a14:foregroundMark x1="76471" y1="90909" x2="75368" y2="83712"/>
                        <a14:foregroundMark x1="73162" y1="62879" x2="93015" y2="84470"/>
                        <a14:foregroundMark x1="93015" y1="84470" x2="65074" y2="82197"/>
                        <a14:foregroundMark x1="65074" y1="82197" x2="55882" y2="54167"/>
                        <a14:foregroundMark x1="55882" y1="54167" x2="41544" y2="79545"/>
                        <a14:foregroundMark x1="41544" y1="79545" x2="13603" y2="76515"/>
                        <a14:foregroundMark x1="13603" y1="76515" x2="39706" y2="93182"/>
                        <a14:foregroundMark x1="39706" y1="93182" x2="68750" y2="94697"/>
                        <a14:foregroundMark x1="68750" y1="94697" x2="37132" y2="91667"/>
                        <a14:foregroundMark x1="37132" y1="91667" x2="13971" y2="74621"/>
                        <a14:foregroundMark x1="13971" y1="74621" x2="7353" y2="84091"/>
                        <a14:foregroundMark x1="3309" y1="78030" x2="3309" y2="78030"/>
                        <a14:foregroundMark x1="2941" y1="78030" x2="2941" y2="78030"/>
                        <a14:foregroundMark x1="33824" y1="96591" x2="33824" y2="96591"/>
                        <a14:foregroundMark x1="33824" y1="96212" x2="33824" y2="96212"/>
                        <a14:foregroundMark x1="93750" y1="95076" x2="93750" y2="95076"/>
                        <a14:foregroundMark x1="93750" y1="95076" x2="93750" y2="95076"/>
                        <a14:foregroundMark x1="94853" y1="90152" x2="94853" y2="90152"/>
                        <a14:foregroundMark x1="94853" y1="90152" x2="94853" y2="901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409" y="4291746"/>
            <a:ext cx="881424" cy="8555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11B6DC-C7B4-466D-A4EA-B54BF6CFC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31" b="95385" l="6500" r="90000">
                        <a14:foregroundMark x1="6500" y1="52308" x2="6500" y2="52308"/>
                        <a14:foregroundMark x1="7000" y1="52308" x2="7000" y2="52308"/>
                        <a14:foregroundMark x1="6500" y1="20769" x2="6500" y2="20769"/>
                        <a14:foregroundMark x1="6500" y1="20769" x2="6500" y2="20769"/>
                        <a14:foregroundMark x1="14000" y1="10769" x2="14000" y2="10769"/>
                        <a14:foregroundMark x1="14000" y1="10769" x2="14000" y2="10769"/>
                        <a14:foregroundMark x1="46000" y1="93846" x2="46000" y2="93846"/>
                        <a14:foregroundMark x1="31500" y1="10769" x2="31500" y2="10769"/>
                        <a14:foregroundMark x1="20000" y1="12308" x2="68000" y2="14615"/>
                        <a14:foregroundMark x1="34000" y1="9231" x2="34000" y2="9231"/>
                        <a14:foregroundMark x1="50500" y1="9231" x2="50500" y2="9231"/>
                        <a14:foregroundMark x1="62500" y1="9231" x2="62500" y2="9231"/>
                        <a14:foregroundMark x1="29500" y1="93846" x2="29500" y2="93846"/>
                        <a14:foregroundMark x1="54500" y1="95385" x2="54500" y2="95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1538" y="4497900"/>
            <a:ext cx="536018" cy="348412"/>
          </a:xfrm>
          <a:prstGeom prst="rect">
            <a:avLst/>
          </a:prstGeom>
        </p:spPr>
      </p:pic>
      <p:pic>
        <p:nvPicPr>
          <p:cNvPr id="30" name="Content Placeholder 4">
            <a:extLst>
              <a:ext uri="{FF2B5EF4-FFF2-40B4-BE49-F238E27FC236}">
                <a16:creationId xmlns:a16="http://schemas.microsoft.com/office/drawing/2014/main" id="{781D3FF0-F199-4F19-85EF-438088C9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302" b="96667" l="9941" r="96588">
                        <a14:foregroundMark x1="41543" y1="11111" x2="54303" y2="7302"/>
                        <a14:foregroundMark x1="54303" y1="7302" x2="56380" y2="9683"/>
                        <a14:foregroundMark x1="88872" y1="68095" x2="95252" y2="80476"/>
                        <a14:foregroundMark x1="95252" y1="80476" x2="95401" y2="95079"/>
                        <a14:foregroundMark x1="95401" y1="95079" x2="40801" y2="94921"/>
                        <a14:foregroundMark x1="40801" y1="94921" x2="53858" y2="84762"/>
                        <a14:foregroundMark x1="53858" y1="84762" x2="40356" y2="90159"/>
                        <a14:foregroundMark x1="40356" y1="90159" x2="57270" y2="81587"/>
                        <a14:foregroundMark x1="57270" y1="81587" x2="71810" y2="80794"/>
                        <a14:foregroundMark x1="71810" y1="80794" x2="85312" y2="83333"/>
                        <a14:foregroundMark x1="85312" y1="83333" x2="75223" y2="93016"/>
                        <a14:foregroundMark x1="75223" y1="93016" x2="45252" y2="92063"/>
                        <a14:foregroundMark x1="45252" y1="92063" x2="72404" y2="91587"/>
                        <a14:foregroundMark x1="72404" y1="91587" x2="33680" y2="87619"/>
                        <a14:foregroundMark x1="33680" y1="87619" x2="59199" y2="86825"/>
                        <a14:foregroundMark x1="59199" y1="86825" x2="43620" y2="87619"/>
                        <a14:foregroundMark x1="43620" y1="87619" x2="56380" y2="82222"/>
                        <a14:foregroundMark x1="56380" y1="82222" x2="43323" y2="88254"/>
                        <a14:foregroundMark x1="43323" y1="88254" x2="54896" y2="80794"/>
                        <a14:foregroundMark x1="54896" y1="80794" x2="35905" y2="87619"/>
                        <a14:foregroundMark x1="35905" y1="87619" x2="66914" y2="83175"/>
                        <a14:foregroundMark x1="66914" y1="83175" x2="47478" y2="87460"/>
                        <a14:foregroundMark x1="47478" y1="87460" x2="82938" y2="86667"/>
                        <a14:foregroundMark x1="82938" y1="86667" x2="63353" y2="88095"/>
                        <a14:foregroundMark x1="63353" y1="88095" x2="64243" y2="88571"/>
                        <a14:foregroundMark x1="10089" y1="75714" x2="8605" y2="90635"/>
                        <a14:foregroundMark x1="8605" y1="90635" x2="26706" y2="91905"/>
                        <a14:foregroundMark x1="26706" y1="91905" x2="11573" y2="85714"/>
                        <a14:foregroundMark x1="11573" y1="85714" x2="40950" y2="88889"/>
                        <a14:foregroundMark x1="40950" y1="88889" x2="18398" y2="89841"/>
                        <a14:foregroundMark x1="18398" y1="89841" x2="34125" y2="90159"/>
                        <a14:foregroundMark x1="34125" y1="90159" x2="17507" y2="90000"/>
                        <a14:foregroundMark x1="17507" y1="90000" x2="32789" y2="89524"/>
                        <a14:foregroundMark x1="32789" y1="89524" x2="50593" y2="90476"/>
                        <a14:foregroundMark x1="50593" y1="90476" x2="14243" y2="93810"/>
                        <a14:foregroundMark x1="14243" y1="93810" x2="34273" y2="96825"/>
                        <a14:foregroundMark x1="34273" y1="96825" x2="79525" y2="92063"/>
                        <a14:foregroundMark x1="79525" y1="92063" x2="90801" y2="83968"/>
                        <a14:foregroundMark x1="90801" y1="83968" x2="85163" y2="97143"/>
                        <a14:foregroundMark x1="85163" y1="97143" x2="15579" y2="94762"/>
                        <a14:foregroundMark x1="15579" y1="94762" x2="31157" y2="95397"/>
                        <a14:foregroundMark x1="31157" y1="95397" x2="45549" y2="95079"/>
                        <a14:foregroundMark x1="45549" y1="95079" x2="17062" y2="96667"/>
                        <a14:foregroundMark x1="17062" y1="96667" x2="82641" y2="90317"/>
                        <a14:foregroundMark x1="82641" y1="90317" x2="92285" y2="79365"/>
                        <a14:foregroundMark x1="92285" y1="79365" x2="91543" y2="93810"/>
                        <a14:foregroundMark x1="91543" y1="93810" x2="61128" y2="94127"/>
                        <a14:foregroundMark x1="61128" y1="94127" x2="79970" y2="92063"/>
                        <a14:foregroundMark x1="92433" y1="71429" x2="95994" y2="84921"/>
                        <a14:foregroundMark x1="95994" y1="84921" x2="92730" y2="71270"/>
                        <a14:foregroundMark x1="92730" y1="71270" x2="96142" y2="84921"/>
                        <a14:foregroundMark x1="96142" y1="84921" x2="89466" y2="97302"/>
                        <a14:foregroundMark x1="89466" y1="97302" x2="94659" y2="82381"/>
                        <a14:foregroundMark x1="94659" y1="82381" x2="95104" y2="96667"/>
                        <a14:foregroundMark x1="95104" y1="96667" x2="96588" y2="9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132" y="1764934"/>
            <a:ext cx="802628" cy="750232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76C9C624-BF9F-4695-B574-AC790C47E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809863" y="1751311"/>
            <a:ext cx="1058651" cy="763855"/>
            <a:chOff x="1774964" y="1768386"/>
            <a:chExt cx="1222579" cy="940007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58954B5-2888-4BC3-B43B-05730F693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8134" b="94258" l="4839" r="92166">
                          <a14:foregroundMark x1="10138" y1="47368" x2="35253" y2="20813"/>
                          <a14:foregroundMark x1="35253" y1="20813" x2="52535" y2="22488"/>
                          <a14:foregroundMark x1="52535" y1="22488" x2="76037" y2="76555"/>
                          <a14:foregroundMark x1="76037" y1="76555" x2="91475" y2="85167"/>
                          <a14:foregroundMark x1="91475" y1="85167" x2="92166" y2="82536"/>
                          <a14:foregroundMark x1="5605" y1="41175" x2="7373" y2="45215"/>
                          <a14:foregroundMark x1="37077" y1="10205" x2="48618" y2="11483"/>
                          <a14:foregroundMark x1="48618" y1="11483" x2="46774" y2="8373"/>
                          <a14:foregroundMark x1="21198" y1="27273" x2="21429" y2="24163"/>
                          <a14:foregroundMark x1="23041" y1="22727" x2="18664" y2="27273"/>
                          <a14:foregroundMark x1="76267" y1="94258" x2="90323" y2="93780"/>
                          <a14:backgroundMark x1="4378" y1="36364" x2="6566" y2="34839"/>
                          <a14:backgroundMark x1="27604" y1="15677" x2="31797" y2="9809"/>
                          <a14:backgroundMark x1="31797" y1="9809" x2="32028" y2="9809"/>
                          <a14:backgroundMark x1="31797" y1="9569" x2="32488" y2="10048"/>
                          <a14:backgroundMark x1="3226" y1="38517" x2="4147" y2="41627"/>
                          <a14:backgroundMark x1="34101" y1="7416" x2="33180" y2="9091"/>
                          <a14:backgroundMark x1="16599" y1="25589" x2="8065" y2="34450"/>
                          <a14:backgroundMark x1="32949" y1="8612" x2="20977" y2="21043"/>
                          <a14:backgroundMark x1="8065" y1="34450" x2="17594" y2="26401"/>
                          <a14:backgroundMark x1="17594" y1="26401" x2="8065" y2="34450"/>
                          <a14:backgroundMark x1="8065" y1="34450" x2="8525" y2="351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075817">
              <a:off x="1799402" y="1768386"/>
              <a:ext cx="795799" cy="766461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2F1A684-9185-4933-93EF-3C3123A7D276}"/>
                </a:ext>
              </a:extLst>
            </p:cNvPr>
            <p:cNvSpPr txBox="1"/>
            <p:nvPr/>
          </p:nvSpPr>
          <p:spPr>
            <a:xfrm>
              <a:off x="1774964" y="2339061"/>
              <a:ext cx="122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Private Key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9450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ttack">
            <a:extLst>
              <a:ext uri="{FF2B5EF4-FFF2-40B4-BE49-F238E27FC236}">
                <a16:creationId xmlns:a16="http://schemas.microsoft.com/office/drawing/2014/main" id="{28DA77A4-36F6-4B74-B375-0DDB7F2D7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177" y="3258541"/>
            <a:ext cx="1229061" cy="5422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91926A-B550-4D45-B5C5-6C68E6E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2"/>
                </a:solidFill>
              </a:rPr>
              <a:t>Private-Key Cryptography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C164-B4C1-41E5-BA0A-4971B4ED0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437582" cy="402336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buFont typeface="Wingdings" pitchFamily="-107" charset="2"/>
              <a:buChar char="Ø"/>
              <a:defRPr/>
            </a:pPr>
            <a:r>
              <a:rPr lang="en-AU" b="1" dirty="0"/>
              <a:t>Symmetric</a:t>
            </a:r>
            <a:r>
              <a:rPr lang="en-AU" dirty="0"/>
              <a:t>, parties are equal </a:t>
            </a:r>
          </a:p>
          <a:p>
            <a:pPr>
              <a:lnSpc>
                <a:spcPct val="70000"/>
              </a:lnSpc>
              <a:buFont typeface="Wingdings" pitchFamily="-107" charset="2"/>
              <a:buChar char="Ø"/>
              <a:defRPr/>
            </a:pPr>
            <a:r>
              <a:rPr lang="en-US" dirty="0"/>
              <a:t>Require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secure channel </a:t>
            </a:r>
            <a:r>
              <a:rPr lang="en-US" altLang="en-US" dirty="0"/>
              <a:t>for key distribution, i</a:t>
            </a:r>
            <a:r>
              <a:rPr lang="en-US" dirty="0"/>
              <a:t>mpossible for two parties having no prior relationship</a:t>
            </a:r>
          </a:p>
          <a:p>
            <a:pPr>
              <a:lnSpc>
                <a:spcPct val="70000"/>
              </a:lnSpc>
              <a:buFont typeface="Wingdings" pitchFamily="-107" charset="2"/>
              <a:buChar char="Ø"/>
              <a:defRPr/>
            </a:pPr>
            <a:r>
              <a:rPr lang="en-US" dirty="0"/>
              <a:t>Needs </a:t>
            </a:r>
            <a:r>
              <a:rPr lang="en-US" b="1" dirty="0">
                <a:solidFill>
                  <a:srgbClr val="FF0000"/>
                </a:solidFill>
              </a:rPr>
              <a:t>many keys </a:t>
            </a:r>
            <a:r>
              <a:rPr lang="en-US" dirty="0"/>
              <a:t>for n parties to communicate</a:t>
            </a:r>
          </a:p>
          <a:p>
            <a:pPr>
              <a:buFont typeface="Wingdings" pitchFamily="-107" charset="2"/>
              <a:buChar char="Ø"/>
              <a:defRPr/>
            </a:pPr>
            <a:endParaRPr lang="en-AU" sz="1800" dirty="0"/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74B02BE6-5299-4F5F-A822-4769A3F2E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302" b="96667" l="9941" r="96588">
                        <a14:foregroundMark x1="41543" y1="11111" x2="54303" y2="7302"/>
                        <a14:foregroundMark x1="54303" y1="7302" x2="56380" y2="9683"/>
                        <a14:foregroundMark x1="88872" y1="68095" x2="95252" y2="80476"/>
                        <a14:foregroundMark x1="95252" y1="80476" x2="95401" y2="95079"/>
                        <a14:foregroundMark x1="95401" y1="95079" x2="40801" y2="94921"/>
                        <a14:foregroundMark x1="40801" y1="94921" x2="53858" y2="84762"/>
                        <a14:foregroundMark x1="53858" y1="84762" x2="40356" y2="90159"/>
                        <a14:foregroundMark x1="40356" y1="90159" x2="57270" y2="81587"/>
                        <a14:foregroundMark x1="57270" y1="81587" x2="71810" y2="80794"/>
                        <a14:foregroundMark x1="71810" y1="80794" x2="85312" y2="83333"/>
                        <a14:foregroundMark x1="85312" y1="83333" x2="75223" y2="93016"/>
                        <a14:foregroundMark x1="75223" y1="93016" x2="45252" y2="92063"/>
                        <a14:foregroundMark x1="45252" y1="92063" x2="72404" y2="91587"/>
                        <a14:foregroundMark x1="72404" y1="91587" x2="33680" y2="87619"/>
                        <a14:foregroundMark x1="33680" y1="87619" x2="59199" y2="86825"/>
                        <a14:foregroundMark x1="59199" y1="86825" x2="43620" y2="87619"/>
                        <a14:foregroundMark x1="43620" y1="87619" x2="56380" y2="82222"/>
                        <a14:foregroundMark x1="56380" y1="82222" x2="43323" y2="88254"/>
                        <a14:foregroundMark x1="43323" y1="88254" x2="54896" y2="80794"/>
                        <a14:foregroundMark x1="54896" y1="80794" x2="35905" y2="87619"/>
                        <a14:foregroundMark x1="35905" y1="87619" x2="66914" y2="83175"/>
                        <a14:foregroundMark x1="66914" y1="83175" x2="47478" y2="87460"/>
                        <a14:foregroundMark x1="47478" y1="87460" x2="82938" y2="86667"/>
                        <a14:foregroundMark x1="82938" y1="86667" x2="63353" y2="88095"/>
                        <a14:foregroundMark x1="63353" y1="88095" x2="64243" y2="88571"/>
                        <a14:foregroundMark x1="10089" y1="75714" x2="8605" y2="90635"/>
                        <a14:foregroundMark x1="8605" y1="90635" x2="26706" y2="91905"/>
                        <a14:foregroundMark x1="26706" y1="91905" x2="11573" y2="85714"/>
                        <a14:foregroundMark x1="11573" y1="85714" x2="40950" y2="88889"/>
                        <a14:foregroundMark x1="40950" y1="88889" x2="18398" y2="89841"/>
                        <a14:foregroundMark x1="18398" y1="89841" x2="34125" y2="90159"/>
                        <a14:foregroundMark x1="34125" y1="90159" x2="17507" y2="90000"/>
                        <a14:foregroundMark x1="17507" y1="90000" x2="32789" y2="89524"/>
                        <a14:foregroundMark x1="32789" y1="89524" x2="50593" y2="90476"/>
                        <a14:foregroundMark x1="50593" y1="90476" x2="14243" y2="93810"/>
                        <a14:foregroundMark x1="14243" y1="93810" x2="34273" y2="96825"/>
                        <a14:foregroundMark x1="34273" y1="96825" x2="79525" y2="92063"/>
                        <a14:foregroundMark x1="79525" y1="92063" x2="90801" y2="83968"/>
                        <a14:foregroundMark x1="90801" y1="83968" x2="85163" y2="97143"/>
                        <a14:foregroundMark x1="85163" y1="97143" x2="15579" y2="94762"/>
                        <a14:foregroundMark x1="15579" y1="94762" x2="31157" y2="95397"/>
                        <a14:foregroundMark x1="31157" y1="95397" x2="45549" y2="95079"/>
                        <a14:foregroundMark x1="45549" y1="95079" x2="17062" y2="96667"/>
                        <a14:foregroundMark x1="17062" y1="96667" x2="82641" y2="90317"/>
                        <a14:foregroundMark x1="82641" y1="90317" x2="92285" y2="79365"/>
                        <a14:foregroundMark x1="92285" y1="79365" x2="91543" y2="93810"/>
                        <a14:foregroundMark x1="91543" y1="93810" x2="61128" y2="94127"/>
                        <a14:foregroundMark x1="61128" y1="94127" x2="79970" y2="92063"/>
                        <a14:foregroundMark x1="92433" y1="71429" x2="95994" y2="84921"/>
                        <a14:foregroundMark x1="95994" y1="84921" x2="92730" y2="71270"/>
                        <a14:foregroundMark x1="92730" y1="71270" x2="96142" y2="84921"/>
                        <a14:foregroundMark x1="96142" y1="84921" x2="89466" y2="97302"/>
                        <a14:foregroundMark x1="89466" y1="97302" x2="94659" y2="82381"/>
                        <a14:foregroundMark x1="94659" y1="82381" x2="95104" y2="96667"/>
                        <a14:foregroundMark x1="95104" y1="96667" x2="96588" y2="9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727" y="4810935"/>
            <a:ext cx="1165891" cy="10897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59E2521-27B4-4368-9203-105C34601EF2}"/>
              </a:ext>
            </a:extLst>
          </p:cNvPr>
          <p:cNvSpPr txBox="1"/>
          <p:nvPr/>
        </p:nvSpPr>
        <p:spPr>
          <a:xfrm>
            <a:off x="2120544" y="5900715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E6BCD2-C0DB-4159-98BD-AE0962D1928A}"/>
              </a:ext>
            </a:extLst>
          </p:cNvPr>
          <p:cNvSpPr txBox="1"/>
          <p:nvPr/>
        </p:nvSpPr>
        <p:spPr>
          <a:xfrm>
            <a:off x="9845702" y="5900715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Bob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DE22C875-6FDE-4AE5-979A-3EA687A52B71}"/>
              </a:ext>
            </a:extLst>
          </p:cNvPr>
          <p:cNvSpPr/>
          <p:nvPr/>
        </p:nvSpPr>
        <p:spPr>
          <a:xfrm>
            <a:off x="5422127" y="3820184"/>
            <a:ext cx="2015976" cy="115515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Insecure Channel(e.g., Internet)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148A921-8AB2-46C4-8A0B-AB5728D84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964895" y="4310916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6EA171-83D1-40A3-AD3F-DEF5AE240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27327" y="4266352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n 1">
            <a:extLst>
              <a:ext uri="{FF2B5EF4-FFF2-40B4-BE49-F238E27FC236}">
                <a16:creationId xmlns:a16="http://schemas.microsoft.com/office/drawing/2014/main" id="{34A8A643-808A-4F21-81B9-4049F3D5B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5996684" y="4574029"/>
            <a:ext cx="609591" cy="278158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A44467-C8DB-45E0-9C26-E75C0F357031}"/>
              </a:ext>
            </a:extLst>
          </p:cNvPr>
          <p:cNvSpPr txBox="1"/>
          <p:nvPr/>
        </p:nvSpPr>
        <p:spPr>
          <a:xfrm>
            <a:off x="5453760" y="5780585"/>
            <a:ext cx="1797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B13DD"/>
                </a:solidFill>
              </a:rPr>
              <a:t>Secure</a:t>
            </a:r>
            <a:r>
              <a:rPr lang="zh-CN" altLang="en-US" sz="2000" b="1" dirty="0">
                <a:solidFill>
                  <a:srgbClr val="FFFF00"/>
                </a:solidFill>
              </a:rPr>
              <a:t> </a:t>
            </a:r>
            <a:r>
              <a:rPr lang="en-US" altLang="zh-CN" sz="2000" b="1" dirty="0">
                <a:solidFill>
                  <a:srgbClr val="2B13DD"/>
                </a:solidFill>
              </a:rPr>
              <a:t>channel</a:t>
            </a:r>
            <a:endParaRPr lang="en-US" sz="2000" b="1" dirty="0">
              <a:solidFill>
                <a:srgbClr val="FFFF00"/>
              </a:solidFill>
            </a:endParaRPr>
          </a:p>
        </p:txBody>
      </p:sp>
      <p:pic>
        <p:nvPicPr>
          <p:cNvPr id="27" name="Picture 26" descr="Decrypted document">
            <a:extLst>
              <a:ext uri="{FF2B5EF4-FFF2-40B4-BE49-F238E27FC236}">
                <a16:creationId xmlns:a16="http://schemas.microsoft.com/office/drawing/2014/main" id="{AF826A58-D2AD-48DD-B189-E4137FA22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62" b="99438" l="0" r="93506">
                        <a14:foregroundMark x1="1948" y1="20787" x2="45130" y2="6180"/>
                        <a14:foregroundMark x1="45130" y1="6180" x2="90584" y2="11236"/>
                        <a14:foregroundMark x1="90584" y1="11236" x2="87987" y2="92135"/>
                        <a14:foregroundMark x1="87987" y1="92135" x2="41234" y2="96348"/>
                        <a14:foregroundMark x1="41234" y1="96348" x2="1623" y2="76124"/>
                        <a14:foregroundMark x1="1623" y1="76124" x2="4870" y2="31742"/>
                        <a14:foregroundMark x1="4870" y1="31742" x2="5519" y2="80899"/>
                        <a14:foregroundMark x1="5519" y1="80899" x2="8117" y2="36798"/>
                        <a14:foregroundMark x1="8117" y1="36798" x2="48052" y2="11236"/>
                        <a14:foregroundMark x1="48052" y1="11236" x2="87987" y2="30899"/>
                        <a14:foregroundMark x1="87987" y1="30899" x2="85065" y2="71067"/>
                        <a14:foregroundMark x1="85065" y1="71067" x2="45455" y2="91573"/>
                        <a14:foregroundMark x1="45455" y1="91573" x2="5519" y2="91292"/>
                        <a14:foregroundMark x1="24026" y1="6180" x2="71104" y2="6180"/>
                        <a14:foregroundMark x1="71104" y1="6180" x2="24351" y2="3090"/>
                        <a14:foregroundMark x1="24351" y1="3090" x2="74351" y2="1124"/>
                        <a14:foregroundMark x1="74351" y1="1124" x2="92857" y2="39888"/>
                        <a14:foregroundMark x1="92857" y1="39888" x2="92208" y2="81742"/>
                        <a14:foregroundMark x1="92208" y1="81742" x2="48701" y2="95506"/>
                        <a14:foregroundMark x1="48701" y1="95506" x2="5195" y2="82022"/>
                        <a14:foregroundMark x1="5195" y1="82022" x2="51948" y2="92416"/>
                        <a14:foregroundMark x1="51948" y1="92416" x2="6169" y2="97472"/>
                        <a14:foregroundMark x1="6169" y1="97472" x2="2922" y2="97191"/>
                        <a14:foregroundMark x1="0" y1="46910" x2="17532" y2="27528"/>
                        <a14:foregroundMark x1="35714" y1="40730" x2="32468" y2="19944"/>
                        <a14:foregroundMark x1="46429" y1="39045" x2="46429" y2="37640"/>
                        <a14:foregroundMark x1="48377" y1="35955" x2="35714" y2="42416"/>
                        <a14:foregroundMark x1="38636" y1="37079" x2="25974" y2="42416"/>
                        <a14:foregroundMark x1="18831" y1="36517" x2="67532" y2="37079"/>
                        <a14:foregroundMark x1="21104" y1="36517" x2="74351" y2="37079"/>
                        <a14:foregroundMark x1="32468" y1="35393" x2="74351" y2="35393"/>
                        <a14:foregroundMark x1="33766" y1="43258" x2="75325" y2="43820"/>
                        <a14:foregroundMark x1="16234" y1="53652" x2="78571" y2="55337"/>
                        <a14:foregroundMark x1="5519" y1="61517" x2="52597" y2="63764"/>
                        <a14:foregroundMark x1="52597" y1="63764" x2="61688" y2="53371"/>
                        <a14:foregroundMark x1="15584" y1="61517" x2="49351" y2="60674"/>
                        <a14:foregroundMark x1="71753" y1="53371" x2="68182" y2="53652"/>
                        <a14:foregroundMark x1="35065" y1="85674" x2="80195" y2="98034"/>
                        <a14:foregroundMark x1="80195" y1="98034" x2="73052" y2="87079"/>
                        <a14:foregroundMark x1="6494" y1="87640" x2="10390" y2="93820"/>
                        <a14:foregroundMark x1="9740" y1="82865" x2="10714" y2="85674"/>
                        <a14:foregroundMark x1="60390" y1="79775" x2="62013" y2="87079"/>
                        <a14:foregroundMark x1="80195" y1="81461" x2="83117" y2="88764"/>
                        <a14:foregroundMark x1="23377" y1="3652" x2="70455" y2="4213"/>
                        <a14:foregroundMark x1="70455" y1="4213" x2="25000" y2="12079"/>
                        <a14:foregroundMark x1="25000" y1="12079" x2="2273" y2="47753"/>
                        <a14:foregroundMark x1="2273" y1="47753" x2="2273" y2="87921"/>
                        <a14:foregroundMark x1="2273" y1="87921" x2="16234" y2="99719"/>
                        <a14:foregroundMark x1="5519" y1="18258" x2="51948" y2="4213"/>
                        <a14:foregroundMark x1="51948" y1="4213" x2="24675" y2="562"/>
                        <a14:foregroundMark x1="23377" y1="2528" x2="4870" y2="18258"/>
                        <a14:foregroundMark x1="649" y1="23034" x2="24675" y2="23596"/>
                        <a14:foregroundMark x1="24675" y1="25000" x2="25325" y2="12921"/>
                        <a14:foregroundMark x1="74351" y1="3090" x2="89286" y2="2528"/>
                        <a14:foregroundMark x1="87987" y1="2528" x2="92208" y2="98596"/>
                        <a14:foregroundMark x1="90584" y1="1966" x2="92208" y2="83708"/>
                        <a14:foregroundMark x1="92208" y1="83708" x2="93182" y2="4494"/>
                        <a14:foregroundMark x1="93182" y1="4494" x2="92208" y2="3652"/>
                        <a14:foregroundMark x1="25325" y1="10955" x2="25974" y2="29213"/>
                        <a14:foregroundMark x1="14935" y1="34551" x2="23052" y2="34831"/>
                        <a14:foregroundMark x1="19156" y1="99719" x2="45130" y2="99719"/>
                        <a14:foregroundMark x1="45130" y1="99157" x2="89935" y2="99157"/>
                        <a14:foregroundMark x1="90584" y1="44944" x2="92208" y2="84551"/>
                        <a14:foregroundMark x1="92208" y1="84551" x2="92857" y2="44663"/>
                        <a14:foregroundMark x1="92857" y1="44663" x2="92208" y2="79213"/>
                        <a14:foregroundMark x1="93506" y1="43258" x2="93506" y2="98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544" y="3906543"/>
            <a:ext cx="689980" cy="79750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6B3B29D-6116-4027-9DC0-D0ED152F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695" y="3886553"/>
            <a:ext cx="953847" cy="1088782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1D04FFA-BC8D-4708-9141-38D893C05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07727" y="4291673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FA3FC61D-DF3B-49AC-8CBB-706486F6A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127" y="3760906"/>
            <a:ext cx="953847" cy="1088782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8E1465-2821-4507-A8F4-D2311CAE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38103" y="4266352"/>
            <a:ext cx="651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Plaintext">
            <a:extLst>
              <a:ext uri="{FF2B5EF4-FFF2-40B4-BE49-F238E27FC236}">
                <a16:creationId xmlns:a16="http://schemas.microsoft.com/office/drawing/2014/main" id="{8BA539E2-658F-4226-9855-2E84A8F7DD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62" b="99438" l="0" r="93506">
                        <a14:foregroundMark x1="1948" y1="20787" x2="45130" y2="6180"/>
                        <a14:foregroundMark x1="45130" y1="6180" x2="90584" y2="11236"/>
                        <a14:foregroundMark x1="90584" y1="11236" x2="87987" y2="92135"/>
                        <a14:foregroundMark x1="87987" y1="92135" x2="41234" y2="96348"/>
                        <a14:foregroundMark x1="41234" y1="96348" x2="1623" y2="76124"/>
                        <a14:foregroundMark x1="1623" y1="76124" x2="4870" y2="31742"/>
                        <a14:foregroundMark x1="4870" y1="31742" x2="5519" y2="80899"/>
                        <a14:foregroundMark x1="5519" y1="80899" x2="8117" y2="36798"/>
                        <a14:foregroundMark x1="8117" y1="36798" x2="48052" y2="11236"/>
                        <a14:foregroundMark x1="48052" y1="11236" x2="87987" y2="30899"/>
                        <a14:foregroundMark x1="87987" y1="30899" x2="85065" y2="71067"/>
                        <a14:foregroundMark x1="85065" y1="71067" x2="45455" y2="91573"/>
                        <a14:foregroundMark x1="45455" y1="91573" x2="5519" y2="91292"/>
                        <a14:foregroundMark x1="24026" y1="6180" x2="71104" y2="6180"/>
                        <a14:foregroundMark x1="71104" y1="6180" x2="24351" y2="3090"/>
                        <a14:foregroundMark x1="24351" y1="3090" x2="74351" y2="1124"/>
                        <a14:foregroundMark x1="74351" y1="1124" x2="92857" y2="39888"/>
                        <a14:foregroundMark x1="92857" y1="39888" x2="92208" y2="81742"/>
                        <a14:foregroundMark x1="92208" y1="81742" x2="48701" y2="95506"/>
                        <a14:foregroundMark x1="48701" y1="95506" x2="5195" y2="82022"/>
                        <a14:foregroundMark x1="5195" y1="82022" x2="51948" y2="92416"/>
                        <a14:foregroundMark x1="51948" y1="92416" x2="6169" y2="97472"/>
                        <a14:foregroundMark x1="6169" y1="97472" x2="2922" y2="97191"/>
                        <a14:foregroundMark x1="0" y1="46910" x2="17532" y2="27528"/>
                        <a14:foregroundMark x1="35714" y1="40730" x2="32468" y2="19944"/>
                        <a14:foregroundMark x1="46429" y1="39045" x2="46429" y2="37640"/>
                        <a14:foregroundMark x1="48377" y1="35955" x2="35714" y2="42416"/>
                        <a14:foregroundMark x1="38636" y1="37079" x2="25974" y2="42416"/>
                        <a14:foregroundMark x1="18831" y1="36517" x2="67532" y2="37079"/>
                        <a14:foregroundMark x1="21104" y1="36517" x2="74351" y2="37079"/>
                        <a14:foregroundMark x1="32468" y1="35393" x2="74351" y2="35393"/>
                        <a14:foregroundMark x1="33766" y1="43258" x2="75325" y2="43820"/>
                        <a14:foregroundMark x1="16234" y1="53652" x2="78571" y2="55337"/>
                        <a14:foregroundMark x1="5519" y1="61517" x2="52597" y2="63764"/>
                        <a14:foregroundMark x1="52597" y1="63764" x2="61688" y2="53371"/>
                        <a14:foregroundMark x1="15584" y1="61517" x2="49351" y2="60674"/>
                        <a14:foregroundMark x1="71753" y1="53371" x2="68182" y2="53652"/>
                        <a14:foregroundMark x1="35065" y1="85674" x2="80195" y2="98034"/>
                        <a14:foregroundMark x1="80195" y1="98034" x2="73052" y2="87079"/>
                        <a14:foregroundMark x1="6494" y1="87640" x2="10390" y2="93820"/>
                        <a14:foregroundMark x1="9740" y1="82865" x2="10714" y2="85674"/>
                        <a14:foregroundMark x1="60390" y1="79775" x2="62013" y2="87079"/>
                        <a14:foregroundMark x1="80195" y1="81461" x2="83117" y2="88764"/>
                        <a14:foregroundMark x1="23377" y1="3652" x2="70455" y2="4213"/>
                        <a14:foregroundMark x1="70455" y1="4213" x2="25000" y2="12079"/>
                        <a14:foregroundMark x1="25000" y1="12079" x2="2273" y2="47753"/>
                        <a14:foregroundMark x1="2273" y1="47753" x2="2273" y2="87921"/>
                        <a14:foregroundMark x1="2273" y1="87921" x2="16234" y2="99719"/>
                        <a14:foregroundMark x1="5519" y1="18258" x2="51948" y2="4213"/>
                        <a14:foregroundMark x1="51948" y1="4213" x2="24675" y2="562"/>
                        <a14:foregroundMark x1="23377" y1="2528" x2="4870" y2="18258"/>
                        <a14:foregroundMark x1="649" y1="23034" x2="24675" y2="23596"/>
                        <a14:foregroundMark x1="24675" y1="25000" x2="25325" y2="12921"/>
                        <a14:foregroundMark x1="74351" y1="3090" x2="89286" y2="2528"/>
                        <a14:foregroundMark x1="87987" y1="2528" x2="92208" y2="98596"/>
                        <a14:foregroundMark x1="90584" y1="1966" x2="92208" y2="83708"/>
                        <a14:foregroundMark x1="92208" y1="83708" x2="93182" y2="4494"/>
                        <a14:foregroundMark x1="93182" y1="4494" x2="92208" y2="3652"/>
                        <a14:foregroundMark x1="25325" y1="10955" x2="25974" y2="29213"/>
                        <a14:foregroundMark x1="14935" y1="34551" x2="23052" y2="34831"/>
                        <a14:foregroundMark x1="19156" y1="99719" x2="45130" y2="99719"/>
                        <a14:foregroundMark x1="45130" y1="99157" x2="89935" y2="99157"/>
                        <a14:foregroundMark x1="90584" y1="44944" x2="92208" y2="84551"/>
                        <a14:foregroundMark x1="92208" y1="84551" x2="92857" y2="44663"/>
                        <a14:foregroundMark x1="92857" y1="44663" x2="92208" y2="79213"/>
                        <a14:foregroundMark x1="93506" y1="43258" x2="93506" y2="98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411" y="3842543"/>
            <a:ext cx="710516" cy="82124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95F1D58-0FA7-406B-806E-02AFBFDB0A86}"/>
              </a:ext>
            </a:extLst>
          </p:cNvPr>
          <p:cNvSpPr txBox="1"/>
          <p:nvPr/>
        </p:nvSpPr>
        <p:spPr>
          <a:xfrm>
            <a:off x="3568046" y="3555280"/>
            <a:ext cx="1196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Encryption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830F59-A15D-45F5-961C-1D6805D76C37}"/>
              </a:ext>
            </a:extLst>
          </p:cNvPr>
          <p:cNvSpPr txBox="1"/>
          <p:nvPr/>
        </p:nvSpPr>
        <p:spPr>
          <a:xfrm>
            <a:off x="7852991" y="3391574"/>
            <a:ext cx="1220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Decryption</a:t>
            </a:r>
          </a:p>
        </p:txBody>
      </p:sp>
      <p:pic>
        <p:nvPicPr>
          <p:cNvPr id="40" name="Picture 39" descr="Alice">
            <a:extLst>
              <a:ext uri="{FF2B5EF4-FFF2-40B4-BE49-F238E27FC236}">
                <a16:creationId xmlns:a16="http://schemas.microsoft.com/office/drawing/2014/main" id="{B218E863-F1D8-4662-A157-383C520AEF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896" b="89827" l="9949" r="92347">
                        <a14:foregroundMark x1="53444" y1="14394" x2="53444" y2="14394"/>
                        <a14:foregroundMark x1="55995" y1="12338" x2="55995" y2="12338"/>
                        <a14:foregroundMark x1="56760" y1="15801" x2="56760" y2="15801"/>
                        <a14:foregroundMark x1="59311" y1="20779" x2="59311" y2="20779"/>
                        <a14:foregroundMark x1="59311" y1="20779" x2="59311" y2="20779"/>
                        <a14:foregroundMark x1="29464" y1="14394" x2="29464" y2="14394"/>
                        <a14:foregroundMark x1="29464" y1="14394" x2="29464" y2="14394"/>
                        <a14:foregroundMark x1="27041" y1="22835" x2="37755" y2="17208"/>
                        <a14:foregroundMark x1="32015" y1="12987" x2="66582" y2="33658"/>
                        <a14:foregroundMark x1="66582" y1="33658" x2="70026" y2="69156"/>
                        <a14:foregroundMark x1="70026" y1="69156" x2="27296" y2="71970"/>
                        <a14:foregroundMark x1="27296" y1="71970" x2="75255" y2="74892"/>
                        <a14:foregroundMark x1="75255" y1="74892" x2="92347" y2="71320"/>
                        <a14:foregroundMark x1="71684" y1="29221" x2="49362" y2="11580"/>
                        <a14:foregroundMark x1="40306" y1="10173" x2="71684" y2="34957"/>
                        <a14:foregroundMark x1="71684" y1="34957" x2="50383" y2="3896"/>
                        <a14:foregroundMark x1="50383" y1="3896" x2="21684" y2="30736"/>
                        <a14:foregroundMark x1="12370" y1="58046" x2="10204" y2="64394"/>
                        <a14:foregroundMark x1="21684" y1="30736" x2="13678" y2="54212"/>
                        <a14:foregroundMark x1="10204" y1="64394" x2="50128" y2="78247"/>
                        <a14:foregroundMark x1="50128" y1="78247" x2="91071" y2="70022"/>
                        <a14:foregroundMark x1="91071" y1="70022" x2="66709" y2="53030"/>
                        <a14:foregroundMark x1="77423" y1="66342" x2="84056" y2="71320"/>
                        <a14:backgroundMark x1="13010" y1="56494" x2="13010" y2="56494"/>
                        <a14:backgroundMark x1="10459" y1="56494" x2="10459" y2="56494"/>
                        <a14:backgroundMark x1="8801" y1="56494" x2="13776" y2="56494"/>
                        <a14:backgroundMark x1="9694" y1="55087" x2="9694" y2="55087"/>
                        <a14:backgroundMark x1="8036" y1="54437" x2="13010" y2="55844"/>
                        <a14:backgroundMark x1="13010" y1="55087" x2="13010" y2="550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9202" y="4727783"/>
            <a:ext cx="1163782" cy="13716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89ABC-10E3-4033-95A4-25010081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8</a:t>
            </a:fld>
            <a:endParaRPr lang="en-US"/>
          </a:p>
        </p:txBody>
      </p:sp>
      <p:pic>
        <p:nvPicPr>
          <p:cNvPr id="41" name="Picture 2" descr="IconExperience » G-Collection » Key Icon">
            <a:extLst>
              <a:ext uri="{FF2B5EF4-FFF2-40B4-BE49-F238E27FC236}">
                <a16:creationId xmlns:a16="http://schemas.microsoft.com/office/drawing/2014/main" id="{A8CF9324-60D4-443B-ADE0-0CDBDC7C3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049" y="5404026"/>
            <a:ext cx="511996" cy="51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IconExperience » G-Collection » Key Icon">
            <a:extLst>
              <a:ext uri="{FF2B5EF4-FFF2-40B4-BE49-F238E27FC236}">
                <a16:creationId xmlns:a16="http://schemas.microsoft.com/office/drawing/2014/main" id="{DF138C78-A38E-4776-BA84-7AFD8A497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331" y="5404026"/>
            <a:ext cx="511996" cy="51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325170-B75E-4C13-82BE-932010052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3142232" y="5964820"/>
            <a:ext cx="17684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5C122C-6B49-420F-8194-54BA5C5D3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7692271" y="5964820"/>
            <a:ext cx="1712528" cy="12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18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/>
      <p:bldP spid="21" grpId="0"/>
      <p:bldP spid="22" grpId="0" animBg="1"/>
      <p:bldP spid="25" grpId="0" animBg="1"/>
      <p:bldP spid="26" grpId="0"/>
      <p:bldP spid="35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077F-6A63-4198-8CA0-B92CFBD6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2"/>
                </a:solidFill>
              </a:rPr>
              <a:t>Public-Key Cryptography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F401D-8498-4757-A1F7-0754E19F3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ea typeface="ＭＳ Ｐゴシック" panose="020B0600070205080204" pitchFamily="34" charset="-128"/>
              </a:rPr>
              <a:t>Uses </a:t>
            </a:r>
            <a:r>
              <a:rPr lang="en-US" altLang="en-US" b="1" dirty="0">
                <a:ea typeface="ＭＳ Ｐゴシック" panose="020B0600070205080204" pitchFamily="34" charset="-128"/>
              </a:rPr>
              <a:t>two</a:t>
            </a:r>
            <a:r>
              <a:rPr lang="en-US" altLang="en-US" dirty="0">
                <a:ea typeface="ＭＳ Ｐゴシック" panose="020B0600070205080204" pitchFamily="34" charset="-128"/>
              </a:rPr>
              <a:t> keys – a public &amp; a private key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>
                <a:ea typeface="ＭＳ Ｐゴシック" panose="020B0600070205080204" pitchFamily="34" charset="-128"/>
              </a:rPr>
              <a:t>Receiver needs to “publish” an encryption key, which is known as the </a:t>
            </a:r>
            <a:r>
              <a:rPr lang="en-US" altLang="en-US" b="1" dirty="0">
                <a:ea typeface="ＭＳ Ｐゴシック" panose="020B0600070205080204" pitchFamily="34" charset="-128"/>
              </a:rPr>
              <a:t>public key</a:t>
            </a:r>
            <a:r>
              <a:rPr lang="en-US" altLang="en-US" dirty="0">
                <a:ea typeface="ＭＳ Ｐゴシック" panose="020B0600070205080204" pitchFamily="34" charset="-128"/>
              </a:rPr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>
                <a:ea typeface="ＭＳ Ｐゴシック" panose="020B0600070205080204" pitchFamily="34" charset="-128"/>
              </a:rPr>
              <a:t>Receiver needs a unique decryption key, which is known as the </a:t>
            </a:r>
            <a:r>
              <a:rPr lang="en-US" altLang="en-US" b="1" dirty="0">
                <a:ea typeface="ＭＳ Ｐゴシック" panose="020B0600070205080204" pitchFamily="34" charset="-128"/>
              </a:rPr>
              <a:t>private key</a:t>
            </a:r>
            <a:r>
              <a:rPr lang="en-US" altLang="en-US" dirty="0">
                <a:ea typeface="ＭＳ Ｐゴシック" panose="020B0600070205080204" pitchFamily="34" charset="-128"/>
              </a:rPr>
              <a:t>.</a:t>
            </a:r>
            <a:endParaRPr lang="en-AU" altLang="en-US" dirty="0"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BB095A-2B80-47D6-9827-0A485CFBA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8754" y="4419366"/>
            <a:ext cx="1163782" cy="1595330"/>
            <a:chOff x="1038754" y="4419366"/>
            <a:chExt cx="1163782" cy="15953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8AAC2C-34B2-4202-B856-6D601744344B}"/>
                </a:ext>
              </a:extLst>
            </p:cNvPr>
            <p:cNvSpPr/>
            <p:nvPr/>
          </p:nvSpPr>
          <p:spPr>
            <a:xfrm>
              <a:off x="1286258" y="5645364"/>
              <a:ext cx="66877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Alice</a:t>
              </a:r>
              <a:r>
                <a:rPr lang="en-US" b="1" dirty="0">
                  <a:latin typeface="Times" pitchFamily="2" charset="0"/>
                </a:rPr>
                <a:t> </a:t>
              </a:r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55E9ACE-445F-42F1-ABD5-04F66EF8F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896" b="89827" l="9949" r="92347">
                          <a14:foregroundMark x1="53444" y1="14394" x2="53444" y2="14394"/>
                          <a14:foregroundMark x1="55995" y1="12338" x2="55995" y2="12338"/>
                          <a14:foregroundMark x1="56760" y1="15801" x2="56760" y2="15801"/>
                          <a14:foregroundMark x1="59311" y1="20779" x2="59311" y2="20779"/>
                          <a14:foregroundMark x1="59311" y1="20779" x2="59311" y2="20779"/>
                          <a14:foregroundMark x1="29464" y1="14394" x2="29464" y2="14394"/>
                          <a14:foregroundMark x1="29464" y1="14394" x2="29464" y2="14394"/>
                          <a14:foregroundMark x1="27041" y1="22835" x2="37755" y2="17208"/>
                          <a14:foregroundMark x1="32015" y1="12987" x2="66582" y2="33658"/>
                          <a14:foregroundMark x1="66582" y1="33658" x2="70026" y2="69156"/>
                          <a14:foregroundMark x1="70026" y1="69156" x2="27296" y2="71970"/>
                          <a14:foregroundMark x1="27296" y1="71970" x2="75255" y2="74892"/>
                          <a14:foregroundMark x1="75255" y1="74892" x2="92347" y2="71320"/>
                          <a14:foregroundMark x1="71684" y1="29221" x2="49362" y2="11580"/>
                          <a14:foregroundMark x1="40306" y1="10173" x2="71684" y2="34957"/>
                          <a14:foregroundMark x1="71684" y1="34957" x2="50383" y2="3896"/>
                          <a14:foregroundMark x1="50383" y1="3896" x2="21684" y2="30736"/>
                          <a14:foregroundMark x1="12370" y1="58046" x2="10204" y2="64394"/>
                          <a14:foregroundMark x1="21684" y1="30736" x2="13678" y2="54212"/>
                          <a14:foregroundMark x1="10204" y1="64394" x2="50128" y2="78247"/>
                          <a14:foregroundMark x1="50128" y1="78247" x2="91071" y2="70022"/>
                          <a14:foregroundMark x1="91071" y1="70022" x2="66709" y2="53030"/>
                          <a14:foregroundMark x1="77423" y1="66342" x2="84056" y2="71320"/>
                          <a14:backgroundMark x1="13010" y1="56494" x2="13010" y2="56494"/>
                          <a14:backgroundMark x1="10459" y1="56494" x2="10459" y2="56494"/>
                          <a14:backgroundMark x1="8801" y1="56494" x2="13776" y2="56494"/>
                          <a14:backgroundMark x1="9694" y1="55087" x2="9694" y2="55087"/>
                          <a14:backgroundMark x1="8036" y1="54437" x2="13010" y2="55844"/>
                          <a14:backgroundMark x1="13010" y1="55087" x2="13010" y2="5508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38754" y="4419366"/>
              <a:ext cx="1163782" cy="1371600"/>
            </a:xfrm>
            <a:prstGeom prst="rect">
              <a:avLst/>
            </a:prstGeom>
          </p:spPr>
        </p:pic>
      </p:grp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6819DF0-DFEA-40C2-9530-096B78888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302" b="96667" l="9941" r="96588">
                        <a14:foregroundMark x1="41543" y1="11111" x2="54303" y2="7302"/>
                        <a14:foregroundMark x1="54303" y1="7302" x2="56380" y2="9683"/>
                        <a14:foregroundMark x1="88872" y1="68095" x2="95252" y2="80476"/>
                        <a14:foregroundMark x1="95252" y1="80476" x2="95401" y2="95079"/>
                        <a14:foregroundMark x1="95401" y1="95079" x2="40801" y2="94921"/>
                        <a14:foregroundMark x1="40801" y1="94921" x2="53858" y2="84762"/>
                        <a14:foregroundMark x1="53858" y1="84762" x2="40356" y2="90159"/>
                        <a14:foregroundMark x1="40356" y1="90159" x2="57270" y2="81587"/>
                        <a14:foregroundMark x1="57270" y1="81587" x2="71810" y2="80794"/>
                        <a14:foregroundMark x1="71810" y1="80794" x2="85312" y2="83333"/>
                        <a14:foregroundMark x1="85312" y1="83333" x2="75223" y2="93016"/>
                        <a14:foregroundMark x1="75223" y1="93016" x2="45252" y2="92063"/>
                        <a14:foregroundMark x1="45252" y1="92063" x2="72404" y2="91587"/>
                        <a14:foregroundMark x1="72404" y1="91587" x2="33680" y2="87619"/>
                        <a14:foregroundMark x1="33680" y1="87619" x2="59199" y2="86825"/>
                        <a14:foregroundMark x1="59199" y1="86825" x2="43620" y2="87619"/>
                        <a14:foregroundMark x1="43620" y1="87619" x2="56380" y2="82222"/>
                        <a14:foregroundMark x1="56380" y1="82222" x2="43323" y2="88254"/>
                        <a14:foregroundMark x1="43323" y1="88254" x2="54896" y2="80794"/>
                        <a14:foregroundMark x1="54896" y1="80794" x2="35905" y2="87619"/>
                        <a14:foregroundMark x1="35905" y1="87619" x2="66914" y2="83175"/>
                        <a14:foregroundMark x1="66914" y1="83175" x2="47478" y2="87460"/>
                        <a14:foregroundMark x1="47478" y1="87460" x2="82938" y2="86667"/>
                        <a14:foregroundMark x1="82938" y1="86667" x2="63353" y2="88095"/>
                        <a14:foregroundMark x1="63353" y1="88095" x2="64243" y2="88571"/>
                        <a14:foregroundMark x1="10089" y1="75714" x2="8605" y2="90635"/>
                        <a14:foregroundMark x1="8605" y1="90635" x2="26706" y2="91905"/>
                        <a14:foregroundMark x1="26706" y1="91905" x2="11573" y2="85714"/>
                        <a14:foregroundMark x1="11573" y1="85714" x2="40950" y2="88889"/>
                        <a14:foregroundMark x1="40950" y1="88889" x2="18398" y2="89841"/>
                        <a14:foregroundMark x1="18398" y1="89841" x2="34125" y2="90159"/>
                        <a14:foregroundMark x1="34125" y1="90159" x2="17507" y2="90000"/>
                        <a14:foregroundMark x1="17507" y1="90000" x2="32789" y2="89524"/>
                        <a14:foregroundMark x1="32789" y1="89524" x2="50593" y2="90476"/>
                        <a14:foregroundMark x1="50593" y1="90476" x2="14243" y2="93810"/>
                        <a14:foregroundMark x1="14243" y1="93810" x2="34273" y2="96825"/>
                        <a14:foregroundMark x1="34273" y1="96825" x2="79525" y2="92063"/>
                        <a14:foregroundMark x1="79525" y1="92063" x2="90801" y2="83968"/>
                        <a14:foregroundMark x1="90801" y1="83968" x2="85163" y2="97143"/>
                        <a14:foregroundMark x1="85163" y1="97143" x2="15579" y2="94762"/>
                        <a14:foregroundMark x1="15579" y1="94762" x2="31157" y2="95397"/>
                        <a14:foregroundMark x1="31157" y1="95397" x2="45549" y2="95079"/>
                        <a14:foregroundMark x1="45549" y1="95079" x2="17062" y2="96667"/>
                        <a14:foregroundMark x1="17062" y1="96667" x2="82641" y2="90317"/>
                        <a14:foregroundMark x1="82641" y1="90317" x2="92285" y2="79365"/>
                        <a14:foregroundMark x1="92285" y1="79365" x2="91543" y2="93810"/>
                        <a14:foregroundMark x1="91543" y1="93810" x2="61128" y2="94127"/>
                        <a14:foregroundMark x1="61128" y1="94127" x2="79970" y2="92063"/>
                        <a14:foregroundMark x1="92433" y1="71429" x2="95994" y2="84921"/>
                        <a14:foregroundMark x1="95994" y1="84921" x2="92730" y2="71270"/>
                        <a14:foregroundMark x1="92730" y1="71270" x2="96142" y2="84921"/>
                        <a14:foregroundMark x1="96142" y1="84921" x2="89466" y2="97302"/>
                        <a14:foregroundMark x1="89466" y1="97302" x2="94659" y2="82381"/>
                        <a14:foregroundMark x1="94659" y1="82381" x2="95104" y2="96667"/>
                        <a14:foregroundMark x1="95104" y1="96667" x2="96588" y2="9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912" y="4480277"/>
            <a:ext cx="1165891" cy="108978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047817-8563-4FB2-A8ED-8BABBD66E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550979" y="4025198"/>
            <a:ext cx="28203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FCDC8-A1DD-427F-BCB6-BB43479AAD56}"/>
              </a:ext>
            </a:extLst>
          </p:cNvPr>
          <p:cNvSpPr/>
          <p:nvPr/>
        </p:nvSpPr>
        <p:spPr>
          <a:xfrm>
            <a:off x="10090564" y="5570057"/>
            <a:ext cx="668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" pitchFamily="2" charset="0"/>
              </a:rPr>
              <a:t> </a:t>
            </a:r>
            <a:r>
              <a:rPr lang="en-US" dirty="0"/>
              <a:t>Bob</a:t>
            </a:r>
            <a:r>
              <a:rPr lang="en-US" b="1" dirty="0">
                <a:latin typeface="Times" pitchFamily="2" charset="0"/>
              </a:rPr>
              <a:t> 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88EBCA7-9F4C-42DF-B2E3-1984FE24E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64904" y="3628814"/>
            <a:ext cx="457200" cy="457200"/>
          </a:xfrm>
          <a:prstGeom prst="rect">
            <a:avLst/>
          </a:prstGeom>
        </p:spPr>
      </p:pic>
      <p:pic>
        <p:nvPicPr>
          <p:cNvPr id="1030" name="Picture 6" descr="Green key icon - Free green key icons">
            <a:extLst>
              <a:ext uri="{FF2B5EF4-FFF2-40B4-BE49-F238E27FC236}">
                <a16:creationId xmlns:a16="http://schemas.microsoft.com/office/drawing/2014/main" id="{1E6C7B2F-86C1-4233-9AD7-6FE006F56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78" b="89778" l="889" r="98667">
                        <a14:foregroundMark x1="889" y1="44889" x2="889" y2="44889"/>
                        <a14:foregroundMark x1="93778" y1="48889" x2="93778" y2="48889"/>
                        <a14:foregroundMark x1="98667" y1="49333" x2="98667" y2="49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599" y="583680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07A6FD66-0E46-4368-B4FD-2F015FB23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03825" y="4254782"/>
            <a:ext cx="983610" cy="1358598"/>
            <a:chOff x="3366606" y="4095150"/>
            <a:chExt cx="983610" cy="13585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4B383F-BCEA-4962-AADE-051BE247D01F}"/>
                </a:ext>
              </a:extLst>
            </p:cNvPr>
            <p:cNvSpPr/>
            <p:nvPr/>
          </p:nvSpPr>
          <p:spPr>
            <a:xfrm>
              <a:off x="3366606" y="4908807"/>
              <a:ext cx="983610" cy="544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Encrypt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807C1AF-0656-4275-B69C-97F7AB7F6226}"/>
                </a:ext>
              </a:extLst>
            </p:cNvPr>
            <p:cNvGrpSpPr/>
            <p:nvPr/>
          </p:nvGrpSpPr>
          <p:grpSpPr>
            <a:xfrm>
              <a:off x="3526527" y="4095150"/>
              <a:ext cx="689980" cy="797509"/>
              <a:chOff x="3526527" y="4095150"/>
              <a:chExt cx="689980" cy="797509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4A907F7A-047C-4CBF-AF00-056AC6361E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62" b="99438" l="0" r="93506">
                            <a14:foregroundMark x1="1948" y1="20787" x2="45130" y2="6180"/>
                            <a14:foregroundMark x1="45130" y1="6180" x2="90584" y2="11236"/>
                            <a14:foregroundMark x1="90584" y1="11236" x2="87987" y2="92135"/>
                            <a14:foregroundMark x1="87987" y1="92135" x2="41234" y2="96348"/>
                            <a14:foregroundMark x1="41234" y1="96348" x2="1623" y2="76124"/>
                            <a14:foregroundMark x1="1623" y1="76124" x2="4870" y2="31742"/>
                            <a14:foregroundMark x1="4870" y1="31742" x2="5519" y2="80899"/>
                            <a14:foregroundMark x1="5519" y1="80899" x2="8117" y2="36798"/>
                            <a14:foregroundMark x1="8117" y1="36798" x2="48052" y2="11236"/>
                            <a14:foregroundMark x1="48052" y1="11236" x2="87987" y2="30899"/>
                            <a14:foregroundMark x1="87987" y1="30899" x2="85065" y2="71067"/>
                            <a14:foregroundMark x1="85065" y1="71067" x2="45455" y2="91573"/>
                            <a14:foregroundMark x1="45455" y1="91573" x2="5519" y2="91292"/>
                            <a14:foregroundMark x1="24026" y1="6180" x2="71104" y2="6180"/>
                            <a14:foregroundMark x1="71104" y1="6180" x2="24351" y2="3090"/>
                            <a14:foregroundMark x1="24351" y1="3090" x2="74351" y2="1124"/>
                            <a14:foregroundMark x1="74351" y1="1124" x2="92857" y2="39888"/>
                            <a14:foregroundMark x1="92857" y1="39888" x2="92208" y2="81742"/>
                            <a14:foregroundMark x1="92208" y1="81742" x2="48701" y2="95506"/>
                            <a14:foregroundMark x1="48701" y1="95506" x2="5195" y2="82022"/>
                            <a14:foregroundMark x1="5195" y1="82022" x2="51948" y2="92416"/>
                            <a14:foregroundMark x1="51948" y1="92416" x2="6169" y2="97472"/>
                            <a14:foregroundMark x1="6169" y1="97472" x2="2922" y2="97191"/>
                            <a14:foregroundMark x1="0" y1="46910" x2="17532" y2="27528"/>
                            <a14:foregroundMark x1="35714" y1="40730" x2="32468" y2="19944"/>
                            <a14:foregroundMark x1="46429" y1="39045" x2="46429" y2="37640"/>
                            <a14:foregroundMark x1="48377" y1="35955" x2="35714" y2="42416"/>
                            <a14:foregroundMark x1="38636" y1="37079" x2="25974" y2="42416"/>
                            <a14:foregroundMark x1="18831" y1="36517" x2="67532" y2="37079"/>
                            <a14:foregroundMark x1="21104" y1="36517" x2="74351" y2="37079"/>
                            <a14:foregroundMark x1="32468" y1="35393" x2="74351" y2="35393"/>
                            <a14:foregroundMark x1="33766" y1="43258" x2="75325" y2="43820"/>
                            <a14:foregroundMark x1="16234" y1="53652" x2="78571" y2="55337"/>
                            <a14:foregroundMark x1="5519" y1="61517" x2="52597" y2="63764"/>
                            <a14:foregroundMark x1="52597" y1="63764" x2="61688" y2="53371"/>
                            <a14:foregroundMark x1="15584" y1="61517" x2="49351" y2="60674"/>
                            <a14:foregroundMark x1="71753" y1="53371" x2="68182" y2="53652"/>
                            <a14:foregroundMark x1="35065" y1="85674" x2="80195" y2="98034"/>
                            <a14:foregroundMark x1="80195" y1="98034" x2="73052" y2="87079"/>
                            <a14:foregroundMark x1="6494" y1="87640" x2="10390" y2="93820"/>
                            <a14:foregroundMark x1="9740" y1="82865" x2="10714" y2="85674"/>
                            <a14:foregroundMark x1="60390" y1="79775" x2="62013" y2="87079"/>
                            <a14:foregroundMark x1="80195" y1="81461" x2="83117" y2="88764"/>
                            <a14:foregroundMark x1="23377" y1="3652" x2="70455" y2="4213"/>
                            <a14:foregroundMark x1="70455" y1="4213" x2="25000" y2="12079"/>
                            <a14:foregroundMark x1="25000" y1="12079" x2="2273" y2="47753"/>
                            <a14:foregroundMark x1="2273" y1="47753" x2="2273" y2="87921"/>
                            <a14:foregroundMark x1="2273" y1="87921" x2="16234" y2="99719"/>
                            <a14:foregroundMark x1="5519" y1="18258" x2="51948" y2="4213"/>
                            <a14:foregroundMark x1="51948" y1="4213" x2="24675" y2="562"/>
                            <a14:foregroundMark x1="23377" y1="2528" x2="4870" y2="18258"/>
                            <a14:foregroundMark x1="649" y1="23034" x2="24675" y2="23596"/>
                            <a14:foregroundMark x1="24675" y1="25000" x2="25325" y2="12921"/>
                            <a14:foregroundMark x1="74351" y1="3090" x2="89286" y2="2528"/>
                            <a14:foregroundMark x1="87987" y1="2528" x2="92208" y2="98596"/>
                            <a14:foregroundMark x1="90584" y1="1966" x2="92208" y2="83708"/>
                            <a14:foregroundMark x1="92208" y1="83708" x2="93182" y2="4494"/>
                            <a14:foregroundMark x1="93182" y1="4494" x2="92208" y2="3652"/>
                            <a14:foregroundMark x1="25325" y1="10955" x2="25974" y2="29213"/>
                            <a14:foregroundMark x1="14935" y1="34551" x2="23052" y2="34831"/>
                            <a14:foregroundMark x1="19156" y1="99719" x2="45130" y2="99719"/>
                            <a14:foregroundMark x1="45130" y1="99157" x2="89935" y2="99157"/>
                            <a14:foregroundMark x1="90584" y1="44944" x2="92208" y2="84551"/>
                            <a14:foregroundMark x1="92208" y1="84551" x2="92857" y2="44663"/>
                            <a14:foregroundMark x1="92857" y1="44663" x2="92208" y2="79213"/>
                            <a14:foregroundMark x1="93506" y1="43258" x2="93506" y2="9859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26527" y="4095150"/>
                <a:ext cx="689980" cy="797509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32BADF2-A3C7-4527-BDC1-4BE759946F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1778" b="96889" l="9778" r="89778">
                            <a14:foregroundMark x1="48000" y1="6667" x2="48000" y2="6667"/>
                            <a14:foregroundMark x1="50667" y1="1778" x2="50667" y2="1778"/>
                            <a14:foregroundMark x1="54667" y1="92000" x2="54667" y2="92000"/>
                            <a14:foregroundMark x1="51111" y1="96889" x2="51111" y2="9688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642917" y="4287670"/>
                <a:ext cx="457200" cy="457200"/>
              </a:xfrm>
              <a:prstGeom prst="rect">
                <a:avLst/>
              </a:prstGeom>
            </p:spPr>
          </p:pic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786E16AB-B85E-4860-8E60-52C97F074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799" y="4463478"/>
            <a:ext cx="953847" cy="108878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FF25D6F-6B89-44A4-9772-66CB07A5D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52474" y="4232711"/>
            <a:ext cx="983610" cy="1357077"/>
            <a:chOff x="6091871" y="4111298"/>
            <a:chExt cx="983610" cy="135707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A276724-F237-4431-895E-706EB9C374EE}"/>
                </a:ext>
              </a:extLst>
            </p:cNvPr>
            <p:cNvSpPr/>
            <p:nvPr/>
          </p:nvSpPr>
          <p:spPr>
            <a:xfrm>
              <a:off x="6091871" y="4923434"/>
              <a:ext cx="983610" cy="544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Decrypt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2E59B8-E98D-4ECF-B574-46629237FD18}"/>
                </a:ext>
              </a:extLst>
            </p:cNvPr>
            <p:cNvGrpSpPr/>
            <p:nvPr/>
          </p:nvGrpSpPr>
          <p:grpSpPr>
            <a:xfrm>
              <a:off x="6241606" y="4111298"/>
              <a:ext cx="689980" cy="797509"/>
              <a:chOff x="7285455" y="4148561"/>
              <a:chExt cx="689980" cy="797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3ADA6707-0E71-43A6-BE8D-93678A030E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62" b="99438" l="0" r="93506">
                            <a14:foregroundMark x1="1948" y1="20787" x2="45130" y2="6180"/>
                            <a14:foregroundMark x1="45130" y1="6180" x2="90584" y2="11236"/>
                            <a14:foregroundMark x1="90584" y1="11236" x2="87987" y2="92135"/>
                            <a14:foregroundMark x1="87987" y1="92135" x2="41234" y2="96348"/>
                            <a14:foregroundMark x1="41234" y1="96348" x2="1623" y2="76124"/>
                            <a14:foregroundMark x1="1623" y1="76124" x2="4870" y2="31742"/>
                            <a14:foregroundMark x1="4870" y1="31742" x2="5519" y2="80899"/>
                            <a14:foregroundMark x1="5519" y1="80899" x2="8117" y2="36798"/>
                            <a14:foregroundMark x1="8117" y1="36798" x2="48052" y2="11236"/>
                            <a14:foregroundMark x1="48052" y1="11236" x2="87987" y2="30899"/>
                            <a14:foregroundMark x1="87987" y1="30899" x2="85065" y2="71067"/>
                            <a14:foregroundMark x1="85065" y1="71067" x2="45455" y2="91573"/>
                            <a14:foregroundMark x1="45455" y1="91573" x2="5519" y2="91292"/>
                            <a14:foregroundMark x1="24026" y1="6180" x2="71104" y2="6180"/>
                            <a14:foregroundMark x1="71104" y1="6180" x2="24351" y2="3090"/>
                            <a14:foregroundMark x1="24351" y1="3090" x2="74351" y2="1124"/>
                            <a14:foregroundMark x1="74351" y1="1124" x2="92857" y2="39888"/>
                            <a14:foregroundMark x1="92857" y1="39888" x2="92208" y2="81742"/>
                            <a14:foregroundMark x1="92208" y1="81742" x2="48701" y2="95506"/>
                            <a14:foregroundMark x1="48701" y1="95506" x2="5195" y2="82022"/>
                            <a14:foregroundMark x1="5195" y1="82022" x2="51948" y2="92416"/>
                            <a14:foregroundMark x1="51948" y1="92416" x2="6169" y2="97472"/>
                            <a14:foregroundMark x1="6169" y1="97472" x2="2922" y2="97191"/>
                            <a14:foregroundMark x1="0" y1="46910" x2="17532" y2="27528"/>
                            <a14:foregroundMark x1="35714" y1="40730" x2="32468" y2="19944"/>
                            <a14:foregroundMark x1="46429" y1="39045" x2="46429" y2="37640"/>
                            <a14:foregroundMark x1="48377" y1="35955" x2="35714" y2="42416"/>
                            <a14:foregroundMark x1="38636" y1="37079" x2="25974" y2="42416"/>
                            <a14:foregroundMark x1="18831" y1="36517" x2="67532" y2="37079"/>
                            <a14:foregroundMark x1="21104" y1="36517" x2="74351" y2="37079"/>
                            <a14:foregroundMark x1="32468" y1="35393" x2="74351" y2="35393"/>
                            <a14:foregroundMark x1="33766" y1="43258" x2="75325" y2="43820"/>
                            <a14:foregroundMark x1="16234" y1="53652" x2="78571" y2="55337"/>
                            <a14:foregroundMark x1="5519" y1="61517" x2="52597" y2="63764"/>
                            <a14:foregroundMark x1="52597" y1="63764" x2="61688" y2="53371"/>
                            <a14:foregroundMark x1="15584" y1="61517" x2="49351" y2="60674"/>
                            <a14:foregroundMark x1="71753" y1="53371" x2="68182" y2="53652"/>
                            <a14:foregroundMark x1="35065" y1="85674" x2="80195" y2="98034"/>
                            <a14:foregroundMark x1="80195" y1="98034" x2="73052" y2="87079"/>
                            <a14:foregroundMark x1="6494" y1="87640" x2="10390" y2="93820"/>
                            <a14:foregroundMark x1="9740" y1="82865" x2="10714" y2="85674"/>
                            <a14:foregroundMark x1="60390" y1="79775" x2="62013" y2="87079"/>
                            <a14:foregroundMark x1="80195" y1="81461" x2="83117" y2="88764"/>
                            <a14:foregroundMark x1="23377" y1="3652" x2="70455" y2="4213"/>
                            <a14:foregroundMark x1="70455" y1="4213" x2="25000" y2="12079"/>
                            <a14:foregroundMark x1="25000" y1="12079" x2="2273" y2="47753"/>
                            <a14:foregroundMark x1="2273" y1="47753" x2="2273" y2="87921"/>
                            <a14:foregroundMark x1="2273" y1="87921" x2="16234" y2="99719"/>
                            <a14:foregroundMark x1="5519" y1="18258" x2="51948" y2="4213"/>
                            <a14:foregroundMark x1="51948" y1="4213" x2="24675" y2="562"/>
                            <a14:foregroundMark x1="23377" y1="2528" x2="4870" y2="18258"/>
                            <a14:foregroundMark x1="649" y1="23034" x2="24675" y2="23596"/>
                            <a14:foregroundMark x1="24675" y1="25000" x2="25325" y2="12921"/>
                            <a14:foregroundMark x1="74351" y1="3090" x2="89286" y2="2528"/>
                            <a14:foregroundMark x1="87987" y1="2528" x2="92208" y2="98596"/>
                            <a14:foregroundMark x1="90584" y1="1966" x2="92208" y2="83708"/>
                            <a14:foregroundMark x1="92208" y1="83708" x2="93182" y2="4494"/>
                            <a14:foregroundMark x1="93182" y1="4494" x2="92208" y2="3652"/>
                            <a14:foregroundMark x1="25325" y1="10955" x2="25974" y2="29213"/>
                            <a14:foregroundMark x1="14935" y1="34551" x2="23052" y2="34831"/>
                            <a14:foregroundMark x1="19156" y1="99719" x2="45130" y2="99719"/>
                            <a14:foregroundMark x1="45130" y1="99157" x2="89935" y2="99157"/>
                            <a14:foregroundMark x1="90584" y1="44944" x2="92208" y2="84551"/>
                            <a14:foregroundMark x1="92208" y1="84551" x2="92857" y2="44663"/>
                            <a14:foregroundMark x1="92857" y1="44663" x2="92208" y2="79213"/>
                            <a14:foregroundMark x1="93506" y1="43258" x2="93506" y2="9859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85455" y="4148561"/>
                <a:ext cx="689980" cy="797509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523DA92E-8C74-44FC-B657-C6262FDF3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778" b="99111" l="9778" r="89778">
                            <a14:foregroundMark x1="54667" y1="6222" x2="54667" y2="6222"/>
                            <a14:foregroundMark x1="49778" y1="2222" x2="49778" y2="2222"/>
                            <a14:foregroundMark x1="53333" y1="92889" x2="53333" y2="92889"/>
                            <a14:foregroundMark x1="51556" y1="99111" x2="51556" y2="99111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401845" y="4331501"/>
                <a:ext cx="457200" cy="457200"/>
              </a:xfrm>
              <a:prstGeom prst="rect">
                <a:avLst/>
              </a:prstGeom>
            </p:spPr>
          </p:pic>
        </p:grp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43A0C324-FC43-4528-AB8E-4FEB2B136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62" b="99438" l="0" r="93506">
                        <a14:foregroundMark x1="1948" y1="20787" x2="45130" y2="6180"/>
                        <a14:foregroundMark x1="45130" y1="6180" x2="90584" y2="11236"/>
                        <a14:foregroundMark x1="90584" y1="11236" x2="87987" y2="92135"/>
                        <a14:foregroundMark x1="87987" y1="92135" x2="41234" y2="96348"/>
                        <a14:foregroundMark x1="41234" y1="96348" x2="1623" y2="76124"/>
                        <a14:foregroundMark x1="1623" y1="76124" x2="4870" y2="31742"/>
                        <a14:foregroundMark x1="4870" y1="31742" x2="5519" y2="80899"/>
                        <a14:foregroundMark x1="5519" y1="80899" x2="8117" y2="36798"/>
                        <a14:foregroundMark x1="8117" y1="36798" x2="48052" y2="11236"/>
                        <a14:foregroundMark x1="48052" y1="11236" x2="87987" y2="30899"/>
                        <a14:foregroundMark x1="87987" y1="30899" x2="85065" y2="71067"/>
                        <a14:foregroundMark x1="85065" y1="71067" x2="45455" y2="91573"/>
                        <a14:foregroundMark x1="45455" y1="91573" x2="5519" y2="91292"/>
                        <a14:foregroundMark x1="24026" y1="6180" x2="71104" y2="6180"/>
                        <a14:foregroundMark x1="71104" y1="6180" x2="24351" y2="3090"/>
                        <a14:foregroundMark x1="24351" y1="3090" x2="74351" y2="1124"/>
                        <a14:foregroundMark x1="74351" y1="1124" x2="92857" y2="39888"/>
                        <a14:foregroundMark x1="92857" y1="39888" x2="92208" y2="81742"/>
                        <a14:foregroundMark x1="92208" y1="81742" x2="48701" y2="95506"/>
                        <a14:foregroundMark x1="48701" y1="95506" x2="5195" y2="82022"/>
                        <a14:foregroundMark x1="5195" y1="82022" x2="51948" y2="92416"/>
                        <a14:foregroundMark x1="51948" y1="92416" x2="6169" y2="97472"/>
                        <a14:foregroundMark x1="6169" y1="97472" x2="2922" y2="97191"/>
                        <a14:foregroundMark x1="0" y1="46910" x2="17532" y2="27528"/>
                        <a14:foregroundMark x1="35714" y1="40730" x2="32468" y2="19944"/>
                        <a14:foregroundMark x1="46429" y1="39045" x2="46429" y2="37640"/>
                        <a14:foregroundMark x1="48377" y1="35955" x2="35714" y2="42416"/>
                        <a14:foregroundMark x1="38636" y1="37079" x2="25974" y2="42416"/>
                        <a14:foregroundMark x1="18831" y1="36517" x2="67532" y2="37079"/>
                        <a14:foregroundMark x1="21104" y1="36517" x2="74351" y2="37079"/>
                        <a14:foregroundMark x1="32468" y1="35393" x2="74351" y2="35393"/>
                        <a14:foregroundMark x1="33766" y1="43258" x2="75325" y2="43820"/>
                        <a14:foregroundMark x1="16234" y1="53652" x2="78571" y2="55337"/>
                        <a14:foregroundMark x1="5519" y1="61517" x2="52597" y2="63764"/>
                        <a14:foregroundMark x1="52597" y1="63764" x2="61688" y2="53371"/>
                        <a14:foregroundMark x1="15584" y1="61517" x2="49351" y2="60674"/>
                        <a14:foregroundMark x1="71753" y1="53371" x2="68182" y2="53652"/>
                        <a14:foregroundMark x1="35065" y1="85674" x2="80195" y2="98034"/>
                        <a14:foregroundMark x1="80195" y1="98034" x2="73052" y2="87079"/>
                        <a14:foregroundMark x1="6494" y1="87640" x2="10390" y2="93820"/>
                        <a14:foregroundMark x1="9740" y1="82865" x2="10714" y2="85674"/>
                        <a14:foregroundMark x1="60390" y1="79775" x2="62013" y2="87079"/>
                        <a14:foregroundMark x1="80195" y1="81461" x2="83117" y2="88764"/>
                        <a14:foregroundMark x1="23377" y1="3652" x2="70455" y2="4213"/>
                        <a14:foregroundMark x1="70455" y1="4213" x2="25000" y2="12079"/>
                        <a14:foregroundMark x1="25000" y1="12079" x2="2273" y2="47753"/>
                        <a14:foregroundMark x1="2273" y1="47753" x2="2273" y2="87921"/>
                        <a14:foregroundMark x1="2273" y1="87921" x2="16234" y2="99719"/>
                        <a14:foregroundMark x1="5519" y1="18258" x2="51948" y2="4213"/>
                        <a14:foregroundMark x1="51948" y1="4213" x2="24675" y2="562"/>
                        <a14:foregroundMark x1="23377" y1="2528" x2="4870" y2="18258"/>
                        <a14:foregroundMark x1="649" y1="23034" x2="24675" y2="23596"/>
                        <a14:foregroundMark x1="24675" y1="25000" x2="25325" y2="12921"/>
                        <a14:foregroundMark x1="74351" y1="3090" x2="89286" y2="2528"/>
                        <a14:foregroundMark x1="87987" y1="2528" x2="92208" y2="98596"/>
                        <a14:foregroundMark x1="90584" y1="1966" x2="92208" y2="83708"/>
                        <a14:foregroundMark x1="92208" y1="83708" x2="93182" y2="4494"/>
                        <a14:foregroundMark x1="93182" y1="4494" x2="92208" y2="3652"/>
                        <a14:foregroundMark x1="25325" y1="10955" x2="25974" y2="29213"/>
                        <a14:foregroundMark x1="14935" y1="34551" x2="23052" y2="34831"/>
                        <a14:foregroundMark x1="19156" y1="99719" x2="45130" y2="99719"/>
                        <a14:foregroundMark x1="45130" y1="99157" x2="89935" y2="99157"/>
                        <a14:foregroundMark x1="90584" y1="44944" x2="92208" y2="84551"/>
                        <a14:foregroundMark x1="92208" y1="84551" x2="92857" y2="44663"/>
                        <a14:foregroundMark x1="92857" y1="44663" x2="92208" y2="79213"/>
                        <a14:foregroundMark x1="93506" y1="43258" x2="93506" y2="98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269" y="4541305"/>
            <a:ext cx="689980" cy="79750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D6A8742-E00A-46D3-BFE1-31349644E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35502" y="4581401"/>
            <a:ext cx="457200" cy="457200"/>
          </a:xfrm>
          <a:prstGeom prst="rect">
            <a:avLst/>
          </a:prstGeom>
        </p:spPr>
      </p:pic>
      <p:pic>
        <p:nvPicPr>
          <p:cNvPr id="40" name="Picture 6" descr="Green key icon - Free green key icons">
            <a:extLst>
              <a:ext uri="{FF2B5EF4-FFF2-40B4-BE49-F238E27FC236}">
                <a16:creationId xmlns:a16="http://schemas.microsoft.com/office/drawing/2014/main" id="{3CAB9296-9B66-41D7-AD2D-A175B6857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78" b="89778" l="889" r="98667">
                        <a14:foregroundMark x1="889" y1="44889" x2="889" y2="44889"/>
                        <a14:foregroundMark x1="93778" y1="48889" x2="93778" y2="48889"/>
                        <a14:foregroundMark x1="98667" y1="49333" x2="98667" y2="49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5506" y="5341457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959627A-9F28-479F-813C-6B060F5BFA7D}"/>
              </a:ext>
            </a:extLst>
          </p:cNvPr>
          <p:cNvSpPr txBox="1"/>
          <p:nvPr/>
        </p:nvSpPr>
        <p:spPr>
          <a:xfrm>
            <a:off x="11001283" y="4409000"/>
            <a:ext cx="925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Public Key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F74349-9B50-4731-9B8C-6A9846FB364C}"/>
              </a:ext>
            </a:extLst>
          </p:cNvPr>
          <p:cNvSpPr txBox="1"/>
          <p:nvPr/>
        </p:nvSpPr>
        <p:spPr>
          <a:xfrm>
            <a:off x="10971252" y="5151248"/>
            <a:ext cx="994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Private Key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782DB9-08FD-4ABE-B02F-71D9CB536AC8}"/>
              </a:ext>
            </a:extLst>
          </p:cNvPr>
          <p:cNvSpPr txBox="1"/>
          <p:nvPr/>
        </p:nvSpPr>
        <p:spPr>
          <a:xfrm>
            <a:off x="5492081" y="4238661"/>
            <a:ext cx="950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Ciphertext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8D7B0D-771D-4407-B878-F8233512A23D}"/>
              </a:ext>
            </a:extLst>
          </p:cNvPr>
          <p:cNvSpPr txBox="1"/>
          <p:nvPr/>
        </p:nvSpPr>
        <p:spPr>
          <a:xfrm>
            <a:off x="8873226" y="4299391"/>
            <a:ext cx="826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Plaintext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3F3D5A3-A290-4F45-9AA7-FA214296A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7030" y="5866931"/>
            <a:ext cx="457200" cy="457200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422DD80-F7F1-4BAD-BD63-511D053E2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7" idx="0"/>
            <a:endCxn id="19" idx="2"/>
          </p:cNvCxnSpPr>
          <p:nvPr/>
        </p:nvCxnSpPr>
        <p:spPr>
          <a:xfrm flipV="1">
            <a:off x="3895630" y="5613380"/>
            <a:ext cx="0" cy="253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FEC1DA-D305-4683-AD0F-5ECD068FB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030" idx="0"/>
            <a:endCxn id="31" idx="2"/>
          </p:cNvCxnSpPr>
          <p:nvPr/>
        </p:nvCxnSpPr>
        <p:spPr>
          <a:xfrm flipH="1" flipV="1">
            <a:off x="8144279" y="5589788"/>
            <a:ext cx="2920" cy="247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E076E54-BE09-4309-9E14-A464CB075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282358" y="4277191"/>
            <a:ext cx="1008932" cy="1258166"/>
            <a:chOff x="2596895" y="4284594"/>
            <a:chExt cx="1008932" cy="125816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64BE0D2-8E1F-40BC-89E2-C08822F09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562" b="99438" l="0" r="93506">
                          <a14:foregroundMark x1="1948" y1="20787" x2="45130" y2="6180"/>
                          <a14:foregroundMark x1="45130" y1="6180" x2="90584" y2="11236"/>
                          <a14:foregroundMark x1="90584" y1="11236" x2="87987" y2="92135"/>
                          <a14:foregroundMark x1="87987" y1="92135" x2="41234" y2="96348"/>
                          <a14:foregroundMark x1="41234" y1="96348" x2="1623" y2="76124"/>
                          <a14:foregroundMark x1="1623" y1="76124" x2="4870" y2="31742"/>
                          <a14:foregroundMark x1="4870" y1="31742" x2="5519" y2="80899"/>
                          <a14:foregroundMark x1="5519" y1="80899" x2="8117" y2="36798"/>
                          <a14:foregroundMark x1="8117" y1="36798" x2="48052" y2="11236"/>
                          <a14:foregroundMark x1="48052" y1="11236" x2="87987" y2="30899"/>
                          <a14:foregroundMark x1="87987" y1="30899" x2="85065" y2="71067"/>
                          <a14:foregroundMark x1="85065" y1="71067" x2="45455" y2="91573"/>
                          <a14:foregroundMark x1="45455" y1="91573" x2="5519" y2="91292"/>
                          <a14:foregroundMark x1="24026" y1="6180" x2="71104" y2="6180"/>
                          <a14:foregroundMark x1="71104" y1="6180" x2="24351" y2="3090"/>
                          <a14:foregroundMark x1="24351" y1="3090" x2="74351" y2="1124"/>
                          <a14:foregroundMark x1="74351" y1="1124" x2="92857" y2="39888"/>
                          <a14:foregroundMark x1="92857" y1="39888" x2="92208" y2="81742"/>
                          <a14:foregroundMark x1="92208" y1="81742" x2="48701" y2="95506"/>
                          <a14:foregroundMark x1="48701" y1="95506" x2="5195" y2="82022"/>
                          <a14:foregroundMark x1="5195" y1="82022" x2="51948" y2="92416"/>
                          <a14:foregroundMark x1="51948" y1="92416" x2="6169" y2="97472"/>
                          <a14:foregroundMark x1="6169" y1="97472" x2="2922" y2="97191"/>
                          <a14:foregroundMark x1="0" y1="46910" x2="17532" y2="27528"/>
                          <a14:foregroundMark x1="35714" y1="40730" x2="32468" y2="19944"/>
                          <a14:foregroundMark x1="46429" y1="39045" x2="46429" y2="37640"/>
                          <a14:foregroundMark x1="48377" y1="35955" x2="35714" y2="42416"/>
                          <a14:foregroundMark x1="38636" y1="37079" x2="25974" y2="42416"/>
                          <a14:foregroundMark x1="18831" y1="36517" x2="67532" y2="37079"/>
                          <a14:foregroundMark x1="21104" y1="36517" x2="74351" y2="37079"/>
                          <a14:foregroundMark x1="32468" y1="35393" x2="74351" y2="35393"/>
                          <a14:foregroundMark x1="33766" y1="43258" x2="75325" y2="43820"/>
                          <a14:foregroundMark x1="16234" y1="53652" x2="78571" y2="55337"/>
                          <a14:foregroundMark x1="5519" y1="61517" x2="52597" y2="63764"/>
                          <a14:foregroundMark x1="52597" y1="63764" x2="61688" y2="53371"/>
                          <a14:foregroundMark x1="15584" y1="61517" x2="49351" y2="60674"/>
                          <a14:foregroundMark x1="71753" y1="53371" x2="68182" y2="53652"/>
                          <a14:foregroundMark x1="35065" y1="85674" x2="80195" y2="98034"/>
                          <a14:foregroundMark x1="80195" y1="98034" x2="73052" y2="87079"/>
                          <a14:foregroundMark x1="6494" y1="87640" x2="10390" y2="93820"/>
                          <a14:foregroundMark x1="9740" y1="82865" x2="10714" y2="85674"/>
                          <a14:foregroundMark x1="60390" y1="79775" x2="62013" y2="87079"/>
                          <a14:foregroundMark x1="80195" y1="81461" x2="83117" y2="88764"/>
                          <a14:foregroundMark x1="23377" y1="3652" x2="70455" y2="4213"/>
                          <a14:foregroundMark x1="70455" y1="4213" x2="25000" y2="12079"/>
                          <a14:foregroundMark x1="25000" y1="12079" x2="2273" y2="47753"/>
                          <a14:foregroundMark x1="2273" y1="47753" x2="2273" y2="87921"/>
                          <a14:foregroundMark x1="2273" y1="87921" x2="16234" y2="99719"/>
                          <a14:foregroundMark x1="5519" y1="18258" x2="51948" y2="4213"/>
                          <a14:foregroundMark x1="51948" y1="4213" x2="24675" y2="562"/>
                          <a14:foregroundMark x1="23377" y1="2528" x2="4870" y2="18258"/>
                          <a14:foregroundMark x1="649" y1="23034" x2="24675" y2="23596"/>
                          <a14:foregroundMark x1="24675" y1="25000" x2="25325" y2="12921"/>
                          <a14:foregroundMark x1="74351" y1="3090" x2="89286" y2="2528"/>
                          <a14:foregroundMark x1="87987" y1="2528" x2="92208" y2="98596"/>
                          <a14:foregroundMark x1="90584" y1="1966" x2="92208" y2="83708"/>
                          <a14:foregroundMark x1="92208" y1="83708" x2="93182" y2="4494"/>
                          <a14:foregroundMark x1="93182" y1="4494" x2="92208" y2="3652"/>
                          <a14:foregroundMark x1="25325" y1="10955" x2="25974" y2="29213"/>
                          <a14:foregroundMark x1="14935" y1="34551" x2="23052" y2="34831"/>
                          <a14:foregroundMark x1="19156" y1="99719" x2="45130" y2="99719"/>
                          <a14:foregroundMark x1="45130" y1="99157" x2="89935" y2="99157"/>
                          <a14:foregroundMark x1="90584" y1="44944" x2="92208" y2="84551"/>
                          <a14:foregroundMark x1="92208" y1="84551" x2="92857" y2="44663"/>
                          <a14:foregroundMark x1="92857" y1="44663" x2="92208" y2="79213"/>
                          <a14:foregroundMark x1="93506" y1="43258" x2="93506" y2="9859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3094" y="4535327"/>
              <a:ext cx="689980" cy="797509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FD6A03E-0ED8-4810-8CF1-5A5698B8C97A}"/>
                </a:ext>
              </a:extLst>
            </p:cNvPr>
            <p:cNvSpPr txBox="1"/>
            <p:nvPr/>
          </p:nvSpPr>
          <p:spPr>
            <a:xfrm>
              <a:off x="2666174" y="4284594"/>
              <a:ext cx="8265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Plaintext</a:t>
              </a:r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1DA4D79C-99AB-47C9-85E8-2787E98A93DD}"/>
                </a:ext>
              </a:extLst>
            </p:cNvPr>
            <p:cNvSpPr/>
            <p:nvPr/>
          </p:nvSpPr>
          <p:spPr>
            <a:xfrm>
              <a:off x="2596895" y="5389165"/>
              <a:ext cx="1008932" cy="1535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DC679542-51ED-476E-9F6A-37625645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28149" y="5485083"/>
            <a:ext cx="2743200" cy="153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C3BFF89E-F94F-4F6F-80E0-31AD8ED5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80955" y="5380200"/>
            <a:ext cx="1008932" cy="153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44489-3E29-444A-8F84-5FD72241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9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0118E7-41EA-461E-A337-9AB72A965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415155" y="3720662"/>
            <a:ext cx="3156698" cy="2762471"/>
            <a:chOff x="4415155" y="3720662"/>
            <a:chExt cx="3156698" cy="276247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D2EC85-0555-41A3-8F26-C47CEE46BCBC}"/>
                </a:ext>
              </a:extLst>
            </p:cNvPr>
            <p:cNvSpPr/>
            <p:nvPr/>
          </p:nvSpPr>
          <p:spPr>
            <a:xfrm>
              <a:off x="4479406" y="3720662"/>
              <a:ext cx="3028197" cy="2116140"/>
            </a:xfrm>
            <a:prstGeom prst="rect">
              <a:avLst/>
            </a:prstGeom>
            <a:noFill/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01AEA7-713A-4E8E-BF9E-12366E78A691}"/>
                </a:ext>
              </a:extLst>
            </p:cNvPr>
            <p:cNvSpPr txBox="1"/>
            <p:nvPr/>
          </p:nvSpPr>
          <p:spPr>
            <a:xfrm>
              <a:off x="4415155" y="5836802"/>
              <a:ext cx="31566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Insecure Channel(e.g., Internet)</a:t>
              </a:r>
            </a:p>
            <a:p>
              <a:endParaRPr lang="en-US" dirty="0"/>
            </a:p>
          </p:txBody>
        </p:sp>
      </p:grpSp>
      <p:pic>
        <p:nvPicPr>
          <p:cNvPr id="43" name="Picture 8" descr="Evil Icon">
            <a:extLst>
              <a:ext uri="{FF2B5EF4-FFF2-40B4-BE49-F238E27FC236}">
                <a16:creationId xmlns:a16="http://schemas.microsoft.com/office/drawing/2014/main" id="{406AC36B-74BE-4587-B43D-7D45EB673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962" y="279583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834A287-0316-4B1C-8A4A-0DEF69CA8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47048" y="3030798"/>
            <a:ext cx="457200" cy="4572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EE009F6-CC43-41FB-A798-248C1D98226B}"/>
              </a:ext>
            </a:extLst>
          </p:cNvPr>
          <p:cNvSpPr txBox="1"/>
          <p:nvPr/>
        </p:nvSpPr>
        <p:spPr>
          <a:xfrm>
            <a:off x="6312829" y="2858397"/>
            <a:ext cx="925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Public Key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B340A0D-FFD6-4429-8736-DDD321919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538" y="2896285"/>
            <a:ext cx="548640" cy="62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2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  <p:bldP spid="35" grpId="0"/>
      <p:bldP spid="42" grpId="0"/>
      <p:bldP spid="45" grpId="0"/>
      <p:bldP spid="46" grpId="0"/>
      <p:bldP spid="57" grpId="0" animBg="1"/>
      <p:bldP spid="58" grpId="0" animBg="1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077F-6A63-4198-8CA0-B92CFBD6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2"/>
                </a:solidFill>
              </a:rPr>
              <a:t>Public-Key Cryptography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F401D-8498-4757-A1F7-0754E19F3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AU" altLang="en-US" b="1" dirty="0">
                <a:ea typeface="ＭＳ Ｐゴシック" panose="020B0600070205080204" pitchFamily="34" charset="-128"/>
              </a:rPr>
              <a:t>Asymmetric</a:t>
            </a:r>
            <a:r>
              <a:rPr lang="en-AU" altLang="en-US" dirty="0">
                <a:ea typeface="ＭＳ Ｐゴシック" panose="020B0600070205080204" pitchFamily="34" charset="-128"/>
              </a:rPr>
              <a:t> since parties are </a:t>
            </a:r>
            <a:r>
              <a:rPr lang="en-AU" altLang="en-US" b="1" dirty="0">
                <a:ea typeface="ＭＳ Ｐゴシック" panose="020B0600070205080204" pitchFamily="34" charset="-128"/>
              </a:rPr>
              <a:t>not</a:t>
            </a:r>
            <a:r>
              <a:rPr lang="en-AU" altLang="en-US" dirty="0">
                <a:ea typeface="ＭＳ Ｐゴシック" panose="020B0600070205080204" pitchFamily="34" charset="-128"/>
              </a:rPr>
              <a:t> equal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ea typeface="ＭＳ Ｐゴシック" panose="020B0600070205080204" pitchFamily="34" charset="-128"/>
              </a:rPr>
              <a:t>It should not be possible to deduce the plaintext from knowledge of the ciphertext and the public key.</a:t>
            </a:r>
          </a:p>
          <a:p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BB095A-2B80-47D6-9827-0A485CFBA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8754" y="4419366"/>
            <a:ext cx="1163782" cy="1595330"/>
            <a:chOff x="1038754" y="4419366"/>
            <a:chExt cx="1163782" cy="15953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8AAC2C-34B2-4202-B856-6D601744344B}"/>
                </a:ext>
              </a:extLst>
            </p:cNvPr>
            <p:cNvSpPr/>
            <p:nvPr/>
          </p:nvSpPr>
          <p:spPr>
            <a:xfrm>
              <a:off x="1286258" y="5645364"/>
              <a:ext cx="66877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Alice</a:t>
              </a:r>
              <a:r>
                <a:rPr lang="en-US" b="1" dirty="0">
                  <a:latin typeface="Times" pitchFamily="2" charset="0"/>
                </a:rPr>
                <a:t> </a:t>
              </a:r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55E9ACE-445F-42F1-ABD5-04F66EF8F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896" b="89827" l="9949" r="92347">
                          <a14:foregroundMark x1="53444" y1="14394" x2="53444" y2="14394"/>
                          <a14:foregroundMark x1="55995" y1="12338" x2="55995" y2="12338"/>
                          <a14:foregroundMark x1="56760" y1="15801" x2="56760" y2="15801"/>
                          <a14:foregroundMark x1="59311" y1="20779" x2="59311" y2="20779"/>
                          <a14:foregroundMark x1="59311" y1="20779" x2="59311" y2="20779"/>
                          <a14:foregroundMark x1="29464" y1="14394" x2="29464" y2="14394"/>
                          <a14:foregroundMark x1="29464" y1="14394" x2="29464" y2="14394"/>
                          <a14:foregroundMark x1="27041" y1="22835" x2="37755" y2="17208"/>
                          <a14:foregroundMark x1="32015" y1="12987" x2="66582" y2="33658"/>
                          <a14:foregroundMark x1="66582" y1="33658" x2="70026" y2="69156"/>
                          <a14:foregroundMark x1="70026" y1="69156" x2="27296" y2="71970"/>
                          <a14:foregroundMark x1="27296" y1="71970" x2="75255" y2="74892"/>
                          <a14:foregroundMark x1="75255" y1="74892" x2="92347" y2="71320"/>
                          <a14:foregroundMark x1="71684" y1="29221" x2="49362" y2="11580"/>
                          <a14:foregroundMark x1="40306" y1="10173" x2="71684" y2="34957"/>
                          <a14:foregroundMark x1="71684" y1="34957" x2="50383" y2="3896"/>
                          <a14:foregroundMark x1="50383" y1="3896" x2="21684" y2="30736"/>
                          <a14:foregroundMark x1="12370" y1="58046" x2="10204" y2="64394"/>
                          <a14:foregroundMark x1="21684" y1="30736" x2="13678" y2="54212"/>
                          <a14:foregroundMark x1="10204" y1="64394" x2="50128" y2="78247"/>
                          <a14:foregroundMark x1="50128" y1="78247" x2="91071" y2="70022"/>
                          <a14:foregroundMark x1="91071" y1="70022" x2="66709" y2="53030"/>
                          <a14:foregroundMark x1="77423" y1="66342" x2="84056" y2="71320"/>
                          <a14:backgroundMark x1="13010" y1="56494" x2="13010" y2="56494"/>
                          <a14:backgroundMark x1="10459" y1="56494" x2="10459" y2="56494"/>
                          <a14:backgroundMark x1="8801" y1="56494" x2="13776" y2="56494"/>
                          <a14:backgroundMark x1="9694" y1="55087" x2="9694" y2="55087"/>
                          <a14:backgroundMark x1="8036" y1="54437" x2="13010" y2="55844"/>
                          <a14:backgroundMark x1="13010" y1="55087" x2="13010" y2="5508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38754" y="4419366"/>
              <a:ext cx="1163782" cy="1371600"/>
            </a:xfrm>
            <a:prstGeom prst="rect">
              <a:avLst/>
            </a:prstGeom>
          </p:spPr>
        </p:pic>
      </p:grp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6819DF0-DFEA-40C2-9530-096B78888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302" b="96667" l="9941" r="96588">
                        <a14:foregroundMark x1="41543" y1="11111" x2="54303" y2="7302"/>
                        <a14:foregroundMark x1="54303" y1="7302" x2="56380" y2="9683"/>
                        <a14:foregroundMark x1="88872" y1="68095" x2="95252" y2="80476"/>
                        <a14:foregroundMark x1="95252" y1="80476" x2="95401" y2="95079"/>
                        <a14:foregroundMark x1="95401" y1="95079" x2="40801" y2="94921"/>
                        <a14:foregroundMark x1="40801" y1="94921" x2="53858" y2="84762"/>
                        <a14:foregroundMark x1="53858" y1="84762" x2="40356" y2="90159"/>
                        <a14:foregroundMark x1="40356" y1="90159" x2="57270" y2="81587"/>
                        <a14:foregroundMark x1="57270" y1="81587" x2="71810" y2="80794"/>
                        <a14:foregroundMark x1="71810" y1="80794" x2="85312" y2="83333"/>
                        <a14:foregroundMark x1="85312" y1="83333" x2="75223" y2="93016"/>
                        <a14:foregroundMark x1="75223" y1="93016" x2="45252" y2="92063"/>
                        <a14:foregroundMark x1="45252" y1="92063" x2="72404" y2="91587"/>
                        <a14:foregroundMark x1="72404" y1="91587" x2="33680" y2="87619"/>
                        <a14:foregroundMark x1="33680" y1="87619" x2="59199" y2="86825"/>
                        <a14:foregroundMark x1="59199" y1="86825" x2="43620" y2="87619"/>
                        <a14:foregroundMark x1="43620" y1="87619" x2="56380" y2="82222"/>
                        <a14:foregroundMark x1="56380" y1="82222" x2="43323" y2="88254"/>
                        <a14:foregroundMark x1="43323" y1="88254" x2="54896" y2="80794"/>
                        <a14:foregroundMark x1="54896" y1="80794" x2="35905" y2="87619"/>
                        <a14:foregroundMark x1="35905" y1="87619" x2="66914" y2="83175"/>
                        <a14:foregroundMark x1="66914" y1="83175" x2="47478" y2="87460"/>
                        <a14:foregroundMark x1="47478" y1="87460" x2="82938" y2="86667"/>
                        <a14:foregroundMark x1="82938" y1="86667" x2="63353" y2="88095"/>
                        <a14:foregroundMark x1="63353" y1="88095" x2="64243" y2="88571"/>
                        <a14:foregroundMark x1="10089" y1="75714" x2="8605" y2="90635"/>
                        <a14:foregroundMark x1="8605" y1="90635" x2="26706" y2="91905"/>
                        <a14:foregroundMark x1="26706" y1="91905" x2="11573" y2="85714"/>
                        <a14:foregroundMark x1="11573" y1="85714" x2="40950" y2="88889"/>
                        <a14:foregroundMark x1="40950" y1="88889" x2="18398" y2="89841"/>
                        <a14:foregroundMark x1="18398" y1="89841" x2="34125" y2="90159"/>
                        <a14:foregroundMark x1="34125" y1="90159" x2="17507" y2="90000"/>
                        <a14:foregroundMark x1="17507" y1="90000" x2="32789" y2="89524"/>
                        <a14:foregroundMark x1="32789" y1="89524" x2="50593" y2="90476"/>
                        <a14:foregroundMark x1="50593" y1="90476" x2="14243" y2="93810"/>
                        <a14:foregroundMark x1="14243" y1="93810" x2="34273" y2="96825"/>
                        <a14:foregroundMark x1="34273" y1="96825" x2="79525" y2="92063"/>
                        <a14:foregroundMark x1="79525" y1="92063" x2="90801" y2="83968"/>
                        <a14:foregroundMark x1="90801" y1="83968" x2="85163" y2="97143"/>
                        <a14:foregroundMark x1="85163" y1="97143" x2="15579" y2="94762"/>
                        <a14:foregroundMark x1="15579" y1="94762" x2="31157" y2="95397"/>
                        <a14:foregroundMark x1="31157" y1="95397" x2="45549" y2="95079"/>
                        <a14:foregroundMark x1="45549" y1="95079" x2="17062" y2="96667"/>
                        <a14:foregroundMark x1="17062" y1="96667" x2="82641" y2="90317"/>
                        <a14:foregroundMark x1="82641" y1="90317" x2="92285" y2="79365"/>
                        <a14:foregroundMark x1="92285" y1="79365" x2="91543" y2="93810"/>
                        <a14:foregroundMark x1="91543" y1="93810" x2="61128" y2="94127"/>
                        <a14:foregroundMark x1="61128" y1="94127" x2="79970" y2="92063"/>
                        <a14:foregroundMark x1="92433" y1="71429" x2="95994" y2="84921"/>
                        <a14:foregroundMark x1="95994" y1="84921" x2="92730" y2="71270"/>
                        <a14:foregroundMark x1="92730" y1="71270" x2="96142" y2="84921"/>
                        <a14:foregroundMark x1="96142" y1="84921" x2="89466" y2="97302"/>
                        <a14:foregroundMark x1="89466" y1="97302" x2="94659" y2="82381"/>
                        <a14:foregroundMark x1="94659" y1="82381" x2="95104" y2="96667"/>
                        <a14:foregroundMark x1="95104" y1="96667" x2="96588" y2="9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912" y="4480277"/>
            <a:ext cx="1165891" cy="108978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047817-8563-4FB2-A8ED-8BABBD66E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550979" y="4025198"/>
            <a:ext cx="28203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FCDC8-A1DD-427F-BCB6-BB43479AAD56}"/>
              </a:ext>
            </a:extLst>
          </p:cNvPr>
          <p:cNvSpPr/>
          <p:nvPr/>
        </p:nvSpPr>
        <p:spPr>
          <a:xfrm>
            <a:off x="10090564" y="5570057"/>
            <a:ext cx="668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" pitchFamily="2" charset="0"/>
              </a:rPr>
              <a:t> </a:t>
            </a:r>
            <a:r>
              <a:rPr lang="en-US" dirty="0"/>
              <a:t>Bob</a:t>
            </a:r>
            <a:r>
              <a:rPr lang="en-US" b="1" dirty="0">
                <a:latin typeface="Times" pitchFamily="2" charset="0"/>
              </a:rPr>
              <a:t> 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88EBCA7-9F4C-42DF-B2E3-1984FE24E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64904" y="3628814"/>
            <a:ext cx="457200" cy="457200"/>
          </a:xfrm>
          <a:prstGeom prst="rect">
            <a:avLst/>
          </a:prstGeom>
        </p:spPr>
      </p:pic>
      <p:pic>
        <p:nvPicPr>
          <p:cNvPr id="1030" name="Picture 6" descr="Green key icon - Free green key icons">
            <a:extLst>
              <a:ext uri="{FF2B5EF4-FFF2-40B4-BE49-F238E27FC236}">
                <a16:creationId xmlns:a16="http://schemas.microsoft.com/office/drawing/2014/main" id="{1E6C7B2F-86C1-4233-9AD7-6FE006F56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78" b="89778" l="889" r="98667">
                        <a14:foregroundMark x1="889" y1="44889" x2="889" y2="44889"/>
                        <a14:foregroundMark x1="93778" y1="48889" x2="93778" y2="48889"/>
                        <a14:foregroundMark x1="98667" y1="49333" x2="98667" y2="49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599" y="583680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07A6FD66-0E46-4368-B4FD-2F015FB23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03825" y="4254782"/>
            <a:ext cx="983610" cy="1358598"/>
            <a:chOff x="3366606" y="4095150"/>
            <a:chExt cx="983610" cy="13585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4B383F-BCEA-4962-AADE-051BE247D01F}"/>
                </a:ext>
              </a:extLst>
            </p:cNvPr>
            <p:cNvSpPr/>
            <p:nvPr/>
          </p:nvSpPr>
          <p:spPr>
            <a:xfrm>
              <a:off x="3366606" y="4908807"/>
              <a:ext cx="983610" cy="544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Encrypt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807C1AF-0656-4275-B69C-97F7AB7F6226}"/>
                </a:ext>
              </a:extLst>
            </p:cNvPr>
            <p:cNvGrpSpPr/>
            <p:nvPr/>
          </p:nvGrpSpPr>
          <p:grpSpPr>
            <a:xfrm>
              <a:off x="3526527" y="4095150"/>
              <a:ext cx="689980" cy="797509"/>
              <a:chOff x="3526527" y="4095150"/>
              <a:chExt cx="689980" cy="797509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4A907F7A-047C-4CBF-AF00-056AC6361E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62" b="99438" l="0" r="93506">
                            <a14:foregroundMark x1="1948" y1="20787" x2="45130" y2="6180"/>
                            <a14:foregroundMark x1="45130" y1="6180" x2="90584" y2="11236"/>
                            <a14:foregroundMark x1="90584" y1="11236" x2="87987" y2="92135"/>
                            <a14:foregroundMark x1="87987" y1="92135" x2="41234" y2="96348"/>
                            <a14:foregroundMark x1="41234" y1="96348" x2="1623" y2="76124"/>
                            <a14:foregroundMark x1="1623" y1="76124" x2="4870" y2="31742"/>
                            <a14:foregroundMark x1="4870" y1="31742" x2="5519" y2="80899"/>
                            <a14:foregroundMark x1="5519" y1="80899" x2="8117" y2="36798"/>
                            <a14:foregroundMark x1="8117" y1="36798" x2="48052" y2="11236"/>
                            <a14:foregroundMark x1="48052" y1="11236" x2="87987" y2="30899"/>
                            <a14:foregroundMark x1="87987" y1="30899" x2="85065" y2="71067"/>
                            <a14:foregroundMark x1="85065" y1="71067" x2="45455" y2="91573"/>
                            <a14:foregroundMark x1="45455" y1="91573" x2="5519" y2="91292"/>
                            <a14:foregroundMark x1="24026" y1="6180" x2="71104" y2="6180"/>
                            <a14:foregroundMark x1="71104" y1="6180" x2="24351" y2="3090"/>
                            <a14:foregroundMark x1="24351" y1="3090" x2="74351" y2="1124"/>
                            <a14:foregroundMark x1="74351" y1="1124" x2="92857" y2="39888"/>
                            <a14:foregroundMark x1="92857" y1="39888" x2="92208" y2="81742"/>
                            <a14:foregroundMark x1="92208" y1="81742" x2="48701" y2="95506"/>
                            <a14:foregroundMark x1="48701" y1="95506" x2="5195" y2="82022"/>
                            <a14:foregroundMark x1="5195" y1="82022" x2="51948" y2="92416"/>
                            <a14:foregroundMark x1="51948" y1="92416" x2="6169" y2="97472"/>
                            <a14:foregroundMark x1="6169" y1="97472" x2="2922" y2="97191"/>
                            <a14:foregroundMark x1="0" y1="46910" x2="17532" y2="27528"/>
                            <a14:foregroundMark x1="35714" y1="40730" x2="32468" y2="19944"/>
                            <a14:foregroundMark x1="46429" y1="39045" x2="46429" y2="37640"/>
                            <a14:foregroundMark x1="48377" y1="35955" x2="35714" y2="42416"/>
                            <a14:foregroundMark x1="38636" y1="37079" x2="25974" y2="42416"/>
                            <a14:foregroundMark x1="18831" y1="36517" x2="67532" y2="37079"/>
                            <a14:foregroundMark x1="21104" y1="36517" x2="74351" y2="37079"/>
                            <a14:foregroundMark x1="32468" y1="35393" x2="74351" y2="35393"/>
                            <a14:foregroundMark x1="33766" y1="43258" x2="75325" y2="43820"/>
                            <a14:foregroundMark x1="16234" y1="53652" x2="78571" y2="55337"/>
                            <a14:foregroundMark x1="5519" y1="61517" x2="52597" y2="63764"/>
                            <a14:foregroundMark x1="52597" y1="63764" x2="61688" y2="53371"/>
                            <a14:foregroundMark x1="15584" y1="61517" x2="49351" y2="60674"/>
                            <a14:foregroundMark x1="71753" y1="53371" x2="68182" y2="53652"/>
                            <a14:foregroundMark x1="35065" y1="85674" x2="80195" y2="98034"/>
                            <a14:foregroundMark x1="80195" y1="98034" x2="73052" y2="87079"/>
                            <a14:foregroundMark x1="6494" y1="87640" x2="10390" y2="93820"/>
                            <a14:foregroundMark x1="9740" y1="82865" x2="10714" y2="85674"/>
                            <a14:foregroundMark x1="60390" y1="79775" x2="62013" y2="87079"/>
                            <a14:foregroundMark x1="80195" y1="81461" x2="83117" y2="88764"/>
                            <a14:foregroundMark x1="23377" y1="3652" x2="70455" y2="4213"/>
                            <a14:foregroundMark x1="70455" y1="4213" x2="25000" y2="12079"/>
                            <a14:foregroundMark x1="25000" y1="12079" x2="2273" y2="47753"/>
                            <a14:foregroundMark x1="2273" y1="47753" x2="2273" y2="87921"/>
                            <a14:foregroundMark x1="2273" y1="87921" x2="16234" y2="99719"/>
                            <a14:foregroundMark x1="5519" y1="18258" x2="51948" y2="4213"/>
                            <a14:foregroundMark x1="51948" y1="4213" x2="24675" y2="562"/>
                            <a14:foregroundMark x1="23377" y1="2528" x2="4870" y2="18258"/>
                            <a14:foregroundMark x1="649" y1="23034" x2="24675" y2="23596"/>
                            <a14:foregroundMark x1="24675" y1="25000" x2="25325" y2="12921"/>
                            <a14:foregroundMark x1="74351" y1="3090" x2="89286" y2="2528"/>
                            <a14:foregroundMark x1="87987" y1="2528" x2="92208" y2="98596"/>
                            <a14:foregroundMark x1="90584" y1="1966" x2="92208" y2="83708"/>
                            <a14:foregroundMark x1="92208" y1="83708" x2="93182" y2="4494"/>
                            <a14:foregroundMark x1="93182" y1="4494" x2="92208" y2="3652"/>
                            <a14:foregroundMark x1="25325" y1="10955" x2="25974" y2="29213"/>
                            <a14:foregroundMark x1="14935" y1="34551" x2="23052" y2="34831"/>
                            <a14:foregroundMark x1="19156" y1="99719" x2="45130" y2="99719"/>
                            <a14:foregroundMark x1="45130" y1="99157" x2="89935" y2="99157"/>
                            <a14:foregroundMark x1="90584" y1="44944" x2="92208" y2="84551"/>
                            <a14:foregroundMark x1="92208" y1="84551" x2="92857" y2="44663"/>
                            <a14:foregroundMark x1="92857" y1="44663" x2="92208" y2="79213"/>
                            <a14:foregroundMark x1="93506" y1="43258" x2="93506" y2="9859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26527" y="4095150"/>
                <a:ext cx="689980" cy="797509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32BADF2-A3C7-4527-BDC1-4BE759946F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1778" b="96889" l="9778" r="89778">
                            <a14:foregroundMark x1="48000" y1="6667" x2="48000" y2="6667"/>
                            <a14:foregroundMark x1="50667" y1="1778" x2="50667" y2="1778"/>
                            <a14:foregroundMark x1="54667" y1="92000" x2="54667" y2="92000"/>
                            <a14:foregroundMark x1="51111" y1="96889" x2="51111" y2="9688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642917" y="4287670"/>
                <a:ext cx="457200" cy="457200"/>
              </a:xfrm>
              <a:prstGeom prst="rect">
                <a:avLst/>
              </a:prstGeom>
            </p:spPr>
          </p:pic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786E16AB-B85E-4860-8E60-52C97F074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799" y="4463478"/>
            <a:ext cx="953847" cy="108878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FF25D6F-6B89-44A4-9772-66CB07A5D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52474" y="4232711"/>
            <a:ext cx="983610" cy="1357077"/>
            <a:chOff x="6091871" y="4111298"/>
            <a:chExt cx="983610" cy="135707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A276724-F237-4431-895E-706EB9C374EE}"/>
                </a:ext>
              </a:extLst>
            </p:cNvPr>
            <p:cNvSpPr/>
            <p:nvPr/>
          </p:nvSpPr>
          <p:spPr>
            <a:xfrm>
              <a:off x="6091871" y="4923434"/>
              <a:ext cx="983610" cy="544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Decrypt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2E59B8-E98D-4ECF-B574-46629237FD18}"/>
                </a:ext>
              </a:extLst>
            </p:cNvPr>
            <p:cNvGrpSpPr/>
            <p:nvPr/>
          </p:nvGrpSpPr>
          <p:grpSpPr>
            <a:xfrm>
              <a:off x="6241606" y="4111298"/>
              <a:ext cx="689980" cy="797509"/>
              <a:chOff x="7285455" y="4148561"/>
              <a:chExt cx="689980" cy="797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3ADA6707-0E71-43A6-BE8D-93678A030E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62" b="99438" l="0" r="93506">
                            <a14:foregroundMark x1="1948" y1="20787" x2="45130" y2="6180"/>
                            <a14:foregroundMark x1="45130" y1="6180" x2="90584" y2="11236"/>
                            <a14:foregroundMark x1="90584" y1="11236" x2="87987" y2="92135"/>
                            <a14:foregroundMark x1="87987" y1="92135" x2="41234" y2="96348"/>
                            <a14:foregroundMark x1="41234" y1="96348" x2="1623" y2="76124"/>
                            <a14:foregroundMark x1="1623" y1="76124" x2="4870" y2="31742"/>
                            <a14:foregroundMark x1="4870" y1="31742" x2="5519" y2="80899"/>
                            <a14:foregroundMark x1="5519" y1="80899" x2="8117" y2="36798"/>
                            <a14:foregroundMark x1="8117" y1="36798" x2="48052" y2="11236"/>
                            <a14:foregroundMark x1="48052" y1="11236" x2="87987" y2="30899"/>
                            <a14:foregroundMark x1="87987" y1="30899" x2="85065" y2="71067"/>
                            <a14:foregroundMark x1="85065" y1="71067" x2="45455" y2="91573"/>
                            <a14:foregroundMark x1="45455" y1="91573" x2="5519" y2="91292"/>
                            <a14:foregroundMark x1="24026" y1="6180" x2="71104" y2="6180"/>
                            <a14:foregroundMark x1="71104" y1="6180" x2="24351" y2="3090"/>
                            <a14:foregroundMark x1="24351" y1="3090" x2="74351" y2="1124"/>
                            <a14:foregroundMark x1="74351" y1="1124" x2="92857" y2="39888"/>
                            <a14:foregroundMark x1="92857" y1="39888" x2="92208" y2="81742"/>
                            <a14:foregroundMark x1="92208" y1="81742" x2="48701" y2="95506"/>
                            <a14:foregroundMark x1="48701" y1="95506" x2="5195" y2="82022"/>
                            <a14:foregroundMark x1="5195" y1="82022" x2="51948" y2="92416"/>
                            <a14:foregroundMark x1="51948" y1="92416" x2="6169" y2="97472"/>
                            <a14:foregroundMark x1="6169" y1="97472" x2="2922" y2="97191"/>
                            <a14:foregroundMark x1="0" y1="46910" x2="17532" y2="27528"/>
                            <a14:foregroundMark x1="35714" y1="40730" x2="32468" y2="19944"/>
                            <a14:foregroundMark x1="46429" y1="39045" x2="46429" y2="37640"/>
                            <a14:foregroundMark x1="48377" y1="35955" x2="35714" y2="42416"/>
                            <a14:foregroundMark x1="38636" y1="37079" x2="25974" y2="42416"/>
                            <a14:foregroundMark x1="18831" y1="36517" x2="67532" y2="37079"/>
                            <a14:foregroundMark x1="21104" y1="36517" x2="74351" y2="37079"/>
                            <a14:foregroundMark x1="32468" y1="35393" x2="74351" y2="35393"/>
                            <a14:foregroundMark x1="33766" y1="43258" x2="75325" y2="43820"/>
                            <a14:foregroundMark x1="16234" y1="53652" x2="78571" y2="55337"/>
                            <a14:foregroundMark x1="5519" y1="61517" x2="52597" y2="63764"/>
                            <a14:foregroundMark x1="52597" y1="63764" x2="61688" y2="53371"/>
                            <a14:foregroundMark x1="15584" y1="61517" x2="49351" y2="60674"/>
                            <a14:foregroundMark x1="71753" y1="53371" x2="68182" y2="53652"/>
                            <a14:foregroundMark x1="35065" y1="85674" x2="80195" y2="98034"/>
                            <a14:foregroundMark x1="80195" y1="98034" x2="73052" y2="87079"/>
                            <a14:foregroundMark x1="6494" y1="87640" x2="10390" y2="93820"/>
                            <a14:foregroundMark x1="9740" y1="82865" x2="10714" y2="85674"/>
                            <a14:foregroundMark x1="60390" y1="79775" x2="62013" y2="87079"/>
                            <a14:foregroundMark x1="80195" y1="81461" x2="83117" y2="88764"/>
                            <a14:foregroundMark x1="23377" y1="3652" x2="70455" y2="4213"/>
                            <a14:foregroundMark x1="70455" y1="4213" x2="25000" y2="12079"/>
                            <a14:foregroundMark x1="25000" y1="12079" x2="2273" y2="47753"/>
                            <a14:foregroundMark x1="2273" y1="47753" x2="2273" y2="87921"/>
                            <a14:foregroundMark x1="2273" y1="87921" x2="16234" y2="99719"/>
                            <a14:foregroundMark x1="5519" y1="18258" x2="51948" y2="4213"/>
                            <a14:foregroundMark x1="51948" y1="4213" x2="24675" y2="562"/>
                            <a14:foregroundMark x1="23377" y1="2528" x2="4870" y2="18258"/>
                            <a14:foregroundMark x1="649" y1="23034" x2="24675" y2="23596"/>
                            <a14:foregroundMark x1="24675" y1="25000" x2="25325" y2="12921"/>
                            <a14:foregroundMark x1="74351" y1="3090" x2="89286" y2="2528"/>
                            <a14:foregroundMark x1="87987" y1="2528" x2="92208" y2="98596"/>
                            <a14:foregroundMark x1="90584" y1="1966" x2="92208" y2="83708"/>
                            <a14:foregroundMark x1="92208" y1="83708" x2="93182" y2="4494"/>
                            <a14:foregroundMark x1="93182" y1="4494" x2="92208" y2="3652"/>
                            <a14:foregroundMark x1="25325" y1="10955" x2="25974" y2="29213"/>
                            <a14:foregroundMark x1="14935" y1="34551" x2="23052" y2="34831"/>
                            <a14:foregroundMark x1="19156" y1="99719" x2="45130" y2="99719"/>
                            <a14:foregroundMark x1="45130" y1="99157" x2="89935" y2="99157"/>
                            <a14:foregroundMark x1="90584" y1="44944" x2="92208" y2="84551"/>
                            <a14:foregroundMark x1="92208" y1="84551" x2="92857" y2="44663"/>
                            <a14:foregroundMark x1="92857" y1="44663" x2="92208" y2="79213"/>
                            <a14:foregroundMark x1="93506" y1="43258" x2="93506" y2="9859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85455" y="4148561"/>
                <a:ext cx="689980" cy="797509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523DA92E-8C74-44FC-B657-C6262FDF3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778" b="99111" l="9778" r="89778">
                            <a14:foregroundMark x1="54667" y1="6222" x2="54667" y2="6222"/>
                            <a14:foregroundMark x1="49778" y1="2222" x2="49778" y2="2222"/>
                            <a14:foregroundMark x1="53333" y1="92889" x2="53333" y2="92889"/>
                            <a14:foregroundMark x1="51556" y1="99111" x2="51556" y2="99111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401845" y="4331501"/>
                <a:ext cx="457200" cy="457200"/>
              </a:xfrm>
              <a:prstGeom prst="rect">
                <a:avLst/>
              </a:prstGeom>
            </p:spPr>
          </p:pic>
        </p:grp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43A0C324-FC43-4528-AB8E-4FEB2B136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62" b="99438" l="0" r="93506">
                        <a14:foregroundMark x1="1948" y1="20787" x2="45130" y2="6180"/>
                        <a14:foregroundMark x1="45130" y1="6180" x2="90584" y2="11236"/>
                        <a14:foregroundMark x1="90584" y1="11236" x2="87987" y2="92135"/>
                        <a14:foregroundMark x1="87987" y1="92135" x2="41234" y2="96348"/>
                        <a14:foregroundMark x1="41234" y1="96348" x2="1623" y2="76124"/>
                        <a14:foregroundMark x1="1623" y1="76124" x2="4870" y2="31742"/>
                        <a14:foregroundMark x1="4870" y1="31742" x2="5519" y2="80899"/>
                        <a14:foregroundMark x1="5519" y1="80899" x2="8117" y2="36798"/>
                        <a14:foregroundMark x1="8117" y1="36798" x2="48052" y2="11236"/>
                        <a14:foregroundMark x1="48052" y1="11236" x2="87987" y2="30899"/>
                        <a14:foregroundMark x1="87987" y1="30899" x2="85065" y2="71067"/>
                        <a14:foregroundMark x1="85065" y1="71067" x2="45455" y2="91573"/>
                        <a14:foregroundMark x1="45455" y1="91573" x2="5519" y2="91292"/>
                        <a14:foregroundMark x1="24026" y1="6180" x2="71104" y2="6180"/>
                        <a14:foregroundMark x1="71104" y1="6180" x2="24351" y2="3090"/>
                        <a14:foregroundMark x1="24351" y1="3090" x2="74351" y2="1124"/>
                        <a14:foregroundMark x1="74351" y1="1124" x2="92857" y2="39888"/>
                        <a14:foregroundMark x1="92857" y1="39888" x2="92208" y2="81742"/>
                        <a14:foregroundMark x1="92208" y1="81742" x2="48701" y2="95506"/>
                        <a14:foregroundMark x1="48701" y1="95506" x2="5195" y2="82022"/>
                        <a14:foregroundMark x1="5195" y1="82022" x2="51948" y2="92416"/>
                        <a14:foregroundMark x1="51948" y1="92416" x2="6169" y2="97472"/>
                        <a14:foregroundMark x1="6169" y1="97472" x2="2922" y2="97191"/>
                        <a14:foregroundMark x1="0" y1="46910" x2="17532" y2="27528"/>
                        <a14:foregroundMark x1="35714" y1="40730" x2="32468" y2="19944"/>
                        <a14:foregroundMark x1="46429" y1="39045" x2="46429" y2="37640"/>
                        <a14:foregroundMark x1="48377" y1="35955" x2="35714" y2="42416"/>
                        <a14:foregroundMark x1="38636" y1="37079" x2="25974" y2="42416"/>
                        <a14:foregroundMark x1="18831" y1="36517" x2="67532" y2="37079"/>
                        <a14:foregroundMark x1="21104" y1="36517" x2="74351" y2="37079"/>
                        <a14:foregroundMark x1="32468" y1="35393" x2="74351" y2="35393"/>
                        <a14:foregroundMark x1="33766" y1="43258" x2="75325" y2="43820"/>
                        <a14:foregroundMark x1="16234" y1="53652" x2="78571" y2="55337"/>
                        <a14:foregroundMark x1="5519" y1="61517" x2="52597" y2="63764"/>
                        <a14:foregroundMark x1="52597" y1="63764" x2="61688" y2="53371"/>
                        <a14:foregroundMark x1="15584" y1="61517" x2="49351" y2="60674"/>
                        <a14:foregroundMark x1="71753" y1="53371" x2="68182" y2="53652"/>
                        <a14:foregroundMark x1="35065" y1="85674" x2="80195" y2="98034"/>
                        <a14:foregroundMark x1="80195" y1="98034" x2="73052" y2="87079"/>
                        <a14:foregroundMark x1="6494" y1="87640" x2="10390" y2="93820"/>
                        <a14:foregroundMark x1="9740" y1="82865" x2="10714" y2="85674"/>
                        <a14:foregroundMark x1="60390" y1="79775" x2="62013" y2="87079"/>
                        <a14:foregroundMark x1="80195" y1="81461" x2="83117" y2="88764"/>
                        <a14:foregroundMark x1="23377" y1="3652" x2="70455" y2="4213"/>
                        <a14:foregroundMark x1="70455" y1="4213" x2="25000" y2="12079"/>
                        <a14:foregroundMark x1="25000" y1="12079" x2="2273" y2="47753"/>
                        <a14:foregroundMark x1="2273" y1="47753" x2="2273" y2="87921"/>
                        <a14:foregroundMark x1="2273" y1="87921" x2="16234" y2="99719"/>
                        <a14:foregroundMark x1="5519" y1="18258" x2="51948" y2="4213"/>
                        <a14:foregroundMark x1="51948" y1="4213" x2="24675" y2="562"/>
                        <a14:foregroundMark x1="23377" y1="2528" x2="4870" y2="18258"/>
                        <a14:foregroundMark x1="649" y1="23034" x2="24675" y2="23596"/>
                        <a14:foregroundMark x1="24675" y1="25000" x2="25325" y2="12921"/>
                        <a14:foregroundMark x1="74351" y1="3090" x2="89286" y2="2528"/>
                        <a14:foregroundMark x1="87987" y1="2528" x2="92208" y2="98596"/>
                        <a14:foregroundMark x1="90584" y1="1966" x2="92208" y2="83708"/>
                        <a14:foregroundMark x1="92208" y1="83708" x2="93182" y2="4494"/>
                        <a14:foregroundMark x1="93182" y1="4494" x2="92208" y2="3652"/>
                        <a14:foregroundMark x1="25325" y1="10955" x2="25974" y2="29213"/>
                        <a14:foregroundMark x1="14935" y1="34551" x2="23052" y2="34831"/>
                        <a14:foregroundMark x1="19156" y1="99719" x2="45130" y2="99719"/>
                        <a14:foregroundMark x1="45130" y1="99157" x2="89935" y2="99157"/>
                        <a14:foregroundMark x1="90584" y1="44944" x2="92208" y2="84551"/>
                        <a14:foregroundMark x1="92208" y1="84551" x2="92857" y2="44663"/>
                        <a14:foregroundMark x1="92857" y1="44663" x2="92208" y2="79213"/>
                        <a14:foregroundMark x1="93506" y1="43258" x2="93506" y2="98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269" y="4541305"/>
            <a:ext cx="689980" cy="79750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D6A8742-E00A-46D3-BFE1-31349644E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35502" y="4581401"/>
            <a:ext cx="457200" cy="457200"/>
          </a:xfrm>
          <a:prstGeom prst="rect">
            <a:avLst/>
          </a:prstGeom>
        </p:spPr>
      </p:pic>
      <p:pic>
        <p:nvPicPr>
          <p:cNvPr id="40" name="Picture 6" descr="Green key icon - Free green key icons">
            <a:extLst>
              <a:ext uri="{FF2B5EF4-FFF2-40B4-BE49-F238E27FC236}">
                <a16:creationId xmlns:a16="http://schemas.microsoft.com/office/drawing/2014/main" id="{3CAB9296-9B66-41D7-AD2D-A175B6857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78" b="89778" l="889" r="98667">
                        <a14:foregroundMark x1="889" y1="44889" x2="889" y2="44889"/>
                        <a14:foregroundMark x1="93778" y1="48889" x2="93778" y2="48889"/>
                        <a14:foregroundMark x1="98667" y1="49333" x2="98667" y2="49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5506" y="5341457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959627A-9F28-479F-813C-6B060F5BFA7D}"/>
              </a:ext>
            </a:extLst>
          </p:cNvPr>
          <p:cNvSpPr txBox="1"/>
          <p:nvPr/>
        </p:nvSpPr>
        <p:spPr>
          <a:xfrm>
            <a:off x="11001283" y="4409000"/>
            <a:ext cx="925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Public Key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F74349-9B50-4731-9B8C-6A9846FB364C}"/>
              </a:ext>
            </a:extLst>
          </p:cNvPr>
          <p:cNvSpPr txBox="1"/>
          <p:nvPr/>
        </p:nvSpPr>
        <p:spPr>
          <a:xfrm>
            <a:off x="10971252" y="5151248"/>
            <a:ext cx="994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Private Key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782DB9-08FD-4ABE-B02F-71D9CB536AC8}"/>
              </a:ext>
            </a:extLst>
          </p:cNvPr>
          <p:cNvSpPr txBox="1"/>
          <p:nvPr/>
        </p:nvSpPr>
        <p:spPr>
          <a:xfrm>
            <a:off x="5492081" y="4238661"/>
            <a:ext cx="950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Ciphertext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8D7B0D-771D-4407-B878-F8233512A23D}"/>
              </a:ext>
            </a:extLst>
          </p:cNvPr>
          <p:cNvSpPr txBox="1"/>
          <p:nvPr/>
        </p:nvSpPr>
        <p:spPr>
          <a:xfrm>
            <a:off x="8873226" y="4299391"/>
            <a:ext cx="826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Plaintext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3F3D5A3-A290-4F45-9AA7-FA214296A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7030" y="5866931"/>
            <a:ext cx="457200" cy="457200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422DD80-F7F1-4BAD-BD63-511D053E2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7" idx="0"/>
            <a:endCxn id="19" idx="2"/>
          </p:cNvCxnSpPr>
          <p:nvPr/>
        </p:nvCxnSpPr>
        <p:spPr>
          <a:xfrm flipV="1">
            <a:off x="3895630" y="5613380"/>
            <a:ext cx="0" cy="253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FEC1DA-D305-4683-AD0F-5ECD068FB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030" idx="0"/>
            <a:endCxn id="31" idx="2"/>
          </p:cNvCxnSpPr>
          <p:nvPr/>
        </p:nvCxnSpPr>
        <p:spPr>
          <a:xfrm flipH="1" flipV="1">
            <a:off x="8144279" y="5589788"/>
            <a:ext cx="2920" cy="247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E076E54-BE09-4309-9E14-A464CB075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282358" y="4277191"/>
            <a:ext cx="1008932" cy="1258166"/>
            <a:chOff x="2596895" y="4284594"/>
            <a:chExt cx="1008932" cy="125816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64BE0D2-8E1F-40BC-89E2-C08822F09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562" b="99438" l="0" r="93506">
                          <a14:foregroundMark x1="1948" y1="20787" x2="45130" y2="6180"/>
                          <a14:foregroundMark x1="45130" y1="6180" x2="90584" y2="11236"/>
                          <a14:foregroundMark x1="90584" y1="11236" x2="87987" y2="92135"/>
                          <a14:foregroundMark x1="87987" y1="92135" x2="41234" y2="96348"/>
                          <a14:foregroundMark x1="41234" y1="96348" x2="1623" y2="76124"/>
                          <a14:foregroundMark x1="1623" y1="76124" x2="4870" y2="31742"/>
                          <a14:foregroundMark x1="4870" y1="31742" x2="5519" y2="80899"/>
                          <a14:foregroundMark x1="5519" y1="80899" x2="8117" y2="36798"/>
                          <a14:foregroundMark x1="8117" y1="36798" x2="48052" y2="11236"/>
                          <a14:foregroundMark x1="48052" y1="11236" x2="87987" y2="30899"/>
                          <a14:foregroundMark x1="87987" y1="30899" x2="85065" y2="71067"/>
                          <a14:foregroundMark x1="85065" y1="71067" x2="45455" y2="91573"/>
                          <a14:foregroundMark x1="45455" y1="91573" x2="5519" y2="91292"/>
                          <a14:foregroundMark x1="24026" y1="6180" x2="71104" y2="6180"/>
                          <a14:foregroundMark x1="71104" y1="6180" x2="24351" y2="3090"/>
                          <a14:foregroundMark x1="24351" y1="3090" x2="74351" y2="1124"/>
                          <a14:foregroundMark x1="74351" y1="1124" x2="92857" y2="39888"/>
                          <a14:foregroundMark x1="92857" y1="39888" x2="92208" y2="81742"/>
                          <a14:foregroundMark x1="92208" y1="81742" x2="48701" y2="95506"/>
                          <a14:foregroundMark x1="48701" y1="95506" x2="5195" y2="82022"/>
                          <a14:foregroundMark x1="5195" y1="82022" x2="51948" y2="92416"/>
                          <a14:foregroundMark x1="51948" y1="92416" x2="6169" y2="97472"/>
                          <a14:foregroundMark x1="6169" y1="97472" x2="2922" y2="97191"/>
                          <a14:foregroundMark x1="0" y1="46910" x2="17532" y2="27528"/>
                          <a14:foregroundMark x1="35714" y1="40730" x2="32468" y2="19944"/>
                          <a14:foregroundMark x1="46429" y1="39045" x2="46429" y2="37640"/>
                          <a14:foregroundMark x1="48377" y1="35955" x2="35714" y2="42416"/>
                          <a14:foregroundMark x1="38636" y1="37079" x2="25974" y2="42416"/>
                          <a14:foregroundMark x1="18831" y1="36517" x2="67532" y2="37079"/>
                          <a14:foregroundMark x1="21104" y1="36517" x2="74351" y2="37079"/>
                          <a14:foregroundMark x1="32468" y1="35393" x2="74351" y2="35393"/>
                          <a14:foregroundMark x1="33766" y1="43258" x2="75325" y2="43820"/>
                          <a14:foregroundMark x1="16234" y1="53652" x2="78571" y2="55337"/>
                          <a14:foregroundMark x1="5519" y1="61517" x2="52597" y2="63764"/>
                          <a14:foregroundMark x1="52597" y1="63764" x2="61688" y2="53371"/>
                          <a14:foregroundMark x1="15584" y1="61517" x2="49351" y2="60674"/>
                          <a14:foregroundMark x1="71753" y1="53371" x2="68182" y2="53652"/>
                          <a14:foregroundMark x1="35065" y1="85674" x2="80195" y2="98034"/>
                          <a14:foregroundMark x1="80195" y1="98034" x2="73052" y2="87079"/>
                          <a14:foregroundMark x1="6494" y1="87640" x2="10390" y2="93820"/>
                          <a14:foregroundMark x1="9740" y1="82865" x2="10714" y2="85674"/>
                          <a14:foregroundMark x1="60390" y1="79775" x2="62013" y2="87079"/>
                          <a14:foregroundMark x1="80195" y1="81461" x2="83117" y2="88764"/>
                          <a14:foregroundMark x1="23377" y1="3652" x2="70455" y2="4213"/>
                          <a14:foregroundMark x1="70455" y1="4213" x2="25000" y2="12079"/>
                          <a14:foregroundMark x1="25000" y1="12079" x2="2273" y2="47753"/>
                          <a14:foregroundMark x1="2273" y1="47753" x2="2273" y2="87921"/>
                          <a14:foregroundMark x1="2273" y1="87921" x2="16234" y2="99719"/>
                          <a14:foregroundMark x1="5519" y1="18258" x2="51948" y2="4213"/>
                          <a14:foregroundMark x1="51948" y1="4213" x2="24675" y2="562"/>
                          <a14:foregroundMark x1="23377" y1="2528" x2="4870" y2="18258"/>
                          <a14:foregroundMark x1="649" y1="23034" x2="24675" y2="23596"/>
                          <a14:foregroundMark x1="24675" y1="25000" x2="25325" y2="12921"/>
                          <a14:foregroundMark x1="74351" y1="3090" x2="89286" y2="2528"/>
                          <a14:foregroundMark x1="87987" y1="2528" x2="92208" y2="98596"/>
                          <a14:foregroundMark x1="90584" y1="1966" x2="92208" y2="83708"/>
                          <a14:foregroundMark x1="92208" y1="83708" x2="93182" y2="4494"/>
                          <a14:foregroundMark x1="93182" y1="4494" x2="92208" y2="3652"/>
                          <a14:foregroundMark x1="25325" y1="10955" x2="25974" y2="29213"/>
                          <a14:foregroundMark x1="14935" y1="34551" x2="23052" y2="34831"/>
                          <a14:foregroundMark x1="19156" y1="99719" x2="45130" y2="99719"/>
                          <a14:foregroundMark x1="45130" y1="99157" x2="89935" y2="99157"/>
                          <a14:foregroundMark x1="90584" y1="44944" x2="92208" y2="84551"/>
                          <a14:foregroundMark x1="92208" y1="84551" x2="92857" y2="44663"/>
                          <a14:foregroundMark x1="92857" y1="44663" x2="92208" y2="79213"/>
                          <a14:foregroundMark x1="93506" y1="43258" x2="93506" y2="9859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3094" y="4535327"/>
              <a:ext cx="689980" cy="797509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FD6A03E-0ED8-4810-8CF1-5A5698B8C97A}"/>
                </a:ext>
              </a:extLst>
            </p:cNvPr>
            <p:cNvSpPr txBox="1"/>
            <p:nvPr/>
          </p:nvSpPr>
          <p:spPr>
            <a:xfrm>
              <a:off x="2666174" y="4284594"/>
              <a:ext cx="8265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Plaintext</a:t>
              </a:r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1DA4D79C-99AB-47C9-85E8-2787E98A93DD}"/>
                </a:ext>
              </a:extLst>
            </p:cNvPr>
            <p:cNvSpPr/>
            <p:nvPr/>
          </p:nvSpPr>
          <p:spPr>
            <a:xfrm>
              <a:off x="2596895" y="5389165"/>
              <a:ext cx="1008932" cy="1535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DC679542-51ED-476E-9F6A-37625645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28149" y="5485083"/>
            <a:ext cx="2743200" cy="153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C3BFF89E-F94F-4F6F-80E0-31AD8ED5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80955" y="5380200"/>
            <a:ext cx="1008932" cy="153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44489-3E29-444A-8F84-5FD72241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10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0118E7-41EA-461E-A337-9AB72A965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415155" y="3720662"/>
            <a:ext cx="3156698" cy="2762471"/>
            <a:chOff x="4415155" y="3720662"/>
            <a:chExt cx="3156698" cy="276247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D2EC85-0555-41A3-8F26-C47CEE46BCBC}"/>
                </a:ext>
              </a:extLst>
            </p:cNvPr>
            <p:cNvSpPr/>
            <p:nvPr/>
          </p:nvSpPr>
          <p:spPr>
            <a:xfrm>
              <a:off x="4479406" y="3720662"/>
              <a:ext cx="3028197" cy="2116140"/>
            </a:xfrm>
            <a:prstGeom prst="rect">
              <a:avLst/>
            </a:prstGeom>
            <a:noFill/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01AEA7-713A-4E8E-BF9E-12366E78A691}"/>
                </a:ext>
              </a:extLst>
            </p:cNvPr>
            <p:cNvSpPr txBox="1"/>
            <p:nvPr/>
          </p:nvSpPr>
          <p:spPr>
            <a:xfrm>
              <a:off x="4415155" y="5836802"/>
              <a:ext cx="31566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Insecure Channel(e.g., Internet)</a:t>
              </a:r>
            </a:p>
            <a:p>
              <a:endParaRPr lang="en-US" dirty="0"/>
            </a:p>
          </p:txBody>
        </p:sp>
      </p:grpSp>
      <p:pic>
        <p:nvPicPr>
          <p:cNvPr id="43" name="Picture 8" descr="Evil Icon">
            <a:extLst>
              <a:ext uri="{FF2B5EF4-FFF2-40B4-BE49-F238E27FC236}">
                <a16:creationId xmlns:a16="http://schemas.microsoft.com/office/drawing/2014/main" id="{39735270-A772-430F-850A-6BFC26FD5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962" y="279583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B42D771-9DCD-49AB-966B-DD98F652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47048" y="3030798"/>
            <a:ext cx="457200" cy="4572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FB138BF-0E01-4C5D-BBA8-400FDEEC5715}"/>
              </a:ext>
            </a:extLst>
          </p:cNvPr>
          <p:cNvSpPr txBox="1"/>
          <p:nvPr/>
        </p:nvSpPr>
        <p:spPr>
          <a:xfrm>
            <a:off x="6312829" y="2858397"/>
            <a:ext cx="925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Public Key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55B6926-3D49-4799-B3E2-D755D1FEB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538" y="2896285"/>
            <a:ext cx="548640" cy="62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0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077F-6A63-4198-8CA0-B92CFBD6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2"/>
                </a:solidFill>
              </a:rPr>
              <a:t>Public-Key Cryptography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F401D-8498-4757-A1F7-0754E19F3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ea typeface="ＭＳ Ｐゴシック" panose="020B0600070205080204" pitchFamily="34" charset="-128"/>
              </a:rPr>
              <a:t>Pros: </a:t>
            </a:r>
            <a:r>
              <a:rPr lang="en-US" altLang="en-US" b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No need for a secure channel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ea typeface="ＭＳ Ｐゴシック" panose="020B0600070205080204" pitchFamily="34" charset="-128"/>
              </a:rPr>
              <a:t>Cons: </a:t>
            </a:r>
            <a:r>
              <a:rPr lang="en-US" alt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HIGH</a:t>
            </a:r>
            <a:r>
              <a:rPr lang="en-US" altLang="en-US" dirty="0">
                <a:ea typeface="ＭＳ Ｐゴシック" panose="020B0600070205080204" pitchFamily="34" charset="-128"/>
              </a:rPr>
              <a:t> computation overhead</a:t>
            </a:r>
          </a:p>
          <a:p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BB095A-2B80-47D6-9827-0A485CFBA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8754" y="4419366"/>
            <a:ext cx="1163782" cy="1595330"/>
            <a:chOff x="1038754" y="4419366"/>
            <a:chExt cx="1163782" cy="15953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8AAC2C-34B2-4202-B856-6D601744344B}"/>
                </a:ext>
              </a:extLst>
            </p:cNvPr>
            <p:cNvSpPr/>
            <p:nvPr/>
          </p:nvSpPr>
          <p:spPr>
            <a:xfrm>
              <a:off x="1286258" y="5645364"/>
              <a:ext cx="66877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Alice</a:t>
              </a:r>
              <a:r>
                <a:rPr lang="en-US" b="1" dirty="0">
                  <a:latin typeface="Times" pitchFamily="2" charset="0"/>
                </a:rPr>
                <a:t> </a:t>
              </a:r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55E9ACE-445F-42F1-ABD5-04F66EF8F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896" b="89827" l="9949" r="92347">
                          <a14:foregroundMark x1="53444" y1="14394" x2="53444" y2="14394"/>
                          <a14:foregroundMark x1="55995" y1="12338" x2="55995" y2="12338"/>
                          <a14:foregroundMark x1="56760" y1="15801" x2="56760" y2="15801"/>
                          <a14:foregroundMark x1="59311" y1="20779" x2="59311" y2="20779"/>
                          <a14:foregroundMark x1="59311" y1="20779" x2="59311" y2="20779"/>
                          <a14:foregroundMark x1="29464" y1="14394" x2="29464" y2="14394"/>
                          <a14:foregroundMark x1="29464" y1="14394" x2="29464" y2="14394"/>
                          <a14:foregroundMark x1="27041" y1="22835" x2="37755" y2="17208"/>
                          <a14:foregroundMark x1="32015" y1="12987" x2="66582" y2="33658"/>
                          <a14:foregroundMark x1="66582" y1="33658" x2="70026" y2="69156"/>
                          <a14:foregroundMark x1="70026" y1="69156" x2="27296" y2="71970"/>
                          <a14:foregroundMark x1="27296" y1="71970" x2="75255" y2="74892"/>
                          <a14:foregroundMark x1="75255" y1="74892" x2="92347" y2="71320"/>
                          <a14:foregroundMark x1="71684" y1="29221" x2="49362" y2="11580"/>
                          <a14:foregroundMark x1="40306" y1="10173" x2="71684" y2="34957"/>
                          <a14:foregroundMark x1="71684" y1="34957" x2="50383" y2="3896"/>
                          <a14:foregroundMark x1="50383" y1="3896" x2="21684" y2="30736"/>
                          <a14:foregroundMark x1="12370" y1="58046" x2="10204" y2="64394"/>
                          <a14:foregroundMark x1="21684" y1="30736" x2="13678" y2="54212"/>
                          <a14:foregroundMark x1="10204" y1="64394" x2="50128" y2="78247"/>
                          <a14:foregroundMark x1="50128" y1="78247" x2="91071" y2="70022"/>
                          <a14:foregroundMark x1="91071" y1="70022" x2="66709" y2="53030"/>
                          <a14:foregroundMark x1="77423" y1="66342" x2="84056" y2="71320"/>
                          <a14:backgroundMark x1="13010" y1="56494" x2="13010" y2="56494"/>
                          <a14:backgroundMark x1="10459" y1="56494" x2="10459" y2="56494"/>
                          <a14:backgroundMark x1="8801" y1="56494" x2="13776" y2="56494"/>
                          <a14:backgroundMark x1="9694" y1="55087" x2="9694" y2="55087"/>
                          <a14:backgroundMark x1="8036" y1="54437" x2="13010" y2="55844"/>
                          <a14:backgroundMark x1="13010" y1="55087" x2="13010" y2="5508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38754" y="4419366"/>
              <a:ext cx="1163782" cy="1371600"/>
            </a:xfrm>
            <a:prstGeom prst="rect">
              <a:avLst/>
            </a:prstGeom>
          </p:spPr>
        </p:pic>
      </p:grp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6819DF0-DFEA-40C2-9530-096B78888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302" b="96667" l="9941" r="96588">
                        <a14:foregroundMark x1="41543" y1="11111" x2="54303" y2="7302"/>
                        <a14:foregroundMark x1="54303" y1="7302" x2="56380" y2="9683"/>
                        <a14:foregroundMark x1="88872" y1="68095" x2="95252" y2="80476"/>
                        <a14:foregroundMark x1="95252" y1="80476" x2="95401" y2="95079"/>
                        <a14:foregroundMark x1="95401" y1="95079" x2="40801" y2="94921"/>
                        <a14:foregroundMark x1="40801" y1="94921" x2="53858" y2="84762"/>
                        <a14:foregroundMark x1="53858" y1="84762" x2="40356" y2="90159"/>
                        <a14:foregroundMark x1="40356" y1="90159" x2="57270" y2="81587"/>
                        <a14:foregroundMark x1="57270" y1="81587" x2="71810" y2="80794"/>
                        <a14:foregroundMark x1="71810" y1="80794" x2="85312" y2="83333"/>
                        <a14:foregroundMark x1="85312" y1="83333" x2="75223" y2="93016"/>
                        <a14:foregroundMark x1="75223" y1="93016" x2="45252" y2="92063"/>
                        <a14:foregroundMark x1="45252" y1="92063" x2="72404" y2="91587"/>
                        <a14:foregroundMark x1="72404" y1="91587" x2="33680" y2="87619"/>
                        <a14:foregroundMark x1="33680" y1="87619" x2="59199" y2="86825"/>
                        <a14:foregroundMark x1="59199" y1="86825" x2="43620" y2="87619"/>
                        <a14:foregroundMark x1="43620" y1="87619" x2="56380" y2="82222"/>
                        <a14:foregroundMark x1="56380" y1="82222" x2="43323" y2="88254"/>
                        <a14:foregroundMark x1="43323" y1="88254" x2="54896" y2="80794"/>
                        <a14:foregroundMark x1="54896" y1="80794" x2="35905" y2="87619"/>
                        <a14:foregroundMark x1="35905" y1="87619" x2="66914" y2="83175"/>
                        <a14:foregroundMark x1="66914" y1="83175" x2="47478" y2="87460"/>
                        <a14:foregroundMark x1="47478" y1="87460" x2="82938" y2="86667"/>
                        <a14:foregroundMark x1="82938" y1="86667" x2="63353" y2="88095"/>
                        <a14:foregroundMark x1="63353" y1="88095" x2="64243" y2="88571"/>
                        <a14:foregroundMark x1="10089" y1="75714" x2="8605" y2="90635"/>
                        <a14:foregroundMark x1="8605" y1="90635" x2="26706" y2="91905"/>
                        <a14:foregroundMark x1="26706" y1="91905" x2="11573" y2="85714"/>
                        <a14:foregroundMark x1="11573" y1="85714" x2="40950" y2="88889"/>
                        <a14:foregroundMark x1="40950" y1="88889" x2="18398" y2="89841"/>
                        <a14:foregroundMark x1="18398" y1="89841" x2="34125" y2="90159"/>
                        <a14:foregroundMark x1="34125" y1="90159" x2="17507" y2="90000"/>
                        <a14:foregroundMark x1="17507" y1="90000" x2="32789" y2="89524"/>
                        <a14:foregroundMark x1="32789" y1="89524" x2="50593" y2="90476"/>
                        <a14:foregroundMark x1="50593" y1="90476" x2="14243" y2="93810"/>
                        <a14:foregroundMark x1="14243" y1="93810" x2="34273" y2="96825"/>
                        <a14:foregroundMark x1="34273" y1="96825" x2="79525" y2="92063"/>
                        <a14:foregroundMark x1="79525" y1="92063" x2="90801" y2="83968"/>
                        <a14:foregroundMark x1="90801" y1="83968" x2="85163" y2="97143"/>
                        <a14:foregroundMark x1="85163" y1="97143" x2="15579" y2="94762"/>
                        <a14:foregroundMark x1="15579" y1="94762" x2="31157" y2="95397"/>
                        <a14:foregroundMark x1="31157" y1="95397" x2="45549" y2="95079"/>
                        <a14:foregroundMark x1="45549" y1="95079" x2="17062" y2="96667"/>
                        <a14:foregroundMark x1="17062" y1="96667" x2="82641" y2="90317"/>
                        <a14:foregroundMark x1="82641" y1="90317" x2="92285" y2="79365"/>
                        <a14:foregroundMark x1="92285" y1="79365" x2="91543" y2="93810"/>
                        <a14:foregroundMark x1="91543" y1="93810" x2="61128" y2="94127"/>
                        <a14:foregroundMark x1="61128" y1="94127" x2="79970" y2="92063"/>
                        <a14:foregroundMark x1="92433" y1="71429" x2="95994" y2="84921"/>
                        <a14:foregroundMark x1="95994" y1="84921" x2="92730" y2="71270"/>
                        <a14:foregroundMark x1="92730" y1="71270" x2="96142" y2="84921"/>
                        <a14:foregroundMark x1="96142" y1="84921" x2="89466" y2="97302"/>
                        <a14:foregroundMark x1="89466" y1="97302" x2="94659" y2="82381"/>
                        <a14:foregroundMark x1="94659" y1="82381" x2="95104" y2="96667"/>
                        <a14:foregroundMark x1="95104" y1="96667" x2="96588" y2="9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912" y="4480277"/>
            <a:ext cx="1165891" cy="108978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047817-8563-4FB2-A8ED-8BABBD66E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550979" y="4025198"/>
            <a:ext cx="28203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FCDC8-A1DD-427F-BCB6-BB43479AAD56}"/>
              </a:ext>
            </a:extLst>
          </p:cNvPr>
          <p:cNvSpPr/>
          <p:nvPr/>
        </p:nvSpPr>
        <p:spPr>
          <a:xfrm>
            <a:off x="10090564" y="5570057"/>
            <a:ext cx="668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" pitchFamily="2" charset="0"/>
              </a:rPr>
              <a:t> </a:t>
            </a:r>
            <a:r>
              <a:rPr lang="en-US" dirty="0"/>
              <a:t>Bob</a:t>
            </a:r>
            <a:r>
              <a:rPr lang="en-US" b="1" dirty="0">
                <a:latin typeface="Times" pitchFamily="2" charset="0"/>
              </a:rPr>
              <a:t> 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88EBCA7-9F4C-42DF-B2E3-1984FE24E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64904" y="3628814"/>
            <a:ext cx="457200" cy="457200"/>
          </a:xfrm>
          <a:prstGeom prst="rect">
            <a:avLst/>
          </a:prstGeom>
        </p:spPr>
      </p:pic>
      <p:pic>
        <p:nvPicPr>
          <p:cNvPr id="1030" name="Picture 6" descr="Green key icon - Free green key icons">
            <a:extLst>
              <a:ext uri="{FF2B5EF4-FFF2-40B4-BE49-F238E27FC236}">
                <a16:creationId xmlns:a16="http://schemas.microsoft.com/office/drawing/2014/main" id="{1E6C7B2F-86C1-4233-9AD7-6FE006F56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78" b="89778" l="889" r="98667">
                        <a14:foregroundMark x1="889" y1="44889" x2="889" y2="44889"/>
                        <a14:foregroundMark x1="93778" y1="48889" x2="93778" y2="48889"/>
                        <a14:foregroundMark x1="98667" y1="49333" x2="98667" y2="49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599" y="583680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07A6FD66-0E46-4368-B4FD-2F015FB23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03825" y="4254782"/>
            <a:ext cx="983610" cy="1358598"/>
            <a:chOff x="3366606" y="4095150"/>
            <a:chExt cx="983610" cy="13585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4B383F-BCEA-4962-AADE-051BE247D01F}"/>
                </a:ext>
              </a:extLst>
            </p:cNvPr>
            <p:cNvSpPr/>
            <p:nvPr/>
          </p:nvSpPr>
          <p:spPr>
            <a:xfrm>
              <a:off x="3366606" y="4908807"/>
              <a:ext cx="983610" cy="544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Encrypt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807C1AF-0656-4275-B69C-97F7AB7F6226}"/>
                </a:ext>
              </a:extLst>
            </p:cNvPr>
            <p:cNvGrpSpPr/>
            <p:nvPr/>
          </p:nvGrpSpPr>
          <p:grpSpPr>
            <a:xfrm>
              <a:off x="3526527" y="4095150"/>
              <a:ext cx="689980" cy="797509"/>
              <a:chOff x="3526527" y="4095150"/>
              <a:chExt cx="689980" cy="797509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4A907F7A-047C-4CBF-AF00-056AC6361E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62" b="99438" l="0" r="93506">
                            <a14:foregroundMark x1="1948" y1="20787" x2="45130" y2="6180"/>
                            <a14:foregroundMark x1="45130" y1="6180" x2="90584" y2="11236"/>
                            <a14:foregroundMark x1="90584" y1="11236" x2="87987" y2="92135"/>
                            <a14:foregroundMark x1="87987" y1="92135" x2="41234" y2="96348"/>
                            <a14:foregroundMark x1="41234" y1="96348" x2="1623" y2="76124"/>
                            <a14:foregroundMark x1="1623" y1="76124" x2="4870" y2="31742"/>
                            <a14:foregroundMark x1="4870" y1="31742" x2="5519" y2="80899"/>
                            <a14:foregroundMark x1="5519" y1="80899" x2="8117" y2="36798"/>
                            <a14:foregroundMark x1="8117" y1="36798" x2="48052" y2="11236"/>
                            <a14:foregroundMark x1="48052" y1="11236" x2="87987" y2="30899"/>
                            <a14:foregroundMark x1="87987" y1="30899" x2="85065" y2="71067"/>
                            <a14:foregroundMark x1="85065" y1="71067" x2="45455" y2="91573"/>
                            <a14:foregroundMark x1="45455" y1="91573" x2="5519" y2="91292"/>
                            <a14:foregroundMark x1="24026" y1="6180" x2="71104" y2="6180"/>
                            <a14:foregroundMark x1="71104" y1="6180" x2="24351" y2="3090"/>
                            <a14:foregroundMark x1="24351" y1="3090" x2="74351" y2="1124"/>
                            <a14:foregroundMark x1="74351" y1="1124" x2="92857" y2="39888"/>
                            <a14:foregroundMark x1="92857" y1="39888" x2="92208" y2="81742"/>
                            <a14:foregroundMark x1="92208" y1="81742" x2="48701" y2="95506"/>
                            <a14:foregroundMark x1="48701" y1="95506" x2="5195" y2="82022"/>
                            <a14:foregroundMark x1="5195" y1="82022" x2="51948" y2="92416"/>
                            <a14:foregroundMark x1="51948" y1="92416" x2="6169" y2="97472"/>
                            <a14:foregroundMark x1="6169" y1="97472" x2="2922" y2="97191"/>
                            <a14:foregroundMark x1="0" y1="46910" x2="17532" y2="27528"/>
                            <a14:foregroundMark x1="35714" y1="40730" x2="32468" y2="19944"/>
                            <a14:foregroundMark x1="46429" y1="39045" x2="46429" y2="37640"/>
                            <a14:foregroundMark x1="48377" y1="35955" x2="35714" y2="42416"/>
                            <a14:foregroundMark x1="38636" y1="37079" x2="25974" y2="42416"/>
                            <a14:foregroundMark x1="18831" y1="36517" x2="67532" y2="37079"/>
                            <a14:foregroundMark x1="21104" y1="36517" x2="74351" y2="37079"/>
                            <a14:foregroundMark x1="32468" y1="35393" x2="74351" y2="35393"/>
                            <a14:foregroundMark x1="33766" y1="43258" x2="75325" y2="43820"/>
                            <a14:foregroundMark x1="16234" y1="53652" x2="78571" y2="55337"/>
                            <a14:foregroundMark x1="5519" y1="61517" x2="52597" y2="63764"/>
                            <a14:foregroundMark x1="52597" y1="63764" x2="61688" y2="53371"/>
                            <a14:foregroundMark x1="15584" y1="61517" x2="49351" y2="60674"/>
                            <a14:foregroundMark x1="71753" y1="53371" x2="68182" y2="53652"/>
                            <a14:foregroundMark x1="35065" y1="85674" x2="80195" y2="98034"/>
                            <a14:foregroundMark x1="80195" y1="98034" x2="73052" y2="87079"/>
                            <a14:foregroundMark x1="6494" y1="87640" x2="10390" y2="93820"/>
                            <a14:foregroundMark x1="9740" y1="82865" x2="10714" y2="85674"/>
                            <a14:foregroundMark x1="60390" y1="79775" x2="62013" y2="87079"/>
                            <a14:foregroundMark x1="80195" y1="81461" x2="83117" y2="88764"/>
                            <a14:foregroundMark x1="23377" y1="3652" x2="70455" y2="4213"/>
                            <a14:foregroundMark x1="70455" y1="4213" x2="25000" y2="12079"/>
                            <a14:foregroundMark x1="25000" y1="12079" x2="2273" y2="47753"/>
                            <a14:foregroundMark x1="2273" y1="47753" x2="2273" y2="87921"/>
                            <a14:foregroundMark x1="2273" y1="87921" x2="16234" y2="99719"/>
                            <a14:foregroundMark x1="5519" y1="18258" x2="51948" y2="4213"/>
                            <a14:foregroundMark x1="51948" y1="4213" x2="24675" y2="562"/>
                            <a14:foregroundMark x1="23377" y1="2528" x2="4870" y2="18258"/>
                            <a14:foregroundMark x1="649" y1="23034" x2="24675" y2="23596"/>
                            <a14:foregroundMark x1="24675" y1="25000" x2="25325" y2="12921"/>
                            <a14:foregroundMark x1="74351" y1="3090" x2="89286" y2="2528"/>
                            <a14:foregroundMark x1="87987" y1="2528" x2="92208" y2="98596"/>
                            <a14:foregroundMark x1="90584" y1="1966" x2="92208" y2="83708"/>
                            <a14:foregroundMark x1="92208" y1="83708" x2="93182" y2="4494"/>
                            <a14:foregroundMark x1="93182" y1="4494" x2="92208" y2="3652"/>
                            <a14:foregroundMark x1="25325" y1="10955" x2="25974" y2="29213"/>
                            <a14:foregroundMark x1="14935" y1="34551" x2="23052" y2="34831"/>
                            <a14:foregroundMark x1="19156" y1="99719" x2="45130" y2="99719"/>
                            <a14:foregroundMark x1="45130" y1="99157" x2="89935" y2="99157"/>
                            <a14:foregroundMark x1="90584" y1="44944" x2="92208" y2="84551"/>
                            <a14:foregroundMark x1="92208" y1="84551" x2="92857" y2="44663"/>
                            <a14:foregroundMark x1="92857" y1="44663" x2="92208" y2="79213"/>
                            <a14:foregroundMark x1="93506" y1="43258" x2="93506" y2="9859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26527" y="4095150"/>
                <a:ext cx="689980" cy="797509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32BADF2-A3C7-4527-BDC1-4BE759946F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1778" b="96889" l="9778" r="89778">
                            <a14:foregroundMark x1="48000" y1="6667" x2="48000" y2="6667"/>
                            <a14:foregroundMark x1="50667" y1="1778" x2="50667" y2="1778"/>
                            <a14:foregroundMark x1="54667" y1="92000" x2="54667" y2="92000"/>
                            <a14:foregroundMark x1="51111" y1="96889" x2="51111" y2="9688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642917" y="4287670"/>
                <a:ext cx="457200" cy="457200"/>
              </a:xfrm>
              <a:prstGeom prst="rect">
                <a:avLst/>
              </a:prstGeom>
            </p:spPr>
          </p:pic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786E16AB-B85E-4860-8E60-52C97F074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799" y="4463478"/>
            <a:ext cx="953847" cy="108878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FF25D6F-6B89-44A4-9772-66CB07A5D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52474" y="4232711"/>
            <a:ext cx="983610" cy="1357077"/>
            <a:chOff x="6091871" y="4111298"/>
            <a:chExt cx="983610" cy="135707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A276724-F237-4431-895E-706EB9C374EE}"/>
                </a:ext>
              </a:extLst>
            </p:cNvPr>
            <p:cNvSpPr/>
            <p:nvPr/>
          </p:nvSpPr>
          <p:spPr>
            <a:xfrm>
              <a:off x="6091871" y="4923434"/>
              <a:ext cx="983610" cy="544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Decrypt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2E59B8-E98D-4ECF-B574-46629237FD18}"/>
                </a:ext>
              </a:extLst>
            </p:cNvPr>
            <p:cNvGrpSpPr/>
            <p:nvPr/>
          </p:nvGrpSpPr>
          <p:grpSpPr>
            <a:xfrm>
              <a:off x="6241606" y="4111298"/>
              <a:ext cx="689980" cy="797509"/>
              <a:chOff x="7285455" y="4148561"/>
              <a:chExt cx="689980" cy="797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3ADA6707-0E71-43A6-BE8D-93678A030E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562" b="99438" l="0" r="93506">
                            <a14:foregroundMark x1="1948" y1="20787" x2="45130" y2="6180"/>
                            <a14:foregroundMark x1="45130" y1="6180" x2="90584" y2="11236"/>
                            <a14:foregroundMark x1="90584" y1="11236" x2="87987" y2="92135"/>
                            <a14:foregroundMark x1="87987" y1="92135" x2="41234" y2="96348"/>
                            <a14:foregroundMark x1="41234" y1="96348" x2="1623" y2="76124"/>
                            <a14:foregroundMark x1="1623" y1="76124" x2="4870" y2="31742"/>
                            <a14:foregroundMark x1="4870" y1="31742" x2="5519" y2="80899"/>
                            <a14:foregroundMark x1="5519" y1="80899" x2="8117" y2="36798"/>
                            <a14:foregroundMark x1="8117" y1="36798" x2="48052" y2="11236"/>
                            <a14:foregroundMark x1="48052" y1="11236" x2="87987" y2="30899"/>
                            <a14:foregroundMark x1="87987" y1="30899" x2="85065" y2="71067"/>
                            <a14:foregroundMark x1="85065" y1="71067" x2="45455" y2="91573"/>
                            <a14:foregroundMark x1="45455" y1="91573" x2="5519" y2="91292"/>
                            <a14:foregroundMark x1="24026" y1="6180" x2="71104" y2="6180"/>
                            <a14:foregroundMark x1="71104" y1="6180" x2="24351" y2="3090"/>
                            <a14:foregroundMark x1="24351" y1="3090" x2="74351" y2="1124"/>
                            <a14:foregroundMark x1="74351" y1="1124" x2="92857" y2="39888"/>
                            <a14:foregroundMark x1="92857" y1="39888" x2="92208" y2="81742"/>
                            <a14:foregroundMark x1="92208" y1="81742" x2="48701" y2="95506"/>
                            <a14:foregroundMark x1="48701" y1="95506" x2="5195" y2="82022"/>
                            <a14:foregroundMark x1="5195" y1="82022" x2="51948" y2="92416"/>
                            <a14:foregroundMark x1="51948" y1="92416" x2="6169" y2="97472"/>
                            <a14:foregroundMark x1="6169" y1="97472" x2="2922" y2="97191"/>
                            <a14:foregroundMark x1="0" y1="46910" x2="17532" y2="27528"/>
                            <a14:foregroundMark x1="35714" y1="40730" x2="32468" y2="19944"/>
                            <a14:foregroundMark x1="46429" y1="39045" x2="46429" y2="37640"/>
                            <a14:foregroundMark x1="48377" y1="35955" x2="35714" y2="42416"/>
                            <a14:foregroundMark x1="38636" y1="37079" x2="25974" y2="42416"/>
                            <a14:foregroundMark x1="18831" y1="36517" x2="67532" y2="37079"/>
                            <a14:foregroundMark x1="21104" y1="36517" x2="74351" y2="37079"/>
                            <a14:foregroundMark x1="32468" y1="35393" x2="74351" y2="35393"/>
                            <a14:foregroundMark x1="33766" y1="43258" x2="75325" y2="43820"/>
                            <a14:foregroundMark x1="16234" y1="53652" x2="78571" y2="55337"/>
                            <a14:foregroundMark x1="5519" y1="61517" x2="52597" y2="63764"/>
                            <a14:foregroundMark x1="52597" y1="63764" x2="61688" y2="53371"/>
                            <a14:foregroundMark x1="15584" y1="61517" x2="49351" y2="60674"/>
                            <a14:foregroundMark x1="71753" y1="53371" x2="68182" y2="53652"/>
                            <a14:foregroundMark x1="35065" y1="85674" x2="80195" y2="98034"/>
                            <a14:foregroundMark x1="80195" y1="98034" x2="73052" y2="87079"/>
                            <a14:foregroundMark x1="6494" y1="87640" x2="10390" y2="93820"/>
                            <a14:foregroundMark x1="9740" y1="82865" x2="10714" y2="85674"/>
                            <a14:foregroundMark x1="60390" y1="79775" x2="62013" y2="87079"/>
                            <a14:foregroundMark x1="80195" y1="81461" x2="83117" y2="88764"/>
                            <a14:foregroundMark x1="23377" y1="3652" x2="70455" y2="4213"/>
                            <a14:foregroundMark x1="70455" y1="4213" x2="25000" y2="12079"/>
                            <a14:foregroundMark x1="25000" y1="12079" x2="2273" y2="47753"/>
                            <a14:foregroundMark x1="2273" y1="47753" x2="2273" y2="87921"/>
                            <a14:foregroundMark x1="2273" y1="87921" x2="16234" y2="99719"/>
                            <a14:foregroundMark x1="5519" y1="18258" x2="51948" y2="4213"/>
                            <a14:foregroundMark x1="51948" y1="4213" x2="24675" y2="562"/>
                            <a14:foregroundMark x1="23377" y1="2528" x2="4870" y2="18258"/>
                            <a14:foregroundMark x1="649" y1="23034" x2="24675" y2="23596"/>
                            <a14:foregroundMark x1="24675" y1="25000" x2="25325" y2="12921"/>
                            <a14:foregroundMark x1="74351" y1="3090" x2="89286" y2="2528"/>
                            <a14:foregroundMark x1="87987" y1="2528" x2="92208" y2="98596"/>
                            <a14:foregroundMark x1="90584" y1="1966" x2="92208" y2="83708"/>
                            <a14:foregroundMark x1="92208" y1="83708" x2="93182" y2="4494"/>
                            <a14:foregroundMark x1="93182" y1="4494" x2="92208" y2="3652"/>
                            <a14:foregroundMark x1="25325" y1="10955" x2="25974" y2="29213"/>
                            <a14:foregroundMark x1="14935" y1="34551" x2="23052" y2="34831"/>
                            <a14:foregroundMark x1="19156" y1="99719" x2="45130" y2="99719"/>
                            <a14:foregroundMark x1="45130" y1="99157" x2="89935" y2="99157"/>
                            <a14:foregroundMark x1="90584" y1="44944" x2="92208" y2="84551"/>
                            <a14:foregroundMark x1="92208" y1="84551" x2="92857" y2="44663"/>
                            <a14:foregroundMark x1="92857" y1="44663" x2="92208" y2="79213"/>
                            <a14:foregroundMark x1="93506" y1="43258" x2="93506" y2="9859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85455" y="4148561"/>
                <a:ext cx="689980" cy="797509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523DA92E-8C74-44FC-B657-C6262FDF3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1778" b="99111" l="9778" r="89778">
                            <a14:foregroundMark x1="54667" y1="6222" x2="54667" y2="6222"/>
                            <a14:foregroundMark x1="49778" y1="2222" x2="49778" y2="2222"/>
                            <a14:foregroundMark x1="53333" y1="92889" x2="53333" y2="92889"/>
                            <a14:foregroundMark x1="51556" y1="99111" x2="51556" y2="99111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401845" y="4331501"/>
                <a:ext cx="457200" cy="457200"/>
              </a:xfrm>
              <a:prstGeom prst="rect">
                <a:avLst/>
              </a:prstGeom>
            </p:spPr>
          </p:pic>
        </p:grp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43A0C324-FC43-4528-AB8E-4FEB2B136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62" b="99438" l="0" r="93506">
                        <a14:foregroundMark x1="1948" y1="20787" x2="45130" y2="6180"/>
                        <a14:foregroundMark x1="45130" y1="6180" x2="90584" y2="11236"/>
                        <a14:foregroundMark x1="90584" y1="11236" x2="87987" y2="92135"/>
                        <a14:foregroundMark x1="87987" y1="92135" x2="41234" y2="96348"/>
                        <a14:foregroundMark x1="41234" y1="96348" x2="1623" y2="76124"/>
                        <a14:foregroundMark x1="1623" y1="76124" x2="4870" y2="31742"/>
                        <a14:foregroundMark x1="4870" y1="31742" x2="5519" y2="80899"/>
                        <a14:foregroundMark x1="5519" y1="80899" x2="8117" y2="36798"/>
                        <a14:foregroundMark x1="8117" y1="36798" x2="48052" y2="11236"/>
                        <a14:foregroundMark x1="48052" y1="11236" x2="87987" y2="30899"/>
                        <a14:foregroundMark x1="87987" y1="30899" x2="85065" y2="71067"/>
                        <a14:foregroundMark x1="85065" y1="71067" x2="45455" y2="91573"/>
                        <a14:foregroundMark x1="45455" y1="91573" x2="5519" y2="91292"/>
                        <a14:foregroundMark x1="24026" y1="6180" x2="71104" y2="6180"/>
                        <a14:foregroundMark x1="71104" y1="6180" x2="24351" y2="3090"/>
                        <a14:foregroundMark x1="24351" y1="3090" x2="74351" y2="1124"/>
                        <a14:foregroundMark x1="74351" y1="1124" x2="92857" y2="39888"/>
                        <a14:foregroundMark x1="92857" y1="39888" x2="92208" y2="81742"/>
                        <a14:foregroundMark x1="92208" y1="81742" x2="48701" y2="95506"/>
                        <a14:foregroundMark x1="48701" y1="95506" x2="5195" y2="82022"/>
                        <a14:foregroundMark x1="5195" y1="82022" x2="51948" y2="92416"/>
                        <a14:foregroundMark x1="51948" y1="92416" x2="6169" y2="97472"/>
                        <a14:foregroundMark x1="6169" y1="97472" x2="2922" y2="97191"/>
                        <a14:foregroundMark x1="0" y1="46910" x2="17532" y2="27528"/>
                        <a14:foregroundMark x1="35714" y1="40730" x2="32468" y2="19944"/>
                        <a14:foregroundMark x1="46429" y1="39045" x2="46429" y2="37640"/>
                        <a14:foregroundMark x1="48377" y1="35955" x2="35714" y2="42416"/>
                        <a14:foregroundMark x1="38636" y1="37079" x2="25974" y2="42416"/>
                        <a14:foregroundMark x1="18831" y1="36517" x2="67532" y2="37079"/>
                        <a14:foregroundMark x1="21104" y1="36517" x2="74351" y2="37079"/>
                        <a14:foregroundMark x1="32468" y1="35393" x2="74351" y2="35393"/>
                        <a14:foregroundMark x1="33766" y1="43258" x2="75325" y2="43820"/>
                        <a14:foregroundMark x1="16234" y1="53652" x2="78571" y2="55337"/>
                        <a14:foregroundMark x1="5519" y1="61517" x2="52597" y2="63764"/>
                        <a14:foregroundMark x1="52597" y1="63764" x2="61688" y2="53371"/>
                        <a14:foregroundMark x1="15584" y1="61517" x2="49351" y2="60674"/>
                        <a14:foregroundMark x1="71753" y1="53371" x2="68182" y2="53652"/>
                        <a14:foregroundMark x1="35065" y1="85674" x2="80195" y2="98034"/>
                        <a14:foregroundMark x1="80195" y1="98034" x2="73052" y2="87079"/>
                        <a14:foregroundMark x1="6494" y1="87640" x2="10390" y2="93820"/>
                        <a14:foregroundMark x1="9740" y1="82865" x2="10714" y2="85674"/>
                        <a14:foregroundMark x1="60390" y1="79775" x2="62013" y2="87079"/>
                        <a14:foregroundMark x1="80195" y1="81461" x2="83117" y2="88764"/>
                        <a14:foregroundMark x1="23377" y1="3652" x2="70455" y2="4213"/>
                        <a14:foregroundMark x1="70455" y1="4213" x2="25000" y2="12079"/>
                        <a14:foregroundMark x1="25000" y1="12079" x2="2273" y2="47753"/>
                        <a14:foregroundMark x1="2273" y1="47753" x2="2273" y2="87921"/>
                        <a14:foregroundMark x1="2273" y1="87921" x2="16234" y2="99719"/>
                        <a14:foregroundMark x1="5519" y1="18258" x2="51948" y2="4213"/>
                        <a14:foregroundMark x1="51948" y1="4213" x2="24675" y2="562"/>
                        <a14:foregroundMark x1="23377" y1="2528" x2="4870" y2="18258"/>
                        <a14:foregroundMark x1="649" y1="23034" x2="24675" y2="23596"/>
                        <a14:foregroundMark x1="24675" y1="25000" x2="25325" y2="12921"/>
                        <a14:foregroundMark x1="74351" y1="3090" x2="89286" y2="2528"/>
                        <a14:foregroundMark x1="87987" y1="2528" x2="92208" y2="98596"/>
                        <a14:foregroundMark x1="90584" y1="1966" x2="92208" y2="83708"/>
                        <a14:foregroundMark x1="92208" y1="83708" x2="93182" y2="4494"/>
                        <a14:foregroundMark x1="93182" y1="4494" x2="92208" y2="3652"/>
                        <a14:foregroundMark x1="25325" y1="10955" x2="25974" y2="29213"/>
                        <a14:foregroundMark x1="14935" y1="34551" x2="23052" y2="34831"/>
                        <a14:foregroundMark x1="19156" y1="99719" x2="45130" y2="99719"/>
                        <a14:foregroundMark x1="45130" y1="99157" x2="89935" y2="99157"/>
                        <a14:foregroundMark x1="90584" y1="44944" x2="92208" y2="84551"/>
                        <a14:foregroundMark x1="92208" y1="84551" x2="92857" y2="44663"/>
                        <a14:foregroundMark x1="92857" y1="44663" x2="92208" y2="79213"/>
                        <a14:foregroundMark x1="93506" y1="43258" x2="93506" y2="98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269" y="4541305"/>
            <a:ext cx="689980" cy="79750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D6A8742-E00A-46D3-BFE1-31349644E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35502" y="4581401"/>
            <a:ext cx="457200" cy="457200"/>
          </a:xfrm>
          <a:prstGeom prst="rect">
            <a:avLst/>
          </a:prstGeom>
        </p:spPr>
      </p:pic>
      <p:pic>
        <p:nvPicPr>
          <p:cNvPr id="40" name="Picture 6" descr="Green key icon - Free green key icons">
            <a:extLst>
              <a:ext uri="{FF2B5EF4-FFF2-40B4-BE49-F238E27FC236}">
                <a16:creationId xmlns:a16="http://schemas.microsoft.com/office/drawing/2014/main" id="{3CAB9296-9B66-41D7-AD2D-A175B6857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78" b="89778" l="889" r="98667">
                        <a14:foregroundMark x1="889" y1="44889" x2="889" y2="44889"/>
                        <a14:foregroundMark x1="93778" y1="48889" x2="93778" y2="48889"/>
                        <a14:foregroundMark x1="98667" y1="49333" x2="98667" y2="49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5506" y="5341457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959627A-9F28-479F-813C-6B060F5BFA7D}"/>
              </a:ext>
            </a:extLst>
          </p:cNvPr>
          <p:cNvSpPr txBox="1"/>
          <p:nvPr/>
        </p:nvSpPr>
        <p:spPr>
          <a:xfrm>
            <a:off x="11001283" y="4409000"/>
            <a:ext cx="925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Public Key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F74349-9B50-4731-9B8C-6A9846FB364C}"/>
              </a:ext>
            </a:extLst>
          </p:cNvPr>
          <p:cNvSpPr txBox="1"/>
          <p:nvPr/>
        </p:nvSpPr>
        <p:spPr>
          <a:xfrm>
            <a:off x="10971252" y="5151248"/>
            <a:ext cx="994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Private Key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782DB9-08FD-4ABE-B02F-71D9CB536AC8}"/>
              </a:ext>
            </a:extLst>
          </p:cNvPr>
          <p:cNvSpPr txBox="1"/>
          <p:nvPr/>
        </p:nvSpPr>
        <p:spPr>
          <a:xfrm>
            <a:off x="5492081" y="4238661"/>
            <a:ext cx="950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Ciphertext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8D7B0D-771D-4407-B878-F8233512A23D}"/>
              </a:ext>
            </a:extLst>
          </p:cNvPr>
          <p:cNvSpPr txBox="1"/>
          <p:nvPr/>
        </p:nvSpPr>
        <p:spPr>
          <a:xfrm>
            <a:off x="8873226" y="4299391"/>
            <a:ext cx="826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Plaintext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3F3D5A3-A290-4F45-9AA7-FA214296A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7030" y="5866931"/>
            <a:ext cx="457200" cy="457200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422DD80-F7F1-4BAD-BD63-511D053E2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7" idx="0"/>
            <a:endCxn id="19" idx="2"/>
          </p:cNvCxnSpPr>
          <p:nvPr/>
        </p:nvCxnSpPr>
        <p:spPr>
          <a:xfrm flipV="1">
            <a:off x="3895630" y="5613380"/>
            <a:ext cx="0" cy="253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FEC1DA-D305-4683-AD0F-5ECD068FB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030" idx="0"/>
            <a:endCxn id="31" idx="2"/>
          </p:cNvCxnSpPr>
          <p:nvPr/>
        </p:nvCxnSpPr>
        <p:spPr>
          <a:xfrm flipH="1" flipV="1">
            <a:off x="8144279" y="5589788"/>
            <a:ext cx="2920" cy="247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E076E54-BE09-4309-9E14-A464CB075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282358" y="4277191"/>
            <a:ext cx="1008932" cy="1258166"/>
            <a:chOff x="2596895" y="4284594"/>
            <a:chExt cx="1008932" cy="125816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64BE0D2-8E1F-40BC-89E2-C08822F09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562" b="99438" l="0" r="93506">
                          <a14:foregroundMark x1="1948" y1="20787" x2="45130" y2="6180"/>
                          <a14:foregroundMark x1="45130" y1="6180" x2="90584" y2="11236"/>
                          <a14:foregroundMark x1="90584" y1="11236" x2="87987" y2="92135"/>
                          <a14:foregroundMark x1="87987" y1="92135" x2="41234" y2="96348"/>
                          <a14:foregroundMark x1="41234" y1="96348" x2="1623" y2="76124"/>
                          <a14:foregroundMark x1="1623" y1="76124" x2="4870" y2="31742"/>
                          <a14:foregroundMark x1="4870" y1="31742" x2="5519" y2="80899"/>
                          <a14:foregroundMark x1="5519" y1="80899" x2="8117" y2="36798"/>
                          <a14:foregroundMark x1="8117" y1="36798" x2="48052" y2="11236"/>
                          <a14:foregroundMark x1="48052" y1="11236" x2="87987" y2="30899"/>
                          <a14:foregroundMark x1="87987" y1="30899" x2="85065" y2="71067"/>
                          <a14:foregroundMark x1="85065" y1="71067" x2="45455" y2="91573"/>
                          <a14:foregroundMark x1="45455" y1="91573" x2="5519" y2="91292"/>
                          <a14:foregroundMark x1="24026" y1="6180" x2="71104" y2="6180"/>
                          <a14:foregroundMark x1="71104" y1="6180" x2="24351" y2="3090"/>
                          <a14:foregroundMark x1="24351" y1="3090" x2="74351" y2="1124"/>
                          <a14:foregroundMark x1="74351" y1="1124" x2="92857" y2="39888"/>
                          <a14:foregroundMark x1="92857" y1="39888" x2="92208" y2="81742"/>
                          <a14:foregroundMark x1="92208" y1="81742" x2="48701" y2="95506"/>
                          <a14:foregroundMark x1="48701" y1="95506" x2="5195" y2="82022"/>
                          <a14:foregroundMark x1="5195" y1="82022" x2="51948" y2="92416"/>
                          <a14:foregroundMark x1="51948" y1="92416" x2="6169" y2="97472"/>
                          <a14:foregroundMark x1="6169" y1="97472" x2="2922" y2="97191"/>
                          <a14:foregroundMark x1="0" y1="46910" x2="17532" y2="27528"/>
                          <a14:foregroundMark x1="35714" y1="40730" x2="32468" y2="19944"/>
                          <a14:foregroundMark x1="46429" y1="39045" x2="46429" y2="37640"/>
                          <a14:foregroundMark x1="48377" y1="35955" x2="35714" y2="42416"/>
                          <a14:foregroundMark x1="38636" y1="37079" x2="25974" y2="42416"/>
                          <a14:foregroundMark x1="18831" y1="36517" x2="67532" y2="37079"/>
                          <a14:foregroundMark x1="21104" y1="36517" x2="74351" y2="37079"/>
                          <a14:foregroundMark x1="32468" y1="35393" x2="74351" y2="35393"/>
                          <a14:foregroundMark x1="33766" y1="43258" x2="75325" y2="43820"/>
                          <a14:foregroundMark x1="16234" y1="53652" x2="78571" y2="55337"/>
                          <a14:foregroundMark x1="5519" y1="61517" x2="52597" y2="63764"/>
                          <a14:foregroundMark x1="52597" y1="63764" x2="61688" y2="53371"/>
                          <a14:foregroundMark x1="15584" y1="61517" x2="49351" y2="60674"/>
                          <a14:foregroundMark x1="71753" y1="53371" x2="68182" y2="53652"/>
                          <a14:foregroundMark x1="35065" y1="85674" x2="80195" y2="98034"/>
                          <a14:foregroundMark x1="80195" y1="98034" x2="73052" y2="87079"/>
                          <a14:foregroundMark x1="6494" y1="87640" x2="10390" y2="93820"/>
                          <a14:foregroundMark x1="9740" y1="82865" x2="10714" y2="85674"/>
                          <a14:foregroundMark x1="60390" y1="79775" x2="62013" y2="87079"/>
                          <a14:foregroundMark x1="80195" y1="81461" x2="83117" y2="88764"/>
                          <a14:foregroundMark x1="23377" y1="3652" x2="70455" y2="4213"/>
                          <a14:foregroundMark x1="70455" y1="4213" x2="25000" y2="12079"/>
                          <a14:foregroundMark x1="25000" y1="12079" x2="2273" y2="47753"/>
                          <a14:foregroundMark x1="2273" y1="47753" x2="2273" y2="87921"/>
                          <a14:foregroundMark x1="2273" y1="87921" x2="16234" y2="99719"/>
                          <a14:foregroundMark x1="5519" y1="18258" x2="51948" y2="4213"/>
                          <a14:foregroundMark x1="51948" y1="4213" x2="24675" y2="562"/>
                          <a14:foregroundMark x1="23377" y1="2528" x2="4870" y2="18258"/>
                          <a14:foregroundMark x1="649" y1="23034" x2="24675" y2="23596"/>
                          <a14:foregroundMark x1="24675" y1="25000" x2="25325" y2="12921"/>
                          <a14:foregroundMark x1="74351" y1="3090" x2="89286" y2="2528"/>
                          <a14:foregroundMark x1="87987" y1="2528" x2="92208" y2="98596"/>
                          <a14:foregroundMark x1="90584" y1="1966" x2="92208" y2="83708"/>
                          <a14:foregroundMark x1="92208" y1="83708" x2="93182" y2="4494"/>
                          <a14:foregroundMark x1="93182" y1="4494" x2="92208" y2="3652"/>
                          <a14:foregroundMark x1="25325" y1="10955" x2="25974" y2="29213"/>
                          <a14:foregroundMark x1="14935" y1="34551" x2="23052" y2="34831"/>
                          <a14:foregroundMark x1="19156" y1="99719" x2="45130" y2="99719"/>
                          <a14:foregroundMark x1="45130" y1="99157" x2="89935" y2="99157"/>
                          <a14:foregroundMark x1="90584" y1="44944" x2="92208" y2="84551"/>
                          <a14:foregroundMark x1="92208" y1="84551" x2="92857" y2="44663"/>
                          <a14:foregroundMark x1="92857" y1="44663" x2="92208" y2="79213"/>
                          <a14:foregroundMark x1="93506" y1="43258" x2="93506" y2="9859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3094" y="4535327"/>
              <a:ext cx="689980" cy="797509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FD6A03E-0ED8-4810-8CF1-5A5698B8C97A}"/>
                </a:ext>
              </a:extLst>
            </p:cNvPr>
            <p:cNvSpPr txBox="1"/>
            <p:nvPr/>
          </p:nvSpPr>
          <p:spPr>
            <a:xfrm>
              <a:off x="2666174" y="4284594"/>
              <a:ext cx="8265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Plaintext</a:t>
              </a:r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1DA4D79C-99AB-47C9-85E8-2787E98A93DD}"/>
                </a:ext>
              </a:extLst>
            </p:cNvPr>
            <p:cNvSpPr/>
            <p:nvPr/>
          </p:nvSpPr>
          <p:spPr>
            <a:xfrm>
              <a:off x="2596895" y="5389165"/>
              <a:ext cx="1008932" cy="1535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DC679542-51ED-476E-9F6A-37625645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28149" y="5485083"/>
            <a:ext cx="2743200" cy="153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C3BFF89E-F94F-4F6F-80E0-31AD8ED5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80955" y="5380200"/>
            <a:ext cx="1008932" cy="153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44489-3E29-444A-8F84-5FD72241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11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0118E7-41EA-461E-A337-9AB72A965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415155" y="3720662"/>
            <a:ext cx="3156698" cy="2762471"/>
            <a:chOff x="4415155" y="3720662"/>
            <a:chExt cx="3156698" cy="276247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D2EC85-0555-41A3-8F26-C47CEE46BCBC}"/>
                </a:ext>
              </a:extLst>
            </p:cNvPr>
            <p:cNvSpPr/>
            <p:nvPr/>
          </p:nvSpPr>
          <p:spPr>
            <a:xfrm>
              <a:off x="4479406" y="3720662"/>
              <a:ext cx="3028197" cy="2116140"/>
            </a:xfrm>
            <a:prstGeom prst="rect">
              <a:avLst/>
            </a:prstGeom>
            <a:noFill/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01AEA7-713A-4E8E-BF9E-12366E78A691}"/>
                </a:ext>
              </a:extLst>
            </p:cNvPr>
            <p:cNvSpPr txBox="1"/>
            <p:nvPr/>
          </p:nvSpPr>
          <p:spPr>
            <a:xfrm>
              <a:off x="4415155" y="5836802"/>
              <a:ext cx="31566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Insecure Channel(e.g., Internet)</a:t>
              </a:r>
            </a:p>
            <a:p>
              <a:endParaRPr lang="en-US" dirty="0"/>
            </a:p>
          </p:txBody>
        </p:sp>
      </p:grpSp>
      <p:pic>
        <p:nvPicPr>
          <p:cNvPr id="43" name="Picture 8" descr="Evil Icon">
            <a:extLst>
              <a:ext uri="{FF2B5EF4-FFF2-40B4-BE49-F238E27FC236}">
                <a16:creationId xmlns:a16="http://schemas.microsoft.com/office/drawing/2014/main" id="{150C0068-24A6-41C1-9084-07DDA117D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962" y="2795831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0BAC87C-637C-40FB-8DE9-FD89F0C5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78" b="89778" l="1778" r="98222">
                        <a14:foregroundMark x1="5778" y1="42667" x2="5778" y2="42667"/>
                        <a14:foregroundMark x1="1778" y1="47111" x2="1778" y2="47111"/>
                        <a14:foregroundMark x1="93778" y1="48889" x2="93778" y2="48889"/>
                        <a14:foregroundMark x1="98222" y1="48000" x2="98222" y2="48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47048" y="3030798"/>
            <a:ext cx="457200" cy="4572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15E664A-B631-4A1F-953F-7B6A7338FA53}"/>
              </a:ext>
            </a:extLst>
          </p:cNvPr>
          <p:cNvSpPr txBox="1"/>
          <p:nvPr/>
        </p:nvSpPr>
        <p:spPr>
          <a:xfrm>
            <a:off x="6312829" y="2858397"/>
            <a:ext cx="925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Public Key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68A8F1A-A06F-4805-A8AE-8F6D7E8F8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197" b="94444" l="8537" r="90000">
                        <a14:foregroundMark x1="24146" y1="7692" x2="60000" y2="8547"/>
                        <a14:foregroundMark x1="60000" y1="8547" x2="27561" y2="4915"/>
                        <a14:foregroundMark x1="27561" y1="4915" x2="8537" y2="26496"/>
                        <a14:foregroundMark x1="8537" y1="26496" x2="8537" y2="54060"/>
                        <a14:foregroundMark x1="8537" y1="54060" x2="23902" y2="78846"/>
                        <a14:foregroundMark x1="23902" y1="78846" x2="47073" y2="16239"/>
                        <a14:foregroundMark x1="47073" y1="16239" x2="61220" y2="43803"/>
                        <a14:foregroundMark x1="61220" y1="43803" x2="46341" y2="51068"/>
                        <a14:foregroundMark x1="21220" y1="7692" x2="53902" y2="6410"/>
                        <a14:foregroundMark x1="53902" y1="6410" x2="73902" y2="6624"/>
                        <a14:foregroundMark x1="82927" y1="76282" x2="67317" y2="94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538" y="2896285"/>
            <a:ext cx="548640" cy="626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941C50-007D-4F2F-882D-F37F67C05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>
                        <a14:foregroundMark x1="49008" y1="79574" x2="49008" y2="7957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1413" y="3250960"/>
            <a:ext cx="1648255" cy="109728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B572066-B0F4-4658-975D-BAEB80E3B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>
                        <a14:foregroundMark x1="49008" y1="79574" x2="49008" y2="7957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20151" y="3244079"/>
            <a:ext cx="1648255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0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45E5-21D5-4630-9D8F-DB45E0179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A74FA-ADE8-4967-B1A4-85905C7E6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176694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Why we need cryptography?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</a:rPr>
              <a:t>Achieve Secure Information Exchange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How does private key cryptography work?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</a:rPr>
              <a:t>Both parties use the same key to encrypt and decrypt.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Why is it not good enough?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</a:rPr>
              <a:t>Not easy to find a secure channel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How does public key cryptography work?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</a:rPr>
              <a:t>Two keys: public key for encryption, private key for decryption.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3B567-82CC-492B-9558-CAF3329F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2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54"/>
          <p:cNvSpPr>
            <a:spLocks noGrp="1"/>
          </p:cNvSpPr>
          <p:nvPr>
            <p:ph type="title"/>
          </p:nvPr>
        </p:nvSpPr>
        <p:spPr>
          <a:xfrm>
            <a:off x="1524000" y="381001"/>
            <a:ext cx="9144000" cy="1412875"/>
          </a:xfrm>
        </p:spPr>
        <p:txBody>
          <a:bodyPr/>
          <a:lstStyle/>
          <a:p>
            <a:pPr eaLnBrk="1" hangingPunct="1"/>
            <a:r>
              <a:rPr lang="en-US" sz="4700" b="1" dirty="0"/>
              <a:t>Attacks</a:t>
            </a:r>
            <a:endParaRPr lang="en-US" sz="4700" dirty="0"/>
          </a:p>
        </p:txBody>
      </p:sp>
      <p:pic>
        <p:nvPicPr>
          <p:cNvPr id="41988" name="Picture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41143" y="2000044"/>
            <a:ext cx="1509713" cy="157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7C0A6D-8C0D-747D-9EF8-1C36806ADA17}"/>
              </a:ext>
            </a:extLst>
          </p:cNvPr>
          <p:cNvSpPr txBox="1"/>
          <p:nvPr/>
        </p:nvSpPr>
        <p:spPr>
          <a:xfrm>
            <a:off x="1524000" y="4070556"/>
            <a:ext cx="95225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Why Do We Study Attacks?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Cryptography is about security </a:t>
            </a:r>
            <a:r>
              <a:rPr lang="en-US" sz="2800" i="1" dirty="0"/>
              <a:t>against attackers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Security depends on the attacker’s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Attacks define what “secure” means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EDE9D-3F0F-590C-F85C-0F3BC4173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dirty="0"/>
              <a:t>The Attacker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B0630B-CFF6-7D43-3BA2-074DFC915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8" r="16054" b="-2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57010-6235-78AD-3A7C-47B2483D3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r>
              <a:rPr lang="en-US" sz="2800" b="1" dirty="0"/>
              <a:t>What Is an Attacker?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An attacker is an algorithm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Knows the encryption algorithm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Does not know the secret key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Interacts with the system in allowed 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ACE25-162F-63F0-CDCB-DFD22821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EE413A7-32C0-42B9-8169-A32BFBDA280A}" type="slidenum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40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Security Attacks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idx="1"/>
          </p:nvPr>
        </p:nvSpPr>
        <p:spPr>
          <a:xfrm>
            <a:off x="1097281" y="2066926"/>
            <a:ext cx="9799320" cy="4289425"/>
          </a:xfrm>
        </p:spPr>
        <p:txBody>
          <a:bodyPr>
            <a:normAutofit/>
          </a:bodyPr>
          <a:lstStyle/>
          <a:p>
            <a:r>
              <a:rPr lang="en-US" sz="2800" b="1" dirty="0"/>
              <a:t>Two Broad Classes of Attacks</a:t>
            </a:r>
            <a:endParaRPr lang="en-US" sz="2800" dirty="0"/>
          </a:p>
          <a:p>
            <a:r>
              <a:rPr lang="en-US" sz="2800" b="1" dirty="0"/>
              <a:t>Passive attacks</a:t>
            </a:r>
            <a:endParaRPr lang="en-US" sz="2800" dirty="0"/>
          </a:p>
          <a:p>
            <a:pPr lvl="1"/>
            <a:r>
              <a:rPr lang="en-US" sz="2400" dirty="0"/>
              <a:t>Observe communication only</a:t>
            </a:r>
          </a:p>
          <a:p>
            <a:pPr lvl="1"/>
            <a:r>
              <a:rPr lang="en-US" sz="2400" dirty="0"/>
              <a:t>Goal is to obtain information that is being sent</a:t>
            </a:r>
          </a:p>
          <a:p>
            <a:pPr lvl="1"/>
            <a:r>
              <a:rPr lang="en-US" sz="2400" dirty="0"/>
              <a:t>Hard to detect</a:t>
            </a:r>
          </a:p>
          <a:p>
            <a:r>
              <a:rPr lang="en-US" sz="2800" b="1" dirty="0"/>
              <a:t>Active attacks</a:t>
            </a:r>
            <a:endParaRPr lang="en-US" sz="2800" dirty="0"/>
          </a:p>
          <a:p>
            <a:pPr lvl="1"/>
            <a:r>
              <a:rPr lang="en-US" sz="2400" dirty="0"/>
              <a:t>Interact with or modify communication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D5BFAE-0CFC-7E0A-1F22-ADE197A50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741" y="4599038"/>
            <a:ext cx="1371600" cy="1371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6A84C3-4147-C533-D789-DDE789FA9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43" y="2743200"/>
            <a:ext cx="13716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EA48A-D86E-888A-EE26-9CE279F1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Ciphertext-Only Attacks (COA)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C8FAB-C4A0-1F2D-08A4-0A5BA0D3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EE413A7-32C0-42B9-8169-A32BFBDA280A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37AD373-6DCD-00E1-2476-E0EAE6DA5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3727196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8976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839F-DF16-1030-FC76-1A16C1379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Known-Plaintext Attacks (KPA)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88968-F8C7-A3DB-D91D-525FB9BDF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EE413A7-32C0-42B9-8169-A32BFBDA280A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1CC6675-5C75-D0A1-E8C1-6F04F6131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744840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2980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F0F21-3776-1E0B-3708-FAF3BB59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Chosen-Plaintext Attacks (CPA)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93D70-BDBA-A2A5-4197-756BEAE0E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Chosen-Plaintext Attack (CPA)</a:t>
            </a:r>
            <a:endParaRPr lang="en-US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Attacker chooses plaintexts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Receives corresponding ciphertexts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Can adapt choices based on previous outputs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CCA0E-66FC-A2F6-080F-5B5C2042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12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0206-830C-F5C0-6C1D-2B9D5C98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Chosen-Ciphertext Attacks (CCA)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194D-D8CE-F1AF-4EA9-D9316C8CA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Chosen-Ciphertext Attack (CCA)</a:t>
            </a:r>
            <a:endParaRPr lang="en-US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Attacker can submit ciphertexts for decryption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Exception: the challenge ciphertext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/>
              <a:t>Stronger than CPA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9B840-46E7-AA7A-F845-7694F164F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17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D917-DFE7-DCF5-854B-2E8F4CD6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 Strength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E33BF-7C34-2230-B629-BE660FFBD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Attack Models: From Weak to Strong</a:t>
            </a:r>
            <a:endParaRPr lang="en-US" sz="2800" dirty="0"/>
          </a:p>
          <a:p>
            <a:pPr lvl="1">
              <a:buFont typeface="Wingdings" pitchFamily="2" charset="2"/>
              <a:buChar char="Ø"/>
            </a:pPr>
            <a:r>
              <a:rPr lang="en-US" sz="2600" dirty="0"/>
              <a:t>Ciphertext-Only (COA)</a:t>
            </a:r>
          </a:p>
          <a:p>
            <a:pPr lvl="1">
              <a:buFont typeface="Wingdings" pitchFamily="2" charset="2"/>
              <a:buChar char="Ø"/>
            </a:pPr>
            <a:r>
              <a:rPr lang="en-US" sz="2600" dirty="0"/>
              <a:t>Known-Plaintext (KPA)</a:t>
            </a:r>
          </a:p>
          <a:p>
            <a:pPr lvl="1">
              <a:buFont typeface="Wingdings" pitchFamily="2" charset="2"/>
              <a:buChar char="Ø"/>
            </a:pPr>
            <a:r>
              <a:rPr lang="en-US" sz="2600" dirty="0"/>
              <a:t>Chosen-Plaintext (CPA)</a:t>
            </a:r>
          </a:p>
          <a:p>
            <a:pPr lvl="1">
              <a:buFont typeface="Wingdings" pitchFamily="2" charset="2"/>
              <a:buChar char="Ø"/>
            </a:pPr>
            <a:r>
              <a:rPr lang="en-US" sz="2600" dirty="0"/>
              <a:t>Chosen-Ciphertext (CCA)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711FE-BEEB-0E2F-0DFE-38D049CD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76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ACDD5-C88B-DE59-7CAC-51055885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dirty="0"/>
              <a:t>Why Attacks Shape Cryptographic Design</a:t>
            </a:r>
          </a:p>
        </p:txBody>
      </p:sp>
      <p:pic>
        <p:nvPicPr>
          <p:cNvPr id="6" name="Picture 5" descr="Orange arrow exiting grid maze">
            <a:extLst>
              <a:ext uri="{FF2B5EF4-FFF2-40B4-BE49-F238E27FC236}">
                <a16:creationId xmlns:a16="http://schemas.microsoft.com/office/drawing/2014/main" id="{16A68199-71D0-8ADF-CEBD-7602607D8C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21" r="28945" b="2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3F9F3-C5BF-EB71-6831-8DFC7A827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This Matters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Attacks define security 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proofs assume specific attacks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choices depend on attacker power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1F23D-8B03-000A-7D24-EDA91CC6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EE413A7-32C0-42B9-8169-A32BFBDA280A}" type="slidenum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065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>
            <a:extLst>
              <a:ext uri="{FF2B5EF4-FFF2-40B4-BE49-F238E27FC236}">
                <a16:creationId xmlns:a16="http://schemas.microsoft.com/office/drawing/2014/main" id="{EA132C91-20EE-408D-9377-EBC1D63666C5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4941965" y="5045139"/>
            <a:ext cx="2308068" cy="600164"/>
          </a:xfrm>
          <a:prstGeom prst="rect">
            <a:avLst/>
          </a:prstGeom>
          <a:noFill/>
          <a:ln w="9525">
            <a:noFill/>
            <a:prstDash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none" lIns="45720" tIns="22860" rIns="45720" bIns="228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8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Open Sans" pitchFamily="34" charset="0"/>
                <a:cs typeface="Open Sans" pitchFamily="34" charset="0"/>
              </a:rPr>
              <a:t>QUESTIONS?</a:t>
            </a:r>
          </a:p>
        </p:txBody>
      </p:sp>
      <p:pic>
        <p:nvPicPr>
          <p:cNvPr id="3074" name="Picture 2" descr="Breaking cryptography records">
            <a:extLst>
              <a:ext uri="{FF2B5EF4-FFF2-40B4-BE49-F238E27FC236}">
                <a16:creationId xmlns:a16="http://schemas.microsoft.com/office/drawing/2014/main" id="{ED38F180-12C8-4E56-9983-B568BF00B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49" y="373224"/>
            <a:ext cx="6667500" cy="443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5A5112-5DF3-4183-BEF1-AF729753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3A7-32C0-42B9-8169-A32BFBDA280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310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5CD99EC-A41F-4DE1-8B3F-C62CDC3F37C5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3719</TotalTime>
  <Words>739</Words>
  <Application>Microsoft Office PowerPoint</Application>
  <PresentationFormat>Widescreen</PresentationFormat>
  <Paragraphs>187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ＭＳ Ｐゴシック</vt:lpstr>
      <vt:lpstr>Arial</vt:lpstr>
      <vt:lpstr>Calibri</vt:lpstr>
      <vt:lpstr>Calibri Light</vt:lpstr>
      <vt:lpstr>Times</vt:lpstr>
      <vt:lpstr>Wingdings</vt:lpstr>
      <vt:lpstr>Retrospect</vt:lpstr>
      <vt:lpstr>CS 3626: Cryptography   Lecture 1: Introduction to Cryptography Concepts </vt:lpstr>
      <vt:lpstr>Syllabus &amp; Introduce Myself</vt:lpstr>
      <vt:lpstr>Why we need cryptography?</vt:lpstr>
      <vt:lpstr>Why we need cryptography?</vt:lpstr>
      <vt:lpstr>Why we need cryptography?</vt:lpstr>
      <vt:lpstr>Category of Cryptography</vt:lpstr>
      <vt:lpstr>     Private-Key     Public-Key</vt:lpstr>
      <vt:lpstr>Private-Key Cryptography</vt:lpstr>
      <vt:lpstr>Public-Key Cryptography</vt:lpstr>
      <vt:lpstr>Public-Key Cryptography</vt:lpstr>
      <vt:lpstr>Public-Key Cryptography</vt:lpstr>
      <vt:lpstr>Quick Review</vt:lpstr>
      <vt:lpstr>Attacks</vt:lpstr>
      <vt:lpstr>The Attacker Model</vt:lpstr>
      <vt:lpstr>Security Attacks</vt:lpstr>
      <vt:lpstr>Ciphertext-Only Attacks (COA)</vt:lpstr>
      <vt:lpstr>Known-Plaintext Attacks (KPA)</vt:lpstr>
      <vt:lpstr>Chosen-Plaintext Attacks (CPA)</vt:lpstr>
      <vt:lpstr>Chosen-Ciphertext Attacks (CCA)</vt:lpstr>
      <vt:lpstr>Attack Strength Hierarchy</vt:lpstr>
      <vt:lpstr>Why Attacks Shape Cryptographic Design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Public Key Cryptography and RSA</dc:title>
  <dc:creator>Zhang, Xinyue</dc:creator>
  <cp:lastModifiedBy>Xinyue Zhang</cp:lastModifiedBy>
  <cp:revision>222</cp:revision>
  <dcterms:created xsi:type="dcterms:W3CDTF">2021-01-27T02:20:48Z</dcterms:created>
  <dcterms:modified xsi:type="dcterms:W3CDTF">2026-04-20T15:32:07Z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a-panorama-remediation-history">
    <vt:lpwstr>[{"altText":"Alice","pageNumber":0,"geomIndex":-1,"decorative":false,"imageIndex":4,"identifiers":{},"issueTypeId":"MissingAlternativeTextIssue:PPTX","dismiss":false,"pageNumbers":[3],"coordinatesList":[[134.5399932861328,363.04998779296875,91.63600158691406,108.0]]},{"pageNumber":0,"geomIndex":480,"lastGeomIndex":512,"textElement":"Insecure Channel(e.g., Internet)","tableIndex":-1,"rowIndex":-1,"cellIndex":-1,"fontColor":"#351fdb","identifiers":{"PARAGRAPH_ID":"18","RUN_ID":"0","SLIDE_ID":"2"},"issueDetails":{"luminance25":"0.32770252209295686","isHeader":"true","luminance75":"0.32770252209295686","textColor":"ffffff"},"issueTypeId":"LowContrastIssue:PPTX","dismiss":false,"pageNumbers":[3],"coordinatesList":[[408.7200012207031,371.21002197265625,100.49407958984375,52.20001220703125]]},{"isReadingOrderVerified":"true","pageNumber":0,"geomIndex":-1,"issueTypeId":"ReadingOrderIssue:PPTX","dismiss":false,"pageNumbers":[3],"coordinatesList":[[10.0,10.0,2.0,2.0]]},{"isReadingOrderVerified":"true","pageNumber":0,"geomIndex":-1,"issueTypeId":"ReadingOrderIssue:PPTX","dismiss":false,"pageNumbers":[4],"coordinatesList":[[10.0,10.0,2.0,2.0]]},{"altText":"Alice","pageNumber":0,"geomIndex":-1,"decorative":false,"imageIndex":4,"identifiers":{},"issueTypeId":"MissingAlternativeTextIssue:PPTX","dismiss":false,"pageNumbers":[4],"coordinatesList":[[134.5399932861328,363.04998779296875,91.63600158691406,108.0]]},{"pageNumber":0,"geomIndex":541,"lastGeomIndex":573,"textElement":"Insecure Channel(e.g., Internet)","tableIndex":-1,"rowIndex":-1,"cellIndex":-1,"fontColor":"#351fdb","identifiers":{"PARAGRAPH_ID":"23","RUN_ID":"0","SLIDE_ID":"3"},"issueDetails":{"luminance25":"0.32770252209295686","isHeader":"true","luminance75":"0.32770252209295686","textColor":"ffffff"},"issueTypeId":"LowContrastIssue:PPTX","dismiss":false,"pageNumbers":[4],"coordinatesList":[[408.7200012207031,371.21002197265625,100.49407958984375,52.20001220703125]]},{"altText":"Secure","pageNumber":0,"geomIndex":-1,"decorative":false,"imageIndex":22,"identifiers":{},"issueTypeId":"MissingAlternativeTextIssue:PPTX","dismiss":false,"pageNumbers":[4],"coordinatesList":[[834.0,393.489990234375,122.4000015258789,122.4000015258789]]},{"altText":"Alice","pageNumber":0,"geomIndex":-1,"decorative":false,"imageIndex":4,"identifiers":{},"issueTypeId":"MissingAlternativeTextIssue:PPTX","dismiss":false,"pageNumbers":[5],"coordinatesList":[[134.5399932861328,363.04998779296875,91.63600158691406,108.0]]},{"altText":"Secure","pageNumber":0,"geomIndex":-1,"decorative":false,"imageIndex":22,"identifiers":{},"issueTypeId":"MissingAlternativeTextIssue:PPTX","dismiss":false,"pageNumbers":[5],"coordinatesList":[[834.0,393.489990234375,122.4000015258789,122.4000015258789]]},{"pageNumber":0,"geomIndex":722,"lastGeomIndex":734,"textElement":"Cryptography","tableIndex":-1,"rowIndex":-1,"cellIndex":-1,"fontColor":"#1c07df","identifiers":{"PARAGRAPH_ID":"36","RUN_ID":"0","SLIDE_ID":"5"},"issueDetails":{"luminance25":"0.3734193865983336","isHeader":"true","luminance75":"0.3734193865983336","textColor":"ffffff"},"issueTypeId":"LowContrastIssue:PPTX","dismiss":false,"pageNumbers":[6],"coordinatesList":[[441.6000061035156,202.17999267578125,98.62197875976562,9.0]]},{"pageNumber":0,"geomIndex":734,"lastGeomIndex":758,"textElement":"Private Key Cryptography","tableIndex":-1,"rowIndex":-1,"cellIndex":-1,"fontColor":"#2205fa","identifiers":{"PARAGRAPH_ID":"37","RUN_ID":"0","SLIDE_ID":"5"},"issueDetails":{"luminance25":"0.3734193865983336","isHeader":"true","luminance75":"0.3734193865983336","textColor":"ffffff"},"issueTypeId":"LowContrastIssue:PPTX","dismiss":false,"pageNumbers":[6],"coordinatesList":[[182.0399932861328,393.42999267578125,98.62199401855469,30.5999755859375]]},{"pageNumber":0,"geomIndex":756,"lastGeomIndex":779,"textElement":"Public Key Cryptography","tableIndex":-1,"rowIndex":-1,"cellIndex":-1,"fontColor":"#1e05e1","identifiers":{"PARAGRAPH_ID":"38","RUN_ID":"0","SLIDE_ID":"5"},"issueDetails":{"luminance25":"0.3734193865983336","isHeader":"true","luminance75":"0.3734193865983336","textColor":"ffffff"},"issueTypeId":"LowContrastIssue:PPTX","dismiss":false,"pageNumbers":[6],"coordinatesList":[[441.5299987792969,393.42999267578125,98.62197875976562,30.5999755859375]]},{"pageNumber":0,"geomIndex":777,"lastGeomIndex":785,"textElement":"Protocol","tableIndex":-1,"rowIndex":-1,"cellIndex":-1,"fontColor":"#1e00ff","identifiers":{"PARAGRAPH_ID":"39","RUN_ID":"0","SLIDE_ID":"5"},"issueDetails":{"luminance25":"0.3734193865983336","isHeader":"true","luminance75":"0.3734193865983336","textColor":"ffffff"},"issueTypeId":"LowContrastIssue:PPTX","dismiss":false,"pageNumbers":[6],"coordinatesList":[[719.7100219726562,382.6300048828125,61.2901611328125,9.0]]},{"altText":"Sender","pageNumber":0,"geomIndex":-1,"decorative":false,"imageIndex":23,"identifiers":{},"issueTypeId":"MissingAlternativeTextIssue:PPTX","dismiss":false,"pageNumbers":[7],"coordinatesList":[[838.8800048828125,226.95001220703125,69.40299987792969,67.36199951171875]]},{"altText":"Sender","pageNumber":0,"geomIndex":-1,"decorative":false,"imageIndex":17,"identifiers":{},"issueTypeId":"MissingAlternativeTextIssue:PPTX","dismiss":false,"pageNumbers":[7],"coordinatesList":[[495.5799865722656,230.20999145507812,69.40299987792969,76.17400360107422]]},{"altText":"Sender","pageNumber":0,"geomIndex":-1,"decorative":false,"imageIndex":4,"identifiers":{},"issueTypeId":"MissingAlternativeTextIssue:PPTX","dismiss":false,"pageNumbers":[7],"coordinatesList":[[34.36800003051758,281.95001220703125,91.63600158691406,108.0]]},{"altText":"Sender","pageNumber":0,"geomIndex":-1,"decorative":false,"imageIndex":19,"identifiers":{},"issueTypeId":"MissingAlternativeTextIssue:PPTX","dismiss":false,"pageNumbers":[7],"coordinatesList":[[841.1799926757812,311.760009765625,69.40299987792969,67.36199951171875]]},{"altText":"Sender","pageNumber":0,"geomIndex":-1,"decorative":false,"imageIndex":9,"identifiers":{},"issueTypeId":"MissingAlternativeTextIssue:PPTX","dismiss":false,"pageNumbers":[7],"coordinatesList":[[496.0899963378906,318.739990234375,69.40299987792969,76.17400360107422]]},{"altText":"Sender","pageNumber":0,"geomIndex":-1,"decorative":false,"imageIndex":21,"identifiers":{},"issueTypeId":"MissingAlternativeTextIssue:PPTX","dismiss":false,"pageNumbers":[7],"coordinatesList":[[839.8699951171875,405.28997802734375,69.40299987792969,67.36199951171875]]},{"altText":"Mailbox","pageNumber":0,"geomIndex":-1,"decorative":false,"imageIndex":11,"identifiers":{},"issueTypeId":"MissingAlternativeTextIssue:PPTX","dismiss":false,"pageNumbers":[7],"coordinatesList":[[651.0999755859375,407.77001953125,165.60000610351562,214.50999450683594]]},{"altText":"Sender","pageNumber":0,"geomIndex":-1,"decorative":false,"imageIndex":15,"identifiers":{},"issueTypeId":"MissingAlternativeTextIssue:PPTX","dismiss":false,"pageNumbers":[7],"coordinatesList":[[495.04998779296875,419.0299987792969,69.40299987792969,76.17400360107422]]},{"altText":"Attack","pageNumber":0,"geomIndex":-1,"decorative":false,"imageIndex":1,"identifiers":{},"issueTypeId":"MissingAlternativeTextIssue:PPTX","dismiss":false,"pageNumbers":[8],"coordinatesList":[[488.67999267578125,299.27001953125,96.7760009765625,42.69499969482422]]},{"pageNumber":0,"geomIndex":1054,"lastGeomIndex":1086,"textElement":"Insecure Channel(e.g., Internet)","tableIndex":-1,"rowIndex":-1,"cellIndex":-1,"fontColor":"#331ce3","identifiers":{"PARAGRAPH_ID":"54","RUN_ID":"0","SLIDE_ID":"7"},"issueDetails":{"luminance25":"0.32770252209295686","isHeader":"false","luminance75":"0.32770252209295686","textColor":"ffffff"},"issueTypeId":"LowContrastIssue:PPTX","dismiss":false,"pageNumbers":[8],"coordinatesList":[[463.29998779296875,365.739990234375,78.0411376953125,40.650004863739014]]},{"altText":"Decrypted document","pageNumber":0,"geomIndex":-1,"decorative":false,"imageIndex":12,"identifiers":{},"issueTypeId":"MissingAlternativeTextIssue:PPTX","dismiss":false,"pageNumbers":[8],"coordinatesList":[[754.989990234375,367.22998046875,55.94599914550781,64.66500091552734]]},{"altText":"Plaintext","pageNumber":0,"geomIndex":-1,"decorative":false,"imageIndex":17,"identifiers":{},"issueTypeId":"MissingAlternativeTextIssue:PPTX","dismiss":false,"pageNumbers":[8],"coordinatesList":[[166.97000122070312,370.3999938964844,54.32899856567383,62.79600143432617]]},{"pageNumber":0,"geomIndex":1084,"lastGeomIndex":1090,"textElement":"Secure","tableIndex":-1,"rowIndex":-1,"cellIndex":-1,"fontColor":"#2b13dd","identifiers":{"PARAGRAPH_ID":"55","RUN_ID":"0","SLIDE_ID":"7"},"issueDetails":{"luminance25":"0.32770252209295686","isHeader":"true","luminance75":"0.32770252209295686","textColor":"ffff00"},"issueTypeId":"LowContrastIssue:PPTX","dismiss":false,"pageNumbers":[8],"coordinatesList":[[436.67999267578125,477.57598876953125,125.87103271484375,10.020000457763672]]},{"altText":"Alice","pageNumber":0,"geomIndex":-1,"decorative":false,"imageIndex":20,"identifiers":{},"issueTypeId":"MissingAlternativeTextIssue:PPTX","dismiss":false,"pageNumbers":[8],"coordinatesList":[[144.82000732421875,480.2659912109375,91.63600158691406,108.0]]},{"isReadingOrderVerified":"true","pageNumber":0,"geomIndex":-1,"issueTypeId":"ReadingOrderIssue:PPTX","dismiss":false,"pageNumbers":[9],"coordinatesList":[[10.0,10.0,2.0,2.0]]},{"altText":"Key","pageNumber":0,"geomIndex":-1,"decorative":false,"imageIndex":19,"identifiers":{},"issueTypeId":"MissingAlternativeTextIssue:PPTX","dismiss":false,"pageNumbers":[9],"coordinatesList":[[515.52001953125,274.6499938964844,36.0,36.0]]},{"altText":"Key","pageNumber":0,"geomIndex":-1,"decorative":false,"imageIndex":28,"identifiers":{},"issueTypeId":"MissingAlternativeTextIssue:PPTX","dismiss":false,"pageNumbers":[9],"coordinatesList":[[453.92999267578125,321.72998046875,36.0,36.0]]},{"altText":"Encrypted file","pageNumber":0,"geomIndex":-1,"decorative":false,"imageIndex":12,"identifiers":{},"issueTypeId":"MissingAlternativeTextIssue:PPTX","dismiss":false,"pageNumbers":[9],"coordinatesList":[[614.3499755859375,396.08001708984375,54.32899856567383,62.79600143432617]]},{"altText":"key","pageNumber":0,"geomIndex":-1,"decorative":false,"imageIndex":7,"identifiers":{},"issueTypeId":"MissingAlternativeTextIssue:PPTX","dismiss":false,"pageNumbers":[9],"coordinatesList":[[884.6900024414062,396.739990234375,36.0,36.0]]},{"altText":"key","pageNumber":0,"geomIndex":-1,"decorative":false,"imageIndex":13,"identifiers":{},"issueTypeId":"MissingAlternativeTextIssue:PPTX","dismiss":false,"pageNumbers":[9],"coordinatesList":[[288.739990234375,497.9630126953125,36.0,36.0]]},{"isReadingOrderVerified":"true","pageNumber":0,"geomIndex":-1,"issueTypeId":"ReadingOrderIssue:PPTX","dismiss":false,"pageNumbers":[10],"coordinatesList":[[10.0,10.0,2.0,2.0]]},{"altText":"Key","pageNumber":0,"geomIndex":-1,"decorative":false,"imageIndex":19,"identifiers":{},"issueTypeId":"MissingAlternativeTextIssue:PPTX","dismiss":false,"pageNumbers":[10],"coordinatesList":[[515.52001953125,274.6499938964844,36.0,36.0]]},{"altText":"Key","pageNumber":0,"geomIndex":-1,"decorative":false,"imageIndex":28,"identifiers":{},"issueTypeId":"MissingAlternativeTextIssue:PPTX","dismiss":false,"pageNumbers":[10],"coordinatesList":[[453.92999267578125,321.72998046875,36.0,36.0]]},{"altText":"Encrypted file","pageNumber":0,"geomIndex":-1,"decorative":false,"imageIndex":12,"identifiers":{},"issueTypeId":"MissingAlternativeTextIssue:PPTX","dismiss":false,"pageNumbers":[10],"coordinatesList":[[614.3499755859375,396.08001708984375,54.32899856567383,62.79600143432617]]},{"altText":"key","pageNumber":0,"geomIndex":-1,"decorative":false,"imageIndex":7,"identifiers":{},"issueTypeId":"MissingAlternativeTextIssue:PPTX","dismiss":false,"pageNumbers":[10],"coordinatesList":[[884.6900024414062,396.739990234375,36.0,36.0]]},{"altText":"key","pageNumber":0,"geomIndex":-1,"decorative":false,"imageIndex":13,"identifiers":{},"issueTypeId":"MissingAlternativeTextIssue:PPTX","dismiss":false,"pageNumbers":[10],"coordinatesList":[[288.739990234375,497.9630126953125,36.0,36.0]]},{"isReadingOrderVerified":"true","pageNumber":0,"geomIndex":-1,"issueTypeId":"ReadingOrderIssue:PPTX","dismiss":false,"pageNumbers":[11],"coordinatesList":[[10.0,10.0,2.0,2.0]]},{"altText":"key","pageNumber":0,"geomIndex":-1,"decorative":false,"imageIndex":19,"identifiers":{},"issueTypeId":"MissingAlternativeTextIssue:PPTX","dismiss":false,"pageNumbers":[11],"coordinatesList":[[515.52001953125,274.6499938964844,36.0,36.0]]},{"altText":"key","pageNumber":0,"geomIndex":-1,"decorative":false,"imageIndex":28,"identifiers":{},"issueTypeId":"MissingAlternativeTextIssue:PPTX","dismiss":false,"pageNumbers":[11],"coordinatesList":[[453.92999267578125,321.72998046875,36.0,36.0]]},{"altText":"Question mark","pageNumber":0,"geomIndex":-1,"decorative":false,"imageIndex":31,"identifiers":{},"issueTypeId":"MissingAlternativeTextIssue:PPTX","dismiss":false,"pageNumbers":[11],"coordinatesList":[[576.3900146484375,341.8399963378906,129.77999877929688,86.4000015258789]]},{"altText":"Question mark","pageNumber":0,"geomIndex":-1,"decorative":false,"imageIndex":32,"identifiers":{},"issueTypeId":"MissingAlternativeTextIssue:PPTX","dismiss":false,"pageNumbers":[11],"coordinatesList":[[244.2100067138672,342.3800048828125,129.77999877929688,86.4000015258789]]},{"altText":"encrypted message","pageNumber":0,"geomIndex":-1,"decorative":false,"imageIndex":12,"identifiers":{},"issueTypeId":"MissingAlternativeTextIssue:PPTX","dismiss":false,"pageNumbers":[11],"coordinatesList":[[614.3499755859375,396.08001708984375,54.32899856567383,62.79600143432617]]},{"altText":"key","pageNumber":0,"geomIndex":-1,"decorative":false,"imageIndex":7,"identifiers":{},"issueTypeId":"MissingAlternativeTextIssue:PPTX","dismiss":false,"pageNumbers":[11],"coordinatesList":[[884.6900024414062,396.739990234375,36.0,36.0]]},{"altText":"key","pageNumber":0,"geomIndex":-1,"decorative":false,"imageIndex":13,"identifiers":{},"issueTypeId":"MissingAlternativeTextIssue:PPTX","dismiss":false,"pageNumbers":[11],"coordinatesList":[[288.739990234375,497.9630126953125,36.0,36.0]]},{"isReadingOrderVerified":"true","pageNumber":0,"geomIndex":-1,"issueTypeId":"ReadingOrderIssue:PPTX","dismiss":false,"pageNumbers":[13],"coordinatesList":[[10.0,10.0,2.0,2.0]]},{"isReadingOrderVerified":"true","pageNumber":0,"geomIndex":-1,"issueTypeId":"ReadingOrderIssue:PPTX","dismiss":false,"pageNumbers":[14],"coordinatesList":[[10.0,10.0,2.0,2.0]]},{"isReadingOrderVerified":"true","pageNumber":0,"geomIndex":-1,"issueTypeId":"ReadingOrderIssue:PPTX","dismiss":false,"pageNumbers":[15],"coordinatesList":[[10.0,10.0,2.0,2.0]]},{"isReadingOrderVerified":"true","pageNumber":0,"geomIndex":-1,"issueTypeId":"ReadingOrderIssue:PPTX","dismiss":false,"pageNumbers":[16],"coordinatesList":[[10.0,10.0,2.0,2.0]]},{"isReadingOrderVerified":"true","pageNumber":0,"geomIndex":-1,"issueTypeId":"ReadingOrderIssue:PPTX","dismiss":false,"pageNumbers":[17],"coordinatesList":[[10.0,10.0,2.0,2.0]]},{"isReadingOrderVerified":"true","pageNumber":0,"geomIndex":-1,"issueTypeId":"ReadingOrderIssue:PPTX","dismiss":false,"pageNumbers":[21],"coordinatesList":[[10.0,10.0,2.0,2.0]]},{"isReadingOrderVerified":"true","pageNumber":0,"geomIndex":-1,"issueTypeId":"ReadingOrderIssue:PPTX","dismiss":false,"pageNumbers":[22],"coordinatesList":[[10.0,10.0,2.0,2.0]]}]</vt:lpwstr>
  </property>
  <property fmtid="{D5CDD505-2E9C-101B-9397-08002B2CF9AE}" pid="3" name="ReadingOrderVerifiedPages">
    <vt:lpwstr>3,4,9,10,11,13,14,15,16,17,21,22</vt:lpwstr>
  </property>
</Properties>
</file>