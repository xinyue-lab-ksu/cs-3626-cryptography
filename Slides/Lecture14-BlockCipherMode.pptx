
<file path=[Content_Types].xml><?xml version="1.0" encoding="utf-8"?>
<Types xmlns="http://schemas.openxmlformats.org/package/2006/content-types">
  <Default Extension="emf" ContentType="image/x-emf"/>
  <Default Extension="jpeg" ContentType="image/jpeg"/>
  <Default Extension="pdf" ContentType="application/pdf"/>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76" r:id="rId3"/>
    <p:sldId id="348" r:id="rId4"/>
    <p:sldId id="347" r:id="rId5"/>
    <p:sldId id="278" r:id="rId6"/>
    <p:sldId id="349" r:id="rId7"/>
    <p:sldId id="297" r:id="rId8"/>
    <p:sldId id="301" r:id="rId9"/>
    <p:sldId id="307" r:id="rId10"/>
    <p:sldId id="345" r:id="rId11"/>
    <p:sldId id="350" r:id="rId12"/>
    <p:sldId id="304" r:id="rId13"/>
    <p:sldId id="344" r:id="rId14"/>
    <p:sldId id="351" r:id="rId15"/>
    <p:sldId id="310" r:id="rId16"/>
    <p:sldId id="346" r:id="rId17"/>
    <p:sldId id="352" r:id="rId18"/>
    <p:sldId id="353" r:id="rId19"/>
    <p:sldId id="355" r:id="rId20"/>
    <p:sldId id="356" r:id="rId21"/>
    <p:sldId id="35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67" autoAdjust="0"/>
    <p:restoredTop sz="86441" autoAdjust="0"/>
  </p:normalViewPr>
  <p:slideViewPr>
    <p:cSldViewPr snapToGrid="0">
      <p:cViewPr varScale="1">
        <p:scale>
          <a:sx n="66" d="100"/>
          <a:sy n="66" d="100"/>
        </p:scale>
        <p:origin x="90" y="726"/>
      </p:cViewPr>
      <p:guideLst/>
    </p:cSldViewPr>
  </p:slideViewPr>
  <p:outlineViewPr>
    <p:cViewPr>
      <p:scale>
        <a:sx n="33" d="100"/>
        <a:sy n="33" d="100"/>
      </p:scale>
      <p:origin x="0" y="-487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AA15D1-2683-814B-B6F7-3742B1498F0C}"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44CF55-CAFA-7348-9BAA-E1D8597061C6}" type="slidenum">
              <a:rPr lang="en-US" smtClean="0"/>
              <a:t>‹#›</a:t>
            </a:fld>
            <a:endParaRPr lang="en-US"/>
          </a:p>
        </p:txBody>
      </p:sp>
    </p:spTree>
    <p:extLst>
      <p:ext uri="{BB962C8B-B14F-4D97-AF65-F5344CB8AC3E}">
        <p14:creationId xmlns:p14="http://schemas.microsoft.com/office/powerpoint/2010/main" val="3295394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44CF55-CAFA-7348-9BAA-E1D8597061C6}" type="slidenum">
              <a:rPr lang="en-US" smtClean="0"/>
              <a:t>1</a:t>
            </a:fld>
            <a:endParaRPr lang="en-US"/>
          </a:p>
        </p:txBody>
      </p:sp>
    </p:spTree>
    <p:extLst>
      <p:ext uri="{BB962C8B-B14F-4D97-AF65-F5344CB8AC3E}">
        <p14:creationId xmlns:p14="http://schemas.microsoft.com/office/powerpoint/2010/main" val="1751304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1ED3A70E-C97E-DC4B-9C68-0A144DA905F7}" type="slidenum">
              <a:rPr lang="en-AU">
                <a:latin typeface="Arial" pitchFamily="-84" charset="0"/>
              </a:rPr>
              <a:pPr/>
              <a:t>2</a:t>
            </a:fld>
            <a:endParaRPr lang="en-AU">
              <a:latin typeface="Arial" pitchFamily="-84" charset="0"/>
            </a:endParaRPr>
          </a:p>
        </p:txBody>
      </p:sp>
      <p:sp>
        <p:nvSpPr>
          <p:cNvPr id="23555" name="Rectangle 1026"/>
          <p:cNvSpPr>
            <a:spLocks noGrp="1" noRot="1" noChangeAspect="1" noChangeArrowheads="1" noTextEdit="1"/>
          </p:cNvSpPr>
          <p:nvPr>
            <p:ph type="sldImg"/>
          </p:nvPr>
        </p:nvSpPr>
        <p:spPr>
          <a:xfrm>
            <a:off x="381000" y="685800"/>
            <a:ext cx="6096000" cy="3429000"/>
          </a:xfrm>
          <a:ln/>
        </p:spPr>
      </p:sp>
      <p:sp>
        <p:nvSpPr>
          <p:cNvPr id="23556" name="Rectangle 1027"/>
          <p:cNvSpPr>
            <a:spLocks noGrp="1" noChangeArrowheads="1"/>
          </p:cNvSpPr>
          <p:nvPr>
            <p:ph type="body" idx="1"/>
          </p:nvPr>
        </p:nvSpPr>
        <p:spPr>
          <a:noFill/>
          <a:ln/>
        </p:spPr>
        <p:txBody>
          <a:bodyPr/>
          <a:lstStyle/>
          <a:p>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dirty="0"/>
                  <a:t>This attack is especially useful for understanding why simply encrypting something multiple times does not always give the security increase we might expect.</a:t>
                </a:r>
              </a:p>
              <a:p>
                <a:r>
                  <a:rPr lang="en-US" dirty="0"/>
                  <a:t>The basic setting is double encryption. Suppose we encrypt a plaintext block </a:t>
                </a:r>
                <a:r>
                  <a:rPr lang="en-US" sz="1200" i="0" kern="1200">
                    <a:solidFill>
                      <a:schemeClr val="tx1"/>
                    </a:solidFill>
                    <a:latin typeface="+mn-lt"/>
                    <a:ea typeface="+mn-ea"/>
                    <a:cs typeface="+mn-cs"/>
                  </a:rPr>
                  <a:t>𝑃</a:t>
                </a:r>
                <a:r>
                  <a:rPr lang="en-US" dirty="0"/>
                  <a:t>first with key </a:t>
                </a:r>
                <a:r>
                  <a:rPr lang="ar-AE" sz="1200" i="0" kern="1200">
                    <a:solidFill>
                      <a:schemeClr val="tx1"/>
                    </a:solidFill>
                    <a:latin typeface="+mn-lt"/>
                    <a:ea typeface="+mn-ea"/>
                    <a:cs typeface="+mn-cs"/>
                  </a:rPr>
                  <a:t>𝐾_1</a:t>
                </a:r>
                <a:r>
                  <a:rPr lang="ar-AE" dirty="0"/>
                  <a:t>, </a:t>
                </a:r>
                <a:r>
                  <a:rPr lang="en-US" dirty="0"/>
                  <a:t>and then encrypt the result again with key </a:t>
                </a:r>
                <a:r>
                  <a:rPr lang="ar-AE" sz="1200" i="0" kern="1200">
                    <a:solidFill>
                      <a:schemeClr val="tx1"/>
                    </a:solidFill>
                    <a:latin typeface="+mn-lt"/>
                    <a:ea typeface="+mn-ea"/>
                    <a:cs typeface="+mn-cs"/>
                  </a:rPr>
                  <a:t>𝐾_2</a:t>
                </a:r>
                <a:r>
                  <a:rPr lang="ar-AE" dirty="0"/>
                  <a:t>. </a:t>
                </a:r>
                <a:r>
                  <a:rPr lang="en-US" dirty="0"/>
                  <a:t>So the final ciphertext is </a:t>
                </a:r>
                <a:r>
                  <a:rPr lang="en-US" sz="1200" i="0" kern="1200">
                    <a:solidFill>
                      <a:schemeClr val="tx1"/>
                    </a:solidFill>
                    <a:latin typeface="+mn-lt"/>
                    <a:ea typeface="+mn-ea"/>
                    <a:cs typeface="+mn-cs"/>
                  </a:rPr>
                  <a:t>𝐶=</a:t>
                </a:r>
                <a:r>
                  <a:rPr lang="ar-AE" sz="1200" i="0" kern="1200">
                    <a:solidFill>
                      <a:schemeClr val="tx1"/>
                    </a:solidFill>
                    <a:latin typeface="+mn-lt"/>
                    <a:ea typeface="+mn-ea"/>
                    <a:cs typeface="+mn-cs"/>
                  </a:rPr>
                  <a:t>𝐸_(𝐾_2 ) (𝐸_(𝐾_1 ) (𝑃))</a:t>
                </a:r>
                <a:r>
                  <a:rPr lang="ar-AE" dirty="0"/>
                  <a:t>. </a:t>
                </a:r>
                <a:r>
                  <a:rPr lang="en-US" dirty="0"/>
                  <a:t>At first glance, this may look much stronger than single encryption, because now there are two keys involved.</a:t>
                </a:r>
              </a:p>
              <a:p>
                <a:r>
                  <a:rPr lang="en-US" dirty="0"/>
                  <a:t>If each key has </a:t>
                </a:r>
                <a:r>
                  <a:rPr lang="en-US" sz="1200" i="0" kern="1200">
                    <a:solidFill>
                      <a:schemeClr val="tx1"/>
                    </a:solidFill>
                    <a:latin typeface="+mn-lt"/>
                    <a:ea typeface="+mn-ea"/>
                    <a:cs typeface="+mn-cs"/>
                  </a:rPr>
                  <a:t>𝑘</a:t>
                </a:r>
                <a:r>
                  <a:rPr lang="en-US" dirty="0"/>
                  <a:t>bits, then a brute-force attack might seem to require trying all possible pairs of keys. That would be </a:t>
                </a:r>
                <a:r>
                  <a:rPr lang="ar-AE" sz="1200" i="0" kern="1200">
                    <a:solidFill>
                      <a:schemeClr val="tx1"/>
                    </a:solidFill>
                    <a:latin typeface="+mn-lt"/>
                    <a:ea typeface="+mn-ea"/>
                    <a:cs typeface="+mn-cs"/>
                  </a:rPr>
                  <a:t>2^𝑘×2^𝑘=2^2𝑘</a:t>
                </a:r>
                <a:r>
                  <a:rPr lang="en-US" dirty="0"/>
                  <a:t>possibilities. So it may look like the security has doubled. But the meet-in-the-middle attack shows that this intuition is wrong.</a:t>
                </a:r>
              </a:p>
              <a:p>
                <a:r>
                  <a:rPr lang="en-US" dirty="0"/>
                  <a:t>Here is the idea. Assume the attacker knows one plaintext-ciphertext pair, meaning the attacker knows both </a:t>
                </a:r>
                <a:r>
                  <a:rPr lang="en-US" sz="1200" i="0" kern="1200">
                    <a:solidFill>
                      <a:schemeClr val="tx1"/>
                    </a:solidFill>
                    <a:latin typeface="+mn-lt"/>
                    <a:ea typeface="+mn-ea"/>
                    <a:cs typeface="+mn-cs"/>
                  </a:rPr>
                  <a:t>𝑃</a:t>
                </a:r>
                <a:r>
                  <a:rPr lang="en-US" dirty="0"/>
                  <a:t>and </a:t>
                </a:r>
                <a:r>
                  <a:rPr lang="en-US" sz="1200" i="0" kern="1200">
                    <a:solidFill>
                      <a:schemeClr val="tx1"/>
                    </a:solidFill>
                    <a:latin typeface="+mn-lt"/>
                    <a:ea typeface="+mn-ea"/>
                    <a:cs typeface="+mn-cs"/>
                  </a:rPr>
                  <a:t>𝐶</a:t>
                </a:r>
                <a:r>
                  <a:rPr lang="en-US" dirty="0"/>
                  <a:t>. The attacker starts from the plaintext side and computes </a:t>
                </a:r>
                <a:r>
                  <a:rPr lang="ar-AE" sz="1200" i="0" kern="1200">
                    <a:solidFill>
                      <a:schemeClr val="tx1"/>
                    </a:solidFill>
                    <a:latin typeface="+mn-lt"/>
                    <a:ea typeface="+mn-ea"/>
                    <a:cs typeface="+mn-cs"/>
                  </a:rPr>
                  <a:t>𝐸_(𝐾_1 ) (𝑃)</a:t>
                </a:r>
                <a:r>
                  <a:rPr lang="en-US" dirty="0"/>
                  <a:t>for every possible value of </a:t>
                </a:r>
                <a:r>
                  <a:rPr lang="ar-AE" sz="1200" i="0" kern="1200">
                    <a:solidFill>
                      <a:schemeClr val="tx1"/>
                    </a:solidFill>
                    <a:latin typeface="+mn-lt"/>
                    <a:ea typeface="+mn-ea"/>
                    <a:cs typeface="+mn-cs"/>
                  </a:rPr>
                  <a:t>𝐾_1</a:t>
                </a:r>
                <a:r>
                  <a:rPr lang="ar-AE" dirty="0"/>
                  <a:t>. </a:t>
                </a:r>
                <a:r>
                  <a:rPr lang="en-US" dirty="0"/>
                  <a:t>Each of these results is stored in a table along with the key that produced it.</a:t>
                </a:r>
              </a:p>
              <a:p>
                <a:r>
                  <a:rPr lang="en-US" dirty="0"/>
                  <a:t>Then the attacker starts from the ciphertext side and computes </a:t>
                </a:r>
                <a:r>
                  <a:rPr lang="ar-AE" sz="1200" i="0" kern="1200">
                    <a:solidFill>
                      <a:schemeClr val="tx1"/>
                    </a:solidFill>
                    <a:latin typeface="+mn-lt"/>
                    <a:ea typeface="+mn-ea"/>
                    <a:cs typeface="+mn-cs"/>
                  </a:rPr>
                  <a:t>𝐷_(𝐾_2 ) (𝐶)</a:t>
                </a:r>
                <a:r>
                  <a:rPr lang="en-US" dirty="0"/>
                  <a:t>for every possible value of </a:t>
                </a:r>
                <a:r>
                  <a:rPr lang="ar-AE" sz="1200" i="0" kern="1200">
                    <a:solidFill>
                      <a:schemeClr val="tx1"/>
                    </a:solidFill>
                    <a:latin typeface="+mn-lt"/>
                    <a:ea typeface="+mn-ea"/>
                    <a:cs typeface="+mn-cs"/>
                  </a:rPr>
                  <a:t>𝐾_2</a:t>
                </a:r>
                <a:r>
                  <a:rPr lang="ar-AE" dirty="0"/>
                  <a:t>. </a:t>
                </a:r>
                <a:r>
                  <a:rPr lang="en-US" dirty="0"/>
                  <a:t>If one of these values matches something in the table, then the computation from the left side and the computation from the right side have met in the middle. That match gives a candidate pair of keys </a:t>
                </a:r>
                <a:r>
                  <a:rPr lang="ar-AE" sz="1200" i="0" kern="1200">
                    <a:solidFill>
                      <a:schemeClr val="tx1"/>
                    </a:solidFill>
                    <a:latin typeface="+mn-lt"/>
                    <a:ea typeface="+mn-ea"/>
                    <a:cs typeface="+mn-cs"/>
                  </a:rPr>
                  <a:t>𝐾_1</a:t>
                </a:r>
                <a:r>
                  <a:rPr lang="en-US" dirty="0"/>
                  <a:t>and </a:t>
                </a:r>
                <a:r>
                  <a:rPr lang="ar-AE" sz="1200" i="0" kern="1200">
                    <a:solidFill>
                      <a:schemeClr val="tx1"/>
                    </a:solidFill>
                    <a:latin typeface="+mn-lt"/>
                    <a:ea typeface="+mn-ea"/>
                    <a:cs typeface="+mn-cs"/>
                  </a:rPr>
                  <a:t>𝐾_2</a:t>
                </a:r>
                <a:r>
                  <a:rPr lang="ar-AE" dirty="0"/>
                  <a:t>.</a:t>
                </a:r>
              </a:p>
              <a:p>
                <a:r>
                  <a:rPr lang="en-US" dirty="0"/>
                  <a:t>So instead of searching all </a:t>
                </a:r>
                <a:r>
                  <a:rPr lang="ar-AE" sz="1200" i="0" kern="1200">
                    <a:solidFill>
                      <a:schemeClr val="tx1"/>
                    </a:solidFill>
                    <a:latin typeface="+mn-lt"/>
                    <a:ea typeface="+mn-ea"/>
                    <a:cs typeface="+mn-cs"/>
                  </a:rPr>
                  <a:t>2^2𝑘</a:t>
                </a:r>
                <a:r>
                  <a:rPr lang="en-US" dirty="0"/>
                  <a:t>key pairs directly, the attacker does about </a:t>
                </a:r>
                <a:r>
                  <a:rPr lang="ar-AE" sz="1200" i="0" kern="1200">
                    <a:solidFill>
                      <a:schemeClr val="tx1"/>
                    </a:solidFill>
                    <a:latin typeface="+mn-lt"/>
                    <a:ea typeface="+mn-ea"/>
                    <a:cs typeface="+mn-cs"/>
                  </a:rPr>
                  <a:t>2^𝑘</a:t>
                </a:r>
                <a:r>
                  <a:rPr lang="en-US" dirty="0"/>
                  <a:t>encryptions, about </a:t>
                </a:r>
                <a:r>
                  <a:rPr lang="ar-AE" sz="1200" i="0" kern="1200">
                    <a:solidFill>
                      <a:schemeClr val="tx1"/>
                    </a:solidFill>
                    <a:latin typeface="+mn-lt"/>
                    <a:ea typeface="+mn-ea"/>
                    <a:cs typeface="+mn-cs"/>
                  </a:rPr>
                  <a:t>2^𝑘</a:t>
                </a:r>
                <a:r>
                  <a:rPr lang="en-US" dirty="0"/>
                  <a:t>decryptions, and uses memory to store about </a:t>
                </a:r>
                <a:r>
                  <a:rPr lang="ar-AE" sz="1200" i="0" kern="1200">
                    <a:solidFill>
                      <a:schemeClr val="tx1"/>
                    </a:solidFill>
                    <a:latin typeface="+mn-lt"/>
                    <a:ea typeface="+mn-ea"/>
                    <a:cs typeface="+mn-cs"/>
                  </a:rPr>
                  <a:t>2^𝑘</a:t>
                </a:r>
                <a:r>
                  <a:rPr lang="en-US" dirty="0"/>
                  <a:t>intermediate values. That is a huge improvement over exhaustive search on all key pairs. The attack trades memory for time.</a:t>
                </a:r>
              </a:p>
              <a:p>
                <a:r>
                  <a:rPr lang="en-US" dirty="0"/>
                  <a:t>The main lesson is that double encryption does not automatically give twice the security. The structure of the scheme matters. If the attacker can compute from both directions and compare intermediate values, then the total security gain may be much smaller than expected.</a:t>
                </a:r>
              </a:p>
              <a:p>
                <a:r>
                  <a:rPr lang="en-US" dirty="0"/>
                  <a:t>This is exactly why Double DES is not considered to provide full 112-bit security. Even though it uses two 56-bit keys, the meet-in-the-middle attack reduces the effective security significantly. So this attack is a classic example showing that composing cryptographic operations must be analyzed carefully, not just counted by the number of keys or rounds.</a:t>
                </a:r>
              </a:p>
              <a:p>
                <a:endParaRPr lang="en-US" dirty="0"/>
              </a:p>
            </p:txBody>
          </p:sp>
        </mc:Fallback>
      </mc:AlternateContent>
      <p:sp>
        <p:nvSpPr>
          <p:cNvPr id="4" name="Slide Number Placeholder 3"/>
          <p:cNvSpPr>
            <a:spLocks noGrp="1"/>
          </p:cNvSpPr>
          <p:nvPr>
            <p:ph type="sldNum" sz="quarter" idx="5"/>
          </p:nvPr>
        </p:nvSpPr>
        <p:spPr/>
        <p:txBody>
          <a:bodyPr/>
          <a:lstStyle/>
          <a:p>
            <a:fld id="{ED44CF55-CAFA-7348-9BAA-E1D8597061C6}" type="slidenum">
              <a:rPr lang="en-US" smtClean="0"/>
              <a:t>3</a:t>
            </a:fld>
            <a:endParaRPr lang="en-US"/>
          </a:p>
        </p:txBody>
      </p:sp>
    </p:spTree>
    <p:extLst>
      <p:ext uri="{BB962C8B-B14F-4D97-AF65-F5344CB8AC3E}">
        <p14:creationId xmlns:p14="http://schemas.microsoft.com/office/powerpoint/2010/main" val="2543483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8468D2DB-E8A3-5946-9873-9C999757F12A}" type="slidenum">
              <a:rPr lang="en-AU" smtClean="0"/>
              <a:pPr>
                <a:defRPr/>
              </a:pPr>
              <a:t>4</a:t>
            </a:fld>
            <a:endParaRPr lang="en-AU" dirty="0"/>
          </a:p>
        </p:txBody>
      </p:sp>
    </p:spTree>
    <p:extLst>
      <p:ext uri="{BB962C8B-B14F-4D97-AF65-F5344CB8AC3E}">
        <p14:creationId xmlns:p14="http://schemas.microsoft.com/office/powerpoint/2010/main" val="2141946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DB2A333F-2D17-9744-BE06-B6D2230133E3}" type="slidenum">
              <a:rPr lang="en-AU">
                <a:latin typeface="Arial" pitchFamily="-84" charset="0"/>
              </a:rPr>
              <a:pPr/>
              <a:t>5</a:t>
            </a:fld>
            <a:endParaRPr lang="en-AU">
              <a:latin typeface="Arial" pitchFamily="-84" charset="0"/>
            </a:endParaRPr>
          </a:p>
        </p:txBody>
      </p:sp>
      <p:sp>
        <p:nvSpPr>
          <p:cNvPr id="29699" name="Rectangle 2"/>
          <p:cNvSpPr>
            <a:spLocks noGrp="1" noRot="1" noChangeAspect="1" noChangeArrowheads="1" noTextEdit="1"/>
          </p:cNvSpPr>
          <p:nvPr>
            <p:ph type="sldImg"/>
          </p:nvPr>
        </p:nvSpPr>
        <p:spPr>
          <a:xfrm>
            <a:off x="381000" y="685800"/>
            <a:ext cx="6096000" cy="3429000"/>
          </a:xfrm>
          <a:ln/>
        </p:spPr>
      </p:sp>
      <p:sp>
        <p:nvSpPr>
          <p:cNvPr id="29700" name="Rectangle 3"/>
          <p:cNvSpPr>
            <a:spLocks noGrp="1" noChangeArrowheads="1"/>
          </p:cNvSpPr>
          <p:nvPr>
            <p:ph type="body" idx="1"/>
          </p:nvPr>
        </p:nvSpPr>
        <p:spPr>
          <a:noFill/>
          <a:ln/>
        </p:spPr>
        <p:txBody>
          <a:bodyPr/>
          <a:lstStyle/>
          <a:p>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ED44CF55-CAFA-7348-9BAA-E1D8597061C6}" type="slidenum">
              <a:rPr lang="en-US" smtClean="0"/>
              <a:t>6</a:t>
            </a:fld>
            <a:endParaRPr lang="en-US"/>
          </a:p>
        </p:txBody>
      </p:sp>
    </p:spTree>
    <p:extLst>
      <p:ext uri="{BB962C8B-B14F-4D97-AF65-F5344CB8AC3E}">
        <p14:creationId xmlns:p14="http://schemas.microsoft.com/office/powerpoint/2010/main" val="3222328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9CD560C3-1BC1-9F41-B0DE-6AFA2BDA5545}" type="slidenum">
              <a:rPr lang="en-AU">
                <a:latin typeface="Arial" pitchFamily="-84" charset="0"/>
              </a:rPr>
              <a:pPr/>
              <a:t>7</a:t>
            </a:fld>
            <a:endParaRPr lang="en-AU">
              <a:latin typeface="Arial" pitchFamily="-84" charset="0"/>
            </a:endParaRPr>
          </a:p>
        </p:txBody>
      </p:sp>
      <p:sp>
        <p:nvSpPr>
          <p:cNvPr id="39939" name="Rectangle 2"/>
          <p:cNvSpPr>
            <a:spLocks noGrp="1" noRot="1" noChangeAspect="1" noChangeArrowheads="1" noTextEdit="1"/>
          </p:cNvSpPr>
          <p:nvPr>
            <p:ph type="sldImg"/>
          </p:nvPr>
        </p:nvSpPr>
        <p:spPr>
          <a:xfrm>
            <a:off x="381000" y="685800"/>
            <a:ext cx="6096000" cy="3429000"/>
          </a:xfrm>
          <a:solidFill>
            <a:srgbClr val="FFFFFF"/>
          </a:solidFill>
          <a:ln/>
        </p:spPr>
      </p:sp>
      <p:sp>
        <p:nvSpPr>
          <p:cNvPr id="39940" name="Rectangle 3"/>
          <p:cNvSpPr>
            <a:spLocks noGrp="1" noChangeArrowheads="1"/>
          </p:cNvSpPr>
          <p:nvPr>
            <p:ph type="body" idx="1"/>
          </p:nvPr>
        </p:nvSpPr>
        <p:spPr>
          <a:noFill/>
          <a:ln/>
        </p:spPr>
        <p:txBody>
          <a:bodyPr/>
          <a:lstStyle/>
          <a:p>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155BADCD-40B0-4943-A8D6-6BC32A70B22D}" type="slidenum">
              <a:rPr lang="en-AU">
                <a:latin typeface="Arial" pitchFamily="-84" charset="0"/>
              </a:rPr>
              <a:pPr/>
              <a:t>8</a:t>
            </a:fld>
            <a:endParaRPr lang="en-AU">
              <a:latin typeface="Arial" pitchFamily="-84" charset="0"/>
            </a:endParaRPr>
          </a:p>
        </p:txBody>
      </p:sp>
      <p:sp>
        <p:nvSpPr>
          <p:cNvPr id="44035" name="Rectangle 2"/>
          <p:cNvSpPr>
            <a:spLocks noGrp="1" noRot="1" noChangeAspect="1" noChangeArrowheads="1" noTextEdit="1"/>
          </p:cNvSpPr>
          <p:nvPr>
            <p:ph type="sldImg"/>
          </p:nvPr>
        </p:nvSpPr>
        <p:spPr>
          <a:xfrm>
            <a:off x="381000" y="685800"/>
            <a:ext cx="6096000" cy="3429000"/>
          </a:xfrm>
          <a:solidFill>
            <a:srgbClr val="FFFFFF"/>
          </a:solidFill>
          <a:ln/>
        </p:spPr>
      </p:sp>
      <p:sp>
        <p:nvSpPr>
          <p:cNvPr id="44036" name="Rectangle 3"/>
          <p:cNvSpPr>
            <a:spLocks noGrp="1" noChangeArrowheads="1"/>
          </p:cNvSpPr>
          <p:nvPr>
            <p:ph type="body" idx="1"/>
          </p:nvPr>
        </p:nvSpPr>
        <p:spPr>
          <a:noFill/>
          <a:ln/>
        </p:spPr>
        <p:txBody>
          <a:bodyPr/>
          <a:lstStyle/>
          <a:p>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91F84A11-D313-4048-98E1-5F3A82032797}" type="slidenum">
              <a:rPr lang="en-AU">
                <a:latin typeface="Arial" pitchFamily="-84" charset="0"/>
              </a:rPr>
              <a:pPr/>
              <a:t>9</a:t>
            </a:fld>
            <a:endParaRPr lang="en-AU">
              <a:latin typeface="Arial" pitchFamily="-84" charset="0"/>
            </a:endParaRPr>
          </a:p>
        </p:txBody>
      </p:sp>
      <p:sp>
        <p:nvSpPr>
          <p:cNvPr id="50179" name="Rectangle 2"/>
          <p:cNvSpPr>
            <a:spLocks noGrp="1" noRot="1" noChangeAspect="1" noChangeArrowheads="1" noTextEdit="1"/>
          </p:cNvSpPr>
          <p:nvPr>
            <p:ph type="sldImg"/>
          </p:nvPr>
        </p:nvSpPr>
        <p:spPr>
          <a:solidFill>
            <a:srgbClr val="FFFFFF"/>
          </a:solidFill>
          <a:ln/>
        </p:spPr>
      </p:sp>
      <p:sp>
        <p:nvSpPr>
          <p:cNvPr id="50180" name="Rectangle 3"/>
          <p:cNvSpPr>
            <a:spLocks noGrp="1" noChangeArrowheads="1"/>
          </p:cNvSpPr>
          <p:nvPr>
            <p:ph type="body" idx="1"/>
          </p:nvPr>
        </p:nvSpPr>
        <p:spPr>
          <a:noFill/>
          <a:ln/>
        </p:spPr>
        <p:txBody>
          <a:bodyPr/>
          <a:lstStyle/>
          <a:p>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91F84A11-D313-4048-98E1-5F3A82032797}" type="slidenum">
              <a:rPr lang="en-AU">
                <a:latin typeface="Arial" pitchFamily="-84" charset="0"/>
              </a:rPr>
              <a:pPr/>
              <a:t>10</a:t>
            </a:fld>
            <a:endParaRPr lang="en-AU">
              <a:latin typeface="Arial" pitchFamily="-84" charset="0"/>
            </a:endParaRPr>
          </a:p>
        </p:txBody>
      </p:sp>
      <p:sp>
        <p:nvSpPr>
          <p:cNvPr id="50179" name="Rectangle 2"/>
          <p:cNvSpPr>
            <a:spLocks noGrp="1" noRot="1" noChangeAspect="1" noChangeArrowheads="1" noTextEdit="1"/>
          </p:cNvSpPr>
          <p:nvPr>
            <p:ph type="sldImg"/>
          </p:nvPr>
        </p:nvSpPr>
        <p:spPr>
          <a:solidFill>
            <a:srgbClr val="FFFFFF"/>
          </a:solidFill>
          <a:ln/>
        </p:spPr>
      </p:sp>
      <p:sp>
        <p:nvSpPr>
          <p:cNvPr id="50180" name="Rectangle 3"/>
          <p:cNvSpPr>
            <a:spLocks noGrp="1" noChangeArrowheads="1"/>
          </p:cNvSpPr>
          <p:nvPr>
            <p:ph type="body" idx="1"/>
          </p:nvPr>
        </p:nvSpPr>
        <p:spPr>
          <a:noFill/>
          <a:ln/>
        </p:spPr>
        <p:txBody>
          <a:bodyPr/>
          <a:lstStyle/>
          <a:p>
            <a:endParaRPr lang="en-AU" dirty="0">
              <a:latin typeface="Arial" pitchFamily="-84" charset="0"/>
              <a:ea typeface="ＭＳ Ｐゴシック" pitchFamily="-84" charset="-128"/>
              <a:cs typeface="ＭＳ Ｐゴシック" pitchFamily="-84" charset="-128"/>
            </a:endParaRPr>
          </a:p>
        </p:txBody>
      </p:sp>
    </p:spTree>
    <p:extLst>
      <p:ext uri="{BB962C8B-B14F-4D97-AF65-F5344CB8AC3E}">
        <p14:creationId xmlns:p14="http://schemas.microsoft.com/office/powerpoint/2010/main" val="6935155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44CF55-CAFA-7348-9BAA-E1D8597061C6}" type="slidenum">
              <a:rPr lang="en-US" smtClean="0"/>
              <a:t>11</a:t>
            </a:fld>
            <a:endParaRPr lang="en-US"/>
          </a:p>
        </p:txBody>
      </p:sp>
    </p:spTree>
    <p:extLst>
      <p:ext uri="{BB962C8B-B14F-4D97-AF65-F5344CB8AC3E}">
        <p14:creationId xmlns:p14="http://schemas.microsoft.com/office/powerpoint/2010/main" val="24476500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F4B7D299-6A89-A044-B96D-D64C68644C90}" type="slidenum">
              <a:rPr lang="en-AU">
                <a:latin typeface="Arial" pitchFamily="-84" charset="0"/>
              </a:rPr>
              <a:pPr/>
              <a:t>12</a:t>
            </a:fld>
            <a:endParaRPr lang="en-AU">
              <a:latin typeface="Arial" pitchFamily="-84" charset="0"/>
            </a:endParaRPr>
          </a:p>
        </p:txBody>
      </p:sp>
      <p:sp>
        <p:nvSpPr>
          <p:cNvPr id="48131" name="Rectangle 2"/>
          <p:cNvSpPr>
            <a:spLocks noGrp="1" noRot="1" noChangeAspect="1" noChangeArrowheads="1" noTextEdit="1"/>
          </p:cNvSpPr>
          <p:nvPr>
            <p:ph type="sldImg"/>
          </p:nvPr>
        </p:nvSpPr>
        <p:spPr>
          <a:solidFill>
            <a:srgbClr val="FFFFFF"/>
          </a:solidFill>
          <a:ln/>
        </p:spPr>
      </p:sp>
      <p:sp>
        <p:nvSpPr>
          <p:cNvPr id="48132" name="Rectangle 3"/>
          <p:cNvSpPr>
            <a:spLocks noGrp="1" noChangeArrowheads="1"/>
          </p:cNvSpPr>
          <p:nvPr>
            <p:ph type="body" idx="1"/>
          </p:nvPr>
        </p:nvSpPr>
        <p:spPr>
          <a:noFill/>
          <a:ln/>
        </p:spPr>
        <p:txBody>
          <a:bodyPr/>
          <a:lstStyle/>
          <a:p>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F4B7D299-6A89-A044-B96D-D64C68644C90}" type="slidenum">
              <a:rPr lang="en-AU">
                <a:latin typeface="Arial" pitchFamily="-84" charset="0"/>
              </a:rPr>
              <a:pPr/>
              <a:t>13</a:t>
            </a:fld>
            <a:endParaRPr lang="en-AU">
              <a:latin typeface="Arial" pitchFamily="-84" charset="0"/>
            </a:endParaRPr>
          </a:p>
        </p:txBody>
      </p:sp>
      <p:sp>
        <p:nvSpPr>
          <p:cNvPr id="48131" name="Rectangle 2"/>
          <p:cNvSpPr>
            <a:spLocks noGrp="1" noRot="1" noChangeAspect="1" noChangeArrowheads="1" noTextEdit="1"/>
          </p:cNvSpPr>
          <p:nvPr>
            <p:ph type="sldImg"/>
          </p:nvPr>
        </p:nvSpPr>
        <p:spPr>
          <a:solidFill>
            <a:srgbClr val="FFFFFF"/>
          </a:solidFill>
          <a:ln/>
        </p:spPr>
      </p:sp>
      <p:sp>
        <p:nvSpPr>
          <p:cNvPr id="48132" name="Rectangle 3"/>
          <p:cNvSpPr>
            <a:spLocks noGrp="1" noChangeArrowheads="1"/>
          </p:cNvSpPr>
          <p:nvPr>
            <p:ph type="body" idx="1"/>
          </p:nvPr>
        </p:nvSpPr>
        <p:spPr>
          <a:noFill/>
          <a:ln/>
        </p:spPr>
        <p:txBody>
          <a:bodyPr/>
          <a:lstStyle/>
          <a:p>
            <a:endParaRPr lang="en-AU" dirty="0">
              <a:latin typeface="Arial" pitchFamily="-84" charset="0"/>
              <a:ea typeface="ＭＳ Ｐゴシック" pitchFamily="-84" charset="-128"/>
              <a:cs typeface="ＭＳ Ｐゴシック" pitchFamily="-84" charset="-128"/>
            </a:endParaRPr>
          </a:p>
        </p:txBody>
      </p:sp>
    </p:spTree>
    <p:extLst>
      <p:ext uri="{BB962C8B-B14F-4D97-AF65-F5344CB8AC3E}">
        <p14:creationId xmlns:p14="http://schemas.microsoft.com/office/powerpoint/2010/main" val="37387754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44CF55-CAFA-7348-9BAA-E1D8597061C6}" type="slidenum">
              <a:rPr lang="en-US" smtClean="0"/>
              <a:t>14</a:t>
            </a:fld>
            <a:endParaRPr lang="en-US"/>
          </a:p>
        </p:txBody>
      </p:sp>
    </p:spTree>
    <p:extLst>
      <p:ext uri="{BB962C8B-B14F-4D97-AF65-F5344CB8AC3E}">
        <p14:creationId xmlns:p14="http://schemas.microsoft.com/office/powerpoint/2010/main" val="9357560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379C05F5-00ED-0346-BDE6-91FAB24304DA}" type="slidenum">
              <a:rPr lang="en-AU">
                <a:latin typeface="Arial" pitchFamily="-84" charset="0"/>
              </a:rPr>
              <a:pPr/>
              <a:t>15</a:t>
            </a:fld>
            <a:endParaRPr lang="en-AU">
              <a:latin typeface="Arial" pitchFamily="-84" charset="0"/>
            </a:endParaRPr>
          </a:p>
        </p:txBody>
      </p:sp>
      <p:sp>
        <p:nvSpPr>
          <p:cNvPr id="52227" name="Rectangle 2"/>
          <p:cNvSpPr>
            <a:spLocks noGrp="1" noRot="1" noChangeAspect="1" noChangeArrowheads="1" noTextEdit="1"/>
          </p:cNvSpPr>
          <p:nvPr>
            <p:ph type="sldImg"/>
          </p:nvPr>
        </p:nvSpPr>
        <p:spPr>
          <a:solidFill>
            <a:srgbClr val="FFFFFF"/>
          </a:solidFill>
          <a:ln/>
        </p:spPr>
      </p:sp>
      <p:sp>
        <p:nvSpPr>
          <p:cNvPr id="52228" name="Rectangle 3"/>
          <p:cNvSpPr>
            <a:spLocks noGrp="1" noChangeArrowheads="1"/>
          </p:cNvSpPr>
          <p:nvPr>
            <p:ph type="body" idx="1"/>
          </p:nvPr>
        </p:nvSpPr>
        <p:spPr>
          <a:noFill/>
          <a:ln/>
        </p:spPr>
        <p:txBody>
          <a:bodyPr/>
          <a:lstStyle/>
          <a:p>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379C05F5-00ED-0346-BDE6-91FAB24304DA}" type="slidenum">
              <a:rPr lang="en-AU">
                <a:latin typeface="Arial" pitchFamily="-84" charset="0"/>
              </a:rPr>
              <a:pPr/>
              <a:t>16</a:t>
            </a:fld>
            <a:endParaRPr lang="en-AU">
              <a:latin typeface="Arial" pitchFamily="-84" charset="0"/>
            </a:endParaRPr>
          </a:p>
        </p:txBody>
      </p:sp>
      <p:sp>
        <p:nvSpPr>
          <p:cNvPr id="52227" name="Rectangle 2"/>
          <p:cNvSpPr>
            <a:spLocks noGrp="1" noRot="1" noChangeAspect="1" noChangeArrowheads="1" noTextEdit="1"/>
          </p:cNvSpPr>
          <p:nvPr>
            <p:ph type="sldImg"/>
          </p:nvPr>
        </p:nvSpPr>
        <p:spPr>
          <a:solidFill>
            <a:srgbClr val="FFFFFF"/>
          </a:solidFill>
          <a:ln/>
        </p:spPr>
      </p:sp>
      <p:sp>
        <p:nvSpPr>
          <p:cNvPr id="52228" name="Rectangle 3"/>
          <p:cNvSpPr>
            <a:spLocks noGrp="1" noChangeArrowheads="1"/>
          </p:cNvSpPr>
          <p:nvPr>
            <p:ph type="body" idx="1"/>
          </p:nvPr>
        </p:nvSpPr>
        <p:spPr>
          <a:noFill/>
          <a:ln/>
        </p:spPr>
        <p:txBody>
          <a:bodyPr/>
          <a:lstStyle/>
          <a:p>
            <a:endParaRPr lang="en-AU" dirty="0">
              <a:latin typeface="Arial" pitchFamily="-84" charset="0"/>
              <a:ea typeface="ＭＳ Ｐゴシック" pitchFamily="-84" charset="-128"/>
              <a:cs typeface="ＭＳ Ｐゴシック" pitchFamily="-84" charset="-128"/>
            </a:endParaRPr>
          </a:p>
        </p:txBody>
      </p:sp>
    </p:spTree>
    <p:extLst>
      <p:ext uri="{BB962C8B-B14F-4D97-AF65-F5344CB8AC3E}">
        <p14:creationId xmlns:p14="http://schemas.microsoft.com/office/powerpoint/2010/main" val="10163806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ED44CF55-CAFA-7348-9BAA-E1D8597061C6}" type="slidenum">
              <a:rPr lang="en-US" smtClean="0"/>
              <a:t>17</a:t>
            </a:fld>
            <a:endParaRPr lang="en-US"/>
          </a:p>
        </p:txBody>
      </p:sp>
    </p:spTree>
    <p:extLst>
      <p:ext uri="{BB962C8B-B14F-4D97-AF65-F5344CB8AC3E}">
        <p14:creationId xmlns:p14="http://schemas.microsoft.com/office/powerpoint/2010/main" val="9685383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44CF55-CAFA-7348-9BAA-E1D8597061C6}" type="slidenum">
              <a:rPr lang="en-US" smtClean="0"/>
              <a:t>18</a:t>
            </a:fld>
            <a:endParaRPr lang="en-US"/>
          </a:p>
        </p:txBody>
      </p:sp>
    </p:spTree>
    <p:extLst>
      <p:ext uri="{BB962C8B-B14F-4D97-AF65-F5344CB8AC3E}">
        <p14:creationId xmlns:p14="http://schemas.microsoft.com/office/powerpoint/2010/main" val="33179303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44CF55-CAFA-7348-9BAA-E1D8597061C6}" type="slidenum">
              <a:rPr lang="en-US" smtClean="0"/>
              <a:t>19</a:t>
            </a:fld>
            <a:endParaRPr lang="en-US"/>
          </a:p>
        </p:txBody>
      </p:sp>
    </p:spTree>
    <p:extLst>
      <p:ext uri="{BB962C8B-B14F-4D97-AF65-F5344CB8AC3E}">
        <p14:creationId xmlns:p14="http://schemas.microsoft.com/office/powerpoint/2010/main" val="21165765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44CF55-CAFA-7348-9BAA-E1D8597061C6}" type="slidenum">
              <a:rPr lang="en-US" smtClean="0"/>
              <a:t>20</a:t>
            </a:fld>
            <a:endParaRPr lang="en-US"/>
          </a:p>
        </p:txBody>
      </p:sp>
    </p:spTree>
    <p:extLst>
      <p:ext uri="{BB962C8B-B14F-4D97-AF65-F5344CB8AC3E}">
        <p14:creationId xmlns:p14="http://schemas.microsoft.com/office/powerpoint/2010/main" val="1529578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1B9C9-BAFC-B73D-8BAF-9C6547DBB5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56A0BD-761F-1523-7C67-3EE0B862C0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E4031E6-5A7F-740C-654F-DBD13AAFD28C}"/>
              </a:ext>
            </a:extLst>
          </p:cNvPr>
          <p:cNvSpPr>
            <a:spLocks noGrp="1"/>
          </p:cNvSpPr>
          <p:nvPr>
            <p:ph type="dt" sz="half" idx="10"/>
          </p:nvPr>
        </p:nvSpPr>
        <p:spPr/>
        <p:txBody>
          <a:bodyPr/>
          <a:lstStyle/>
          <a:p>
            <a:fld id="{22145F66-9579-5F43-94C9-2848678573A5}" type="datetimeFigureOut">
              <a:rPr lang="en-US" smtClean="0"/>
              <a:t>4/20/2026</a:t>
            </a:fld>
            <a:endParaRPr lang="en-US"/>
          </a:p>
        </p:txBody>
      </p:sp>
      <p:sp>
        <p:nvSpPr>
          <p:cNvPr id="5" name="Footer Placeholder 4">
            <a:extLst>
              <a:ext uri="{FF2B5EF4-FFF2-40B4-BE49-F238E27FC236}">
                <a16:creationId xmlns:a16="http://schemas.microsoft.com/office/drawing/2014/main" id="{2572EFBD-0A3C-9BC3-9B1B-B456B40AB3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9C24AD-2319-A4C3-E23C-F2D2C0B329DB}"/>
              </a:ext>
            </a:extLst>
          </p:cNvPr>
          <p:cNvSpPr>
            <a:spLocks noGrp="1"/>
          </p:cNvSpPr>
          <p:nvPr>
            <p:ph type="sldNum" sz="quarter" idx="12"/>
          </p:nvPr>
        </p:nvSpPr>
        <p:spPr/>
        <p:txBody>
          <a:bodyPr/>
          <a:lstStyle/>
          <a:p>
            <a:fld id="{20FC44E3-0047-2841-AFF7-F305A252E284}" type="slidenum">
              <a:rPr lang="en-US" smtClean="0"/>
              <a:t>‹#›</a:t>
            </a:fld>
            <a:endParaRPr lang="en-US"/>
          </a:p>
        </p:txBody>
      </p:sp>
    </p:spTree>
    <p:extLst>
      <p:ext uri="{BB962C8B-B14F-4D97-AF65-F5344CB8AC3E}">
        <p14:creationId xmlns:p14="http://schemas.microsoft.com/office/powerpoint/2010/main" val="2455815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CA474-35B7-4EBE-9141-9BB7F86E32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4FF8D1-B0C8-EF56-EFED-9B840572F6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E989AF-770B-4010-4BBE-71828E1A076D}"/>
              </a:ext>
            </a:extLst>
          </p:cNvPr>
          <p:cNvSpPr>
            <a:spLocks noGrp="1"/>
          </p:cNvSpPr>
          <p:nvPr>
            <p:ph type="dt" sz="half" idx="10"/>
          </p:nvPr>
        </p:nvSpPr>
        <p:spPr/>
        <p:txBody>
          <a:bodyPr/>
          <a:lstStyle/>
          <a:p>
            <a:fld id="{22145F66-9579-5F43-94C9-2848678573A5}" type="datetimeFigureOut">
              <a:rPr lang="en-US" smtClean="0"/>
              <a:t>4/20/2026</a:t>
            </a:fld>
            <a:endParaRPr lang="en-US"/>
          </a:p>
        </p:txBody>
      </p:sp>
      <p:sp>
        <p:nvSpPr>
          <p:cNvPr id="5" name="Footer Placeholder 4">
            <a:extLst>
              <a:ext uri="{FF2B5EF4-FFF2-40B4-BE49-F238E27FC236}">
                <a16:creationId xmlns:a16="http://schemas.microsoft.com/office/drawing/2014/main" id="{E0AEA152-1EC8-A352-DBAD-D954C43801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BE0ABB-55F2-3BB5-518A-838BD46356B5}"/>
              </a:ext>
            </a:extLst>
          </p:cNvPr>
          <p:cNvSpPr>
            <a:spLocks noGrp="1"/>
          </p:cNvSpPr>
          <p:nvPr>
            <p:ph type="sldNum" sz="quarter" idx="12"/>
          </p:nvPr>
        </p:nvSpPr>
        <p:spPr/>
        <p:txBody>
          <a:bodyPr/>
          <a:lstStyle/>
          <a:p>
            <a:fld id="{20FC44E3-0047-2841-AFF7-F305A252E284}" type="slidenum">
              <a:rPr lang="en-US" smtClean="0"/>
              <a:t>‹#›</a:t>
            </a:fld>
            <a:endParaRPr lang="en-US"/>
          </a:p>
        </p:txBody>
      </p:sp>
    </p:spTree>
    <p:extLst>
      <p:ext uri="{BB962C8B-B14F-4D97-AF65-F5344CB8AC3E}">
        <p14:creationId xmlns:p14="http://schemas.microsoft.com/office/powerpoint/2010/main" val="932231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F6764-E2DB-2660-9A77-98790351F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FC6959-7224-9774-2C81-4E7BA3514C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CA2F01-5A1C-5CCF-E4B2-6DA228B0A1A2}"/>
              </a:ext>
            </a:extLst>
          </p:cNvPr>
          <p:cNvSpPr>
            <a:spLocks noGrp="1"/>
          </p:cNvSpPr>
          <p:nvPr>
            <p:ph type="dt" sz="half" idx="10"/>
          </p:nvPr>
        </p:nvSpPr>
        <p:spPr/>
        <p:txBody>
          <a:bodyPr/>
          <a:lstStyle/>
          <a:p>
            <a:fld id="{22145F66-9579-5F43-94C9-2848678573A5}" type="datetimeFigureOut">
              <a:rPr lang="en-US" smtClean="0"/>
              <a:t>4/20/2026</a:t>
            </a:fld>
            <a:endParaRPr lang="en-US"/>
          </a:p>
        </p:txBody>
      </p:sp>
      <p:sp>
        <p:nvSpPr>
          <p:cNvPr id="5" name="Footer Placeholder 4">
            <a:extLst>
              <a:ext uri="{FF2B5EF4-FFF2-40B4-BE49-F238E27FC236}">
                <a16:creationId xmlns:a16="http://schemas.microsoft.com/office/drawing/2014/main" id="{F3E9C0D8-CEF2-42C4-6EAF-5AC0830A88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F22DDE-35D6-A38F-04B2-93F5B8475778}"/>
              </a:ext>
            </a:extLst>
          </p:cNvPr>
          <p:cNvSpPr>
            <a:spLocks noGrp="1"/>
          </p:cNvSpPr>
          <p:nvPr>
            <p:ph type="sldNum" sz="quarter" idx="12"/>
          </p:nvPr>
        </p:nvSpPr>
        <p:spPr/>
        <p:txBody>
          <a:bodyPr/>
          <a:lstStyle/>
          <a:p>
            <a:fld id="{20FC44E3-0047-2841-AFF7-F305A252E284}" type="slidenum">
              <a:rPr lang="en-US" smtClean="0"/>
              <a:t>‹#›</a:t>
            </a:fld>
            <a:endParaRPr lang="en-US"/>
          </a:p>
        </p:txBody>
      </p:sp>
    </p:spTree>
    <p:extLst>
      <p:ext uri="{BB962C8B-B14F-4D97-AF65-F5344CB8AC3E}">
        <p14:creationId xmlns:p14="http://schemas.microsoft.com/office/powerpoint/2010/main" val="841964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C7C0A-8E5A-6BEF-D173-2B0148F867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B0873C-0CE2-9DC5-392C-99DF78315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E6A90DB-9926-0309-AA79-9367505089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2BC0D9-A633-E320-0509-219AFA6679FC}"/>
              </a:ext>
            </a:extLst>
          </p:cNvPr>
          <p:cNvSpPr>
            <a:spLocks noGrp="1"/>
          </p:cNvSpPr>
          <p:nvPr>
            <p:ph type="dt" sz="half" idx="10"/>
          </p:nvPr>
        </p:nvSpPr>
        <p:spPr/>
        <p:txBody>
          <a:bodyPr/>
          <a:lstStyle/>
          <a:p>
            <a:fld id="{22145F66-9579-5F43-94C9-2848678573A5}" type="datetimeFigureOut">
              <a:rPr lang="en-US" smtClean="0"/>
              <a:t>4/20/2026</a:t>
            </a:fld>
            <a:endParaRPr lang="en-US"/>
          </a:p>
        </p:txBody>
      </p:sp>
      <p:sp>
        <p:nvSpPr>
          <p:cNvPr id="6" name="Footer Placeholder 5">
            <a:extLst>
              <a:ext uri="{FF2B5EF4-FFF2-40B4-BE49-F238E27FC236}">
                <a16:creationId xmlns:a16="http://schemas.microsoft.com/office/drawing/2014/main" id="{30B6D07C-80F2-D048-1C0D-BDA987FDB6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63651E-5047-AA3A-92D4-E0EE1CB765B1}"/>
              </a:ext>
            </a:extLst>
          </p:cNvPr>
          <p:cNvSpPr>
            <a:spLocks noGrp="1"/>
          </p:cNvSpPr>
          <p:nvPr>
            <p:ph type="sldNum" sz="quarter" idx="12"/>
          </p:nvPr>
        </p:nvSpPr>
        <p:spPr/>
        <p:txBody>
          <a:bodyPr/>
          <a:lstStyle/>
          <a:p>
            <a:fld id="{20FC44E3-0047-2841-AFF7-F305A252E284}" type="slidenum">
              <a:rPr lang="en-US" smtClean="0"/>
              <a:t>‹#›</a:t>
            </a:fld>
            <a:endParaRPr lang="en-US"/>
          </a:p>
        </p:txBody>
      </p:sp>
    </p:spTree>
    <p:extLst>
      <p:ext uri="{BB962C8B-B14F-4D97-AF65-F5344CB8AC3E}">
        <p14:creationId xmlns:p14="http://schemas.microsoft.com/office/powerpoint/2010/main" val="3710216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DD9A5-5F3C-F607-0F10-5CC4DDC36B1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1ADE8B-1522-1275-D3B6-636D457B7A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CC52A4-160C-E92E-37E7-54D0A75F8D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88B2E3-53CA-E8BC-2977-E475A813A2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0859E0-9E16-55B0-B49D-2039971667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AAE9A-9528-D181-5076-4C1FE95D9E96}"/>
              </a:ext>
            </a:extLst>
          </p:cNvPr>
          <p:cNvSpPr>
            <a:spLocks noGrp="1"/>
          </p:cNvSpPr>
          <p:nvPr>
            <p:ph type="dt" sz="half" idx="10"/>
          </p:nvPr>
        </p:nvSpPr>
        <p:spPr/>
        <p:txBody>
          <a:bodyPr/>
          <a:lstStyle/>
          <a:p>
            <a:fld id="{22145F66-9579-5F43-94C9-2848678573A5}" type="datetimeFigureOut">
              <a:rPr lang="en-US" smtClean="0"/>
              <a:t>4/20/2026</a:t>
            </a:fld>
            <a:endParaRPr lang="en-US"/>
          </a:p>
        </p:txBody>
      </p:sp>
      <p:sp>
        <p:nvSpPr>
          <p:cNvPr id="8" name="Footer Placeholder 7">
            <a:extLst>
              <a:ext uri="{FF2B5EF4-FFF2-40B4-BE49-F238E27FC236}">
                <a16:creationId xmlns:a16="http://schemas.microsoft.com/office/drawing/2014/main" id="{39ECD2D6-1061-6D38-EB40-390482DA2A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A68966-28A7-8BFF-B347-EA94D155A442}"/>
              </a:ext>
            </a:extLst>
          </p:cNvPr>
          <p:cNvSpPr>
            <a:spLocks noGrp="1"/>
          </p:cNvSpPr>
          <p:nvPr>
            <p:ph type="sldNum" sz="quarter" idx="12"/>
          </p:nvPr>
        </p:nvSpPr>
        <p:spPr/>
        <p:txBody>
          <a:bodyPr/>
          <a:lstStyle/>
          <a:p>
            <a:fld id="{20FC44E3-0047-2841-AFF7-F305A252E284}" type="slidenum">
              <a:rPr lang="en-US" smtClean="0"/>
              <a:t>‹#›</a:t>
            </a:fld>
            <a:endParaRPr lang="en-US"/>
          </a:p>
        </p:txBody>
      </p:sp>
    </p:spTree>
    <p:extLst>
      <p:ext uri="{BB962C8B-B14F-4D97-AF65-F5344CB8AC3E}">
        <p14:creationId xmlns:p14="http://schemas.microsoft.com/office/powerpoint/2010/main" val="27089223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A7D64-8700-2688-D8E1-DE69C61A12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0AF2F7-8ED8-59F6-A13B-893912B16BBE}"/>
              </a:ext>
            </a:extLst>
          </p:cNvPr>
          <p:cNvSpPr>
            <a:spLocks noGrp="1"/>
          </p:cNvSpPr>
          <p:nvPr>
            <p:ph type="dt" sz="half" idx="10"/>
          </p:nvPr>
        </p:nvSpPr>
        <p:spPr/>
        <p:txBody>
          <a:bodyPr/>
          <a:lstStyle/>
          <a:p>
            <a:fld id="{22145F66-9579-5F43-94C9-2848678573A5}" type="datetimeFigureOut">
              <a:rPr lang="en-US" smtClean="0"/>
              <a:t>4/20/2026</a:t>
            </a:fld>
            <a:endParaRPr lang="en-US"/>
          </a:p>
        </p:txBody>
      </p:sp>
      <p:sp>
        <p:nvSpPr>
          <p:cNvPr id="4" name="Footer Placeholder 3">
            <a:extLst>
              <a:ext uri="{FF2B5EF4-FFF2-40B4-BE49-F238E27FC236}">
                <a16:creationId xmlns:a16="http://schemas.microsoft.com/office/drawing/2014/main" id="{488805C8-02EC-39AB-736E-44067B3A77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87B2DD9-BE4C-0DA4-B502-8A8945146CF5}"/>
              </a:ext>
            </a:extLst>
          </p:cNvPr>
          <p:cNvSpPr>
            <a:spLocks noGrp="1"/>
          </p:cNvSpPr>
          <p:nvPr>
            <p:ph type="sldNum" sz="quarter" idx="12"/>
          </p:nvPr>
        </p:nvSpPr>
        <p:spPr/>
        <p:txBody>
          <a:bodyPr/>
          <a:lstStyle/>
          <a:p>
            <a:fld id="{20FC44E3-0047-2841-AFF7-F305A252E284}" type="slidenum">
              <a:rPr lang="en-US" smtClean="0"/>
              <a:t>‹#›</a:t>
            </a:fld>
            <a:endParaRPr lang="en-US"/>
          </a:p>
        </p:txBody>
      </p:sp>
    </p:spTree>
    <p:extLst>
      <p:ext uri="{BB962C8B-B14F-4D97-AF65-F5344CB8AC3E}">
        <p14:creationId xmlns:p14="http://schemas.microsoft.com/office/powerpoint/2010/main" val="3708811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C275A2-11A1-86D1-E79D-441090C98A48}"/>
              </a:ext>
            </a:extLst>
          </p:cNvPr>
          <p:cNvSpPr>
            <a:spLocks noGrp="1"/>
          </p:cNvSpPr>
          <p:nvPr>
            <p:ph type="dt" sz="half" idx="10"/>
          </p:nvPr>
        </p:nvSpPr>
        <p:spPr/>
        <p:txBody>
          <a:bodyPr/>
          <a:lstStyle/>
          <a:p>
            <a:fld id="{22145F66-9579-5F43-94C9-2848678573A5}" type="datetimeFigureOut">
              <a:rPr lang="en-US" smtClean="0"/>
              <a:t>4/20/2026</a:t>
            </a:fld>
            <a:endParaRPr lang="en-US"/>
          </a:p>
        </p:txBody>
      </p:sp>
      <p:sp>
        <p:nvSpPr>
          <p:cNvPr id="3" name="Footer Placeholder 2">
            <a:extLst>
              <a:ext uri="{FF2B5EF4-FFF2-40B4-BE49-F238E27FC236}">
                <a16:creationId xmlns:a16="http://schemas.microsoft.com/office/drawing/2014/main" id="{630384D3-E9AA-1833-F923-3BE35EEF0A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0906C0-5B86-287F-4E84-EF6EE86C79CA}"/>
              </a:ext>
            </a:extLst>
          </p:cNvPr>
          <p:cNvSpPr>
            <a:spLocks noGrp="1"/>
          </p:cNvSpPr>
          <p:nvPr>
            <p:ph type="sldNum" sz="quarter" idx="12"/>
          </p:nvPr>
        </p:nvSpPr>
        <p:spPr/>
        <p:txBody>
          <a:bodyPr/>
          <a:lstStyle/>
          <a:p>
            <a:fld id="{20FC44E3-0047-2841-AFF7-F305A252E284}" type="slidenum">
              <a:rPr lang="en-US" smtClean="0"/>
              <a:t>‹#›</a:t>
            </a:fld>
            <a:endParaRPr lang="en-US"/>
          </a:p>
        </p:txBody>
      </p:sp>
    </p:spTree>
    <p:extLst>
      <p:ext uri="{BB962C8B-B14F-4D97-AF65-F5344CB8AC3E}">
        <p14:creationId xmlns:p14="http://schemas.microsoft.com/office/powerpoint/2010/main" val="942559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94851-C1E8-07AC-C9C9-BB42E9E834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97A055D-CDB9-681B-8F7E-2FCEFA8D5C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8A8996-DDF4-EE6F-C55A-4FC75EF825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86FC79-AA89-E658-FF45-B6178A56A17A}"/>
              </a:ext>
            </a:extLst>
          </p:cNvPr>
          <p:cNvSpPr>
            <a:spLocks noGrp="1"/>
          </p:cNvSpPr>
          <p:nvPr>
            <p:ph type="dt" sz="half" idx="10"/>
          </p:nvPr>
        </p:nvSpPr>
        <p:spPr/>
        <p:txBody>
          <a:bodyPr/>
          <a:lstStyle/>
          <a:p>
            <a:fld id="{22145F66-9579-5F43-94C9-2848678573A5}" type="datetimeFigureOut">
              <a:rPr lang="en-US" smtClean="0"/>
              <a:t>4/20/2026</a:t>
            </a:fld>
            <a:endParaRPr lang="en-US"/>
          </a:p>
        </p:txBody>
      </p:sp>
      <p:sp>
        <p:nvSpPr>
          <p:cNvPr id="6" name="Footer Placeholder 5">
            <a:extLst>
              <a:ext uri="{FF2B5EF4-FFF2-40B4-BE49-F238E27FC236}">
                <a16:creationId xmlns:a16="http://schemas.microsoft.com/office/drawing/2014/main" id="{C7B8F89D-7944-06E2-C531-08D82D0342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E1396F-0143-DFC3-EA99-EAE71D1E71D1}"/>
              </a:ext>
            </a:extLst>
          </p:cNvPr>
          <p:cNvSpPr>
            <a:spLocks noGrp="1"/>
          </p:cNvSpPr>
          <p:nvPr>
            <p:ph type="sldNum" sz="quarter" idx="12"/>
          </p:nvPr>
        </p:nvSpPr>
        <p:spPr/>
        <p:txBody>
          <a:bodyPr/>
          <a:lstStyle/>
          <a:p>
            <a:fld id="{20FC44E3-0047-2841-AFF7-F305A252E284}" type="slidenum">
              <a:rPr lang="en-US" smtClean="0"/>
              <a:t>‹#›</a:t>
            </a:fld>
            <a:endParaRPr lang="en-US"/>
          </a:p>
        </p:txBody>
      </p:sp>
    </p:spTree>
    <p:extLst>
      <p:ext uri="{BB962C8B-B14F-4D97-AF65-F5344CB8AC3E}">
        <p14:creationId xmlns:p14="http://schemas.microsoft.com/office/powerpoint/2010/main" val="399126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76891-B357-07A7-C155-55E9B38114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FEFA61-0311-BAC2-9A4E-CABB84922A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58A8B98-2047-21C7-4115-B4CF4B0809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D254B8-CF7A-4AEE-F938-494A1FF20FBC}"/>
              </a:ext>
            </a:extLst>
          </p:cNvPr>
          <p:cNvSpPr>
            <a:spLocks noGrp="1"/>
          </p:cNvSpPr>
          <p:nvPr>
            <p:ph type="dt" sz="half" idx="10"/>
          </p:nvPr>
        </p:nvSpPr>
        <p:spPr/>
        <p:txBody>
          <a:bodyPr/>
          <a:lstStyle/>
          <a:p>
            <a:fld id="{22145F66-9579-5F43-94C9-2848678573A5}" type="datetimeFigureOut">
              <a:rPr lang="en-US" smtClean="0"/>
              <a:t>4/20/2026</a:t>
            </a:fld>
            <a:endParaRPr lang="en-US"/>
          </a:p>
        </p:txBody>
      </p:sp>
      <p:sp>
        <p:nvSpPr>
          <p:cNvPr id="6" name="Footer Placeholder 5">
            <a:extLst>
              <a:ext uri="{FF2B5EF4-FFF2-40B4-BE49-F238E27FC236}">
                <a16:creationId xmlns:a16="http://schemas.microsoft.com/office/drawing/2014/main" id="{6F580956-C457-B6DD-52DC-F6F10C338A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8E9086-9BBA-29BF-1D16-D208AD1E4113}"/>
              </a:ext>
            </a:extLst>
          </p:cNvPr>
          <p:cNvSpPr>
            <a:spLocks noGrp="1"/>
          </p:cNvSpPr>
          <p:nvPr>
            <p:ph type="sldNum" sz="quarter" idx="12"/>
          </p:nvPr>
        </p:nvSpPr>
        <p:spPr/>
        <p:txBody>
          <a:bodyPr/>
          <a:lstStyle/>
          <a:p>
            <a:fld id="{20FC44E3-0047-2841-AFF7-F305A252E284}" type="slidenum">
              <a:rPr lang="en-US" smtClean="0"/>
              <a:t>‹#›</a:t>
            </a:fld>
            <a:endParaRPr lang="en-US"/>
          </a:p>
        </p:txBody>
      </p:sp>
    </p:spTree>
    <p:extLst>
      <p:ext uri="{BB962C8B-B14F-4D97-AF65-F5344CB8AC3E}">
        <p14:creationId xmlns:p14="http://schemas.microsoft.com/office/powerpoint/2010/main" val="2987662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3F389-DB47-DD06-C4CC-09527117DF0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E15D6C5-FBAC-74C2-6C96-6BFC63BA27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881BB4-E670-8DA7-3B81-99A096633204}"/>
              </a:ext>
            </a:extLst>
          </p:cNvPr>
          <p:cNvSpPr>
            <a:spLocks noGrp="1"/>
          </p:cNvSpPr>
          <p:nvPr>
            <p:ph type="dt" sz="half" idx="10"/>
          </p:nvPr>
        </p:nvSpPr>
        <p:spPr/>
        <p:txBody>
          <a:bodyPr/>
          <a:lstStyle/>
          <a:p>
            <a:fld id="{22145F66-9579-5F43-94C9-2848678573A5}" type="datetimeFigureOut">
              <a:rPr lang="en-US" smtClean="0"/>
              <a:t>4/20/2026</a:t>
            </a:fld>
            <a:endParaRPr lang="en-US"/>
          </a:p>
        </p:txBody>
      </p:sp>
      <p:sp>
        <p:nvSpPr>
          <p:cNvPr id="5" name="Footer Placeholder 4">
            <a:extLst>
              <a:ext uri="{FF2B5EF4-FFF2-40B4-BE49-F238E27FC236}">
                <a16:creationId xmlns:a16="http://schemas.microsoft.com/office/drawing/2014/main" id="{FF11E035-FB99-88E9-CA3F-6C00DD381B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E29D9D-7A17-F2BD-CE1E-DA125F00E7DA}"/>
              </a:ext>
            </a:extLst>
          </p:cNvPr>
          <p:cNvSpPr>
            <a:spLocks noGrp="1"/>
          </p:cNvSpPr>
          <p:nvPr>
            <p:ph type="sldNum" sz="quarter" idx="12"/>
          </p:nvPr>
        </p:nvSpPr>
        <p:spPr/>
        <p:txBody>
          <a:bodyPr/>
          <a:lstStyle/>
          <a:p>
            <a:fld id="{20FC44E3-0047-2841-AFF7-F305A252E284}" type="slidenum">
              <a:rPr lang="en-US" smtClean="0"/>
              <a:t>‹#›</a:t>
            </a:fld>
            <a:endParaRPr lang="en-US"/>
          </a:p>
        </p:txBody>
      </p:sp>
    </p:spTree>
    <p:extLst>
      <p:ext uri="{BB962C8B-B14F-4D97-AF65-F5344CB8AC3E}">
        <p14:creationId xmlns:p14="http://schemas.microsoft.com/office/powerpoint/2010/main" val="560384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C5B2DC-F08C-F293-70FB-FDB143BCE16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7D0E074-6642-BCFF-712A-C8347FC980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469FDA-6AFD-E284-C341-C45A75622709}"/>
              </a:ext>
            </a:extLst>
          </p:cNvPr>
          <p:cNvSpPr>
            <a:spLocks noGrp="1"/>
          </p:cNvSpPr>
          <p:nvPr>
            <p:ph type="dt" sz="half" idx="10"/>
          </p:nvPr>
        </p:nvSpPr>
        <p:spPr/>
        <p:txBody>
          <a:bodyPr/>
          <a:lstStyle/>
          <a:p>
            <a:fld id="{22145F66-9579-5F43-94C9-2848678573A5}" type="datetimeFigureOut">
              <a:rPr lang="en-US" smtClean="0"/>
              <a:t>4/20/2026</a:t>
            </a:fld>
            <a:endParaRPr lang="en-US"/>
          </a:p>
        </p:txBody>
      </p:sp>
      <p:sp>
        <p:nvSpPr>
          <p:cNvPr id="5" name="Footer Placeholder 4">
            <a:extLst>
              <a:ext uri="{FF2B5EF4-FFF2-40B4-BE49-F238E27FC236}">
                <a16:creationId xmlns:a16="http://schemas.microsoft.com/office/drawing/2014/main" id="{27739E0D-E5FB-6A4A-F37F-CD14E0877E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C7F54-1301-483B-2EBD-CDFD56EF6AA7}"/>
              </a:ext>
            </a:extLst>
          </p:cNvPr>
          <p:cNvSpPr>
            <a:spLocks noGrp="1"/>
          </p:cNvSpPr>
          <p:nvPr>
            <p:ph type="sldNum" sz="quarter" idx="12"/>
          </p:nvPr>
        </p:nvSpPr>
        <p:spPr/>
        <p:txBody>
          <a:bodyPr/>
          <a:lstStyle/>
          <a:p>
            <a:fld id="{20FC44E3-0047-2841-AFF7-F305A252E284}" type="slidenum">
              <a:rPr lang="en-US" smtClean="0"/>
              <a:t>‹#›</a:t>
            </a:fld>
            <a:endParaRPr lang="en-US"/>
          </a:p>
        </p:txBody>
      </p:sp>
    </p:spTree>
    <p:extLst>
      <p:ext uri="{BB962C8B-B14F-4D97-AF65-F5344CB8AC3E}">
        <p14:creationId xmlns:p14="http://schemas.microsoft.com/office/powerpoint/2010/main" val="3766618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7FC943-2739-1DDF-1866-12063B7534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0B0325-AE08-DEB7-7692-6149261C0E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FCD0D8-2116-EA8E-0B54-0340B70491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145F66-9579-5F43-94C9-2848678573A5}" type="datetimeFigureOut">
              <a:rPr lang="en-US" smtClean="0"/>
              <a:t>4/20/2026</a:t>
            </a:fld>
            <a:endParaRPr lang="en-US"/>
          </a:p>
        </p:txBody>
      </p:sp>
      <p:sp>
        <p:nvSpPr>
          <p:cNvPr id="5" name="Footer Placeholder 4">
            <a:extLst>
              <a:ext uri="{FF2B5EF4-FFF2-40B4-BE49-F238E27FC236}">
                <a16:creationId xmlns:a16="http://schemas.microsoft.com/office/drawing/2014/main" id="{9D3D153C-9CF7-CB0E-50D4-76AFBFA7A0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470B3F9-4081-9D84-8CB5-77FC5DF3D8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FC44E3-0047-2841-AFF7-F305A252E284}" type="slidenum">
              <a:rPr lang="en-US" smtClean="0"/>
              <a:t>‹#›</a:t>
            </a:fld>
            <a:endParaRPr lang="en-US"/>
          </a:p>
        </p:txBody>
      </p:sp>
    </p:spTree>
    <p:extLst>
      <p:ext uri="{BB962C8B-B14F-4D97-AF65-F5344CB8AC3E}">
        <p14:creationId xmlns:p14="http://schemas.microsoft.com/office/powerpoint/2010/main" val="34410821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7"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png"/><Relationship Id="rId5" Type="http://schemas.openxmlformats.org/officeDocument/2006/relationships/image" Target="../media/image11.pd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20.pdf"/></Relationships>
</file>

<file path=ppt/slides/_rels/slide8.xml.rels><?xml version="1.0" encoding="UTF-8" standalone="yes"?>
<Relationships xmlns="http://schemas.openxmlformats.org/package/2006/relationships"><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3.pdf"/></Relationships>
</file>

<file path=ppt/slides/_rels/slide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3.emf"/></Relationships>
</file>

<file path=ppt/slides/_rels/slide1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5.emf"/></Relationships>
</file>

<file path=ppt/slides/_rels/slide1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D6102-AF54-EED2-B56F-0350429BDBD8}"/>
              </a:ext>
            </a:extLst>
          </p:cNvPr>
          <p:cNvSpPr>
            <a:spLocks noGrp="1"/>
          </p:cNvSpPr>
          <p:nvPr>
            <p:ph type="ctrTitle"/>
          </p:nvPr>
        </p:nvSpPr>
        <p:spPr/>
        <p:txBody>
          <a:bodyPr/>
          <a:lstStyle/>
          <a:p>
            <a:r>
              <a:rPr lang="en-US" dirty="0"/>
              <a:t>Block Cipher Operation</a:t>
            </a:r>
          </a:p>
        </p:txBody>
      </p:sp>
      <p:sp>
        <p:nvSpPr>
          <p:cNvPr id="3" name="Subtitle 2">
            <a:extLst>
              <a:ext uri="{FF2B5EF4-FFF2-40B4-BE49-F238E27FC236}">
                <a16:creationId xmlns:a16="http://schemas.microsoft.com/office/drawing/2014/main" id="{D4E0C67B-2A65-1E93-7DB4-AFCB31657A34}"/>
              </a:ext>
            </a:extLst>
          </p:cNvPr>
          <p:cNvSpPr>
            <a:spLocks noGrp="1"/>
          </p:cNvSpPr>
          <p:nvPr>
            <p:ph type="subTitle" idx="1"/>
          </p:nvPr>
        </p:nvSpPr>
        <p:spPr/>
        <p:txBody>
          <a:bodyPr>
            <a:normAutofit fontScale="77500" lnSpcReduction="20000"/>
          </a:bodyPr>
          <a:lstStyle/>
          <a:p>
            <a:r>
              <a:rPr lang="en-US" dirty="0"/>
              <a:t>Dr. Xinyue Zhang</a:t>
            </a:r>
          </a:p>
          <a:p>
            <a:r>
              <a:rPr lang="en-US" dirty="0"/>
              <a:t>Assistant Professor</a:t>
            </a:r>
          </a:p>
          <a:p>
            <a:r>
              <a:rPr lang="en-US" dirty="0"/>
              <a:t>Department of Computer Science</a:t>
            </a:r>
          </a:p>
          <a:p>
            <a:r>
              <a:rPr lang="en-US" dirty="0"/>
              <a:t>Kennesaw State University</a:t>
            </a:r>
          </a:p>
          <a:p>
            <a:r>
              <a:rPr lang="en-US" dirty="0"/>
              <a:t>Marietta, GA, USA</a:t>
            </a:r>
          </a:p>
        </p:txBody>
      </p:sp>
    </p:spTree>
    <p:extLst>
      <p:ext uri="{BB962C8B-B14F-4D97-AF65-F5344CB8AC3E}">
        <p14:creationId xmlns:p14="http://schemas.microsoft.com/office/powerpoint/2010/main" val="910869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0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5"/>
              <a:srcRect l="12941" r="17647" b="56364"/>
              <a:stretch>
                <a:fillRect/>
              </a:stretch>
            </p:blipFill>
          </mc:Choice>
          <mc:Fallback>
            <p:blipFill>
              <a:blip r:embed="rId6"/>
              <a:srcRect l="12941" r="17647" b="56364"/>
              <a:stretch>
                <a:fillRect/>
              </a:stretch>
            </p:blipFill>
          </mc:Fallback>
        </mc:AlternateContent>
        <p:spPr>
          <a:xfrm>
            <a:off x="2133600" y="-609600"/>
            <a:ext cx="7872424" cy="6404729"/>
          </a:xfrm>
          <a:prstGeom prst="rect">
            <a:avLst/>
          </a:prstGeom>
        </p:spPr>
      </p:pic>
      <p:pic>
        <p:nvPicPr>
          <p:cNvPr id="3" name="Picture 2" descr="Encryption formula for double encryption.">
            <a:extLst>
              <a:ext uri="{FF2B5EF4-FFF2-40B4-BE49-F238E27FC236}">
                <a16:creationId xmlns:a16="http://schemas.microsoft.com/office/drawing/2014/main" id="{0C892BB7-2E70-A04A-8444-4082E8944F7D}"/>
              </a:ext>
            </a:extLst>
          </p:cNvPr>
          <p:cNvPicPr>
            <a:picLocks noChangeAspect="1"/>
          </p:cNvPicPr>
          <p:nvPr/>
        </p:nvPicPr>
        <p:blipFill>
          <a:blip r:embed="rId7"/>
          <a:stretch>
            <a:fillRect/>
          </a:stretch>
        </p:blipFill>
        <p:spPr>
          <a:xfrm>
            <a:off x="9048328" y="561546"/>
            <a:ext cx="2808312" cy="508171"/>
          </a:xfrm>
          <a:prstGeom prst="rect">
            <a:avLst/>
          </a:prstGeom>
        </p:spPr>
      </p:pic>
      <p:sp>
        <p:nvSpPr>
          <p:cNvPr id="2" name="Title 1">
            <a:extLst>
              <a:ext uri="{FF2B5EF4-FFF2-40B4-BE49-F238E27FC236}">
                <a16:creationId xmlns:a16="http://schemas.microsoft.com/office/drawing/2014/main" id="{2182F1CE-58D1-9A06-116F-29A6B89C21A9}"/>
              </a:ext>
            </a:extLst>
          </p:cNvPr>
          <p:cNvSpPr>
            <a:spLocks noGrp="1"/>
          </p:cNvSpPr>
          <p:nvPr>
            <p:ph type="title"/>
          </p:nvPr>
        </p:nvSpPr>
        <p:spPr>
          <a:xfrm>
            <a:off x="146222" y="152849"/>
            <a:ext cx="2808312" cy="1325563"/>
          </a:xfrm>
        </p:spPr>
        <p:txBody>
          <a:bodyPr/>
          <a:lstStyle/>
          <a:p>
            <a:r>
              <a:rPr lang="en-US" altLang="zh-CN" dirty="0"/>
              <a:t>Double Encryption</a:t>
            </a:r>
            <a:endParaRPr lang="en-US" dirty="0"/>
          </a:p>
        </p:txBody>
      </p:sp>
    </p:spTree>
  </p:cSld>
  <p:clrMapOvr>
    <a:masterClrMapping/>
  </p:clrMapOvr>
  <p:transition advTm="294154">
    <p:dissolve/>
  </p:transition>
  <p:extLst>
    <p:ext uri="{3A86A75C-4F4B-4683-9AE1-C65F6400EC91}">
      <p14:laserTraceLst xmlns:p14="http://schemas.microsoft.com/office/powerpoint/2010/main">
        <p14:tracePtLst>
          <p14:tracePt t="94664" x="4694238" y="6715125"/>
          <p14:tracePt t="94676" x="4878388" y="6435725"/>
          <p14:tracePt t="94687" x="5095875" y="6075363"/>
          <p14:tracePt t="94699" x="5327650" y="5673725"/>
          <p14:tracePt t="94710" x="5491163" y="5360988"/>
          <p14:tracePt t="94721" x="5700713" y="4911725"/>
          <p14:tracePt t="94733" x="5911850" y="4429125"/>
          <p14:tracePt t="94755" x="6122988" y="3946525"/>
          <p14:tracePt t="94758" x="6259513" y="3633788"/>
          <p14:tracePt t="94766" x="6443663" y="3252788"/>
          <p14:tracePt t="94779" x="6586538" y="2938463"/>
          <p14:tracePt t="94788" x="6681788" y="2693988"/>
          <p14:tracePt t="94800" x="6742113" y="2517775"/>
          <p14:tracePt t="94812" x="6804025" y="2306638"/>
          <p14:tracePt t="94822" x="6831013" y="2109788"/>
          <p14:tracePt t="94834" x="6843713" y="1905000"/>
          <p14:tracePt t="94846" x="6824663" y="1776413"/>
          <p14:tracePt t="94856" x="6796088" y="1619250"/>
          <p14:tracePt t="94868" x="6742113" y="1482725"/>
          <p14:tracePt t="94879" x="6700838" y="1387475"/>
          <p14:tracePt t="94890" x="6653213" y="1292225"/>
          <p14:tracePt t="94901" x="6613525" y="1252538"/>
          <p14:tracePt t="94912" x="6545263" y="1223963"/>
          <p14:tracePt t="94926" x="6470650" y="1196975"/>
          <p14:tracePt t="94935" x="6402388" y="1176338"/>
          <p14:tracePt t="94947" x="6361113" y="1163638"/>
          <p14:tracePt t="94959" x="6319838" y="1157288"/>
          <p14:tracePt t="94969" x="6300788" y="1157288"/>
          <p14:tracePt t="94980" x="6280150" y="1143000"/>
          <p14:tracePt t="94992" x="6272213" y="1143000"/>
          <p14:tracePt t="95003" x="6259513" y="1143000"/>
          <p14:tracePt t="95014" x="6232525" y="1143000"/>
          <p14:tracePt t="95026" x="6211888" y="1143000"/>
          <p14:tracePt t="95037" x="6184900" y="1143000"/>
          <p14:tracePt t="95048" x="6149975" y="1157288"/>
          <p14:tracePt t="95062" x="6110288" y="1163638"/>
          <p14:tracePt t="95071" x="6089650" y="1184275"/>
          <p14:tracePt t="95081" x="6069013" y="1196975"/>
          <p14:tracePt t="95096" x="6062663" y="1204913"/>
          <p14:tracePt t="95105" x="6048375" y="1217613"/>
          <p14:tracePt t="95115" x="6027738" y="1223963"/>
          <p14:tracePt t="95126" x="6021388" y="1238250"/>
          <p14:tracePt t="95138" x="6000750" y="1244600"/>
          <p14:tracePt t="95149" x="5980113" y="1252538"/>
          <p14:tracePt t="95161" x="5953125" y="1252538"/>
          <p14:tracePt t="95452" x="5973763" y="1252538"/>
          <p14:tracePt t="95464" x="6042025" y="1265238"/>
          <p14:tracePt t="95474" x="6062663" y="1265238"/>
          <p14:tracePt t="95497" x="6069013" y="1252538"/>
          <p14:tracePt t="95530" x="6062663" y="1244600"/>
          <p14:tracePt t="95553" x="6048375" y="1244600"/>
          <p14:tracePt t="95566" x="6027738" y="1244600"/>
          <p14:tracePt t="95577" x="6007100" y="1238250"/>
          <p14:tracePt t="95609" x="5959475" y="1238250"/>
          <p14:tracePt t="95614" x="5891213" y="1238250"/>
          <p14:tracePt t="95624" x="5688013" y="1238250"/>
          <p14:tracePt t="95634" x="5510213" y="1252538"/>
          <p14:tracePt t="95644" x="5307013" y="1285875"/>
          <p14:tracePt t="95657" x="5110163" y="1327150"/>
          <p14:tracePt t="95667" x="4979988" y="1347788"/>
          <p14:tracePt t="95677" x="4816475" y="1387475"/>
          <p14:tracePt t="95690" x="4667250" y="1408113"/>
          <p14:tracePt t="95700" x="4524375" y="1435100"/>
          <p14:tracePt t="95712" x="4456113" y="1449388"/>
          <p14:tracePt t="95723" x="4387850" y="1462088"/>
          <p14:tracePt t="95734" x="4354513" y="1476375"/>
          <p14:tracePt t="95746" x="4333875" y="1482725"/>
          <p14:tracePt t="95757" x="4333875" y="1497013"/>
          <p14:tracePt t="95801" x="4333875" y="1503363"/>
          <p14:tracePt t="95812" x="4348163" y="1503363"/>
          <p14:tracePt t="95824" x="4354513" y="1503363"/>
          <p14:tracePt t="95834" x="4367213" y="1503363"/>
          <p14:tracePt t="95847" x="4375150" y="1503363"/>
          <p14:tracePt t="95858" x="4402138" y="1503363"/>
          <p14:tracePt t="95868" x="4422775" y="1503363"/>
          <p14:tracePt t="95881" x="4456113" y="1482725"/>
          <p14:tracePt t="95892" x="4476750" y="1476375"/>
          <p14:tracePt t="95902" x="4503738" y="1455738"/>
          <p14:tracePt t="95915" x="4538663" y="1435100"/>
          <p14:tracePt t="95925" x="4565650" y="1408113"/>
          <p14:tracePt t="95936" x="4565650" y="1395413"/>
          <p14:tracePt t="95948" x="4578350" y="1395413"/>
          <p14:tracePt t="95981" x="4565650" y="1395413"/>
          <p14:tracePt t="95992" x="4545013" y="1414463"/>
          <p14:tracePt t="96004" x="4503738" y="1462088"/>
          <p14:tracePt t="96015" x="4414838" y="1565275"/>
          <p14:tracePt t="96027" x="4313238" y="1735138"/>
          <p14:tracePt t="96039" x="4232275" y="1884363"/>
          <p14:tracePt t="96048" x="4157663" y="2095500"/>
          <p14:tracePt t="96060" x="4102100" y="2259013"/>
          <p14:tracePt t="96072" x="4081463" y="2381250"/>
          <p14:tracePt t="96082" x="4081463" y="2443163"/>
          <p14:tracePt t="96093" x="4102100" y="2490788"/>
          <p14:tracePt t="96106" x="4143375" y="2517775"/>
          <p14:tracePt t="96116" x="4232275" y="2538413"/>
          <p14:tracePt t="96127" x="4327525" y="2538413"/>
          <p14:tracePt t="96139" x="4483100" y="2530475"/>
          <p14:tracePt t="96149" x="4652963" y="2482850"/>
          <p14:tracePt t="96161" x="4824413" y="2401888"/>
          <p14:tracePt t="96173" x="4946650" y="2327275"/>
          <p14:tracePt t="96183" x="5095875" y="2197100"/>
          <p14:tracePt t="96196" x="5218113" y="2062163"/>
          <p14:tracePt t="96207" x="5300663" y="1919288"/>
          <p14:tracePt t="96217" x="5327650" y="1836738"/>
          <p14:tracePt t="96229" x="5340350" y="1755775"/>
          <p14:tracePt t="96241" x="5327650" y="1708150"/>
          <p14:tracePt t="96251" x="5300663" y="1666875"/>
          <p14:tracePt t="96263" x="5259388" y="1625600"/>
          <p14:tracePt t="96275" x="5176838" y="1585913"/>
          <p14:tracePt t="96284" x="5075238" y="1557338"/>
          <p14:tracePt t="96297" x="4959350" y="1538288"/>
          <p14:tracePt t="96308" x="4878388" y="1524000"/>
          <p14:tracePt t="96318" x="4768850" y="1544638"/>
          <p14:tracePt t="96330" x="4667250" y="1585913"/>
          <p14:tracePt t="96342" x="4586288" y="1660525"/>
          <p14:tracePt t="96352" x="4538663" y="1714500"/>
          <p14:tracePt t="96364" x="4483100" y="1795463"/>
          <p14:tracePt t="96376" x="4456113" y="1857375"/>
          <p14:tracePt t="96386" x="4456113" y="1905000"/>
          <p14:tracePt t="96398" x="4456113" y="1925638"/>
          <p14:tracePt t="96410" x="4476750" y="1946275"/>
          <p14:tracePt t="96419" x="4503738" y="1966913"/>
          <p14:tracePt t="96431" x="4578350" y="1985963"/>
          <p14:tracePt t="96442" x="4646613" y="2000250"/>
          <p14:tracePt t="96454" x="4748213" y="2006600"/>
          <p14:tracePt t="96465" x="4864100" y="2000250"/>
          <p14:tracePt t="96476" x="4986338" y="1958975"/>
          <p14:tracePt t="96488" x="5068888" y="1919288"/>
          <p14:tracePt t="96499" x="5170488" y="1836738"/>
          <p14:tracePt t="96510" x="5245100" y="1747838"/>
          <p14:tracePt t="96522" x="5286375" y="1646238"/>
          <p14:tracePt t="96532" x="5300663" y="1585913"/>
          <p14:tracePt t="96543" x="5286375" y="1524000"/>
          <p14:tracePt t="96556" x="5259388" y="1482725"/>
          <p14:tracePt t="96566" x="5197475" y="1455738"/>
          <p14:tracePt t="96577" x="5110163" y="1428750"/>
          <p14:tracePt t="96589" x="5006975" y="1414463"/>
          <p14:tracePt t="96599" x="4837113" y="1414463"/>
          <p14:tracePt t="96611" x="4667250" y="1428750"/>
          <p14:tracePt t="96623" x="4518025" y="1482725"/>
          <p14:tracePt t="96633" x="4435475" y="1524000"/>
          <p14:tracePt t="96645" x="4348163" y="1604963"/>
          <p14:tracePt t="96657" x="4286250" y="1673225"/>
          <p14:tracePt t="96667" x="4252913" y="1747838"/>
          <p14:tracePt t="96679" x="4244975" y="1776413"/>
          <p14:tracePt t="96691" x="4252913" y="1816100"/>
          <p14:tracePt t="96701" x="4265613" y="1836738"/>
          <p14:tracePt t="96713" x="4313238" y="1878013"/>
          <p14:tracePt t="96724" x="4367213" y="1898650"/>
          <p14:tracePt t="96735" x="4483100" y="1946275"/>
          <p14:tracePt t="96747" x="4646613" y="2000250"/>
          <p14:tracePt t="96758" x="4857750" y="2047875"/>
          <p14:tracePt t="96768" x="5014913" y="2074863"/>
          <p14:tracePt t="96781" x="5265738" y="2116138"/>
          <p14:tracePt t="96792" x="5538788" y="2149475"/>
          <p14:tracePt t="96802" x="5837238" y="2170113"/>
          <p14:tracePt t="96814" x="6081713" y="2190750"/>
          <p14:tracePt t="96825" x="6423025" y="2211388"/>
          <p14:tracePt t="96836" x="6756400" y="2217738"/>
          <p14:tracePt t="96848" x="7054850" y="2211388"/>
          <p14:tracePt t="96859" x="7245350" y="2176463"/>
          <p14:tracePt t="96869" x="7435850" y="2136775"/>
          <p14:tracePt t="96881" x="7593013" y="2062163"/>
          <p14:tracePt t="96892" x="7708900" y="1979613"/>
          <p14:tracePt t="96905" x="7777163" y="1905000"/>
          <p14:tracePt t="96915" x="7837488" y="1816100"/>
          <p14:tracePt t="96926" x="7878763" y="1728788"/>
          <p14:tracePt t="96938" x="7885113" y="1646238"/>
          <p14:tracePt t="96949" x="7885113" y="1604963"/>
          <p14:tracePt t="96960" x="7885113" y="1557338"/>
          <p14:tracePt t="96972" x="7864475" y="1524000"/>
          <p14:tracePt t="96982" x="7843838" y="1497013"/>
          <p14:tracePt t="96994" x="7824788" y="1482725"/>
          <p14:tracePt t="97005" x="7796213" y="1476375"/>
          <p14:tracePt t="97016" x="7748588" y="1462088"/>
          <p14:tracePt t="97027" x="7694613" y="1462088"/>
          <p14:tracePt t="97039" x="7653338" y="1462088"/>
          <p14:tracePt t="97049" x="7593013" y="1476375"/>
          <p14:tracePt t="97061" x="7524750" y="1503363"/>
          <p14:tracePt t="97073" x="7435850" y="1565275"/>
          <p14:tracePt t="97083" x="7375525" y="1625600"/>
          <p14:tracePt t="97096" x="7292975" y="1735138"/>
          <p14:tracePt t="97107" x="7245350" y="1851025"/>
          <p14:tracePt t="97119" x="7212013" y="1946275"/>
          <p14:tracePt t="97131" x="7205663" y="2006600"/>
          <p14:tracePt t="97142" x="7212013" y="2074863"/>
          <p14:tracePt t="97151" x="7245350" y="2116138"/>
          <p14:tracePt t="97163" x="7286625" y="2149475"/>
          <p14:tracePt t="97184" x="7327900" y="2157413"/>
          <p14:tracePt t="97189" x="7396163" y="2170113"/>
          <p14:tracePt t="97198" x="7477125" y="2170113"/>
          <p14:tracePt t="97208" x="7586663" y="2157413"/>
          <p14:tracePt t="97221" x="7653338" y="2149475"/>
          <p14:tracePt t="97231" x="7756525" y="2095500"/>
          <p14:tracePt t="97242" x="7837488" y="2041525"/>
          <p14:tracePt t="97252" x="7905750" y="1946275"/>
          <p14:tracePt t="97264" x="7947025" y="1851025"/>
          <p14:tracePt t="97276" x="7959725" y="1755775"/>
          <p14:tracePt t="97286" x="7947025" y="1646238"/>
          <p14:tracePt t="97298" x="7905750" y="1538288"/>
          <p14:tracePt t="97310" x="7816850" y="1449388"/>
          <p14:tracePt t="97321" x="7729538" y="1374775"/>
          <p14:tracePt t="97342" x="7578725" y="1292225"/>
          <p14:tracePt t="97346" x="7423150" y="1252538"/>
          <p14:tracePt t="97359" x="7334250" y="1244600"/>
          <p14:tracePt t="97368" x="7232650" y="1244600"/>
          <p14:tracePt t="97376" x="7158038" y="1271588"/>
          <p14:tracePt t="97389" x="7081838" y="1327150"/>
          <p14:tracePt t="97399" x="7015163" y="1414463"/>
          <p14:tracePt t="97410" x="6973888" y="1497013"/>
          <p14:tracePt t="97422" x="6953250" y="1598613"/>
          <p14:tracePt t="97432" x="6953250" y="1693863"/>
          <p14:tracePt t="97444" x="6986588" y="1768475"/>
          <p14:tracePt t="97456" x="7034213" y="1816100"/>
          <p14:tracePt t="97466" x="7116763" y="1878013"/>
          <p14:tracePt t="97478" x="7205663" y="1919288"/>
          <p14:tracePt t="97490" x="7313613" y="1938338"/>
          <p14:tracePt t="97499" x="7396163" y="1946275"/>
          <p14:tracePt t="97511" x="7497763" y="1946275"/>
          <p14:tracePt t="97523" x="7605713" y="1919288"/>
          <p14:tracePt t="97533" x="7688263" y="1884363"/>
          <p14:tracePt t="97546" x="7735888" y="1857375"/>
          <p14:tracePt t="97558" x="7777163" y="1809750"/>
          <p14:tracePt t="97568" x="7789863" y="1755775"/>
          <p14:tracePt t="97580" x="7796213" y="1708150"/>
          <p14:tracePt t="97592" x="7796213" y="1687513"/>
          <p14:tracePt t="97601" x="7789863" y="1660525"/>
          <p14:tracePt t="97613" x="7769225" y="1646238"/>
          <p14:tracePt t="97625" x="7756525" y="1639888"/>
          <p14:tracePt t="97645" x="7748588" y="1625600"/>
          <p14:tracePt t="97658" x="7735888" y="1625600"/>
          <p14:tracePt t="97871" x="7735888" y="1619250"/>
          <p14:tracePt t="97882" x="7735888" y="1598613"/>
          <p14:tracePt t="97893" x="7729538" y="1565275"/>
          <p14:tracePt t="97906" x="7729538" y="1538288"/>
          <p14:tracePt t="97916" x="7708900" y="1503363"/>
          <p14:tracePt t="97928" x="7694613" y="1476375"/>
          <p14:tracePt t="97938" x="7673975" y="1455738"/>
          <p14:tracePt t="97950" x="7653338" y="1449388"/>
          <p14:tracePt t="97961" x="7646988" y="1449388"/>
          <p14:tracePt t="97973" x="7626350" y="1435100"/>
          <p14:tracePt t="97984" x="7613650" y="1435100"/>
          <p14:tracePt t="97995" x="7593013" y="1435100"/>
          <p14:tracePt t="98007" x="7578725" y="1449388"/>
          <p14:tracePt t="98017" x="7558088" y="1449388"/>
          <p14:tracePt t="98028" x="7524750" y="1462088"/>
          <p14:tracePt t="98041" x="7483475" y="1482725"/>
          <p14:tracePt t="98051" x="7462838" y="1503363"/>
          <p14:tracePt t="98062" x="7435850" y="1524000"/>
          <p14:tracePt t="98074" x="7402513" y="1557338"/>
          <p14:tracePt t="98084" x="7388225" y="1585913"/>
          <p14:tracePt t="98096" x="7375525" y="1604963"/>
          <p14:tracePt t="98108" x="7367588" y="1639888"/>
          <p14:tracePt t="98118" x="7354888" y="1666875"/>
          <p14:tracePt t="98131" x="7348538" y="1708150"/>
          <p14:tracePt t="98142" x="7348538" y="1728788"/>
          <p14:tracePt t="98152" x="7334250" y="1755775"/>
          <p14:tracePt t="98164" x="7334250" y="1789113"/>
          <p14:tracePt t="98176" x="7334250" y="1809750"/>
          <p14:tracePt t="98185" x="7334250" y="1816100"/>
          <p14:tracePt t="98198" x="7348538" y="1836738"/>
          <p14:tracePt t="98210" x="7348538" y="1851025"/>
          <p14:tracePt t="98220" x="7354888" y="1857375"/>
          <p14:tracePt t="98232" x="7367588" y="1871663"/>
          <p14:tracePt t="98243" x="7375525" y="1878013"/>
          <p14:tracePt t="98253" x="7396163" y="1878013"/>
          <p14:tracePt t="98265" x="7415213" y="1884363"/>
          <p14:tracePt t="98277" x="7423150" y="1884363"/>
          <p14:tracePt t="98287" x="7456488" y="1884363"/>
          <p14:tracePt t="98299" x="7497763" y="1884363"/>
          <p14:tracePt t="98310" x="7545388" y="1878013"/>
          <p14:tracePt t="98321" x="7578725" y="1871663"/>
          <p14:tracePt t="98333" x="7613650" y="1857375"/>
          <p14:tracePt t="98344" x="7653338" y="1830388"/>
          <p14:tracePt t="98354" x="7688263" y="1789113"/>
          <p14:tracePt t="98367" x="7708900" y="1755775"/>
          <p14:tracePt t="98378" x="7735888" y="1708150"/>
          <p14:tracePt t="98389" x="7756525" y="1660525"/>
          <p14:tracePt t="98400" x="7769225" y="1598613"/>
          <p14:tracePt t="98411" x="7769225" y="1557338"/>
          <p14:tracePt t="98423" x="7748588" y="1517650"/>
          <p14:tracePt t="98433" x="7729538" y="1476375"/>
          <p14:tracePt t="98445" x="7694613" y="1449388"/>
          <p14:tracePt t="98457" x="7667625" y="1428750"/>
          <p14:tracePt t="98467" x="7613650" y="1408113"/>
          <p14:tracePt t="98479" x="7518400" y="1387475"/>
          <p14:tracePt t="98491" x="7375525" y="1366838"/>
          <p14:tracePt t="98501" x="7245350" y="1347788"/>
          <p14:tracePt t="98512" x="7042150" y="1333500"/>
          <p14:tracePt t="98525" x="6851650" y="1333500"/>
          <p14:tracePt t="98545" x="6681788" y="1347788"/>
          <p14:tracePt t="98551" x="6572250" y="1374775"/>
          <p14:tracePt t="98560" x="6396038" y="1414463"/>
          <p14:tracePt t="98570" x="6211888" y="1462088"/>
          <p14:tracePt t="98583" x="6042025" y="1503363"/>
          <p14:tracePt t="98594" x="5919788" y="1524000"/>
          <p14:tracePt t="98603" x="5783263" y="1544638"/>
          <p14:tracePt t="98615" x="5661025" y="1544638"/>
          <p14:tracePt t="98626" x="5557838" y="1557338"/>
          <p14:tracePt t="98636" x="5497513" y="1557338"/>
          <p14:tracePt t="98647" x="5435600" y="1544638"/>
          <p14:tracePt t="98659" x="5387975" y="1538288"/>
          <p14:tracePt t="98670" x="5340350" y="1517650"/>
          <p14:tracePt t="98682" x="5280025" y="1497013"/>
          <p14:tracePt t="98693" x="5224463" y="1476375"/>
          <p14:tracePt t="98703" x="5170488" y="1455738"/>
          <p14:tracePt t="98716" x="5116513" y="1449388"/>
          <p14:tracePt t="98727" x="5068888" y="1435100"/>
          <p14:tracePt t="98748" x="5027613" y="1428750"/>
          <p14:tracePt t="98752" x="4979988" y="1414463"/>
          <p14:tracePt t="98762" x="4926013" y="1428750"/>
          <p14:tracePt t="98774" x="4884738" y="1428750"/>
          <p14:tracePt t="98783" x="4843463" y="1449388"/>
          <p14:tracePt t="98794" x="4795838" y="1462088"/>
          <p14:tracePt t="98805" x="4735513" y="1503363"/>
          <p14:tracePt t="98817" x="4694238" y="1557338"/>
          <p14:tracePt t="98828" x="4667250" y="1598613"/>
          <p14:tracePt t="98839" x="4646613" y="1646238"/>
          <p14:tracePt t="98850" x="4633913" y="1687513"/>
          <p14:tracePt t="98862" x="4625975" y="1735138"/>
          <p14:tracePt t="98883" x="4633913" y="1768475"/>
          <p14:tracePt t="98887" x="4652963" y="1809750"/>
          <p14:tracePt t="98898" x="4694238" y="1851025"/>
          <p14:tracePt t="98912" x="4748213" y="1884363"/>
          <p14:tracePt t="98920" x="4795838" y="1905000"/>
          <p14:tracePt t="98930" x="4864100" y="1938338"/>
          <p14:tracePt t="98942" x="4926013" y="1958975"/>
          <p14:tracePt t="98985" x="4979988" y="1958975"/>
          <p14:tracePt t="98985" x="5027613" y="1958975"/>
          <p14:tracePt t="98997" x="5075238" y="1946275"/>
          <p14:tracePt t="98998" x="5137150" y="1925638"/>
          <p14:tracePt t="99009" x="5176838" y="1905000"/>
          <p14:tracePt t="99010" x="5197475" y="1884363"/>
          <p14:tracePt t="99020" x="5218113" y="1857375"/>
          <p14:tracePt t="99032" x="5224463" y="1830388"/>
          <p14:tracePt t="99042" x="5224463" y="1789113"/>
          <p14:tracePt t="99052" x="5218113" y="1755775"/>
          <p14:tracePt t="99064" x="5205413" y="1728788"/>
          <p14:tracePt t="99075" x="5197475" y="1714500"/>
          <p14:tracePt t="99086" x="5191125" y="1708150"/>
          <p14:tracePt t="99098" x="5176838" y="1693863"/>
          <p14:tracePt t="99110" x="5170488" y="1693863"/>
          <p14:tracePt t="99131" x="5157788" y="1693863"/>
          <p14:tracePt t="101561" x="5157788" y="1687513"/>
          <p14:tracePt t="101565" x="5157788" y="1673225"/>
          <p14:tracePt t="101574" x="5129213" y="1646238"/>
          <p14:tracePt t="101584" x="5068888" y="1604963"/>
          <p14:tracePt t="101596" x="4946650" y="1544638"/>
          <p14:tracePt t="101609" x="4803775" y="1497013"/>
          <p14:tracePt t="101618" x="4598988" y="1428750"/>
          <p14:tracePt t="101630" x="4354513" y="1366838"/>
          <p14:tracePt t="101640" x="4137025" y="1347788"/>
          <p14:tracePt t="101652" x="3952875" y="1333500"/>
          <p14:tracePt t="101673" x="3714750" y="1327150"/>
          <p14:tracePt t="101678" x="3482975" y="1333500"/>
          <p14:tracePt t="101686" x="3313113" y="1354138"/>
          <p14:tracePt t="101700" x="3217863" y="1374775"/>
          <p14:tracePt t="101710" x="3143250" y="1408113"/>
          <p14:tracePt t="101721" x="3089275" y="1428750"/>
          <p14:tracePt t="101732" x="3068638" y="1449388"/>
          <p14:tracePt t="101742" x="3062288" y="1455738"/>
          <p14:tracePt t="101763" x="3062288" y="1462088"/>
          <p14:tracePt t="101775" x="3062288" y="1476375"/>
          <p14:tracePt t="101797" x="3068638" y="1476375"/>
          <p14:tracePt t="101809" x="3081338" y="1482725"/>
          <p14:tracePt t="101853" x="3081338" y="1476375"/>
          <p14:tracePt t="101876" x="3062288" y="1462088"/>
          <p14:tracePt t="101898" x="3048000" y="1455738"/>
          <p14:tracePt t="101902" x="3000375" y="1428750"/>
          <p14:tracePt t="101911" x="2952750" y="1395413"/>
          <p14:tracePt t="101922" x="2878138" y="1374775"/>
          <p14:tracePt t="101934" x="2836863" y="1366838"/>
          <p14:tracePt t="101944" x="2782888" y="1354138"/>
          <p14:tracePt t="101966" x="2747963" y="1354138"/>
          <p14:tracePt t="101970" x="2708275" y="1354138"/>
          <p14:tracePt t="101981" x="2687638" y="1366838"/>
          <p14:tracePt t="101991" x="2681288" y="1374775"/>
          <p14:tracePt t="102000" x="2660650" y="1395413"/>
          <p14:tracePt t="102011" x="2640013" y="1428750"/>
          <p14:tracePt t="102022" x="2625725" y="1455738"/>
          <p14:tracePt t="102034" x="2605088" y="1497013"/>
          <p14:tracePt t="102044" x="2598738" y="1544638"/>
          <p14:tracePt t="102057" x="2598738" y="1598613"/>
          <p14:tracePt t="102068" x="2598738" y="1639888"/>
          <p14:tracePt t="102078" x="2598738" y="1673225"/>
          <p14:tracePt t="102090" x="2605088" y="1714500"/>
          <p14:tracePt t="102101" x="2619375" y="1747838"/>
          <p14:tracePt t="102113" x="2640013" y="1776413"/>
          <p14:tracePt t="102124" x="2660650" y="1795463"/>
          <p14:tracePt t="102135" x="2700338" y="1830388"/>
          <p14:tracePt t="102147" x="2741613" y="1851025"/>
          <p14:tracePt t="102157" x="2768600" y="1857375"/>
          <p14:tracePt t="102168" x="2816225" y="1871663"/>
          <p14:tracePt t="102181" x="2871788" y="1871663"/>
          <p14:tracePt t="102191" x="2932113" y="1871663"/>
          <p14:tracePt t="102202" x="2979738" y="1871663"/>
          <p14:tracePt t="102215" x="3048000" y="1857375"/>
          <p14:tracePt t="102225" x="3128963" y="1836738"/>
          <p14:tracePt t="102236" x="3184525" y="1795463"/>
          <p14:tracePt t="102248" x="3197225" y="1768475"/>
          <p14:tracePt t="102258" x="3232150" y="1714500"/>
          <p14:tracePt t="102270" x="3252788" y="1660525"/>
          <p14:tracePt t="102282" x="3252788" y="1598613"/>
          <p14:tracePt t="102292" x="3232150" y="1538288"/>
          <p14:tracePt t="102305" x="3211513" y="1497013"/>
          <p14:tracePt t="102316" x="3170238" y="1435100"/>
          <p14:tracePt t="102326" x="3122613" y="1387475"/>
          <p14:tracePt t="102338" x="3048000" y="1347788"/>
          <p14:tracePt t="102349" x="3006725" y="1333500"/>
          <p14:tracePt t="102360" x="2959100" y="1327150"/>
          <p14:tracePt t="102372" x="2919413" y="1312863"/>
          <p14:tracePt t="102383" x="2878138" y="1327150"/>
          <p14:tracePt t="102394" x="2836863" y="1333500"/>
          <p14:tracePt t="102406" x="2789238" y="1374775"/>
          <p14:tracePt t="102417" x="2741613" y="1449388"/>
          <p14:tracePt t="102427" x="2700338" y="1517650"/>
          <p14:tracePt t="102440" x="2681288" y="1565275"/>
          <p14:tracePt t="102451" x="2667000" y="1639888"/>
          <p14:tracePt t="102461" x="2660650" y="1687513"/>
          <p14:tracePt t="102473" x="2667000" y="1735138"/>
          <p14:tracePt t="102484" x="2681288" y="1768475"/>
          <p14:tracePt t="102494" x="2708275" y="1795463"/>
          <p14:tracePt t="102507" x="2747963" y="1830388"/>
          <p14:tracePt t="102518" x="2795588" y="1857375"/>
          <p14:tracePt t="102528" x="2836863" y="1878013"/>
          <p14:tracePt t="102540" x="2898775" y="1884363"/>
          <p14:tracePt t="102551" x="2959100" y="1898650"/>
          <p14:tracePt t="102563" x="3041650" y="1898650"/>
          <p14:tracePt t="102573" x="3109913" y="1898650"/>
          <p14:tracePt t="102585" x="3211513" y="1878013"/>
          <p14:tracePt t="102597" x="3313113" y="1857375"/>
          <p14:tracePt t="102607" x="3375025" y="1836738"/>
          <p14:tracePt t="102619" x="3408363" y="1809750"/>
          <p14:tracePt t="102631" x="3429000" y="1789113"/>
          <p14:tracePt t="102641" x="3429000" y="1768475"/>
          <p14:tracePt t="102652" x="3429000" y="1735138"/>
          <p14:tracePt t="102664" x="3422650" y="1708150"/>
          <p14:tracePt t="102675" x="3402013" y="1687513"/>
          <p14:tracePt t="102686" x="3375025" y="1646238"/>
          <p14:tracePt t="102698" x="3313113" y="1604963"/>
          <p14:tracePt t="102708" x="3252788" y="1577975"/>
          <p14:tracePt t="102720" x="3163888" y="1557338"/>
          <p14:tracePt t="102732" x="3068638" y="1544638"/>
          <p14:tracePt t="102742" x="2994025" y="1538288"/>
          <p14:tracePt t="102754" x="2938463" y="1538288"/>
          <p14:tracePt t="102766" x="2871788" y="1557338"/>
          <p14:tracePt t="102776" x="2809875" y="1577975"/>
          <p14:tracePt t="102787" x="2747963" y="1598613"/>
          <p14:tracePt t="102799" x="2720975" y="1625600"/>
          <p14:tracePt t="102809" x="2687638" y="1666875"/>
          <p14:tracePt t="102822" x="2667000" y="1708150"/>
          <p14:tracePt t="102833" x="2660650" y="1755775"/>
          <p14:tracePt t="102843" x="2660650" y="1795463"/>
          <p14:tracePt t="102855" x="2681288" y="1857375"/>
          <p14:tracePt t="102867" x="2720975" y="1898650"/>
          <p14:tracePt t="102877" x="2747963" y="1946275"/>
          <p14:tracePt t="102890" x="2795588" y="1979613"/>
          <p14:tracePt t="102901" x="2836863" y="2000250"/>
          <p14:tracePt t="102911" x="2898775" y="2006600"/>
          <p14:tracePt t="102923" x="2959100" y="2020888"/>
          <p14:tracePt t="102945" x="3021013" y="2027238"/>
          <p14:tracePt t="102949" x="3062288" y="2027238"/>
          <p14:tracePt t="102960" x="3128963" y="2020888"/>
          <p14:tracePt t="102969" x="3190875" y="2006600"/>
          <p14:tracePt t="102982" x="3238500" y="1985963"/>
          <p14:tracePt t="102991" x="3279775" y="1966913"/>
          <p14:tracePt t="103002" x="3313113" y="1925638"/>
          <p14:tracePt t="103013" x="3319463" y="1878013"/>
          <p14:tracePt t="103024" x="3333750" y="1816100"/>
          <p14:tracePt t="103035" x="3319463" y="1755775"/>
          <p14:tracePt t="103047" x="3279775" y="1660525"/>
          <p14:tracePt t="103057" x="3232150" y="1577975"/>
          <p14:tracePt t="103069" x="3170238" y="1503363"/>
          <p14:tracePt t="103081" x="3122613" y="1476375"/>
          <p14:tracePt t="103091" x="3048000" y="1435100"/>
          <p14:tracePt t="103102" x="2994025" y="1414463"/>
          <p14:tracePt t="103114" x="2938463" y="1408113"/>
          <p14:tracePt t="103125" x="2911475" y="1408113"/>
          <p14:tracePt t="103136" x="2878138" y="1414463"/>
          <p14:tracePt t="103148" x="2857500" y="1428750"/>
          <p14:tracePt t="103158" x="2836863" y="1455738"/>
          <p14:tracePt t="103170" x="2830513" y="1482725"/>
          <p14:tracePt t="103182" x="2809875" y="1538288"/>
          <p14:tracePt t="103192" x="2809875" y="1585913"/>
          <p14:tracePt t="103204" x="2809875" y="1639888"/>
          <p14:tracePt t="103215" x="2809875" y="1666875"/>
          <p14:tracePt t="103226" x="2809875" y="1708150"/>
          <p14:tracePt t="103238" x="2816225" y="1735138"/>
          <p14:tracePt t="103250" x="2836863" y="1755775"/>
          <p14:tracePt t="103260" x="2851150" y="1768475"/>
          <p14:tracePt t="103272" x="2878138" y="1776413"/>
          <p14:tracePt t="103283" x="2911475" y="1789113"/>
          <p14:tracePt t="103293" x="2952750" y="1789113"/>
          <p14:tracePt t="103305" x="2979738" y="1789113"/>
          <p14:tracePt t="103317" x="3027363" y="1789113"/>
          <p14:tracePt t="103327" x="3068638" y="1776413"/>
          <p14:tracePt t="103339" x="3109913" y="1755775"/>
          <p14:tracePt t="103351" x="3128963" y="1735138"/>
          <p14:tracePt t="103361" x="3149600" y="1714500"/>
          <p14:tracePt t="103373" x="3163888" y="1673225"/>
          <p14:tracePt t="103385" x="3163888" y="1639888"/>
          <p14:tracePt t="103395" x="3163888" y="1604963"/>
          <p14:tracePt t="103406" x="3143250" y="1565275"/>
          <p14:tracePt t="103418" x="3109913" y="1538288"/>
          <p14:tracePt t="103429" x="3068638" y="1503363"/>
          <p14:tracePt t="103440" x="3027363" y="1482725"/>
          <p14:tracePt t="103452" x="2979738" y="1462088"/>
          <p14:tracePt t="103464" x="2919413" y="1449388"/>
          <p14:tracePt t="103474" x="2871788" y="1435100"/>
          <p14:tracePt t="103485" x="2809875" y="1435100"/>
          <p14:tracePt t="103507" x="2782888" y="1435100"/>
          <p14:tracePt t="103512" x="2741613" y="1449388"/>
          <p14:tracePt t="103522" x="2720975" y="1455738"/>
          <p14:tracePt t="103535" x="2700338" y="1462088"/>
          <p14:tracePt t="103543" x="2687638" y="1476375"/>
          <p14:tracePt t="103555" x="2667000" y="1503363"/>
          <p14:tracePt t="103566" x="2660650" y="1538288"/>
          <p14:tracePt t="103575" x="2646363" y="1565275"/>
          <p14:tracePt t="103587" x="2646363" y="1585913"/>
          <p14:tracePt t="103598" x="2646363" y="1625600"/>
          <p14:tracePt t="103608" x="2660650" y="1660525"/>
          <p14:tracePt t="103620" x="2667000" y="1673225"/>
          <p14:tracePt t="103632" x="2687638" y="1693863"/>
          <p14:tracePt t="103642" x="2708275" y="1714500"/>
          <p14:tracePt t="103654" x="2741613" y="1728788"/>
          <p14:tracePt t="103666" x="2782888" y="1735138"/>
          <p14:tracePt t="103676" x="2809875" y="1747838"/>
          <p14:tracePt t="103688" x="2851150" y="1747838"/>
          <p14:tracePt t="103699" x="2911475" y="1747838"/>
          <p14:tracePt t="103710" x="2959100" y="1747838"/>
          <p14:tracePt t="103722" x="2994025" y="1747838"/>
          <p14:tracePt t="103733" x="3021013" y="1735138"/>
          <p14:tracePt t="103743" x="3048000" y="1728788"/>
          <p14:tracePt t="103756" x="3081338" y="1708150"/>
          <p14:tracePt t="103767" x="3089275" y="1673225"/>
          <p14:tracePt t="103777" x="3101975" y="1646238"/>
          <p14:tracePt t="103800" x="3101975" y="1604963"/>
          <p14:tracePt t="103803" x="3081338" y="1544638"/>
          <p14:tracePt t="103818" x="3062288" y="1503363"/>
          <p14:tracePt t="103824" x="3021013" y="1449388"/>
          <p14:tracePt t="103834" x="2979738" y="1408113"/>
          <p14:tracePt t="103848" x="2919413" y="1374775"/>
          <p14:tracePt t="103857" x="2890838" y="1354138"/>
          <p14:tracePt t="103868" x="2836863" y="1347788"/>
          <p14:tracePt t="103880" x="2795588" y="1333500"/>
          <p14:tracePt t="103891" x="2768600" y="1333500"/>
          <p14:tracePt t="103902" x="2747963" y="1333500"/>
          <p14:tracePt t="103914" x="2720975" y="1333500"/>
          <p14:tracePt t="103924" x="2687638" y="1354138"/>
          <p14:tracePt t="103935" x="2646363" y="1387475"/>
          <p14:tracePt t="103947" x="2625725" y="1414463"/>
          <p14:tracePt t="103957" x="2598738" y="1455738"/>
          <p14:tracePt t="103969" x="2578100" y="1503363"/>
          <p14:tracePt t="104002" x="2571750" y="1538288"/>
          <p14:tracePt t="104006" x="2571750" y="1565275"/>
          <p14:tracePt t="104017" x="2592388" y="1619250"/>
          <p14:tracePt t="104027" x="2605088" y="1639888"/>
          <p14:tracePt t="104038" x="2625725" y="1646238"/>
          <p14:tracePt t="104050" x="2646363" y="1660525"/>
          <p14:tracePt t="104059" x="2681288" y="1666875"/>
          <p14:tracePt t="104072" x="2720975" y="1666875"/>
          <p14:tracePt t="104082" x="2747963" y="1666875"/>
          <p14:tracePt t="104092" x="2795588" y="1666875"/>
          <p14:tracePt t="104103" x="2830513" y="1666875"/>
          <p14:tracePt t="104116" x="2871788" y="1660525"/>
          <p14:tracePt t="104126" x="2898775" y="1646238"/>
          <p14:tracePt t="104138" x="2932113" y="1625600"/>
          <p14:tracePt t="104150" x="2952750" y="1604963"/>
          <p14:tracePt t="104160" x="2973388" y="1577975"/>
          <p14:tracePt t="104171" x="2979738" y="1557338"/>
          <p14:tracePt t="104183" x="2994025" y="1524000"/>
          <p14:tracePt t="104193" x="2994025" y="1482725"/>
          <p14:tracePt t="104205" x="2994025" y="1455738"/>
          <p14:tracePt t="104217" x="2979738" y="1435100"/>
          <p14:tracePt t="104227" x="2973388" y="1414463"/>
          <p14:tracePt t="104240" x="2952750" y="1387475"/>
          <p14:tracePt t="104251" x="2919413" y="1366838"/>
          <p14:tracePt t="104261" x="2898775" y="1347788"/>
          <p14:tracePt t="104273" x="2851150" y="1327150"/>
          <p14:tracePt t="104284" x="2795588" y="1292225"/>
          <p14:tracePt t="104295" x="2741613" y="1285875"/>
          <p14:tracePt t="104307" x="2700338" y="1271588"/>
          <p14:tracePt t="104318" x="2667000" y="1271588"/>
          <p14:tracePt t="104329" x="2625725" y="1265238"/>
          <p14:tracePt t="104340" x="2598738" y="1271588"/>
          <p14:tracePt t="104352" x="2557463" y="1271588"/>
          <p14:tracePt t="104363" x="2538413" y="1285875"/>
          <p14:tracePt t="104374" x="2509838" y="1312863"/>
          <p14:tracePt t="104385" x="2497138" y="1333500"/>
          <p14:tracePt t="104397" x="2476500" y="1366838"/>
          <p14:tracePt t="104407" x="2476500" y="1387475"/>
          <p14:tracePt t="104419" x="2476500" y="1414463"/>
          <p14:tracePt t="104431" x="2490788" y="1449388"/>
          <p14:tracePt t="104441" x="2517775" y="1476375"/>
          <p14:tracePt t="104454" x="2538413" y="1497013"/>
          <p14:tracePt t="104465" x="2592388" y="1517650"/>
          <p14:tracePt t="104475" x="2625725" y="1524000"/>
          <p14:tracePt t="104486" x="2660650" y="1538288"/>
          <p14:tracePt t="104498" x="2687638" y="1538288"/>
          <p14:tracePt t="104509" x="2708275" y="1538288"/>
          <p14:tracePt t="104521" x="2741613" y="1538288"/>
          <p14:tracePt t="104532" x="2768600" y="1517650"/>
          <p14:tracePt t="104542" x="2795588" y="1497013"/>
          <p14:tracePt t="104554" x="2836863" y="1455738"/>
          <p14:tracePt t="104566" x="2871788" y="1428750"/>
          <p14:tracePt t="104577" x="2878138" y="1374775"/>
          <p14:tracePt t="104589" x="2878138" y="1347788"/>
          <p14:tracePt t="104599" x="2878138" y="1292225"/>
          <p14:tracePt t="104610" x="2857500" y="1244600"/>
          <p14:tracePt t="104622" x="2836863" y="1204913"/>
          <p14:tracePt t="104633" x="2816225" y="1184275"/>
          <p14:tracePt t="104643" x="2789238" y="1163638"/>
          <p14:tracePt t="104656" x="2768600" y="1157288"/>
          <p14:tracePt t="104667" x="2747963" y="1143000"/>
          <p14:tracePt t="104677" x="2741613" y="1136650"/>
          <p14:tracePt t="104689" x="2728913" y="1136650"/>
          <p14:tracePt t="104701" x="2720975" y="1136650"/>
          <p14:tracePt t="105094" x="2708275" y="1136650"/>
          <p14:tracePt t="105104" x="2687638" y="1136650"/>
          <p14:tracePt t="105116" x="2667000" y="1136650"/>
          <p14:tracePt t="105127" x="2646363" y="1143000"/>
          <p14:tracePt t="105139" x="2619375" y="1157288"/>
          <p14:tracePt t="105150" x="2551113" y="1196975"/>
          <p14:tracePt t="105162" x="2470150" y="1271588"/>
          <p14:tracePt t="105173" x="2387600" y="1387475"/>
          <p14:tracePt t="105184" x="2327275" y="1482725"/>
          <p14:tracePt t="105196" x="2300288" y="1619250"/>
          <p14:tracePt t="105206" x="2279650" y="1714500"/>
          <p14:tracePt t="105218" x="2286000" y="1776413"/>
          <p14:tracePt t="105229" x="2300288" y="1809750"/>
          <p14:tracePt t="105239" x="2327275" y="1836738"/>
          <p14:tracePt t="105251" x="2366963" y="1851025"/>
          <p14:tracePt t="105263" x="2428875" y="1871663"/>
          <p14:tracePt t="105273" x="2490788" y="1878013"/>
          <p14:tracePt t="105285" x="2571750" y="1878013"/>
          <p14:tracePt t="105297" x="2646363" y="1878013"/>
          <p14:tracePt t="105307" x="2708275" y="1871663"/>
          <p14:tracePt t="105319" x="2747963" y="1857375"/>
          <p14:tracePt t="105330" x="2782888" y="1836738"/>
          <p14:tracePt t="105341" x="2809875" y="1816100"/>
          <p14:tracePt t="105354" x="2830513" y="1789113"/>
          <p14:tracePt t="105365" x="2836863" y="1755775"/>
          <p14:tracePt t="105375" x="2851150" y="1714500"/>
          <p14:tracePt t="105387" x="2851150" y="1687513"/>
          <p14:tracePt t="105398" x="2836863" y="1660525"/>
          <p14:tracePt t="105408" x="2836863" y="1639888"/>
          <p14:tracePt t="105420" x="2830513" y="1625600"/>
          <p14:tracePt t="105498" x="2830513" y="1639888"/>
          <p14:tracePt t="105509" x="2830513" y="1646238"/>
          <p14:tracePt t="105521" x="2851150" y="1660525"/>
          <p14:tracePt t="105533" x="2878138" y="1666875"/>
          <p14:tracePt t="105543" x="2911475" y="1666875"/>
          <p14:tracePt t="105554" x="2973388" y="1666875"/>
          <p14:tracePt t="105566" x="3062288" y="1666875"/>
          <p14:tracePt t="105588" x="3184525" y="1660525"/>
          <p14:tracePt t="105594" x="3259138" y="1646238"/>
          <p14:tracePt t="105603" x="3354388" y="1646238"/>
          <p14:tracePt t="105616" x="3429000" y="1646238"/>
          <p14:tracePt t="105625" x="3462338" y="1646238"/>
          <p14:tracePt t="105635" x="3462338" y="1639888"/>
          <p14:tracePt t="105802" x="3482975" y="1639888"/>
          <p14:tracePt t="105814" x="3524250" y="1639888"/>
          <p14:tracePt t="105824" x="3592513" y="1625600"/>
          <p14:tracePt t="105837" x="3652838" y="1604963"/>
          <p14:tracePt t="105847" x="3694113" y="1598613"/>
          <p14:tracePt t="105859" x="3762375" y="1577975"/>
          <p14:tracePt t="105871" x="3810000" y="1557338"/>
          <p14:tracePt t="105882" x="3911600" y="1503363"/>
          <p14:tracePt t="105893" x="4033838" y="1435100"/>
          <p14:tracePt t="105904" x="4137025" y="1374775"/>
          <p14:tracePt t="105915" x="4313238" y="1252538"/>
          <p14:tracePt t="105926" x="4456113" y="1163638"/>
          <p14:tracePt t="105939" x="4667250" y="1014413"/>
          <p14:tracePt t="105948" x="4878388" y="842963"/>
          <p14:tracePt t="105960" x="5006975" y="735013"/>
          <p14:tracePt t="105972" x="5170488" y="612775"/>
          <p14:tracePt t="105982" x="5245100" y="544513"/>
          <p14:tracePt t="105993" x="5327650" y="490538"/>
          <p14:tracePt t="106006" x="5381625" y="461963"/>
          <p14:tracePt t="106016" x="5387975" y="449263"/>
          <p14:tracePt t="106027" x="5395913" y="442913"/>
          <p14:tracePt t="106196" x="5395913" y="449263"/>
          <p14:tracePt t="106208" x="5395913" y="461963"/>
          <p14:tracePt t="106218" x="5395913" y="482600"/>
          <p14:tracePt t="106230" x="5387975" y="490538"/>
          <p14:tracePt t="106242" x="5387975" y="503238"/>
          <p14:tracePt t="106253" x="5367338" y="523875"/>
          <p14:tracePt t="106263" x="5348288" y="544513"/>
          <p14:tracePt t="106275" x="5307013" y="550863"/>
          <p14:tracePt t="106286" x="5280025" y="571500"/>
          <p14:tracePt t="106298" x="5245100" y="592138"/>
          <p14:tracePt t="106308" x="5205413" y="604838"/>
          <p14:tracePt t="106320" x="5157788" y="612775"/>
          <p14:tracePt t="106679" x="5170488" y="612775"/>
          <p14:tracePt t="106735" x="5176838" y="612775"/>
          <p14:tracePt t="106747" x="5176838" y="625475"/>
          <p14:tracePt t="106759" x="5170488" y="625475"/>
          <p14:tracePt t="106837" x="5170488" y="633413"/>
          <p14:tracePt t="106848" x="5157788" y="633413"/>
          <p14:tracePt t="106870" x="5149850" y="633413"/>
          <p14:tracePt t="106882" x="5137150" y="633413"/>
          <p14:tracePt t="106893" x="5116513" y="633413"/>
          <p14:tracePt t="106906" x="5110163" y="633413"/>
          <p14:tracePt t="106916" x="5095875" y="639763"/>
          <p14:tracePt t="106929" x="5075238" y="639763"/>
          <p14:tracePt t="106940" x="5068888" y="639763"/>
          <p14:tracePt t="106950" x="5033963" y="639763"/>
          <p14:tracePt t="106962" x="5014913" y="639763"/>
          <p14:tracePt t="106973" x="4994275" y="639763"/>
          <p14:tracePt t="106983" x="4959350" y="639763"/>
          <p14:tracePt t="106996" x="4926013" y="639763"/>
          <p14:tracePt t="107007" x="4899025" y="639763"/>
          <p14:tracePt t="107017" x="4878388" y="639763"/>
          <p14:tracePt t="107029" x="4843463" y="639763"/>
          <p14:tracePt t="107041" x="4816475" y="639763"/>
          <p14:tracePt t="107051" x="4789488" y="639763"/>
          <p14:tracePt t="107063" x="4748213" y="633413"/>
          <p14:tracePt t="107074" x="4708525" y="633413"/>
          <p14:tracePt t="107085" x="4667250" y="625475"/>
          <p14:tracePt t="107097" x="4633913" y="625475"/>
          <p14:tracePt t="107108" x="4605338" y="625475"/>
          <p14:tracePt t="107119" x="4578350" y="625475"/>
          <p14:tracePt t="107141" x="4557713" y="625475"/>
          <p14:tracePt t="107144" x="4538663" y="625475"/>
          <p14:tracePt t="107158" x="4503738" y="612775"/>
          <p14:tracePt t="107166" x="4483100" y="612775"/>
          <p14:tracePt t="107176" x="4476750" y="612775"/>
          <p14:tracePt t="108918" x="4483100" y="612775"/>
          <p14:tracePt t="108930" x="4503738" y="612775"/>
          <p14:tracePt t="108941" x="4538663" y="625475"/>
          <p14:tracePt t="108954" x="4565650" y="625475"/>
          <p14:tracePt t="108963" x="4613275" y="633413"/>
          <p14:tracePt t="108975" x="4673600" y="633413"/>
          <p14:tracePt t="108986" x="4714875" y="633413"/>
          <p14:tracePt t="108998" x="4768850" y="633413"/>
          <p14:tracePt t="109009" x="4803775" y="633413"/>
          <p14:tracePt t="109020" x="4816475" y="633413"/>
          <p14:tracePt t="109031" x="4824413" y="633413"/>
          <p14:tracePt t="109042" x="4837113" y="633413"/>
          <p14:tracePt t="109120" x="4843463" y="633413"/>
          <p14:tracePt t="109132" x="4857750" y="639763"/>
          <p14:tracePt t="109144" x="4864100" y="639763"/>
          <p14:tracePt t="109155" x="4899025" y="639763"/>
          <p14:tracePt t="109166" x="4926013" y="639763"/>
          <p14:tracePt t="109178" x="4967288" y="639763"/>
          <p14:tracePt t="109189" x="5027613" y="652463"/>
          <p14:tracePt t="109200" x="5095875" y="660400"/>
          <p14:tracePt t="109212" x="5205413" y="673100"/>
          <p14:tracePt t="109223" x="5300663" y="681038"/>
          <p14:tracePt t="109244" x="5435600" y="700088"/>
          <p14:tracePt t="109248" x="5619750" y="720725"/>
          <p14:tracePt t="109257" x="5830888" y="741363"/>
          <p14:tracePt t="109271" x="6000750" y="762000"/>
          <p14:tracePt t="109290" x="6272213" y="782638"/>
          <p14:tracePt t="109291" x="6530975" y="803275"/>
          <p14:tracePt t="109301" x="6796088" y="823913"/>
          <p14:tracePt t="109313" x="6986588" y="842963"/>
          <p14:tracePt t="109324" x="7212013" y="863600"/>
          <p14:tracePt t="109335" x="7423150" y="871538"/>
          <p14:tracePt t="109347" x="7586663" y="884238"/>
          <p14:tracePt t="109358" x="7667625" y="890588"/>
          <p14:tracePt t="109369" x="7748588" y="890588"/>
          <p14:tracePt t="109381" x="7804150" y="890588"/>
          <p14:tracePt t="109391" x="7837488" y="890588"/>
          <p14:tracePt t="109402" x="7843838" y="890588"/>
          <p14:tracePt t="109414" x="7858125" y="890588"/>
          <p14:tracePt t="109480" x="7858125" y="884238"/>
          <p14:tracePt t="109492" x="7843838" y="884238"/>
          <p14:tracePt t="109504" x="7816850" y="871538"/>
          <p14:tracePt t="109515" x="7789863" y="863600"/>
          <p14:tracePt t="109527" x="7735888" y="842963"/>
          <p14:tracePt t="109539" x="7673975" y="823913"/>
          <p14:tracePt t="109549" x="7605713" y="795338"/>
          <p14:tracePt t="109561" x="7504113" y="776288"/>
          <p14:tracePt t="109572" x="7423150" y="741363"/>
          <p14:tracePt t="109582" x="7367588" y="720725"/>
          <p14:tracePt t="109595" x="7334250" y="714375"/>
          <p14:tracePt t="109606" x="7313613" y="700088"/>
          <p14:tracePt t="109616" x="7307263" y="700088"/>
          <p14:tracePt t="109649" x="7313613" y="693738"/>
          <p14:tracePt t="109661" x="7334250" y="693738"/>
          <p14:tracePt t="109673" x="7375525" y="693738"/>
          <p14:tracePt t="109684" x="7402513" y="693738"/>
          <p14:tracePt t="109696" x="7456488" y="700088"/>
          <p14:tracePt t="109707" x="7518400" y="700088"/>
          <p14:tracePt t="109717" x="7586663" y="714375"/>
          <p14:tracePt t="109730" x="7634288" y="714375"/>
          <p14:tracePt t="109740" x="7694613" y="714375"/>
          <p14:tracePt t="109751" x="7748588" y="720725"/>
          <p14:tracePt t="109763" x="7789863" y="720725"/>
          <p14:tracePt t="109774" x="7796213" y="720725"/>
          <p14:tracePt t="109807" x="7789863" y="720725"/>
          <p14:tracePt t="109818" x="7756525" y="720725"/>
          <p14:tracePt t="109831" x="7688263" y="714375"/>
          <p14:tracePt t="109842" x="7578725" y="700088"/>
          <p14:tracePt t="109852" x="7423150" y="681038"/>
          <p14:tracePt t="109865" x="7292975" y="673100"/>
          <p14:tracePt t="109876" x="7096125" y="652463"/>
          <p14:tracePt t="109887" x="6932613" y="633413"/>
          <p14:tracePt t="109898" x="6824663" y="612775"/>
          <p14:tracePt t="109910" x="6777038" y="604838"/>
          <p14:tracePt t="109921" x="6756400" y="604838"/>
          <p14:tracePt t="109953" x="6796088" y="604838"/>
          <p14:tracePt t="109965" x="6872288" y="604838"/>
          <p14:tracePt t="109976" x="7015163" y="625475"/>
          <p14:tracePt t="109989" x="7197725" y="639763"/>
          <p14:tracePt t="109998" x="7327900" y="652463"/>
          <p14:tracePt t="110010" x="7462838" y="673100"/>
          <p14:tracePt t="110022" x="7578725" y="681038"/>
          <p14:tracePt t="110032" x="7646988" y="693738"/>
          <p14:tracePt t="110044" x="7667625" y="693738"/>
          <p14:tracePt t="110055" x="7673975" y="700088"/>
          <p14:tracePt t="110088" x="7667625" y="700088"/>
          <p14:tracePt t="110100" x="7634288" y="693738"/>
          <p14:tracePt t="110112" x="7586663" y="693738"/>
          <p14:tracePt t="110123" x="7539038" y="681038"/>
          <p14:tracePt t="110133" x="7483475" y="681038"/>
          <p14:tracePt t="110145" x="7396163" y="673100"/>
          <p14:tracePt t="110157" x="7253288" y="660400"/>
          <p14:tracePt t="110167" x="7062788" y="652463"/>
          <p14:tracePt t="110180" x="6884988" y="633413"/>
          <p14:tracePt t="110191" x="6613525" y="612775"/>
          <p14:tracePt t="110201" x="6313488" y="604838"/>
          <p14:tracePt t="110213" x="5994400" y="592138"/>
          <p14:tracePt t="110225" x="5748338" y="585788"/>
          <p14:tracePt t="110235" x="5449888" y="565150"/>
          <p14:tracePt t="110247" x="5157788" y="544513"/>
          <p14:tracePt t="110258" x="4926013" y="523875"/>
          <p14:tracePt t="110291" x="4789488" y="503238"/>
          <p14:tracePt t="110295" x="4646613" y="490538"/>
          <p14:tracePt t="110308" x="4557713" y="482600"/>
          <p14:tracePt t="110309" x="4483100" y="469900"/>
          <p14:tracePt t="110315" x="4456113" y="469900"/>
          <p14:tracePt t="110325" x="4422775" y="469900"/>
          <p14:tracePt t="110339" x="4414838" y="469900"/>
          <p14:tracePt t="110348" x="4402138" y="469900"/>
          <p14:tracePt t="110359" x="4395788" y="469900"/>
          <p14:tracePt t="110370" x="4387850" y="469900"/>
          <p14:tracePt t="110381" x="4375150" y="469900"/>
          <p14:tracePt t="110392" x="4367213" y="469900"/>
          <p14:tracePt t="110405" x="4354513" y="482600"/>
          <p14:tracePt t="110426" x="4348163" y="482600"/>
          <p14:tracePt t="110448" x="4333875" y="490538"/>
          <p14:tracePt t="110460" x="4327525" y="490538"/>
          <p14:tracePt t="110472" x="4313238" y="490538"/>
          <p14:tracePt t="110482" x="4306888" y="503238"/>
          <p14:tracePt t="110493" x="4292600" y="503238"/>
          <p14:tracePt t="110505" x="4271963" y="509588"/>
          <p14:tracePt t="110516" x="4265613" y="523875"/>
          <p14:tracePt t="110538" x="4265613" y="530225"/>
          <p14:tracePt t="110561" x="4271963" y="544513"/>
          <p14:tracePt t="110573" x="4306888" y="544513"/>
          <p14:tracePt t="110583" x="4327525" y="550863"/>
          <p14:tracePt t="110596" x="4387850" y="565150"/>
          <p14:tracePt t="110607" x="4443413" y="571500"/>
          <p14:tracePt t="110617" x="4524375" y="585788"/>
          <p14:tracePt t="110630" x="4598988" y="592138"/>
          <p14:tracePt t="110641" x="4714875" y="612775"/>
          <p14:tracePt t="110652" x="4837113" y="625475"/>
          <p14:tracePt t="110664" x="4959350" y="633413"/>
          <p14:tracePt t="110675" x="5027613" y="633413"/>
          <p14:tracePt t="110685" x="5110163" y="625475"/>
          <p14:tracePt t="110697" x="5157788" y="612775"/>
          <p14:tracePt t="110708" x="5197475" y="604838"/>
          <p14:tracePt t="110718" x="5218113" y="585788"/>
          <p14:tracePt t="110731" x="5238750" y="565150"/>
          <p14:tracePt t="110742" x="5245100" y="523875"/>
          <p14:tracePt t="110752" x="5245100" y="469900"/>
          <p14:tracePt t="110764" x="5224463" y="414338"/>
          <p14:tracePt t="110775" x="5205413" y="360363"/>
          <p14:tracePt t="110786" x="5157788" y="292100"/>
          <p14:tracePt t="110798" x="5095875" y="231775"/>
          <p14:tracePt t="110809" x="5027613" y="184150"/>
          <p14:tracePt t="110821" x="4979988" y="163513"/>
          <p14:tracePt t="110831" x="4905375" y="142875"/>
          <p14:tracePt t="110843" x="4816475" y="128588"/>
          <p14:tracePt t="110856" x="4708525" y="122238"/>
          <p14:tracePt t="110865" x="4625975" y="128588"/>
          <p14:tracePt t="110877" x="4518025" y="163513"/>
          <p14:tracePt t="110889" x="4422775" y="204788"/>
          <p14:tracePt t="110899" x="4367213" y="252413"/>
          <p14:tracePt t="110910" x="4333875" y="292100"/>
          <p14:tracePt t="110922" x="4306888" y="339725"/>
          <p14:tracePt t="110932" x="4286250" y="395288"/>
          <p14:tracePt t="110944" x="4265613" y="428625"/>
          <p14:tracePt t="110956" x="4271963" y="469900"/>
          <p14:tracePt t="110966" x="4286250" y="503238"/>
          <p14:tracePt t="110978" x="4306888" y="530225"/>
          <p14:tracePt t="110989" x="4333875" y="565150"/>
          <p14:tracePt t="111000" x="4354513" y="571500"/>
          <p14:tracePt t="111012" x="4387850" y="585788"/>
          <p14:tracePt t="111023" x="4422775" y="592138"/>
          <p14:tracePt t="111034" x="4462463" y="592138"/>
          <p14:tracePt t="111046" x="4497388" y="604838"/>
          <p14:tracePt t="111057" x="4557713" y="604838"/>
          <p14:tracePt t="111067" x="4625975" y="592138"/>
          <p14:tracePt t="111080" x="4694238" y="585788"/>
          <p14:tracePt t="111091" x="4748213" y="585788"/>
          <p14:tracePt t="111101" x="4824413" y="585788"/>
          <p14:tracePt t="111112" x="4919663" y="585788"/>
          <p14:tracePt t="111124" x="5014913" y="592138"/>
          <p14:tracePt t="111135" x="5110163" y="604838"/>
          <p14:tracePt t="111147" x="5238750" y="612775"/>
          <p14:tracePt t="111158" x="5387975" y="633413"/>
          <p14:tracePt t="111168" x="5538788" y="639763"/>
          <p14:tracePt t="111180" x="5667375" y="652463"/>
          <p14:tracePt t="111192" x="5837238" y="673100"/>
          <p14:tracePt t="111213" x="6021388" y="673100"/>
          <p14:tracePt t="111217" x="6184900" y="673100"/>
          <p14:tracePt t="111226" x="6292850" y="673100"/>
          <p14:tracePt t="111240" x="6408738" y="673100"/>
          <p14:tracePt t="111249" x="6524625" y="660400"/>
          <p14:tracePt t="111259" x="6599238" y="652463"/>
          <p14:tracePt t="111271" x="6653213" y="639763"/>
          <p14:tracePt t="111281" x="6721475" y="633413"/>
          <p14:tracePt t="111292" x="6783388" y="625475"/>
          <p14:tracePt t="111304" x="6864350" y="604838"/>
          <p14:tracePt t="111337" x="6926263" y="604838"/>
          <p14:tracePt t="111341" x="7015163" y="592138"/>
          <p14:tracePt t="111351" x="7116763" y="592138"/>
          <p14:tracePt t="111355" x="7224713" y="585788"/>
          <p14:tracePt t="111362" x="7292975" y="585788"/>
          <p14:tracePt t="111374" x="7396163" y="571500"/>
          <p14:tracePt t="111384" x="7483475" y="565150"/>
          <p14:tracePt t="111395" x="7558088" y="544513"/>
          <p14:tracePt t="111406" x="7605713" y="530225"/>
          <p14:tracePt t="111416" x="7667625" y="509588"/>
          <p14:tracePt t="111428" x="7708900" y="503238"/>
          <p14:tracePt t="111439" x="7729538" y="482600"/>
          <p14:tracePt t="111450" x="7729538" y="469900"/>
          <p14:tracePt t="111463" x="7729538" y="449263"/>
          <p14:tracePt t="111473" x="7729538" y="442913"/>
          <p14:tracePt t="111483" x="7708900" y="422275"/>
          <p14:tracePt t="111496" x="7688263" y="401638"/>
          <p14:tracePt t="111507" x="7653338" y="395288"/>
          <p14:tracePt t="111517" x="7626350" y="381000"/>
          <p14:tracePt t="111529" x="7605713" y="374650"/>
          <p14:tracePt t="111541" x="7593013" y="374650"/>
          <p14:tracePt t="111551" x="7578725" y="360363"/>
          <p14:tracePt t="111563" x="7545388" y="360363"/>
          <p14:tracePt t="111574" x="7524750" y="360363"/>
          <p14:tracePt t="111585" x="7504113" y="360363"/>
          <p14:tracePt t="111596" x="7477125" y="360363"/>
          <p14:tracePt t="111608" x="7456488" y="374650"/>
          <p14:tracePt t="111618" x="7423150" y="381000"/>
          <p14:tracePt t="111631" x="7396163" y="414338"/>
          <p14:tracePt t="111642" x="7348538" y="449263"/>
          <p14:tracePt t="111652" x="7307263" y="503238"/>
          <p14:tracePt t="111664" x="7286625" y="565150"/>
          <p14:tracePt t="111675" x="7272338" y="592138"/>
          <p14:tracePt t="111686" x="7272338" y="633413"/>
          <p14:tracePt t="111697" x="7272338" y="660400"/>
          <p14:tracePt t="111709" x="7286625" y="673100"/>
          <p14:tracePt t="111721" x="7292975" y="681038"/>
          <p14:tracePt t="111732" x="7313613" y="681038"/>
          <p14:tracePt t="111743" x="7348538" y="693738"/>
          <p14:tracePt t="111755" x="7375525" y="693738"/>
          <p14:tracePt t="111765" x="7396163" y="693738"/>
          <p14:tracePt t="111776" x="7435850" y="681038"/>
          <p14:tracePt t="111788" x="7477125" y="681038"/>
          <p14:tracePt t="111798" x="7518400" y="673100"/>
          <p14:tracePt t="111810" x="7545388" y="660400"/>
          <p14:tracePt t="111822" x="7578725" y="639763"/>
          <p14:tracePt t="111832" x="7593013" y="612775"/>
          <p14:tracePt t="111844" x="7613650" y="585788"/>
          <p14:tracePt t="111855" x="7613650" y="550863"/>
          <p14:tracePt t="111866" x="7613650" y="509588"/>
          <p14:tracePt t="111877" x="7593013" y="461963"/>
          <p14:tracePt t="111890" x="7578725" y="414338"/>
          <p14:tracePt t="111900" x="7558088" y="381000"/>
          <p14:tracePt t="111912" x="7504113" y="339725"/>
          <p14:tracePt t="111923" x="7462838" y="312738"/>
          <p14:tracePt t="111933" x="7423150" y="300038"/>
          <p14:tracePt t="111946" x="7388225" y="292100"/>
          <p14:tracePt t="111957" x="7348538" y="292100"/>
          <p14:tracePt t="111967" x="7292975" y="312738"/>
          <p14:tracePt t="111979" x="7253288" y="333375"/>
          <p14:tracePt t="111991" x="7224713" y="360363"/>
          <p14:tracePt t="112001" x="7197725" y="414338"/>
          <p14:tracePt t="112013" x="7177088" y="469900"/>
          <p14:tracePt t="112025" x="7177088" y="530225"/>
          <p14:tracePt t="112035" x="7185025" y="565150"/>
          <p14:tracePt t="112047" x="7212013" y="625475"/>
          <p14:tracePt t="112058" x="7286625" y="681038"/>
          <p14:tracePt t="112068" x="7388225" y="735013"/>
          <p14:tracePt t="112080" x="7462838" y="762000"/>
          <p14:tracePt t="112091" x="7586663" y="782638"/>
          <p14:tracePt t="112102" x="7694613" y="795338"/>
          <p14:tracePt t="112114" x="7789863" y="795338"/>
          <p14:tracePt t="112126" x="7837488" y="782638"/>
          <p14:tracePt t="112136" x="7885113" y="776288"/>
          <p14:tracePt t="112147" x="7920038" y="741363"/>
          <p14:tracePt t="112159" x="7926388" y="720725"/>
          <p14:tracePt t="112171" x="7926388" y="693738"/>
          <p14:tracePt t="112181" x="7920038" y="660400"/>
          <p14:tracePt t="112192" x="7899400" y="639763"/>
          <p14:tracePt t="112205" x="7864475" y="612775"/>
          <p14:tracePt t="112214" x="7824788" y="592138"/>
          <p14:tracePt t="112226" x="7796213" y="592138"/>
          <p14:tracePt t="112238" x="7756525" y="585788"/>
          <p14:tracePt t="112249" x="7715250" y="585788"/>
          <p14:tracePt t="112260" x="7673975" y="585788"/>
          <p14:tracePt t="112272" x="7653338" y="585788"/>
          <p14:tracePt t="112282" x="7646988" y="585788"/>
          <p14:tracePt t="112294" x="7634288" y="585788"/>
          <p14:tracePt t="112620" x="7613650" y="585788"/>
          <p14:tracePt t="112626" x="7586663" y="585788"/>
          <p14:tracePt t="112632" x="7545388" y="585788"/>
          <p14:tracePt t="112644" x="7462838" y="585788"/>
          <p14:tracePt t="112658" x="7354888" y="585788"/>
          <p14:tracePt t="112667" x="7212013" y="585788"/>
          <p14:tracePt t="112677" x="7054850" y="592138"/>
          <p14:tracePt t="112687" x="6804025" y="612775"/>
          <p14:tracePt t="112698" x="6491288" y="652463"/>
          <p14:tracePt t="112710" x="6122988" y="720725"/>
          <p14:tracePt t="112722" x="5816600" y="782638"/>
          <p14:tracePt t="112732" x="5414963" y="904875"/>
          <p14:tracePt t="112744" x="5027613" y="1014413"/>
          <p14:tracePt t="112756" x="4694238" y="1095375"/>
          <p14:tracePt t="112766" x="4476750" y="1157288"/>
          <p14:tracePt t="112778" x="4224338" y="1204913"/>
          <p14:tracePt t="112790" x="4041775" y="1252538"/>
          <p14:tracePt t="112800" x="3911600" y="1285875"/>
          <p14:tracePt t="112811" x="3863975" y="1306513"/>
          <p14:tracePt t="112823" x="3824288" y="1312863"/>
          <p14:tracePt t="112833" x="3803650" y="1327150"/>
          <p14:tracePt t="112845" x="3803650" y="1333500"/>
          <p14:tracePt t="112889" x="3803650" y="1347788"/>
          <p14:tracePt t="112912" x="3795713" y="1347788"/>
          <p14:tracePt t="112924" x="3783013" y="1347788"/>
          <p14:tracePt t="112935" x="3776663" y="1347788"/>
          <p14:tracePt t="112946" x="3762375" y="1354138"/>
          <p14:tracePt t="112958" x="3741738" y="1354138"/>
          <p14:tracePt t="112968" x="3714750" y="1366838"/>
          <p14:tracePt t="112980" x="3652838" y="1387475"/>
          <p14:tracePt t="112992" x="3613150" y="1408113"/>
          <p14:tracePt t="113002" x="3551238" y="1435100"/>
          <p14:tracePt t="113014" x="3490913" y="1462088"/>
          <p14:tracePt t="113026" x="3449638" y="1482725"/>
          <p14:tracePt t="113036" x="3408363" y="1497013"/>
          <p14:tracePt t="113048" x="3360738" y="1517650"/>
          <p14:tracePt t="113059" x="3319463" y="1524000"/>
          <p14:tracePt t="113070" x="3300413" y="1538288"/>
          <p14:tracePt t="113081" x="3292475" y="1544638"/>
          <p14:tracePt t="113125" x="3279775" y="1538288"/>
          <p14:tracePt t="113463" x="3292475" y="1538288"/>
          <p14:tracePt t="113497" x="3300413" y="1538288"/>
          <p14:tracePt t="113509" x="3319463" y="1538288"/>
          <p14:tracePt t="113520" x="3333750" y="1538288"/>
          <p14:tracePt t="113532" x="3340100" y="1538288"/>
          <p14:tracePt t="113542" x="3354388" y="1538288"/>
          <p14:tracePt t="113587" x="3360738" y="1538288"/>
          <p14:tracePt t="113643" x="3360738" y="1524000"/>
          <p14:tracePt t="113654" x="3375025" y="1524000"/>
          <p14:tracePt t="113756" x="3360738" y="1524000"/>
          <p14:tracePt t="113768" x="3354388" y="1524000"/>
          <p14:tracePt t="113779" x="3340100" y="1544638"/>
          <p14:tracePt t="113801" x="3313113" y="1565275"/>
          <p14:tracePt t="113804" x="3271838" y="1619250"/>
          <p14:tracePt t="113813" x="3232150" y="1673225"/>
          <p14:tracePt t="113826" x="3170238" y="1735138"/>
          <p14:tracePt t="113836" x="3128963" y="1789113"/>
          <p14:tracePt t="113846" x="3068638" y="1851025"/>
          <p14:tracePt t="113860" x="3027363" y="1884363"/>
          <p14:tracePt t="113869" x="2994025" y="1925638"/>
          <p14:tracePt t="113881" x="2979738" y="1946275"/>
          <p14:tracePt t="113892" x="2959100" y="1966913"/>
          <p14:tracePt t="113902" x="2959100" y="1985963"/>
          <p14:tracePt t="113914" x="2959100" y="2000250"/>
          <p14:tracePt t="113926" x="2973388" y="2000250"/>
          <p14:tracePt t="113936" x="2979738" y="2000250"/>
          <p14:tracePt t="113947" x="2994025" y="2000250"/>
          <p14:tracePt t="113960" x="3000375" y="2000250"/>
          <p14:tracePt t="113970" x="3021013" y="1985963"/>
          <p14:tracePt t="113982" x="3027363" y="1985963"/>
          <p14:tracePt t="113993" x="3041650" y="1979613"/>
          <p14:tracePt t="114004" x="3048000" y="1958975"/>
          <p14:tracePt t="114016" x="3062288" y="1938338"/>
          <p14:tracePt t="114027" x="3062288" y="1919288"/>
          <p14:tracePt t="114037" x="3068638" y="1878013"/>
          <p14:tracePt t="114049" x="3068638" y="1830388"/>
          <p14:tracePt t="114061" x="3062288" y="1795463"/>
          <p14:tracePt t="114071" x="3048000" y="1747838"/>
          <p14:tracePt t="114083" x="3041650" y="1714500"/>
          <p14:tracePt t="114094" x="3021013" y="1708150"/>
          <p14:tracePt t="114105" x="3021013" y="1693863"/>
          <p14:tracePt t="114116" x="3006725" y="1687513"/>
          <p14:tracePt t="114138" x="3006725" y="1673225"/>
          <p14:tracePt t="114161" x="3021013" y="1673225"/>
          <p14:tracePt t="114183" x="3027363" y="1666875"/>
          <p14:tracePt t="114206" x="3041650" y="1666875"/>
          <p14:tracePt t="114217" x="3048000" y="1666875"/>
          <p14:tracePt t="114284" x="3048000" y="1673225"/>
          <p14:tracePt t="114307" x="3041650" y="1673225"/>
          <p14:tracePt t="114318" x="3027363" y="1687513"/>
          <p14:tracePt t="114330" x="3006725" y="1708150"/>
          <p14:tracePt t="114341" x="2973388" y="1735138"/>
          <p14:tracePt t="114353" x="2919413" y="1789113"/>
          <p14:tracePt t="114364" x="2878138" y="1836738"/>
          <p14:tracePt t="114376" x="2857500" y="1857375"/>
          <p14:tracePt t="114387" x="2851150" y="1878013"/>
          <p14:tracePt t="114398" x="2836863" y="1884363"/>
          <p14:tracePt t="114410" x="2830513" y="1884363"/>
          <p14:tracePt t="114431" x="2836863" y="1884363"/>
          <p14:tracePt t="114453" x="2857500" y="1884363"/>
          <p14:tracePt t="114487" x="2878138" y="1878013"/>
          <p14:tracePt t="114491" x="2898775" y="1871663"/>
          <p14:tracePt t="114501" x="2938463" y="1836738"/>
          <p14:tracePt t="114513" x="2952750" y="1830388"/>
          <p14:tracePt t="114523" x="2973388" y="1816100"/>
          <p14:tracePt t="114534" x="2979738" y="1809750"/>
          <p14:tracePt t="114546" x="3000375" y="1789113"/>
          <p14:tracePt t="114555" x="3006725" y="1776413"/>
          <p14:tracePt t="114568" x="3021013" y="1755775"/>
          <p14:tracePt t="114579" x="3027363" y="1747838"/>
          <p14:tracePt t="114589" x="3027363" y="1735138"/>
          <p14:tracePt t="114601" x="3027363" y="1728788"/>
          <p14:tracePt t="114612" x="3041650" y="1728788"/>
          <p14:tracePt t="114622" x="3041650" y="1714500"/>
          <p14:tracePt t="114734" x="3027363" y="1714500"/>
          <p14:tracePt t="114757" x="3027363" y="1708150"/>
          <p14:tracePt t="114802" x="3021013" y="1693863"/>
          <p14:tracePt t="114824" x="3006725" y="1687513"/>
          <p14:tracePt t="114836" x="3000375" y="1666875"/>
          <p14:tracePt t="114849" x="2994025" y="1646238"/>
          <p14:tracePt t="114859" x="2979738" y="1625600"/>
          <p14:tracePt t="114871" x="2973388" y="1604963"/>
          <p14:tracePt t="114883" x="2959100" y="1598613"/>
          <p14:tracePt t="114903" x="2959100" y="1585913"/>
          <p14:tracePt t="115083" x="2952750" y="1604963"/>
          <p14:tracePt t="115088" x="2952750" y="1625600"/>
          <p14:tracePt t="115096" x="2938463" y="1666875"/>
          <p14:tracePt t="115107" x="2919413" y="1735138"/>
          <p14:tracePt t="115118" x="2890838" y="1836738"/>
          <p14:tracePt t="115130" x="2871788" y="1919288"/>
          <p14:tracePt t="115141" x="2857500" y="1966913"/>
          <p14:tracePt t="115152" x="2857500" y="1985963"/>
          <p14:tracePt t="115163" x="2857500" y="2006600"/>
          <p14:tracePt t="115241" x="2857500" y="2000250"/>
          <p14:tracePt t="115253" x="2871788" y="1979613"/>
          <p14:tracePt t="115264" x="2871788" y="1938338"/>
          <p14:tracePt t="115275" x="2871788" y="1898650"/>
          <p14:tracePt t="115287" x="2878138" y="1857375"/>
          <p14:tracePt t="115298" x="2878138" y="1795463"/>
          <p14:tracePt t="115309" x="2878138" y="1747838"/>
          <p14:tracePt t="115321" x="2878138" y="1693863"/>
          <p14:tracePt t="115331" x="2878138" y="1666875"/>
          <p14:tracePt t="115342" x="2890838" y="1639888"/>
          <p14:tracePt t="115355" x="2890838" y="1604963"/>
          <p14:tracePt t="115365" x="2890838" y="1598613"/>
          <p14:tracePt t="115376" x="2890838" y="1585913"/>
          <p14:tracePt t="115389" x="2898775" y="1577975"/>
          <p14:tracePt t="115421" x="2911475" y="1577975"/>
          <p14:tracePt t="115624" x="2932113" y="1565275"/>
          <p14:tracePt t="115625" x="2979738" y="1557338"/>
          <p14:tracePt t="115635" x="3062288" y="1538288"/>
          <p14:tracePt t="115647" x="3149600" y="1497013"/>
          <p14:tracePt t="115658" x="3354388" y="1408113"/>
          <p14:tracePt t="115668" x="3619500" y="1252538"/>
          <p14:tracePt t="115680" x="3925888" y="1074738"/>
          <p14:tracePt t="115692" x="4157663" y="946150"/>
          <p14:tracePt t="115704" x="4462463" y="782638"/>
          <p14:tracePt t="115714" x="4714875" y="660400"/>
          <p14:tracePt t="115726" x="4919663" y="571500"/>
          <p14:tracePt t="115736" x="5033963" y="509588"/>
          <p14:tracePt t="115748" x="5157788" y="469900"/>
          <p14:tracePt t="115760" x="5238750" y="442913"/>
          <p14:tracePt t="115770" x="5280025" y="428625"/>
          <p14:tracePt t="115950" x="5245100" y="428625"/>
          <p14:tracePt t="115954" x="5205413" y="428625"/>
          <p14:tracePt t="115962" x="5157788" y="428625"/>
          <p14:tracePt t="115977" x="5095875" y="422275"/>
          <p14:tracePt t="115988" x="5033963" y="395288"/>
          <p14:tracePt t="115997" x="4979988" y="354013"/>
          <p14:tracePt t="116006" x="4938713" y="312738"/>
          <p14:tracePt t="116018" x="4899025" y="252413"/>
          <p14:tracePt t="116029" x="4857750" y="211138"/>
          <p14:tracePt t="116040" x="4837113" y="169863"/>
          <p14:tracePt t="116052" x="4824413" y="142875"/>
          <p14:tracePt t="116063" x="4824413" y="109538"/>
          <p14:tracePt t="116075" x="4824413" y="88900"/>
          <p14:tracePt t="116086" x="4824413" y="80963"/>
          <p14:tracePt t="116096" x="4824413" y="68263"/>
          <p14:tracePt t="116107" x="4824413" y="61913"/>
          <p14:tracePt t="116141" x="4824413" y="47625"/>
          <p14:tracePt t="116321" x="4816475" y="61913"/>
          <p14:tracePt t="116332" x="4803775" y="61913"/>
          <p14:tracePt t="116344" x="4795838" y="68263"/>
          <p14:tracePt t="116355" x="4789488" y="80963"/>
          <p14:tracePt t="116366" x="4776788" y="88900"/>
          <p14:tracePt t="116377" x="4768850" y="101600"/>
          <p14:tracePt t="116389" x="4756150" y="109538"/>
          <p14:tracePt t="116401" x="4748213" y="128588"/>
          <p14:tracePt t="116412" x="4748213" y="142875"/>
          <p14:tracePt t="116423" x="4735513" y="163513"/>
          <p14:tracePt t="116434" x="4735513" y="204788"/>
          <p14:tracePt t="116445" x="4729163" y="231775"/>
          <p14:tracePt t="116458" x="4714875" y="271463"/>
          <p14:tracePt t="116467" x="4708525" y="312738"/>
          <p14:tracePt t="116479" x="4708525" y="339725"/>
          <p14:tracePt t="116491" x="4708525" y="360363"/>
          <p14:tracePt t="116501" x="4708525" y="381000"/>
          <p14:tracePt t="116513" x="4708525" y="395288"/>
          <p14:tracePt t="116525" x="4708525" y="414338"/>
          <p14:tracePt t="116546" x="4708525" y="422275"/>
          <p14:tracePt t="116626" x="4714875" y="414338"/>
          <p14:tracePt t="116647" x="4729163" y="414338"/>
          <p14:tracePt t="116670" x="4735513" y="401638"/>
          <p14:tracePt t="116681" x="4748213" y="395288"/>
          <p14:tracePt t="116693" x="4768850" y="381000"/>
          <p14:tracePt t="116704" x="4789488" y="374650"/>
          <p14:tracePt t="116715" x="4795838" y="360363"/>
          <p14:tracePt t="116727" x="4803775" y="354013"/>
          <p14:tracePt t="116738" x="4816475" y="339725"/>
          <p14:tracePt t="116749" x="4816475" y="333375"/>
          <p14:tracePt t="116964" x="4803775" y="339725"/>
          <p14:tracePt t="116985" x="4795838" y="354013"/>
          <p14:tracePt t="116996" x="4795838" y="360363"/>
          <p14:tracePt t="117007" x="4789488" y="374650"/>
          <p14:tracePt t="117019" x="4768850" y="381000"/>
          <p14:tracePt t="117030" x="4756150" y="401638"/>
          <p14:tracePt t="117042" x="4748213" y="422275"/>
          <p14:tracePt t="117053" x="4735513" y="428625"/>
          <p14:tracePt t="117065" x="4735513" y="442913"/>
          <p14:tracePt t="117164" x="4748213" y="449263"/>
          <p14:tracePt t="117176" x="4756150" y="461963"/>
          <p14:tracePt t="117198" x="4768850" y="469900"/>
          <p14:tracePt t="117210" x="4776788" y="469900"/>
          <p14:tracePt t="117232" x="4776788" y="482600"/>
          <p14:tracePt t="117243" x="4789488" y="482600"/>
          <p14:tracePt t="117378" x="4795838" y="482600"/>
          <p14:tracePt t="117400" x="4803775" y="469900"/>
          <p14:tracePt t="117412" x="4816475" y="469900"/>
          <p14:tracePt t="117424" x="4824413" y="461963"/>
          <p14:tracePt t="117435" x="4837113" y="449263"/>
          <p14:tracePt t="117447" x="4843463" y="442913"/>
          <p14:tracePt t="117459" x="4857750" y="442913"/>
          <p14:tracePt t="117469" x="4878388" y="428625"/>
          <p14:tracePt t="117481" x="4884738" y="422275"/>
          <p14:tracePt t="117492" x="4899025" y="422275"/>
          <p14:tracePt t="117503" x="4899025" y="414338"/>
          <p14:tracePt t="117558" x="4899025" y="422275"/>
          <p14:tracePt t="117570" x="4884738" y="442913"/>
          <p14:tracePt t="117581" x="4878388" y="482600"/>
          <p14:tracePt t="117592" x="4864100" y="523875"/>
          <p14:tracePt t="117605" x="4843463" y="592138"/>
          <p14:tracePt t="117626" x="4843463" y="660400"/>
          <p14:tracePt t="117630" x="4843463" y="720725"/>
          <p14:tracePt t="117639" x="4843463" y="762000"/>
          <p14:tracePt t="117651" x="4857750" y="803275"/>
          <p14:tracePt t="117663" x="4864100" y="830263"/>
          <p14:tracePt t="117674" x="4878388" y="863600"/>
          <p14:tracePt t="117686" x="4884738" y="884238"/>
          <p14:tracePt t="117698" x="4905375" y="890588"/>
          <p14:tracePt t="117708" x="4919663" y="911225"/>
          <p14:tracePt t="117719" x="4926013" y="911225"/>
          <p14:tracePt t="117884" x="4919663" y="925513"/>
          <p14:tracePt t="117896" x="4919663" y="946150"/>
          <p14:tracePt t="117908" x="4905375" y="952500"/>
          <p14:tracePt t="117919" x="4899025" y="985838"/>
          <p14:tracePt t="117931" x="4878388" y="1027113"/>
          <p14:tracePt t="117942" x="4857750" y="1062038"/>
          <p14:tracePt t="117954" x="4843463" y="1116013"/>
          <p14:tracePt t="117966" x="4816475" y="1176338"/>
          <p14:tracePt t="117978" x="4789488" y="1252538"/>
          <p14:tracePt t="117988" x="4768850" y="1333500"/>
          <p14:tracePt t="117998" x="4756150" y="1387475"/>
          <p14:tracePt t="118013" x="4735513" y="1455738"/>
          <p14:tracePt t="118023" x="4735513" y="1517650"/>
          <p14:tracePt t="118034" x="4735513" y="1557338"/>
          <p14:tracePt t="118047" x="4748213" y="1585913"/>
          <p14:tracePt t="118056" x="4768850" y="1604963"/>
          <p14:tracePt t="118068" x="4789488" y="1625600"/>
          <p14:tracePt t="118080" x="4803775" y="1646238"/>
          <p14:tracePt t="118091" x="4824413" y="1660525"/>
          <p14:tracePt t="118100" x="4857750" y="1666875"/>
          <p14:tracePt t="118114" x="4878388" y="1673225"/>
          <p14:tracePt t="118123" x="4884738" y="1673225"/>
          <p14:tracePt t="118135" x="4899025" y="1673225"/>
          <p14:tracePt t="118145" x="4884738" y="1666875"/>
          <p14:tracePt t="118368" x="4919663" y="1666875"/>
          <p14:tracePt t="118380" x="4946650" y="1666875"/>
          <p14:tracePt t="118392" x="4994275" y="1660525"/>
          <p14:tracePt t="118403" x="5033963" y="1660525"/>
          <p14:tracePt t="118414" x="5068888" y="1646238"/>
          <p14:tracePt t="118426" x="5110163" y="1625600"/>
          <p14:tracePt t="118437" x="5149850" y="1619250"/>
          <p14:tracePt t="118448" x="5176838" y="1598613"/>
          <p14:tracePt t="118460" x="5224463" y="1565275"/>
          <p14:tracePt t="118470" x="5286375" y="1538288"/>
          <p14:tracePt t="118481" x="5340350" y="1497013"/>
          <p14:tracePt t="118494" x="5360988" y="1476375"/>
          <p14:tracePt t="118504" x="5387975" y="1449388"/>
          <p14:tracePt t="118515" x="5395913" y="1428750"/>
          <p14:tracePt t="118527" x="5395913" y="1408113"/>
          <p14:tracePt t="118538" x="5387975" y="1395413"/>
          <p14:tracePt t="118549" x="5360988" y="1387475"/>
          <p14:tracePt t="118561" x="5307013" y="1366838"/>
          <p14:tracePt t="118582" x="5224463" y="1347788"/>
          <p14:tracePt t="118586" x="5149850" y="1333500"/>
          <p14:tracePt t="118597" x="5014913" y="1333500"/>
          <p14:tracePt t="118608" x="4878388" y="1347788"/>
          <p14:tracePt t="118618" x="4748213" y="1366838"/>
          <p14:tracePt t="118630" x="4667250" y="1395413"/>
          <p14:tracePt t="118639" x="4565650" y="1449388"/>
          <p14:tracePt t="118651" x="4497388" y="1497013"/>
          <p14:tracePt t="118672" x="4443413" y="1544638"/>
          <p14:tracePt t="118680" x="4435475" y="1577975"/>
          <p14:tracePt t="118688" x="4435475" y="1604963"/>
          <p14:tracePt t="118696" x="4443413" y="1646238"/>
          <p14:tracePt t="118709" x="4476750" y="1687513"/>
          <p14:tracePt t="118720" x="4518025" y="1728788"/>
          <p14:tracePt t="118731" x="4605338" y="1789113"/>
          <p14:tracePt t="118740" x="4708525" y="1830388"/>
          <p14:tracePt t="118753" x="4795838" y="1871663"/>
          <p14:tracePt t="118764" x="4878388" y="1884363"/>
          <p14:tracePt t="118774" x="4967288" y="1898650"/>
          <p14:tracePt t="118785" x="5075238" y="1898650"/>
          <p14:tracePt t="118797" x="5191125" y="1884363"/>
          <p14:tracePt t="118807" x="5265738" y="1884363"/>
          <p14:tracePt t="118819" x="5367338" y="1857375"/>
          <p14:tracePt t="118831" x="5456238" y="1816100"/>
          <p14:tracePt t="118841" x="5530850" y="1768475"/>
          <p14:tracePt t="118853" x="5557838" y="1728788"/>
          <p14:tracePt t="118865" x="5592763" y="1666875"/>
          <p14:tracePt t="118876" x="5592763" y="1598613"/>
          <p14:tracePt t="118887" x="5551488" y="1517650"/>
          <p14:tracePt t="118898" x="5497513" y="1455738"/>
          <p14:tracePt t="118910" x="5408613" y="1395413"/>
          <p14:tracePt t="118920" x="5307013" y="1347788"/>
          <p14:tracePt t="118932" x="5218113" y="1333500"/>
          <p14:tracePt t="118944" x="5149850" y="1327150"/>
          <p14:tracePt t="118954" x="5048250" y="1333500"/>
          <p14:tracePt t="118965" x="4959350" y="1366838"/>
          <p14:tracePt t="118978" x="4857750" y="1428750"/>
          <p14:tracePt t="118987" x="4789488" y="1482725"/>
          <p14:tracePt t="118999" x="4714875" y="1577975"/>
          <p14:tracePt t="119011" x="4667250" y="1660525"/>
          <p14:tracePt t="119021" x="4646613" y="1708150"/>
          <p14:tracePt t="119033" x="4633913" y="1747838"/>
          <p14:tracePt t="119044" x="4633913" y="1776413"/>
          <p14:tracePt t="119055" x="4633913" y="1809750"/>
          <p14:tracePt t="119066" x="4633913" y="1836738"/>
          <p14:tracePt t="119078" x="4652963" y="1857375"/>
          <p14:tracePt t="119088" x="4687888" y="1884363"/>
          <p14:tracePt t="119101" x="4735513" y="1919288"/>
          <p14:tracePt t="119112" x="4795838" y="1938338"/>
          <p14:tracePt t="119122" x="4837113" y="1946275"/>
          <p14:tracePt t="119134" x="4905375" y="1938338"/>
          <p14:tracePt t="119146" x="4979988" y="1925638"/>
          <p14:tracePt t="119156" x="5054600" y="1905000"/>
          <p14:tracePt t="119169" x="5110163" y="1884363"/>
          <p14:tracePt t="119179" x="5176838" y="1851025"/>
          <p14:tracePt t="119190" x="5218113" y="1809750"/>
          <p14:tracePt t="119202" x="5238750" y="1755775"/>
          <p14:tracePt t="119214" x="5245100" y="1728788"/>
          <p14:tracePt t="119223" x="5238750" y="1687513"/>
          <p14:tracePt t="119236" x="5218113" y="1646238"/>
          <p14:tracePt t="119247" x="5176838" y="1619250"/>
          <p14:tracePt t="119257" x="5149850" y="1598613"/>
          <p14:tracePt t="119269" x="5089525" y="1577975"/>
          <p14:tracePt t="119281" x="5027613" y="1565275"/>
          <p14:tracePt t="119291" x="4959350" y="1565275"/>
          <p14:tracePt t="119303" x="4905375" y="1577975"/>
          <p14:tracePt t="119314" x="4843463" y="1604963"/>
          <p14:tracePt t="119325" x="4789488" y="1660525"/>
          <p14:tracePt t="119337" x="4735513" y="1728788"/>
          <p14:tracePt t="119348" x="4708525" y="1776413"/>
          <p14:tracePt t="119359" x="4687888" y="1836738"/>
          <p14:tracePt t="119370" x="4687888" y="1884363"/>
          <p14:tracePt t="119382" x="4708525" y="1919288"/>
          <p14:tracePt t="119394" x="4729163" y="1938338"/>
          <p14:tracePt t="119404" x="4768850" y="1966913"/>
          <p14:tracePt t="119415" x="4837113" y="1985963"/>
          <p14:tracePt t="119427" x="4926013" y="2006600"/>
          <p14:tracePt t="119437" x="4994275" y="2006600"/>
          <p14:tracePt t="119448" x="5110163" y="2006600"/>
          <p14:tracePt t="119461" x="5224463" y="2000250"/>
          <p14:tracePt t="119471" x="5348288" y="1966913"/>
          <p14:tracePt t="119483" x="5429250" y="1946275"/>
          <p14:tracePt t="119494" x="5497513" y="1898650"/>
          <p14:tracePt t="119505" x="5557838" y="1851025"/>
          <p14:tracePt t="119517" x="5592763" y="1795463"/>
          <p14:tracePt t="119528" x="5592763" y="1755775"/>
          <p14:tracePt t="119539" x="5578475" y="1693863"/>
          <p14:tracePt t="119551" x="5530850" y="1646238"/>
          <p14:tracePt t="119562" x="5435600" y="1598613"/>
          <p14:tracePt t="119584" x="5327650" y="1544638"/>
          <p14:tracePt t="119585" x="5238750" y="1524000"/>
          <p14:tracePt t="119596" x="5110163" y="1524000"/>
          <p14:tracePt t="119606" x="4986338" y="1538288"/>
          <p14:tracePt t="119618" x="4905375" y="1565275"/>
          <p14:tracePt t="119630" x="4816475" y="1625600"/>
          <p14:tracePt t="119640" x="4756150" y="1693863"/>
          <p14:tracePt t="119652" x="4729163" y="1789113"/>
          <p14:tracePt t="119663" x="4714875" y="1851025"/>
          <p14:tracePt t="119673" x="4735513" y="1905000"/>
          <p14:tracePt t="119686" x="4776788" y="1958975"/>
          <p14:tracePt t="119697" x="4843463" y="2000250"/>
          <p14:tracePt t="119730" x="4919663" y="2027238"/>
          <p14:tracePt t="119734" x="5006975" y="2041525"/>
          <p14:tracePt t="119747" x="5095875" y="2047875"/>
          <p14:tracePt t="119748" x="5176838" y="2041525"/>
          <p14:tracePt t="119755" x="5224463" y="2027238"/>
          <p14:tracePt t="119764" x="5300663" y="2000250"/>
          <p14:tracePt t="119778" x="5360988" y="1966913"/>
          <p14:tracePt t="119788" x="5408613" y="1919288"/>
          <p14:tracePt t="119799" x="5435600" y="1878013"/>
          <p14:tracePt t="119811" x="5449888" y="1830388"/>
          <p14:tracePt t="119820" x="5449888" y="1776413"/>
          <p14:tracePt t="119831" x="5429250" y="1735138"/>
          <p14:tracePt t="119844" x="5395913" y="1714500"/>
          <p14:tracePt t="119854" x="5348288" y="1687513"/>
          <p14:tracePt t="119866" x="5286375" y="1673225"/>
          <p14:tracePt t="119878" x="5224463" y="1673225"/>
          <p14:tracePt t="119887" x="5176838" y="1673225"/>
          <p14:tracePt t="119899" x="5110163" y="1687513"/>
          <p14:tracePt t="119911" x="5054600" y="1708150"/>
          <p14:tracePt t="119921" x="5006975" y="1728788"/>
          <p14:tracePt t="119933" x="4967288" y="1747838"/>
          <p14:tracePt t="119944" x="4926013" y="1776413"/>
          <p14:tracePt t="119955" x="4884738" y="1809750"/>
          <p14:tracePt t="119967" x="4864100" y="1836738"/>
          <p14:tracePt t="119978" x="4857750" y="1857375"/>
          <p14:tracePt t="119989" x="4857750" y="1871663"/>
          <p14:tracePt t="120001" x="4857750" y="1884363"/>
          <p14:tracePt t="120012" x="4878388" y="1898650"/>
          <p14:tracePt t="120022" x="4905375" y="1898650"/>
          <p14:tracePt t="120034" x="4979988" y="1905000"/>
          <p14:tracePt t="120045" x="5048250" y="1905000"/>
          <p14:tracePt t="120056" x="5137150" y="1905000"/>
          <p14:tracePt t="120068" x="5197475" y="1898650"/>
          <p14:tracePt t="120079" x="5286375" y="1878013"/>
          <p14:tracePt t="120090" x="5360988" y="1857375"/>
          <p14:tracePt t="120102" x="5414963" y="1816100"/>
          <p14:tracePt t="120113" x="5435600" y="1795463"/>
          <p14:tracePt t="120123" x="5456238" y="1755775"/>
          <p14:tracePt t="120136" x="5449888" y="1714500"/>
          <p14:tracePt t="120147" x="5414963" y="1660525"/>
          <p14:tracePt t="120157" x="5360988" y="1619250"/>
          <p14:tracePt t="120170" x="5245100" y="1544638"/>
          <p14:tracePt t="120181" x="5095875" y="1497013"/>
          <p14:tracePt t="120202" x="4946650" y="1455738"/>
          <p14:tracePt t="120206" x="4857750" y="1449388"/>
          <p14:tracePt t="120214" x="4768850" y="1449388"/>
          <p14:tracePt t="120229" x="4708525" y="1455738"/>
          <p14:tracePt t="120239" x="4673600" y="1476375"/>
          <p14:tracePt t="120248" x="4667250" y="1482725"/>
          <p14:tracePt t="120260" x="4667250" y="1503363"/>
          <p14:tracePt t="120270" x="4667250" y="1517650"/>
          <p14:tracePt t="120292" x="4673600" y="1524000"/>
          <p14:tracePt t="120315" x="4687888" y="1524000"/>
          <p14:tracePt t="120731" x="4687888" y="1538288"/>
          <p14:tracePt t="120743" x="4694238" y="1538288"/>
          <p14:tracePt t="120755" x="4729163" y="1544638"/>
          <p14:tracePt t="120776" x="4795838" y="1565275"/>
          <p14:tracePt t="120780" x="4884738" y="1585913"/>
          <p14:tracePt t="120792" x="4967288" y="1604963"/>
          <p14:tracePt t="120802" x="5110163" y="1619250"/>
          <p14:tracePt t="120810" x="5245100" y="1619250"/>
          <p14:tracePt t="120823" x="5327650" y="1619250"/>
          <p14:tracePt t="120832" x="5348288" y="1619250"/>
          <p14:tracePt t="121057" x="5360988" y="1619250"/>
          <p14:tracePt t="121068" x="5395913" y="1619250"/>
          <p14:tracePt t="121080" x="5456238" y="1625600"/>
          <p14:tracePt t="121092" x="5518150" y="1625600"/>
          <p14:tracePt t="121102" x="5592763" y="1639888"/>
          <p14:tracePt t="121114" x="5661025" y="1639888"/>
          <p14:tracePt t="121126" x="5721350" y="1639888"/>
          <p14:tracePt t="121136" x="5810250" y="1646238"/>
          <p14:tracePt t="121148" x="5872163" y="1646238"/>
          <p14:tracePt t="121160" x="5953125" y="1646238"/>
          <p14:tracePt t="121170" x="6027738" y="1646238"/>
          <p14:tracePt t="121181" x="6081713" y="1646238"/>
          <p14:tracePt t="121193" x="6164263" y="1646238"/>
          <p14:tracePt t="121203" x="6197600" y="1646238"/>
          <p14:tracePt t="121215" x="6272213" y="1639888"/>
          <p14:tracePt t="121227" x="6319838" y="1619250"/>
          <p14:tracePt t="121237" x="6354763" y="1604963"/>
          <p14:tracePt t="121249" x="6396038" y="1598613"/>
          <p14:tracePt t="121261" x="6423025" y="1585913"/>
          <p14:tracePt t="121271" x="6450013" y="1577975"/>
          <p14:tracePt t="121284" x="6470650" y="1565275"/>
          <p14:tracePt t="121296" x="6483350" y="1557338"/>
          <p14:tracePt t="121305" x="6491288" y="1538288"/>
          <p14:tracePt t="121318" x="6491288" y="1517650"/>
          <p14:tracePt t="121328" x="6503988" y="1497013"/>
          <p14:tracePt t="121339" x="6503988" y="1476375"/>
          <p14:tracePt t="121351" x="6503988" y="1462088"/>
          <p14:tracePt t="121362" x="6503988" y="1449388"/>
          <p14:tracePt t="121372" x="6503988" y="1435100"/>
          <p14:tracePt t="121384" x="6491288" y="1414463"/>
          <p14:tracePt t="121396" x="6483350" y="1395413"/>
          <p14:tracePt t="121406" x="6470650" y="1374775"/>
          <p14:tracePt t="121418" x="6450013" y="1354138"/>
          <p14:tracePt t="121430" x="6443663" y="1347788"/>
          <p14:tracePt t="121440" x="6402388" y="1327150"/>
          <p14:tracePt t="121452" x="6340475" y="1312863"/>
          <p14:tracePt t="121464" x="6292850" y="1312863"/>
          <p14:tracePt t="121474" x="6218238" y="1312863"/>
          <p14:tracePt t="121485" x="6164263" y="1312863"/>
          <p14:tracePt t="121497" x="6102350" y="1312863"/>
          <p14:tracePt t="121507" x="6042025" y="1312863"/>
          <p14:tracePt t="121519" x="6007100" y="1312863"/>
          <p14:tracePt t="121531" x="5973763" y="1327150"/>
          <p14:tracePt t="121541" x="5953125" y="1333500"/>
          <p14:tracePt t="121553" x="5919788" y="1354138"/>
          <p14:tracePt t="121564" x="5899150" y="1374775"/>
          <p14:tracePt t="121576" x="5878513" y="1408113"/>
          <p14:tracePt t="121587" x="5872163" y="1449388"/>
          <p14:tracePt t="121598" x="5857875" y="1476375"/>
          <p14:tracePt t="121610" x="5857875" y="1517650"/>
          <p14:tracePt t="121620" x="5857875" y="1577975"/>
          <p14:tracePt t="121631" x="5857875" y="1604963"/>
          <p14:tracePt t="121643" x="5872163" y="1660525"/>
          <p14:tracePt t="121654" x="5878513" y="1687513"/>
          <p14:tracePt t="121665" x="5899150" y="1728788"/>
          <p14:tracePt t="121677" x="5919788" y="1755775"/>
          <p14:tracePt t="121687" x="5938838" y="1776413"/>
          <p14:tracePt t="121699" x="5959475" y="1795463"/>
          <p14:tracePt t="121711" x="5973763" y="1795463"/>
          <p14:tracePt t="121721" x="6000750" y="1809750"/>
          <p14:tracePt t="121743" x="6027738" y="1809750"/>
          <p14:tracePt t="121747" x="6048375" y="1809750"/>
          <p14:tracePt t="121758" x="6102350" y="1809750"/>
          <p14:tracePt t="121769" x="6129338" y="1809750"/>
          <p14:tracePt t="121780" x="6191250" y="1809750"/>
          <p14:tracePt t="121789" x="6253163" y="1789113"/>
          <p14:tracePt t="121801" x="6292850" y="1768475"/>
          <p14:tracePt t="121822" x="6354763" y="1735138"/>
          <p14:tracePt t="121828" x="6381750" y="1714500"/>
          <p14:tracePt t="121836" x="6408738" y="1673225"/>
          <p14:tracePt t="121846" x="6429375" y="1639888"/>
          <p14:tracePt t="121859" x="6443663" y="1604963"/>
          <p14:tracePt t="121869" x="6443663" y="1565275"/>
          <p14:tracePt t="121881" x="6443663" y="1538288"/>
          <p14:tracePt t="121890" x="6429375" y="1497013"/>
          <p14:tracePt t="121902" x="6423025" y="1455738"/>
          <p14:tracePt t="121913" x="6402388" y="1414463"/>
          <p14:tracePt t="121924" x="6375400" y="1366838"/>
          <p14:tracePt t="121935" x="6340475" y="1333500"/>
          <p14:tracePt t="121946" x="6300788" y="1292225"/>
          <p14:tracePt t="121957" x="6259513" y="1265238"/>
          <p14:tracePt t="121969" x="6232525" y="1252538"/>
          <p14:tracePt t="121981" x="6191250" y="1238250"/>
          <p14:tracePt t="121991" x="6170613" y="1238250"/>
          <p14:tracePt t="122003" x="6143625" y="1223963"/>
          <p14:tracePt t="122015" x="6110288" y="1223963"/>
          <p14:tracePt t="122025" x="6089650" y="1223963"/>
          <p14:tracePt t="122036" x="6069013" y="1223963"/>
          <p14:tracePt t="122048" x="6048375" y="1238250"/>
          <p14:tracePt t="122060" x="6027738" y="1244600"/>
          <p14:tracePt t="122070" x="6000750" y="1265238"/>
          <p14:tracePt t="122082" x="5980113" y="1271588"/>
          <p14:tracePt t="122094" x="5938838" y="1312863"/>
          <p14:tracePt t="122103" x="5911850" y="1347788"/>
          <p14:tracePt t="122115" x="5872163" y="1395413"/>
          <p14:tracePt t="122127" x="5837238" y="1462088"/>
          <p14:tracePt t="122137" x="5816600" y="1517650"/>
          <p14:tracePt t="122149" x="5810250" y="1577975"/>
          <p14:tracePt t="122161" x="5810250" y="1604963"/>
          <p14:tracePt t="122171" x="5816600" y="1646238"/>
          <p14:tracePt t="122183" x="5830888" y="1687513"/>
          <p14:tracePt t="122194" x="5837238" y="1708150"/>
          <p14:tracePt t="122205" x="5857875" y="1735138"/>
          <p14:tracePt t="122217" x="5878513" y="1755775"/>
          <p14:tracePt t="122228" x="5911850" y="1776413"/>
          <p14:tracePt t="122239" x="5953125" y="1795463"/>
          <p14:tracePt t="122251" x="5973763" y="1809750"/>
          <p14:tracePt t="122262" x="6000750" y="1809750"/>
          <p14:tracePt t="122272" x="6021388" y="1816100"/>
          <p14:tracePt t="122284" x="6062663" y="1816100"/>
          <p14:tracePt t="122296" x="6102350" y="1816100"/>
          <p14:tracePt t="122306" x="6129338" y="1816100"/>
          <p14:tracePt t="122318" x="6184900" y="1809750"/>
          <p14:tracePt t="122329" x="6211888" y="1795463"/>
          <p14:tracePt t="122340" x="6272213" y="1776413"/>
          <p14:tracePt t="122352" x="6313488" y="1747838"/>
          <p14:tracePt t="122364" x="6340475" y="1728788"/>
          <p14:tracePt t="122374" x="6361113" y="1693863"/>
          <p14:tracePt t="122386" x="6381750" y="1673225"/>
          <p14:tracePt t="122397" x="6396038" y="1625600"/>
          <p14:tracePt t="122407" x="6396038" y="1565275"/>
          <p14:tracePt t="122420" x="6396038" y="1517650"/>
          <p14:tracePt t="122431" x="6375400" y="1449388"/>
          <p14:tracePt t="122441" x="6361113" y="1395413"/>
          <p14:tracePt t="122454" x="6340475" y="1347788"/>
          <p14:tracePt t="122464" x="6319838" y="1306513"/>
          <p14:tracePt t="122476" x="6300788" y="1271588"/>
          <p14:tracePt t="122487" x="6253163" y="1244600"/>
          <p14:tracePt t="122498" x="6197600" y="1223963"/>
          <p14:tracePt t="122509" x="6110288" y="1196975"/>
          <p14:tracePt t="122520" x="6007100" y="1157288"/>
          <p14:tracePt t="122531" x="5953125" y="1143000"/>
          <p14:tracePt t="122544" x="5891213" y="1136650"/>
          <p14:tracePt t="122554" x="5851525" y="1136650"/>
          <p14:tracePt t="122565" x="5810250" y="1136650"/>
          <p14:tracePt t="122578" x="5768975" y="1143000"/>
          <p14:tracePt t="122588" x="5729288" y="1157288"/>
          <p14:tracePt t="122599" x="5681663" y="1184275"/>
          <p14:tracePt t="122611" x="5640388" y="1217613"/>
          <p14:tracePt t="122621" x="5578475" y="1285875"/>
          <p14:tracePt t="122632" x="5530850" y="1354138"/>
          <p14:tracePt t="122644" x="5497513" y="1414463"/>
          <p14:tracePt t="122655" x="5470525" y="1482725"/>
          <p14:tracePt t="122666" x="5456238" y="1524000"/>
          <p14:tracePt t="122678" x="5456238" y="1565275"/>
          <p14:tracePt t="122689" x="5470525" y="1598613"/>
          <p14:tracePt t="122701" x="5476875" y="1604963"/>
          <p14:tracePt t="122712" x="5510213" y="1625600"/>
          <p14:tracePt t="122722" x="5538788" y="1646238"/>
          <p14:tracePt t="122734" x="5605463" y="1666875"/>
          <p14:tracePt t="122746" x="5700713" y="1673225"/>
          <p14:tracePt t="122756" x="5768975" y="1687513"/>
          <p14:tracePt t="122769" x="5891213" y="1693863"/>
          <p14:tracePt t="122780" x="5980113" y="1693863"/>
          <p14:tracePt t="122790" x="6129338" y="1687513"/>
          <p14:tracePt t="122802" x="6253163" y="1666875"/>
          <p14:tracePt t="122813" x="6334125" y="1646238"/>
          <p14:tracePt t="122823" x="6408738" y="1598613"/>
          <p14:tracePt t="122836" x="6450013" y="1565275"/>
          <p14:tracePt t="122847" x="6491288" y="1503363"/>
          <p14:tracePt t="122869" x="6491288" y="1449388"/>
          <p14:tracePt t="122872" x="6491288" y="1395413"/>
          <p14:tracePt t="122880" x="6450013" y="1327150"/>
          <p14:tracePt t="122895" x="6423025" y="1285875"/>
          <p14:tracePt t="122904" x="6361113" y="1244600"/>
          <p14:tracePt t="122915" x="6300788" y="1217613"/>
          <p14:tracePt t="122926" x="6253163" y="1204913"/>
          <p14:tracePt t="122936" x="6197600" y="1196975"/>
          <p14:tracePt t="122948" x="6164263" y="1196975"/>
          <p14:tracePt t="122960" x="6122988" y="1196975"/>
          <p14:tracePt t="122970" x="6089650" y="1204913"/>
          <p14:tracePt t="122981" x="6069013" y="1217613"/>
          <p14:tracePt t="122994" x="6027738" y="1244600"/>
          <p14:tracePt t="123005" x="6007100" y="1285875"/>
          <p14:tracePt t="123016" x="5973763" y="1354138"/>
          <p14:tracePt t="123028" x="5938838" y="1428750"/>
          <p14:tracePt t="123038" x="5932488" y="1482725"/>
          <p14:tracePt t="123049" x="5932488" y="1557338"/>
          <p14:tracePt t="123061" x="5932488" y="1598613"/>
          <p14:tracePt t="123071" x="5938838" y="1625600"/>
          <p14:tracePt t="123083" x="5973763" y="1660525"/>
          <p14:tracePt t="123094" x="5994400" y="1673225"/>
          <p14:tracePt t="123105" x="6042025" y="1687513"/>
          <p14:tracePt t="123116" x="6102350" y="1693863"/>
          <p14:tracePt t="123128" x="6143625" y="1708150"/>
          <p14:tracePt t="123138" x="6218238" y="1708150"/>
          <p14:tracePt t="123150" x="6259513" y="1693863"/>
          <p14:tracePt t="123162" x="6313488" y="1687513"/>
          <p14:tracePt t="123172" x="6340475" y="1666875"/>
          <p14:tracePt t="123185" x="6354763" y="1660525"/>
          <p14:tracePt t="123196" x="6361113" y="1619250"/>
          <p14:tracePt t="123206" x="6354763" y="1577975"/>
          <p14:tracePt t="123219" x="6319838" y="1503363"/>
          <p14:tracePt t="123230" x="6272213" y="1414463"/>
          <p14:tracePt t="123240" x="6218238" y="1354138"/>
          <p14:tracePt t="123252" x="6129338" y="1285875"/>
          <p14:tracePt t="123263" x="6081713" y="1244600"/>
          <p14:tracePt t="123274" x="6000750" y="1217613"/>
          <p14:tracePt t="123285" x="5932488" y="1217613"/>
          <p14:tracePt t="123297" x="5891213" y="1217613"/>
          <p14:tracePt t="123307" x="5837238" y="1244600"/>
          <p14:tracePt t="123319" x="5810250" y="1271588"/>
          <p14:tracePt t="123330" x="5768975" y="1333500"/>
          <p14:tracePt t="123341" x="5741988" y="1395413"/>
          <p14:tracePt t="123353" x="5729288" y="1449388"/>
          <p14:tracePt t="123364" x="5741988" y="1503363"/>
          <p14:tracePt t="123376" x="5762625" y="1538288"/>
          <p14:tracePt t="123387" x="5789613" y="1565275"/>
          <p14:tracePt t="123398" x="5830888" y="1585913"/>
          <p14:tracePt t="123409" x="5872163" y="1598613"/>
          <p14:tracePt t="123420" x="5938838" y="1604963"/>
          <p14:tracePt t="123431" x="6000750" y="1604963"/>
          <p14:tracePt t="123443" x="6102350" y="1604963"/>
          <p14:tracePt t="123454" x="6197600" y="1585913"/>
          <p14:tracePt t="123466" x="6272213" y="1557338"/>
          <p14:tracePt t="123478" x="6375400" y="1497013"/>
          <p14:tracePt t="123488" x="6429375" y="1449388"/>
          <p14:tracePt t="123499" x="6483350" y="1374775"/>
          <p14:tracePt t="123511" x="6510338" y="1292225"/>
          <p14:tracePt t="123521" x="6503988" y="1252538"/>
          <p14:tracePt t="123533" x="6470650" y="1196975"/>
          <p14:tracePt t="123544" x="6429375" y="1157288"/>
          <p14:tracePt t="123555" x="6334125" y="1101725"/>
          <p14:tracePt t="123567" x="6184900" y="1074738"/>
          <p14:tracePt t="123579" x="6069013" y="1062038"/>
          <p14:tracePt t="123588" x="5899150" y="1062038"/>
          <p14:tracePt t="123600" x="5795963" y="1081088"/>
          <p14:tracePt t="123612" x="5688013" y="1143000"/>
          <p14:tracePt t="123622" x="5605463" y="1217613"/>
          <p14:tracePt t="123635" x="5572125" y="1271588"/>
          <p14:tracePt t="123646" x="5551488" y="1366838"/>
          <p14:tracePt t="123656" x="5557838" y="1428750"/>
          <p14:tracePt t="123668" x="5592763" y="1482725"/>
          <p14:tracePt t="123680" x="5646738" y="1538288"/>
          <p14:tracePt t="123690" x="5700713" y="1557338"/>
          <p14:tracePt t="123702" x="5783263" y="1585913"/>
          <p14:tracePt t="123714" x="5837238" y="1598613"/>
          <p14:tracePt t="123724" x="5938838" y="1598613"/>
          <p14:tracePt t="123735" x="6062663" y="1598613"/>
          <p14:tracePt t="123746" x="6149975" y="1598613"/>
          <p14:tracePt t="123757" x="6272213" y="1565275"/>
          <p14:tracePt t="123769" x="6340475" y="1538288"/>
          <p14:tracePt t="123781" x="6429375" y="1476375"/>
          <p14:tracePt t="123791" x="6491288" y="1414463"/>
          <p14:tracePt t="123803" x="6510338" y="1374775"/>
          <p14:tracePt t="123815" x="6524625" y="1312863"/>
          <p14:tracePt t="123826" x="6510338" y="1265238"/>
          <p14:tracePt t="123836" x="6470650" y="1204913"/>
          <p14:tracePt t="123848" x="6408738" y="1143000"/>
          <p14:tracePt t="123860" x="6361113" y="1101725"/>
          <p14:tracePt t="123870" x="6259513" y="1062038"/>
          <p14:tracePt t="123882" x="6191250" y="1033463"/>
          <p14:tracePt t="123894" x="6069013" y="1014413"/>
          <p14:tracePt t="123915" x="5959475" y="1006475"/>
          <p14:tracePt t="123919" x="5891213" y="1014413"/>
          <p14:tracePt t="123930" x="5795963" y="1054100"/>
          <p14:tracePt t="123940" x="5748338" y="1095375"/>
          <p14:tracePt t="123950" x="5688013" y="1176338"/>
          <p14:tracePt t="123962" x="5640388" y="1271588"/>
          <p14:tracePt t="123971" x="5626100" y="1347788"/>
          <p14:tracePt t="123984" x="5619750" y="1428750"/>
          <p14:tracePt t="123995" x="5640388" y="1482725"/>
          <p14:tracePt t="124005" x="5667375" y="1544638"/>
          <p14:tracePt t="124017" x="5708650" y="1598613"/>
          <p14:tracePt t="124029" x="5741988" y="1619250"/>
          <p14:tracePt t="124039" x="5795963" y="1646238"/>
          <p14:tracePt t="124051" x="5837238" y="1660525"/>
          <p14:tracePt t="124062" x="5899150" y="1673225"/>
          <p14:tracePt t="124072" x="5973763" y="1687513"/>
          <p14:tracePt t="124084" x="6021388" y="1687513"/>
          <p14:tracePt t="124096" x="6102350" y="1673225"/>
          <p14:tracePt t="124106" x="6149975" y="1673225"/>
          <p14:tracePt t="124118" x="6218238" y="1666875"/>
          <p14:tracePt t="124130" x="6272213" y="1646238"/>
          <p14:tracePt t="124140" x="6300788" y="1625600"/>
          <p14:tracePt t="124152" x="6334125" y="1604963"/>
          <p14:tracePt t="124163" x="6340475" y="1577975"/>
          <p14:tracePt t="124174" x="6340475" y="1538288"/>
          <p14:tracePt t="124185" x="6334125" y="1476375"/>
          <p14:tracePt t="124197" x="6313488" y="1435100"/>
          <p14:tracePt t="124207" x="6272213" y="1374775"/>
          <p14:tracePt t="124220" x="6238875" y="1333500"/>
          <p14:tracePt t="124231" x="6191250" y="1306513"/>
          <p14:tracePt t="124241" x="6143625" y="1285875"/>
          <p14:tracePt t="124253" x="6110288" y="1271588"/>
          <p14:tracePt t="124264" x="6069013" y="1271588"/>
          <p14:tracePt t="124276" x="6048375" y="1271588"/>
          <p14:tracePt t="124286" x="6027738" y="1271588"/>
          <p14:tracePt t="124309" x="6021388" y="1285875"/>
          <p14:tracePt t="124320" x="6007100" y="1292225"/>
          <p14:tracePt t="124331" x="6000750" y="1333500"/>
          <p14:tracePt t="124344" x="6000750" y="1366838"/>
          <p14:tracePt t="124353" x="6000750" y="1395413"/>
          <p14:tracePt t="124365" x="6000750" y="1408113"/>
          <p14:tracePt t="124377" x="6007100" y="1428750"/>
          <p14:tracePt t="124388" x="6007100" y="1435100"/>
          <p14:tracePt t="124399" x="6021388" y="1449388"/>
          <p14:tracePt t="124411" x="6027738" y="1455738"/>
          <p14:tracePt t="124421" x="6048375" y="1455738"/>
          <p14:tracePt t="124432" x="6081713" y="1455738"/>
          <p14:tracePt t="124444" x="6122988" y="1455738"/>
          <p14:tracePt t="124455" x="6170613" y="1455738"/>
          <p14:tracePt t="124466" x="6259513" y="1435100"/>
          <p14:tracePt t="124478" x="6340475" y="1395413"/>
          <p14:tracePt t="124488" x="6423025" y="1354138"/>
          <p14:tracePt t="124501" x="6462713" y="1312863"/>
          <p14:tracePt t="124513" x="6510338" y="1252538"/>
          <p14:tracePt t="124523" x="6530975" y="1217613"/>
          <p14:tracePt t="124535" x="6530975" y="1176338"/>
          <p14:tracePt t="124546" x="6530975" y="1157288"/>
          <p14:tracePt t="124556" x="6503988" y="1122363"/>
          <p14:tracePt t="124569" x="6462713" y="1116013"/>
          <p14:tracePt t="124580" x="6408738" y="1101725"/>
          <p14:tracePt t="124590" x="6375400" y="1095375"/>
          <p14:tracePt t="124602" x="6300788" y="1095375"/>
          <p14:tracePt t="124613" x="6238875" y="1101725"/>
          <p14:tracePt t="124624" x="6170613" y="1136650"/>
          <p14:tracePt t="124636" x="6110288" y="1163638"/>
          <p14:tracePt t="124648" x="6027738" y="1238250"/>
          <p14:tracePt t="124657" x="5959475" y="1333500"/>
          <p14:tracePt t="124669" x="5899150" y="1428750"/>
          <p14:tracePt t="124681" x="5878513" y="1476375"/>
          <p14:tracePt t="124691" x="5857875" y="1524000"/>
          <p14:tracePt t="124703" x="5857875" y="1565275"/>
          <p14:tracePt t="124714" x="5872163" y="1585913"/>
          <p14:tracePt t="124726" x="5891213" y="1598613"/>
          <p14:tracePt t="124736" x="5911850" y="1604963"/>
          <p14:tracePt t="124748" x="5932488" y="1619250"/>
          <p14:tracePt t="124760" x="5959475" y="1625600"/>
          <p14:tracePt t="124770" x="5994400" y="1639888"/>
          <p14:tracePt t="124781" x="6021388" y="1646238"/>
          <p14:tracePt t="124794" x="6048375" y="1646238"/>
          <p14:tracePt t="124803" x="6081713" y="1646238"/>
          <p14:tracePt t="124815" x="6102350" y="1646238"/>
          <p14:tracePt t="124828" x="6122988" y="1646238"/>
          <p14:tracePt t="124838" x="6143625" y="1646238"/>
          <p14:tracePt t="124849" x="6164263" y="1646238"/>
          <p14:tracePt t="124861" x="6170613" y="1646238"/>
          <p14:tracePt t="124871" x="6184900" y="1639888"/>
          <p14:tracePt t="124883" x="6191250" y="1639888"/>
          <p14:tracePt t="124895" x="6197600" y="1625600"/>
          <p14:tracePt t="124916" x="6211888" y="1619250"/>
          <p14:tracePt t="124972" x="6211888" y="1604963"/>
          <p14:tracePt t="124986" x="6211888" y="1598613"/>
          <p14:tracePt t="124988" x="6218238" y="1598613"/>
          <p14:tracePt t="125062" x="6232525" y="1598613"/>
          <p14:tracePt t="125073" x="6238875" y="1598613"/>
          <p14:tracePt t="125085" x="6238875" y="1604963"/>
          <p14:tracePt t="125107" x="6232525" y="1604963"/>
          <p14:tracePt t="125118" x="6218238" y="1604963"/>
          <p14:tracePt t="125501" x="6232525" y="1619250"/>
          <p14:tracePt t="125523" x="6238875" y="1619250"/>
          <p14:tracePt t="125546" x="6253163" y="1619250"/>
          <p14:tracePt t="125591" x="6259513" y="1619250"/>
          <p14:tracePt t="126029" x="6272213" y="1619250"/>
          <p14:tracePt t="126119" x="6280150" y="1619250"/>
          <p14:tracePt t="126209" x="6292850" y="1619250"/>
          <p14:tracePt t="126221" x="6300788" y="1619250"/>
          <p14:tracePt t="126232" x="6313488" y="1604963"/>
          <p14:tracePt t="126245" x="6319838" y="1598613"/>
          <p14:tracePt t="126256" x="6340475" y="1585913"/>
          <p14:tracePt t="126266" x="6361113" y="1565275"/>
          <p14:tracePt t="126279" x="6381750" y="1524000"/>
          <p14:tracePt t="126291" x="6396038" y="1482725"/>
          <p14:tracePt t="126300" x="6402388" y="1414463"/>
          <p14:tracePt t="126313" x="6396038" y="1347788"/>
          <p14:tracePt t="126323" x="6381750" y="1285875"/>
          <p14:tracePt t="126334" x="6361113" y="1238250"/>
          <p14:tracePt t="126346" x="6340475" y="1196975"/>
          <p14:tracePt t="126357" x="6300788" y="1163638"/>
          <p14:tracePt t="126367" x="6238875" y="1143000"/>
          <p14:tracePt t="126380" x="6170613" y="1136650"/>
          <p14:tracePt t="126392" x="6062663" y="1136650"/>
          <p14:tracePt t="126401" x="5938838" y="1157288"/>
          <p14:tracePt t="126414" x="5837238" y="1184275"/>
          <p14:tracePt t="126425" x="5768975" y="1223963"/>
          <p14:tracePt t="126435" x="5700713" y="1285875"/>
          <p14:tracePt t="126447" x="5661025" y="1347788"/>
          <p14:tracePt t="126458" x="5646738" y="1408113"/>
          <p14:tracePt t="126469" x="5661025" y="1449388"/>
          <p14:tracePt t="126481" x="5688013" y="1482725"/>
          <p14:tracePt t="126492" x="5741988" y="1524000"/>
          <p14:tracePt t="126503" x="5789613" y="1544638"/>
          <p14:tracePt t="126515" x="5837238" y="1557338"/>
          <p14:tracePt t="126526" x="5891213" y="1565275"/>
          <p14:tracePt t="126536" x="5953125" y="1565275"/>
          <p14:tracePt t="126548" x="6000750" y="1557338"/>
          <p14:tracePt t="126560" x="6021388" y="1557338"/>
          <p14:tracePt t="126570" x="6048375" y="1544638"/>
          <p14:tracePt t="126582" x="6048375" y="1538288"/>
          <p14:tracePt t="126593" x="6048375" y="1524000"/>
          <p14:tracePt t="126603" x="6027738" y="1517650"/>
          <p14:tracePt t="126616" x="5959475" y="1497013"/>
          <p14:tracePt t="126627" x="5783263" y="1482725"/>
          <p14:tracePt t="126639" x="5518150" y="1482725"/>
          <p14:tracePt t="126649" x="5300663" y="1497013"/>
          <p14:tracePt t="126661" x="4946650" y="1524000"/>
          <p14:tracePt t="126672" x="4586288" y="1544638"/>
          <p14:tracePt t="126682" x="4205288" y="1544638"/>
          <p14:tracePt t="126694" x="3911600" y="1524000"/>
          <p14:tracePt t="126707" x="3544888" y="1476375"/>
          <p14:tracePt t="126716" x="3211513" y="1414463"/>
          <p14:tracePt t="126728" x="2932113" y="1354138"/>
          <p14:tracePt t="126740" x="2789238" y="1327150"/>
          <p14:tracePt t="126750" x="2667000" y="1292225"/>
          <p14:tracePt t="126762" x="2598738" y="1285875"/>
          <p14:tracePt t="126773" x="2557463" y="1271588"/>
          <p14:tracePt t="126784" x="2538413" y="1271588"/>
          <p14:tracePt t="126795" x="2530475" y="1271588"/>
          <p14:tracePt t="126807" x="2517775" y="1285875"/>
          <p14:tracePt t="126828" x="2517775" y="1292225"/>
          <p14:tracePt t="126841" x="2517775" y="1306513"/>
          <p14:tracePt t="126851" x="2517775" y="1312863"/>
          <p14:tracePt t="126863" x="2509838" y="1333500"/>
          <p14:tracePt t="126875" x="2509838" y="1354138"/>
          <p14:tracePt t="126885" x="2497138" y="1395413"/>
          <p14:tracePt t="126897" x="2497138" y="1435100"/>
          <p14:tracePt t="126908" x="2497138" y="1482725"/>
          <p14:tracePt t="126919" x="2509838" y="1524000"/>
          <p14:tracePt t="126931" x="2538413" y="1585913"/>
          <p14:tracePt t="126942" x="2598738" y="1639888"/>
          <p14:tracePt t="126952" x="2660650" y="1673225"/>
          <p14:tracePt t="126964" x="2720975" y="1687513"/>
          <p14:tracePt t="126976" x="2789238" y="1708150"/>
          <p14:tracePt t="126986" x="2871788" y="1708150"/>
          <p14:tracePt t="126998" x="2938463" y="1693863"/>
          <p14:tracePt t="127010" x="2994025" y="1687513"/>
          <p14:tracePt t="127020" x="3027363" y="1673225"/>
          <p14:tracePt t="127031" x="3048000" y="1660525"/>
          <p14:tracePt t="127042" x="3062288" y="1639888"/>
          <p14:tracePt t="127065" x="3048000" y="1619250"/>
          <p14:tracePt t="127069" x="3041650" y="1585913"/>
          <p14:tracePt t="127079" x="3000375" y="1557338"/>
          <p14:tracePt t="127092" x="2938463" y="1538288"/>
          <p14:tracePt t="127101" x="2890838" y="1524000"/>
          <p14:tracePt t="127111" x="2809875" y="1524000"/>
          <p14:tracePt t="127123" x="2747963" y="1538288"/>
          <p14:tracePt t="127133" x="2687638" y="1577975"/>
          <p14:tracePt t="127144" x="2640013" y="1604963"/>
          <p14:tracePt t="127157" x="2598738" y="1666875"/>
          <p14:tracePt t="127167" x="2592388" y="1714500"/>
          <p14:tracePt t="127178" x="2592388" y="1755775"/>
          <p14:tracePt t="127190" x="2605088" y="1789113"/>
          <p14:tracePt t="127200" x="2640013" y="1830388"/>
          <p14:tracePt t="127213" x="2700338" y="1857375"/>
          <p14:tracePt t="127224" x="2768600" y="1884363"/>
          <p14:tracePt t="127234" x="2816225" y="1898650"/>
          <p14:tracePt t="127246" x="2878138" y="1898650"/>
          <p14:tracePt t="127257" x="2938463" y="1884363"/>
          <p14:tracePt t="127267" x="2979738" y="1871663"/>
          <p14:tracePt t="127280" x="3006725" y="1857375"/>
          <p14:tracePt t="127291" x="3027363" y="1830388"/>
          <p14:tracePt t="127301" x="3041650" y="1789113"/>
          <p14:tracePt t="127313" x="3027363" y="1735138"/>
          <p14:tracePt t="127325" x="3006725" y="1693863"/>
          <p14:tracePt t="127335" x="2979738" y="1646238"/>
          <p14:tracePt t="127346" x="2938463" y="1625600"/>
          <p14:tracePt t="127358" x="2878138" y="1604963"/>
          <p14:tracePt t="127369" x="2836863" y="1604963"/>
          <p14:tracePt t="127381" x="2795588" y="1619250"/>
          <p14:tracePt t="127392" x="2762250" y="1639888"/>
          <p14:tracePt t="127402" x="2741613" y="1673225"/>
          <p14:tracePt t="127415" x="2728913" y="1708150"/>
          <p14:tracePt t="127426" x="2728913" y="1735138"/>
          <p14:tracePt t="127436" x="2728913" y="1755775"/>
          <p14:tracePt t="127448" x="2747963" y="1776413"/>
          <p14:tracePt t="127460" x="2762250" y="1789113"/>
          <p14:tracePt t="127470" x="2782888" y="1795463"/>
          <p14:tracePt t="127482" x="2795588" y="1795463"/>
          <p14:tracePt t="127493" x="2816225" y="1795463"/>
          <p14:tracePt t="127503" x="2830513" y="1809750"/>
          <p14:tracePt t="127516" x="2836863" y="1809750"/>
          <p14:tracePt t="127527" x="2857500" y="1809750"/>
          <p14:tracePt t="127539" x="2878138" y="1809750"/>
          <p14:tracePt t="127549" x="2898775" y="1809750"/>
          <p14:tracePt t="127560" x="2919413" y="1809750"/>
          <p14:tracePt t="127572" x="2938463" y="1809750"/>
          <p14:tracePt t="127582" x="2959100" y="1816100"/>
          <p14:tracePt t="127594" x="2973388" y="1816100"/>
          <p14:tracePt t="127606" x="2994025" y="1830388"/>
          <p14:tracePt t="127616" x="3021013" y="1836738"/>
          <p14:tracePt t="127628" x="3062288" y="1851025"/>
          <p14:tracePt t="127650" x="3109913" y="1857375"/>
          <p14:tracePt t="127654" x="3197225" y="1878013"/>
          <p14:tracePt t="127665" x="3319463" y="1884363"/>
          <p14:tracePt t="127675" x="3509963" y="1884363"/>
          <p14:tracePt t="127686" x="3681413" y="1884363"/>
          <p14:tracePt t="127697" x="3973513" y="1898650"/>
          <p14:tracePt t="127708" x="4271963" y="1878013"/>
          <p14:tracePt t="127717" x="4565650" y="1857375"/>
          <p14:tracePt t="127729" x="4756150" y="1830388"/>
          <p14:tracePt t="127741" x="4986338" y="1768475"/>
          <p14:tracePt t="127751" x="5191125" y="1714500"/>
          <p14:tracePt t="127763" x="5348288" y="1660525"/>
          <p14:tracePt t="127775" x="5449888" y="1619250"/>
          <p14:tracePt t="127785" x="5572125" y="1565275"/>
          <p14:tracePt t="127797" x="5667375" y="1517650"/>
          <p14:tracePt t="127808" x="5729288" y="1482725"/>
          <p14:tracePt t="127819" x="5768975" y="1455738"/>
          <p14:tracePt t="127831" x="5810250" y="1435100"/>
          <p14:tracePt t="127842" x="5857875" y="1414463"/>
          <p14:tracePt t="127852" x="5899150" y="1395413"/>
          <p14:tracePt t="127865" x="5938838" y="1387475"/>
          <p14:tracePt t="127876" x="5994400" y="1374775"/>
          <p14:tracePt t="127886" x="6042025" y="1366838"/>
          <p14:tracePt t="127898" x="6089650" y="1354138"/>
          <p14:tracePt t="127910" x="6110288" y="1347788"/>
          <p14:tracePt t="127920" x="6143625" y="1327150"/>
          <p14:tracePt t="127932" x="6164263" y="1312863"/>
          <p14:tracePt t="127943" x="6184900" y="1292225"/>
          <p14:tracePt t="127956" x="6191250" y="1285875"/>
          <p14:tracePt t="127966" x="6211888" y="1271588"/>
          <p14:tracePt t="127978" x="6218238" y="1265238"/>
          <p14:tracePt t="127989" x="6232525" y="1252538"/>
          <p14:tracePt t="128010" x="6232525" y="1244600"/>
          <p14:tracePt t="128055" x="6218238" y="1244600"/>
          <p14:tracePt t="128066" x="6211888" y="1244600"/>
          <p14:tracePt t="128077" x="6197600" y="1244600"/>
          <p14:tracePt t="128090" x="6184900" y="1244600"/>
          <p14:tracePt t="128111" x="6164263" y="1265238"/>
          <p14:tracePt t="128115" x="6122988" y="1292225"/>
          <p14:tracePt t="128126" x="6062663" y="1333500"/>
          <p14:tracePt t="128136" x="6021388" y="1387475"/>
          <p14:tracePt t="128147" x="5953125" y="1462088"/>
          <p14:tracePt t="128159" x="5899150" y="1538288"/>
          <p14:tracePt t="128168" x="5872163" y="1604963"/>
          <p14:tracePt t="128180" x="5857875" y="1639888"/>
          <p14:tracePt t="128191" x="5872163" y="1660525"/>
          <p14:tracePt t="128201" x="5899150" y="1673225"/>
          <p14:tracePt t="128213" x="5973763" y="1693863"/>
          <p14:tracePt t="128225" x="6027738" y="1708150"/>
          <p14:tracePt t="128235" x="6129338" y="1708150"/>
          <p14:tracePt t="128246" x="6218238" y="1708150"/>
          <p14:tracePt t="128258" x="6300788" y="1693863"/>
          <p14:tracePt t="128269" x="6354763" y="1687513"/>
          <p14:tracePt t="128281" x="6402388" y="1660525"/>
          <p14:tracePt t="128292" x="6423025" y="1625600"/>
          <p14:tracePt t="128303" x="6429375" y="1598613"/>
          <p14:tracePt t="128315" x="6429375" y="1565275"/>
          <p14:tracePt t="128326" x="6408738" y="1503363"/>
          <p14:tracePt t="128336" x="6375400" y="1462088"/>
          <p14:tracePt t="128348" x="6334125" y="1428750"/>
          <p14:tracePt t="128360" x="6292850" y="1408113"/>
          <p14:tracePt t="128370" x="6218238" y="1395413"/>
          <p14:tracePt t="128382" x="6143625" y="1395413"/>
          <p14:tracePt t="128393" x="6081713" y="1408113"/>
          <p14:tracePt t="128403" x="6042025" y="1414463"/>
          <p14:tracePt t="128415" x="6007100" y="1449388"/>
          <p14:tracePt t="128427" x="5994400" y="1462088"/>
          <p14:tracePt t="128438" x="5994400" y="1482725"/>
          <p14:tracePt t="128449" x="5994400" y="1497013"/>
          <p14:tracePt t="128460" x="6007100" y="1503363"/>
          <p14:tracePt t="128472" x="6042025" y="1524000"/>
          <p14:tracePt t="128482" x="6081713" y="1538288"/>
          <p14:tracePt t="128494" x="6102350" y="1557338"/>
          <p14:tracePt t="128507" x="6122988" y="1565275"/>
          <p14:tracePt t="128527" x="6102350" y="1565275"/>
          <p14:tracePt t="128719" x="6102350" y="1557338"/>
          <p14:tracePt t="128731" x="6110288" y="1565275"/>
          <p14:tracePt t="128742" x="6122988" y="1565275"/>
          <p14:tracePt t="128752" x="6143625" y="1565275"/>
          <p14:tracePt t="128764" x="6164263" y="1565275"/>
          <p14:tracePt t="128775" x="6191250" y="1577975"/>
          <p14:tracePt t="128786" x="6218238" y="1577975"/>
          <p14:tracePt t="128797" x="6238875" y="1585913"/>
          <p14:tracePt t="128809" x="6253163" y="1585913"/>
          <p14:tracePt t="128821" x="6259513" y="1585913"/>
          <p14:tracePt t="128831" x="6280150" y="1585913"/>
          <p14:tracePt t="128842" x="6292850" y="1585913"/>
          <p14:tracePt t="128856" x="6300788" y="1585913"/>
          <p14:tracePt t="128865" x="6313488" y="1577975"/>
          <p14:tracePt t="128876" x="6319838" y="1577975"/>
          <p14:tracePt t="128921" x="6319838" y="1565275"/>
          <p14:tracePt t="128966" x="6319838" y="1557338"/>
          <p14:tracePt t="128977" x="6319838" y="1544638"/>
          <p14:tracePt t="128990" x="6319838" y="1524000"/>
          <p14:tracePt t="129000" x="6319838" y="1503363"/>
          <p14:tracePt t="129012" x="6319838" y="1476375"/>
          <p14:tracePt t="129023" x="6319838" y="1435100"/>
          <p14:tracePt t="129033" x="6319838" y="1414463"/>
          <p14:tracePt t="129046" x="6319838" y="1387475"/>
          <p14:tracePt t="129057" x="6313488" y="1366838"/>
          <p14:tracePt t="129067" x="6300788" y="1333500"/>
          <p14:tracePt t="129080" x="6292850" y="1312863"/>
          <p14:tracePt t="129091" x="6280150" y="1306513"/>
          <p14:tracePt t="129102" x="6259513" y="1285875"/>
          <p14:tracePt t="129114" x="6253163" y="1271588"/>
          <p14:tracePt t="129125" x="6232525" y="1265238"/>
          <p14:tracePt t="129136" x="6197600" y="1252538"/>
          <p14:tracePt t="129158" x="6164263" y="1252538"/>
          <p14:tracePt t="129159" x="6110288" y="1244600"/>
          <p14:tracePt t="129169" x="6089650" y="1244600"/>
          <p14:tracePt t="129202" x="6062663" y="1244600"/>
          <p14:tracePt t="129206" x="6027738" y="1238250"/>
          <p14:tracePt t="129216" x="6021388" y="1238250"/>
          <p14:tracePt t="129247" x="6021388" y="1244600"/>
          <p14:tracePt t="129259" x="6007100" y="1252538"/>
          <p14:tracePt t="129271" x="6007100" y="1265238"/>
          <p14:tracePt t="129281" x="6000750" y="1271588"/>
          <p14:tracePt t="129293" x="5994400" y="1306513"/>
          <p14:tracePt t="129305" x="5980113" y="1347788"/>
          <p14:tracePt t="129315" x="5973763" y="1387475"/>
          <p14:tracePt t="129326" x="5959475" y="1435100"/>
          <p14:tracePt t="129338" x="5953125" y="1482725"/>
          <p14:tracePt t="129349" x="5953125" y="1524000"/>
          <p14:tracePt t="129360" x="5959475" y="1565275"/>
          <p14:tracePt t="129372" x="5994400" y="1604963"/>
          <p14:tracePt t="129382" x="6027738" y="1646238"/>
          <p14:tracePt t="129394" x="6069013" y="1666875"/>
          <p14:tracePt t="129406" x="6129338" y="1687513"/>
          <p14:tracePt t="129416" x="6184900" y="1708150"/>
          <p14:tracePt t="129428" x="6232525" y="1714500"/>
          <p14:tracePt t="129439" x="6259513" y="1714500"/>
          <p14:tracePt t="129450" x="6300788" y="1714500"/>
          <p14:tracePt t="129463" x="6334125" y="1708150"/>
          <p14:tracePt t="129473" x="6361113" y="1693863"/>
          <p14:tracePt t="129484" x="6381750" y="1673225"/>
          <p14:tracePt t="129497" x="6408738" y="1639888"/>
          <p14:tracePt t="129508" x="6429375" y="1585913"/>
          <p14:tracePt t="129517" x="6462713" y="1524000"/>
          <p14:tracePt t="129530" x="6483350" y="1482725"/>
          <p14:tracePt t="129541" x="6491288" y="1428750"/>
          <p14:tracePt t="129551" x="6503988" y="1366838"/>
          <p14:tracePt t="129564" x="6503988" y="1306513"/>
          <p14:tracePt t="129575" x="6491288" y="1265238"/>
          <p14:tracePt t="129585" x="6483350" y="1223963"/>
          <p14:tracePt t="129597" x="6462713" y="1184275"/>
          <p14:tracePt t="129608" x="6429375" y="1163638"/>
          <p14:tracePt t="129619" x="6402388" y="1157288"/>
          <p14:tracePt t="129631" x="6354763" y="1143000"/>
          <p14:tracePt t="129642" x="6280150" y="1136650"/>
          <p14:tracePt t="129652" x="6184900" y="1136650"/>
          <p14:tracePt t="129664" x="6110288" y="1136650"/>
          <p14:tracePt t="129675" x="6007100" y="1163638"/>
          <p14:tracePt t="129687" x="5911850" y="1204913"/>
          <p14:tracePt t="129698" x="5830888" y="1244600"/>
          <p14:tracePt t="129709" x="5783263" y="1271588"/>
          <p14:tracePt t="129721" x="5721350" y="1327150"/>
          <p14:tracePt t="129732" x="5681663" y="1366838"/>
          <p14:tracePt t="129743" x="5646738" y="1414463"/>
          <p14:tracePt t="129755" x="5640388" y="1455738"/>
          <p14:tracePt t="129765" x="5626100" y="1517650"/>
          <p14:tracePt t="129778" x="5626100" y="1565275"/>
          <p14:tracePt t="129789" x="5626100" y="1604963"/>
          <p14:tracePt t="129799" x="5626100" y="1639888"/>
          <p14:tracePt t="129810" x="5626100" y="1666875"/>
          <p14:tracePt t="129822" x="5640388" y="1693863"/>
          <p14:tracePt t="129833" x="5646738" y="1714500"/>
          <p14:tracePt t="129844" x="5661025" y="1735138"/>
          <p14:tracePt t="129855" x="5667375" y="1755775"/>
          <p14:tracePt t="129866" x="5688013" y="1776413"/>
          <p14:tracePt t="129879" x="5708650" y="1795463"/>
          <p14:tracePt t="129891" x="5721350" y="1795463"/>
          <p14:tracePt t="129900" x="5748338" y="1816100"/>
          <p14:tracePt t="129912" x="5768975" y="1830388"/>
          <p14:tracePt t="129923" x="5795963" y="1830388"/>
          <p14:tracePt t="129934" x="5830888" y="1836738"/>
          <p14:tracePt t="129946" x="5857875" y="1851025"/>
          <p14:tracePt t="129958" x="5891213" y="1851025"/>
          <p14:tracePt t="129967" x="5938838" y="1851025"/>
          <p14:tracePt t="129979" x="5980113" y="1851025"/>
          <p14:tracePt t="129991" x="6027738" y="1857375"/>
          <p14:tracePt t="130001" x="6089650" y="1857375"/>
          <p14:tracePt t="130013" x="6149975" y="1857375"/>
          <p14:tracePt t="130025" x="6197600" y="1857375"/>
          <p14:tracePt t="130035" x="6259513" y="1851025"/>
          <p14:tracePt t="130047" x="6319838" y="1830388"/>
          <p14:tracePt t="130058" x="6375400" y="1816100"/>
          <p14:tracePt t="130069" x="6402388" y="1795463"/>
          <p14:tracePt t="130081" x="6429375" y="1768475"/>
          <p14:tracePt t="130092" x="6462713" y="1728788"/>
          <p14:tracePt t="130102" x="6483350" y="1673225"/>
          <p14:tracePt t="130114" x="6483350" y="1639888"/>
          <p14:tracePt t="130125" x="6491288" y="1577975"/>
          <p14:tracePt t="130137" x="6491288" y="1517650"/>
          <p14:tracePt t="130148" x="6483350" y="1455738"/>
          <p14:tracePt t="130159" x="6470650" y="1428750"/>
          <p14:tracePt t="130172" x="6450013" y="1374775"/>
          <p14:tracePt t="130181" x="6423025" y="1333500"/>
          <p14:tracePt t="130215" x="6381750" y="1292225"/>
          <p14:tracePt t="130224" x="6340475" y="1265238"/>
          <p14:tracePt t="130230" x="6313488" y="1244600"/>
          <p14:tracePt t="130233" x="6280150" y="1223963"/>
          <p14:tracePt t="130240" x="6238875" y="1204913"/>
          <p14:tracePt t="130250" x="6218238" y="1184275"/>
          <p14:tracePt t="130263" x="6184900" y="1176338"/>
          <p14:tracePt t="130275" x="6149975" y="1176338"/>
          <p14:tracePt t="130284" x="6129338" y="1163638"/>
          <p14:tracePt t="130296" x="6110288" y="1163638"/>
          <p14:tracePt t="130306" x="6089650" y="1163638"/>
          <p14:tracePt t="130316" x="6069013" y="1163638"/>
          <p14:tracePt t="130328" x="6062663" y="1163638"/>
          <p14:tracePt t="130340" x="6042025" y="1163638"/>
          <p14:tracePt t="130350" x="6021388" y="1176338"/>
          <p14:tracePt t="130362" x="5994400" y="1184275"/>
          <p14:tracePt t="130373" x="5953125" y="1217613"/>
          <p14:tracePt t="130384" x="5911850" y="1252538"/>
          <p14:tracePt t="130396" x="5851525" y="1306513"/>
          <p14:tracePt t="130407" x="5789613" y="1374775"/>
          <p14:tracePt t="130418" x="5748338" y="1449388"/>
          <p14:tracePt t="130430" x="5721350" y="1497013"/>
          <p14:tracePt t="130441" x="5688013" y="1557338"/>
          <p14:tracePt t="130452" x="5667375" y="1604963"/>
          <p14:tracePt t="130463" x="5661025" y="1660525"/>
          <p14:tracePt t="130475" x="5661025" y="1687513"/>
          <p14:tracePt t="130485" x="5661025" y="1714500"/>
          <p14:tracePt t="130497" x="5667375" y="1747838"/>
          <p14:tracePt t="130509" x="5681663" y="1776413"/>
          <p14:tracePt t="130519" x="5688013" y="1789113"/>
          <p14:tracePt t="130531" x="5708650" y="1816100"/>
          <p14:tracePt t="130542" x="5729288" y="1836738"/>
          <p14:tracePt t="130552" x="5762625" y="1857375"/>
          <p14:tracePt t="130565" x="5783263" y="1871663"/>
          <p14:tracePt t="130576" x="5810250" y="1878013"/>
          <p14:tracePt t="130587" x="5837238" y="1884363"/>
          <p14:tracePt t="130598" x="5872163" y="1898650"/>
          <p14:tracePt t="130610" x="5891213" y="1898650"/>
          <p14:tracePt t="130621" x="5919788" y="1905000"/>
          <p14:tracePt t="130632" x="5959475" y="1905000"/>
          <p14:tracePt t="130643" x="5994400" y="1905000"/>
          <p14:tracePt t="130655" x="6027738" y="1905000"/>
          <p14:tracePt t="130665" x="6081713" y="1898650"/>
          <p14:tracePt t="130676" x="6143625" y="1884363"/>
          <p14:tracePt t="130689" x="6211888" y="1878013"/>
          <p14:tracePt t="130699" x="6253163" y="1871663"/>
          <p14:tracePt t="130710" x="6313488" y="1836738"/>
          <p14:tracePt t="130722" x="6375400" y="1795463"/>
          <p14:tracePt t="130732" x="6423025" y="1755775"/>
          <p14:tracePt t="130744" x="6450013" y="1714500"/>
          <p14:tracePt t="130756" x="6491288" y="1646238"/>
          <p14:tracePt t="130767" x="6510338" y="1565275"/>
          <p14:tracePt t="130779" x="6510338" y="1497013"/>
          <p14:tracePt t="130790" x="6503988" y="1449388"/>
          <p14:tracePt t="130800" x="6491288" y="1408113"/>
          <p14:tracePt t="130812" x="6470650" y="1374775"/>
          <p14:tracePt t="130824" x="6450013" y="1354138"/>
          <p14:tracePt t="130834" x="6429375" y="1347788"/>
          <p14:tracePt t="130847" x="6402388" y="1333500"/>
          <p14:tracePt t="130858" x="6361113" y="1333500"/>
          <p14:tracePt t="130868" x="6319838" y="1347788"/>
          <p14:tracePt t="130880" x="6280150" y="1354138"/>
          <p14:tracePt t="130891" x="6232525" y="1387475"/>
          <p14:tracePt t="130901" x="6184900" y="1414463"/>
          <p14:tracePt t="130913" x="6143625" y="1476375"/>
          <p14:tracePt t="130925" x="6110288" y="1517650"/>
          <p14:tracePt t="130935" x="6089650" y="1585913"/>
          <p14:tracePt t="130947" x="6069013" y="1646238"/>
          <p14:tracePt t="130958" x="6069013" y="1693863"/>
          <p14:tracePt t="130969" x="6081713" y="1728788"/>
          <p14:tracePt t="130981" x="6089650" y="1755775"/>
          <p14:tracePt t="130992" x="6110288" y="1776413"/>
          <p14:tracePt t="131002" x="6143625" y="1789113"/>
          <p14:tracePt t="131014" x="6170613" y="1795463"/>
          <p14:tracePt t="131026" x="6211888" y="1809750"/>
          <p14:tracePt t="131037" x="6272213" y="1809750"/>
          <p14:tracePt t="131048" x="6334125" y="1809750"/>
          <p14:tracePt t="131059" x="6375400" y="1795463"/>
          <p14:tracePt t="131071" x="6443663" y="1789113"/>
          <p14:tracePt t="131081" x="6510338" y="1768475"/>
          <p14:tracePt t="131093" x="6565900" y="1728788"/>
          <p14:tracePt t="131105" x="6599238" y="1687513"/>
          <p14:tracePt t="131115" x="6640513" y="1625600"/>
          <p14:tracePt t="131127" x="6661150" y="1577975"/>
          <p14:tracePt t="131139" x="6673850" y="1517650"/>
          <p14:tracePt t="131149" x="6661150" y="1476375"/>
          <p14:tracePt t="131161" x="6640513" y="1408113"/>
          <p14:tracePt t="131172" x="6599238" y="1347788"/>
          <p14:tracePt t="131183" x="6530975" y="1292225"/>
          <p14:tracePt t="131195" x="6462713" y="1244600"/>
          <p14:tracePt t="131206" x="6361113" y="1204913"/>
          <p14:tracePt t="131216" x="6238875" y="1163638"/>
          <p14:tracePt t="131228" x="6129338" y="1157288"/>
          <p14:tracePt t="131261" x="6062663" y="1143000"/>
          <p14:tracePt t="131265" x="5959475" y="1157288"/>
          <p14:tracePt t="131274" x="5878513" y="1184275"/>
          <p14:tracePt t="131275" x="5810250" y="1223963"/>
          <p14:tracePt t="131288" x="5762625" y="1252538"/>
          <p14:tracePt t="131297" x="5708650" y="1327150"/>
          <p14:tracePt t="131309" x="5681663" y="1387475"/>
          <p14:tracePt t="131318" x="5667375" y="1455738"/>
          <p14:tracePt t="131330" x="5667375" y="1503363"/>
          <p14:tracePt t="131341" x="5681663" y="1544638"/>
          <p14:tracePt t="131351" x="5708650" y="1598613"/>
          <p14:tracePt t="131364" x="5748338" y="1639888"/>
          <p14:tracePt t="131375" x="5768975" y="1660525"/>
          <p14:tracePt t="131385" x="5810250" y="1673225"/>
          <p14:tracePt t="131398" x="5837238" y="1687513"/>
          <p14:tracePt t="131410" x="5872163" y="1687513"/>
          <p14:tracePt t="131419" x="5891213" y="1687513"/>
          <p14:tracePt t="131431" x="5919788" y="1687513"/>
          <p14:tracePt t="131442" x="5938838" y="1673225"/>
          <p14:tracePt t="131455" x="5973763" y="1673225"/>
          <p14:tracePt t="131465" x="5980113" y="1666875"/>
          <p14:tracePt t="131476" x="5994400" y="1660525"/>
          <p14:tracePt t="131487" x="6000750" y="1660525"/>
          <p14:tracePt t="131509" x="6000750" y="1646238"/>
          <p14:tracePt t="131835" x="6000750" y="1660525"/>
          <p14:tracePt t="131857" x="6000750" y="1666875"/>
          <p14:tracePt t="131880" x="6000750" y="1673225"/>
          <p14:tracePt t="131891" x="6000750" y="1687513"/>
          <p14:tracePt t="131913" x="6007100" y="1693863"/>
          <p14:tracePt t="131926" x="6021388" y="1693863"/>
          <p14:tracePt t="131936" x="6048375" y="1708150"/>
          <p14:tracePt t="131948" x="6102350" y="1714500"/>
          <p14:tracePt t="131960" x="6149975" y="1728788"/>
          <p14:tracePt t="131970" x="6259513" y="1728788"/>
          <p14:tracePt t="131982" x="6396038" y="1735138"/>
          <p14:tracePt t="131994" x="6545263" y="1735138"/>
          <p14:tracePt t="132004" x="6673850" y="1747838"/>
          <p14:tracePt t="132015" x="6824663" y="1747838"/>
          <p14:tracePt t="132027" x="6926263" y="1755775"/>
          <p14:tracePt t="132038" x="6953250" y="1755775"/>
          <p14:tracePt t="132263" x="6973888" y="1755775"/>
          <p14:tracePt t="132273" x="7042150" y="1768475"/>
          <p14:tracePt t="132285" x="7205663" y="1776413"/>
          <p14:tracePt t="132307" x="7354888" y="1789113"/>
          <p14:tracePt t="132313" x="7578725" y="1789113"/>
          <p14:tracePt t="132321" x="7694613" y="1789113"/>
          <p14:tracePt t="132335" x="7824788" y="1776413"/>
          <p14:tracePt t="132344" x="7939088" y="1768475"/>
          <p14:tracePt t="132353" x="7994650" y="1768475"/>
          <p14:tracePt t="132365" x="8054975" y="1768475"/>
          <p14:tracePt t="132375" x="8089900" y="1755775"/>
          <p14:tracePt t="132387" x="8110538" y="1755775"/>
          <p14:tracePt t="132399" x="8116888" y="1755775"/>
          <p14:tracePt t="132409" x="8129588" y="1755775"/>
          <p14:tracePt t="132431" x="8129588" y="1747838"/>
          <p14:tracePt t="132476" x="8129588" y="1735138"/>
          <p14:tracePt t="132498" x="8116888" y="1735138"/>
          <p14:tracePt t="132566" x="8110538" y="1735138"/>
          <p14:tracePt t="132644" x="8116888" y="1728788"/>
          <p14:tracePt t="132678" x="8116888" y="1714500"/>
          <p14:tracePt t="132690" x="8110538" y="1714500"/>
          <p14:tracePt t="132712" x="8096250" y="1708150"/>
          <p14:tracePt t="132724" x="8089900" y="1708150"/>
          <p14:tracePt t="132735" x="8075613" y="1708150"/>
          <p14:tracePt t="132746" x="8048625" y="1693863"/>
          <p14:tracePt t="132759" x="8015288" y="1687513"/>
          <p14:tracePt t="132770" x="7980363" y="1673225"/>
          <p14:tracePt t="132780" x="7926388" y="1666875"/>
          <p14:tracePt t="132793" x="7864475" y="1660525"/>
          <p14:tracePt t="132804" x="7804150" y="1639888"/>
          <p14:tracePt t="132815" x="7769225" y="1625600"/>
          <p14:tracePt t="132826" x="7729538" y="1604963"/>
          <p14:tracePt t="132837" x="7694613" y="1598613"/>
          <p14:tracePt t="132849" x="7673975" y="1585913"/>
          <p14:tracePt t="132859" x="7667625" y="1585913"/>
          <p14:tracePt t="132926" x="7667625" y="1577975"/>
          <p14:tracePt t="132971" x="7667625" y="1565275"/>
          <p14:tracePt t="132993" x="7673975" y="1565275"/>
          <p14:tracePt t="133006" x="7688263" y="1557338"/>
          <p14:tracePt t="133017" x="7688263" y="1544638"/>
          <p14:tracePt t="133027" x="7694613" y="1538288"/>
          <p14:tracePt t="133040" x="7708900" y="1524000"/>
          <p14:tracePt t="133051" x="7708900" y="1503363"/>
          <p14:tracePt t="133061" x="7708900" y="1497013"/>
          <p14:tracePt t="133073" x="7708900" y="1476375"/>
          <p14:tracePt t="133084" x="7708900" y="1462088"/>
          <p14:tracePt t="133095" x="7688263" y="1449388"/>
          <p14:tracePt t="133108" x="7667625" y="1428750"/>
          <p14:tracePt t="133119" x="7626350" y="1414463"/>
          <p14:tracePt t="133129" x="7578725" y="1408113"/>
          <p14:tracePt t="133141" x="7518400" y="1408113"/>
          <p14:tracePt t="133152" x="7435850" y="1408113"/>
          <p14:tracePt t="133162" x="7367588" y="1414463"/>
          <p14:tracePt t="133175" x="7307263" y="1428750"/>
          <p14:tracePt t="133186" x="7245350" y="1455738"/>
          <p14:tracePt t="133196" x="7177088" y="1497013"/>
          <p14:tracePt t="133209" x="7123113" y="1538288"/>
          <p14:tracePt t="133220" x="7075488" y="1598613"/>
          <p14:tracePt t="133230" x="7021513" y="1673225"/>
          <p14:tracePt t="133242" x="6986588" y="1747838"/>
          <p14:tracePt t="133253" x="6967538" y="1816100"/>
          <p14:tracePt t="133265" x="6953250" y="1857375"/>
          <p14:tracePt t="133275" x="6946900" y="1905000"/>
          <p14:tracePt t="133287" x="6946900" y="1938338"/>
          <p14:tracePt t="133299" x="6946900" y="1958975"/>
          <p14:tracePt t="133309" x="6953250" y="1985963"/>
          <p14:tracePt t="133320" x="6967538" y="2020888"/>
          <p14:tracePt t="133333" x="6973888" y="2041525"/>
          <p14:tracePt t="133354" x="6986588" y="2062163"/>
          <p14:tracePt t="133355" x="7000875" y="2068513"/>
          <p14:tracePt t="133366" x="7021513" y="2089150"/>
          <p14:tracePt t="133376" x="7054850" y="2095500"/>
          <p14:tracePt t="133388" x="7075488" y="2109788"/>
          <p14:tracePt t="133401" x="7102475" y="2109788"/>
          <p14:tracePt t="133412" x="7137400" y="2116138"/>
          <p14:tracePt t="133424" x="7177088" y="2116138"/>
          <p14:tracePt t="133435" x="7212013" y="2116138"/>
          <p14:tracePt t="133444" x="7253288" y="2116138"/>
          <p14:tracePt t="133457" x="7313613" y="2116138"/>
          <p14:tracePt t="133468" x="7375525" y="2116138"/>
          <p14:tracePt t="133478" x="7415213" y="2116138"/>
          <p14:tracePt t="133490" x="7477125" y="2109788"/>
          <p14:tracePt t="133502" x="7524750" y="2095500"/>
          <p14:tracePt t="133512" x="7586663" y="2089150"/>
          <p14:tracePt t="133523" x="7626350" y="2068513"/>
          <p14:tracePt t="133535" x="7673975" y="2041525"/>
          <p14:tracePt t="133557" x="7708900" y="2006600"/>
          <p14:tracePt t="133558" x="7735888" y="1985963"/>
          <p14:tracePt t="133571" x="7748588" y="1966913"/>
          <p14:tracePt t="133582" x="7756525" y="1938338"/>
          <p14:tracePt t="133592" x="7756525" y="1905000"/>
          <p14:tracePt t="133602" x="7756525" y="1871663"/>
          <p14:tracePt t="133612" x="7756525" y="1830388"/>
          <p14:tracePt t="133624" x="7748588" y="1776413"/>
          <p14:tracePt t="133636" x="7735888" y="1714500"/>
          <p14:tracePt t="133646" x="7729538" y="1666875"/>
          <p14:tracePt t="133658" x="7729538" y="1625600"/>
          <p14:tracePt t="133669" x="7715250" y="1585913"/>
          <p14:tracePt t="133681" x="7708900" y="1557338"/>
          <p14:tracePt t="133692" x="7694613" y="1524000"/>
          <p14:tracePt t="133703" x="7694613" y="1517650"/>
          <p14:tracePt t="133715" x="7673975" y="1497013"/>
          <p14:tracePt t="133726" x="7667625" y="1482725"/>
          <p14:tracePt t="133737" x="7653338" y="1482725"/>
          <p14:tracePt t="133749" x="7646988" y="1476375"/>
          <p14:tracePt t="133759" x="7626350" y="1476375"/>
          <p14:tracePt t="133770" x="7605713" y="1476375"/>
          <p14:tracePt t="133783" x="7586663" y="1482725"/>
          <p14:tracePt t="133793" x="7558088" y="1497013"/>
          <p14:tracePt t="133804" x="7524750" y="1503363"/>
          <p14:tracePt t="133816" x="7483475" y="1538288"/>
          <p14:tracePt t="133826" x="7443788" y="1565275"/>
          <p14:tracePt t="133838" x="7402513" y="1598613"/>
          <p14:tracePt t="133850" x="7367588" y="1639888"/>
          <p14:tracePt t="133860" x="7327900" y="1673225"/>
          <p14:tracePt t="133873" x="7307263" y="1728788"/>
          <p14:tracePt t="133905" x="7286625" y="1747838"/>
          <p14:tracePt t="133909" x="7272338" y="1776413"/>
          <p14:tracePt t="133918" x="7272338" y="1795463"/>
          <p14:tracePt t="133919" x="7272338" y="1816100"/>
          <p14:tracePt t="133930" x="7272338" y="1830388"/>
          <p14:tracePt t="133941" x="7272338" y="1836738"/>
          <p14:tracePt t="133952" x="7265988" y="1851025"/>
          <p14:tracePt t="133962" x="7265988" y="1857375"/>
          <p14:tracePt t="133974" x="7265988" y="1871663"/>
          <p14:tracePt t="133985" x="7265988" y="1878013"/>
          <p14:tracePt t="133995" x="7265988" y="1884363"/>
          <p14:tracePt t="134007" x="7265988" y="1898650"/>
          <p14:tracePt t="134018" x="7272338" y="1898650"/>
          <p14:tracePt t="134029" x="7272338" y="1905000"/>
          <p14:tracePt t="134041" x="7286625" y="1919288"/>
          <p14:tracePt t="134052" x="7292975" y="1938338"/>
          <p14:tracePt t="134062" x="7307263" y="1946275"/>
          <p14:tracePt t="134075" x="7334250" y="1966913"/>
          <p14:tracePt t="134086" x="7354888" y="1985963"/>
          <p14:tracePt t="134096" x="7388225" y="2000250"/>
          <p14:tracePt t="134108" x="7402513" y="2006600"/>
          <p14:tracePt t="134119" x="7435850" y="2020888"/>
          <p14:tracePt t="134131" x="7483475" y="2027238"/>
          <p14:tracePt t="134142" x="7524750" y="2027238"/>
          <p14:tracePt t="134153" x="7558088" y="2027238"/>
          <p14:tracePt t="134165" x="7605713" y="2027238"/>
          <p14:tracePt t="134175" x="7646988" y="2027238"/>
          <p14:tracePt t="134186" x="7673975" y="2020888"/>
          <p14:tracePt t="134199" x="7708900" y="2020888"/>
          <p14:tracePt t="134208" x="7729538" y="2006600"/>
          <p14:tracePt t="134220" x="7748588" y="2000250"/>
          <p14:tracePt t="134232" x="7769225" y="1979613"/>
          <p14:tracePt t="134242" x="7769225" y="1958975"/>
          <p14:tracePt t="134254" x="7777163" y="1905000"/>
          <p14:tracePt t="134266" x="7777163" y="1857375"/>
          <p14:tracePt t="134276" x="7789863" y="1789113"/>
          <p14:tracePt t="134288" x="7796213" y="1747838"/>
          <p14:tracePt t="134300" x="7816850" y="1687513"/>
          <p14:tracePt t="134310" x="7837488" y="1639888"/>
          <p14:tracePt t="134322" x="7858125" y="1585913"/>
          <p14:tracePt t="134333" x="7878763" y="1557338"/>
          <p14:tracePt t="134344" x="7878763" y="1524000"/>
          <p14:tracePt t="134355" x="7878763" y="1482725"/>
          <p14:tracePt t="134367" x="7878763" y="1455738"/>
          <p14:tracePt t="134377" x="7864475" y="1435100"/>
          <p14:tracePt t="134411" x="7858125" y="1414463"/>
          <p14:tracePt t="134417" x="7837488" y="1395413"/>
          <p14:tracePt t="134425" x="7796213" y="1374775"/>
          <p14:tracePt t="134427" x="7756525" y="1354138"/>
          <p14:tracePt t="134434" x="7673975" y="1347788"/>
          <p14:tracePt t="134450" x="7593013" y="1327150"/>
          <p14:tracePt t="134459" x="7524750" y="1327150"/>
          <p14:tracePt t="134470" x="7483475" y="1327150"/>
          <p14:tracePt t="134479" x="7423150" y="1327150"/>
          <p14:tracePt t="134491" x="7388225" y="1333500"/>
          <p14:tracePt t="134502" x="7348538" y="1354138"/>
          <p14:tracePt t="134512" x="7307263" y="1374775"/>
          <p14:tracePt t="134525" x="7265988" y="1414463"/>
          <p14:tracePt t="134536" x="7224713" y="1455738"/>
          <p14:tracePt t="134546" x="7185025" y="1503363"/>
          <p14:tracePt t="134558" x="7164388" y="1538288"/>
          <p14:tracePt t="134569" x="7137400" y="1565275"/>
          <p14:tracePt t="134580" x="7116763" y="1604963"/>
          <p14:tracePt t="134592" x="7096125" y="1646238"/>
          <p14:tracePt t="134603" x="7081838" y="1673225"/>
          <p14:tracePt t="134615" x="7075488" y="1714500"/>
          <p14:tracePt t="134626" x="7062788" y="1747838"/>
          <p14:tracePt t="134637" x="7062788" y="1776413"/>
          <p14:tracePt t="134649" x="7062788" y="1795463"/>
          <p14:tracePt t="134659" x="7062788" y="1816100"/>
          <p14:tracePt t="134670" x="7062788" y="1836738"/>
          <p14:tracePt t="134683" x="7062788" y="1851025"/>
          <p14:tracePt t="134692" x="7062788" y="1857375"/>
          <p14:tracePt t="134704" x="7075488" y="1871663"/>
          <p14:tracePt t="134716" x="7075488" y="1884363"/>
          <p14:tracePt t="134726" x="7081838" y="1898650"/>
          <p14:tracePt t="134738" x="7081838" y="1905000"/>
          <p14:tracePt t="134750" x="7096125" y="1919288"/>
          <p14:tracePt t="134760" x="7102475" y="1925638"/>
          <p14:tracePt t="134772" x="7116763" y="1946275"/>
          <p14:tracePt t="134784" x="7123113" y="1946275"/>
          <p14:tracePt t="134794" x="7143750" y="1966913"/>
          <p14:tracePt t="134806" x="7158038" y="1979613"/>
          <p14:tracePt t="134817" x="7164388" y="1985963"/>
          <p14:tracePt t="134827" x="7177088" y="2000250"/>
          <p14:tracePt t="134839" x="7185025" y="2006600"/>
          <p14:tracePt t="134851" x="7197725" y="2020888"/>
          <p14:tracePt t="134861" x="7205663" y="2020888"/>
          <p14:tracePt t="134873" x="7212013" y="2027238"/>
          <p14:tracePt t="134885" x="7232650" y="2027238"/>
          <p14:tracePt t="134895" x="7245350" y="2041525"/>
          <p14:tracePt t="134907" x="7265988" y="2047875"/>
          <p14:tracePt t="134918" x="7286625" y="2047875"/>
          <p14:tracePt t="134929" x="7307263" y="2047875"/>
          <p14:tracePt t="134940" x="7327900" y="2047875"/>
          <p14:tracePt t="134951" x="7354888" y="2062163"/>
          <p14:tracePt t="134963" x="7367588" y="2062163"/>
          <p14:tracePt t="134974" x="7388225" y="2062163"/>
          <p14:tracePt t="134986" x="7415213" y="2068513"/>
          <p14:tracePt t="134996" x="7435850" y="2068513"/>
          <p14:tracePt t="135008" x="7456488" y="2068513"/>
          <p14:tracePt t="135019" x="7483475" y="2068513"/>
          <p14:tracePt t="135030" x="7504113" y="2068513"/>
          <p14:tracePt t="135042" x="7524750" y="2068513"/>
          <p14:tracePt t="135053" x="7545388" y="2068513"/>
          <p14:tracePt t="135065" x="7578725" y="2068513"/>
          <p14:tracePt t="135075" x="7593013" y="2068513"/>
          <p14:tracePt t="135098" x="7613650" y="2068513"/>
          <p14:tracePt t="135098" x="7634288" y="2068513"/>
          <p14:tracePt t="135109" x="7653338" y="2062163"/>
          <p14:tracePt t="135120" x="7673975" y="2062163"/>
          <p14:tracePt t="135133" x="7694613" y="2047875"/>
          <p14:tracePt t="135142" x="7708900" y="2047875"/>
          <p14:tracePt t="135154" x="7729538" y="2041525"/>
          <p14:tracePt t="135166" x="7735888" y="2027238"/>
          <p14:tracePt t="135176" x="7748588" y="2020888"/>
          <p14:tracePt t="135187" x="7748588" y="2006600"/>
          <p14:tracePt t="135199" x="7756525" y="2006600"/>
          <p14:tracePt t="135210" x="7756525" y="2000250"/>
          <p14:tracePt t="135221" x="7756525" y="1985963"/>
          <p14:tracePt t="135244" x="7769225" y="1979613"/>
          <p14:tracePt t="135256" x="7769225" y="1966913"/>
          <p14:tracePt t="135267" x="7777163" y="1966913"/>
          <p14:tracePt t="135278" x="7777163" y="1958975"/>
          <p14:tracePt t="135290" x="7789863" y="1946275"/>
          <p14:tracePt t="135301" x="7796213" y="1919288"/>
          <p14:tracePt t="135311" x="7796213" y="1898650"/>
          <p14:tracePt t="135323" x="7804150" y="1878013"/>
          <p14:tracePt t="135334" x="7816850" y="1851025"/>
          <p14:tracePt t="135345" x="7816850" y="1809750"/>
          <p14:tracePt t="135356" x="7824788" y="1776413"/>
          <p14:tracePt t="135368" x="7824788" y="1747838"/>
          <p14:tracePt t="135379" x="7824788" y="1728788"/>
          <p14:tracePt t="135391" x="7824788" y="1693863"/>
          <p14:tracePt t="135402" x="7816850" y="1673225"/>
          <p14:tracePt t="135413" x="7804150" y="1660525"/>
          <p14:tracePt t="135425" x="7789863" y="1639888"/>
          <p14:tracePt t="135457" x="7769225" y="1625600"/>
          <p14:tracePt t="135461" x="7748588" y="1619250"/>
          <p14:tracePt t="135470" x="7729538" y="1604963"/>
          <p14:tracePt t="135471" x="7694613" y="1604963"/>
          <p14:tracePt t="135485" x="7667625" y="1604963"/>
          <p14:tracePt t="135493" x="7646988" y="1604963"/>
          <p14:tracePt t="135504" x="7626350" y="1619250"/>
          <p14:tracePt t="135515" x="7613650" y="1619250"/>
          <p14:tracePt t="135525" x="7605713" y="1619250"/>
          <p14:tracePt t="135536" x="7605713" y="1625600"/>
          <p14:tracePt t="135581" x="7605713" y="1639888"/>
          <p14:tracePt t="135614" x="7593013" y="1639888"/>
          <p14:tracePt t="135626" x="7593013" y="1625600"/>
          <p14:tracePt t="135648" x="7586663" y="1619250"/>
          <p14:tracePt t="135671" x="7586663" y="1604963"/>
          <p14:tracePt t="135683" x="7578725" y="1598613"/>
          <p14:tracePt t="135694" x="7578725" y="1577975"/>
          <p14:tracePt t="135706" x="7566025" y="1565275"/>
          <p14:tracePt t="135717" x="7558088" y="1544638"/>
          <p14:tracePt t="135727" x="7545388" y="1538288"/>
          <p14:tracePt t="135740" x="7539038" y="1524000"/>
          <p14:tracePt t="135751" x="7524750" y="1524000"/>
          <p14:tracePt t="135761" x="7504113" y="1524000"/>
          <p14:tracePt t="135773" x="7497763" y="1524000"/>
          <p14:tracePt t="135785" x="7477125" y="1524000"/>
          <p14:tracePt t="135795" x="7456488" y="1524000"/>
          <p14:tracePt t="135807" x="7423150" y="1538288"/>
          <p14:tracePt t="135819" x="7415213" y="1557338"/>
          <p14:tracePt t="135829" x="7396163" y="1577975"/>
          <p14:tracePt t="135842" x="7388225" y="1598613"/>
          <p14:tracePt t="135852" x="7375525" y="1619250"/>
          <p14:tracePt t="135862" x="7375525" y="1625600"/>
          <p14:tracePt t="135874" x="7375525" y="1646238"/>
          <p14:tracePt t="135885" x="7388225" y="1660525"/>
          <p14:tracePt t="135896" x="7396163" y="1666875"/>
          <p14:tracePt t="135909" x="7415213" y="1673225"/>
          <p14:tracePt t="135920" x="7435850" y="1687513"/>
          <p14:tracePt t="135930" x="7456488" y="1693863"/>
          <p14:tracePt t="135942" x="7483475" y="1708150"/>
          <p14:tracePt t="135954" x="7497763" y="1708150"/>
          <p14:tracePt t="135965" x="7483475" y="1708150"/>
          <p14:tracePt t="136245" x="7497763" y="1708150"/>
          <p14:tracePt t="136257" x="7504113" y="1708150"/>
          <p14:tracePt t="136268" x="7524750" y="1714500"/>
          <p14:tracePt t="136279" x="7539038" y="1714500"/>
          <p14:tracePt t="136290" x="7558088" y="1714500"/>
          <p14:tracePt t="136301" x="7578725" y="1714500"/>
          <p14:tracePt t="136313" x="7593013" y="1714500"/>
          <p14:tracePt t="136324" x="7613650" y="1714500"/>
          <p14:tracePt t="136335" x="7634288" y="1714500"/>
          <p14:tracePt t="136347" x="7673975" y="1714500"/>
          <p14:tracePt t="136357" x="7708900" y="1714500"/>
          <p14:tracePt t="136369" x="7735888" y="1714500"/>
          <p14:tracePt t="136382" x="7769225" y="1708150"/>
          <p14:tracePt t="136392" x="7789863" y="1693863"/>
          <p14:tracePt t="136403" x="7816850" y="1666875"/>
          <p14:tracePt t="136415" x="7837488" y="1639888"/>
          <p14:tracePt t="136425" x="7858125" y="1585913"/>
          <p14:tracePt t="136436" x="7864475" y="1517650"/>
          <p14:tracePt t="136449" x="7864475" y="1462088"/>
          <p14:tracePt t="136459" x="7864475" y="1366838"/>
          <p14:tracePt t="136470" x="7864475" y="1292225"/>
          <p14:tracePt t="136503" x="7864475" y="1184275"/>
          <p14:tracePt t="136508" x="7864475" y="1074738"/>
          <p14:tracePt t="136518" x="7864475" y="1006475"/>
          <p14:tracePt t="136519" x="7864475" y="890588"/>
          <p14:tracePt t="136529" x="7864475" y="815975"/>
          <p14:tracePt t="136540" x="7864475" y="714375"/>
          <p14:tracePt t="136551" x="7864475" y="625475"/>
          <p14:tracePt t="136560" x="7864475" y="571500"/>
          <p14:tracePt t="136571" x="7878763" y="523875"/>
          <p14:tracePt t="136583" x="7878763" y="490538"/>
          <p14:tracePt t="136594" x="7878763" y="469900"/>
          <p14:tracePt t="136605" x="7885113" y="461963"/>
          <p14:tracePt t="136638" x="7878763" y="449263"/>
          <p14:tracePt t="136683" x="7864475" y="449263"/>
          <p14:tracePt t="136706" x="7858125" y="449263"/>
          <p14:tracePt t="136729" x="7843838" y="449263"/>
          <p14:tracePt t="136740" x="7837488" y="449263"/>
          <p14:tracePt t="136796" x="7824788" y="449263"/>
          <p14:tracePt t="136818" x="7804150" y="428625"/>
          <p14:tracePt t="136831" x="7789863" y="414338"/>
          <p14:tracePt t="136841" x="7769225" y="374650"/>
          <p14:tracePt t="136853" x="7756525" y="339725"/>
          <p14:tracePt t="136865" x="7748588" y="300038"/>
          <p14:tracePt t="136875" x="7735888" y="252413"/>
          <p14:tracePt t="136886" x="7715250" y="204788"/>
          <p14:tracePt t="136898" x="7694613" y="184150"/>
          <p14:tracePt t="136909" x="7667625" y="149225"/>
          <p14:tracePt t="136921" x="7634288" y="128588"/>
          <p14:tracePt t="136932" x="7593013" y="128588"/>
          <p14:tracePt t="136942" x="7566025" y="128588"/>
          <p14:tracePt t="136954" x="7518400" y="128588"/>
          <p14:tracePt t="136966" x="7462838" y="149225"/>
          <p14:tracePt t="136976" x="7388225" y="190500"/>
          <p14:tracePt t="136988" x="7327900" y="217488"/>
          <p14:tracePt t="137000" x="7245350" y="279400"/>
          <p14:tracePt t="137010" x="7143750" y="354013"/>
          <p14:tracePt t="137021" x="7062788" y="422275"/>
          <p14:tracePt t="137033" x="7015163" y="469900"/>
          <p14:tracePt t="137044" x="6973888" y="523875"/>
          <p14:tracePt t="137055" x="6946900" y="571500"/>
          <p14:tracePt t="137067" x="6946900" y="612775"/>
          <p14:tracePt t="137078" x="6946900" y="652463"/>
          <p14:tracePt t="137090" x="6953250" y="693738"/>
          <p14:tracePt t="137101" x="6986588" y="741363"/>
          <p14:tracePt t="137111" x="7021513" y="782638"/>
          <p14:tracePt t="137123" x="7062788" y="803275"/>
          <p14:tracePt t="137135" x="7123113" y="830263"/>
          <p14:tracePt t="137145" x="7177088" y="850900"/>
          <p14:tracePt t="137156" x="7232650" y="850900"/>
          <p14:tracePt t="137168" x="7286625" y="850900"/>
          <p14:tracePt t="137179" x="7348538" y="850900"/>
          <p14:tracePt t="137191" x="7415213" y="842963"/>
          <p14:tracePt t="137202" x="7483475" y="830263"/>
          <p14:tracePt t="137212" x="7539038" y="815975"/>
          <p14:tracePt t="137224" x="7593013" y="776288"/>
          <p14:tracePt t="137235" x="7646988" y="720725"/>
          <p14:tracePt t="137247" x="7688263" y="652463"/>
          <p14:tracePt t="137258" x="7694613" y="604838"/>
          <p14:tracePt t="137269" x="7708900" y="530225"/>
          <p14:tracePt t="137281" x="7694613" y="449263"/>
          <p14:tracePt t="137291" x="7667625" y="381000"/>
          <p14:tracePt t="137303" x="7634288" y="333375"/>
          <p14:tracePt t="137315" x="7578725" y="271463"/>
          <p14:tracePt t="137325" x="7504113" y="231775"/>
          <p14:tracePt t="137336" x="7435850" y="211138"/>
          <p14:tracePt t="137348" x="7375525" y="204788"/>
          <p14:tracePt t="137358" x="7307263" y="184150"/>
          <p14:tracePt t="137370" x="7232650" y="184150"/>
          <p14:tracePt t="137382" x="7164388" y="190500"/>
          <p14:tracePt t="137394" x="7123113" y="211138"/>
          <p14:tracePt t="137406" x="7075488" y="238125"/>
          <p14:tracePt t="137417" x="7021513" y="292100"/>
          <p14:tracePt t="137426" x="6994525" y="339725"/>
          <p14:tracePt t="137438" x="6973888" y="381000"/>
          <p14:tracePt t="137449" x="6946900" y="442913"/>
          <p14:tracePt t="137460" x="6932613" y="490538"/>
          <p14:tracePt t="137472" x="6946900" y="544513"/>
          <p14:tracePt t="137483" x="6953250" y="585788"/>
          <p14:tracePt t="137494" x="6986588" y="625475"/>
          <p14:tracePt t="137506" x="7042150" y="673100"/>
          <p14:tracePt t="137517" x="7123113" y="714375"/>
          <p14:tracePt t="137527" x="7197725" y="741363"/>
          <p14:tracePt t="137550" x="7313613" y="776288"/>
          <p14:tracePt t="137554" x="7435850" y="795338"/>
          <p14:tracePt t="137563" x="7545388" y="795338"/>
          <p14:tracePt t="137575" x="7613650" y="795338"/>
          <p14:tracePt t="137585" x="7708900" y="795338"/>
          <p14:tracePt t="137595" x="7777163" y="776288"/>
          <p14:tracePt t="137608" x="7824788" y="755650"/>
          <p14:tracePt t="137619" x="7858125" y="720725"/>
          <p14:tracePt t="137629" x="7878763" y="693738"/>
          <p14:tracePt t="137641" x="7885113" y="639763"/>
          <p14:tracePt t="137652" x="7899400" y="592138"/>
          <p14:tracePt t="137662" x="7899400" y="544513"/>
          <p14:tracePt t="137674" x="7878763" y="469900"/>
          <p14:tracePt t="137686" x="7843838" y="414338"/>
          <p14:tracePt t="137697" x="7804150" y="354013"/>
          <p14:tracePt t="137708" x="7769225" y="312738"/>
          <p14:tracePt t="137719" x="7715250" y="279400"/>
          <p14:tracePt t="137731" x="7667625" y="258763"/>
          <p14:tracePt t="137741" x="7605713" y="238125"/>
          <p14:tracePt t="137753" x="7566025" y="238125"/>
          <p14:tracePt t="137765" x="7518400" y="238125"/>
          <p14:tracePt t="137775" x="7456488" y="258763"/>
          <p14:tracePt t="137788" x="7402513" y="292100"/>
          <p14:tracePt t="137799" x="7354888" y="319088"/>
          <p14:tracePt t="137810" x="7292975" y="360363"/>
          <p14:tracePt t="137821" x="7245350" y="414338"/>
          <p14:tracePt t="137833" x="7197725" y="482600"/>
          <p14:tracePt t="137842" x="7164388" y="530225"/>
          <p14:tracePt t="137855" x="7158038" y="604838"/>
          <p14:tracePt t="137866" x="7177088" y="681038"/>
          <p14:tracePt t="137876" x="7224713" y="755650"/>
          <p14:tracePt t="137888" x="7272338" y="803275"/>
          <p14:tracePt t="137900" x="7367588" y="850900"/>
          <p14:tracePt t="137910" x="7462838" y="890588"/>
          <p14:tracePt t="137923" x="7566025" y="931863"/>
          <p14:tracePt t="137936" x="7634288" y="946150"/>
          <p14:tracePt t="137945" x="7735888" y="966788"/>
          <p14:tracePt t="137957" x="7837488" y="973138"/>
          <p14:tracePt t="137967" x="7920038" y="973138"/>
          <p14:tracePt t="137977" x="7959725" y="973138"/>
          <p14:tracePt t="137989" x="8007350" y="966788"/>
          <p14:tracePt t="138001" x="8034338" y="946150"/>
          <p14:tracePt t="138011" x="8069263" y="925513"/>
          <p14:tracePt t="138023" x="8075613" y="890588"/>
          <p14:tracePt t="138035" x="8075613" y="823913"/>
          <p14:tracePt t="138045" x="8054975" y="735013"/>
          <p14:tracePt t="138057" x="8015288" y="604838"/>
          <p14:tracePt t="138068" x="7959725" y="490538"/>
          <p14:tracePt t="138079" x="7864475" y="360363"/>
          <p14:tracePt t="138091" x="7769225" y="258763"/>
          <p14:tracePt t="138102" x="7673975" y="204788"/>
          <p14:tracePt t="138114" x="7605713" y="190500"/>
          <p14:tracePt t="138124" x="7504113" y="184150"/>
          <p14:tracePt t="138135" x="7423150" y="190500"/>
          <p14:tracePt t="138147" x="7354888" y="211138"/>
          <p14:tracePt t="138158" x="7307263" y="238125"/>
          <p14:tracePt t="138169" x="7245350" y="292100"/>
          <p14:tracePt t="138181" x="7197725" y="354013"/>
          <p14:tracePt t="138191" x="7158038" y="428625"/>
          <p14:tracePt t="138203" x="7137400" y="490538"/>
          <p14:tracePt t="138215" x="7123113" y="571500"/>
          <p14:tracePt t="138225" x="7123113" y="633413"/>
          <p14:tracePt t="138236" x="7143750" y="660400"/>
          <p14:tracePt t="138249" x="7158038" y="681038"/>
          <p14:tracePt t="138259" x="7185025" y="700088"/>
          <p14:tracePt t="138270" x="7232650" y="714375"/>
          <p14:tracePt t="138282" x="7272338" y="714375"/>
          <p14:tracePt t="138292" x="7354888" y="714375"/>
          <p14:tracePt t="138304" x="7435850" y="714375"/>
          <p14:tracePt t="138315" x="7518400" y="700088"/>
          <p14:tracePt t="138326" x="7578725" y="681038"/>
          <p14:tracePt t="138338" x="7646988" y="652463"/>
          <p14:tracePt t="138350" x="7708900" y="612775"/>
          <p14:tracePt t="138360" x="7748588" y="565150"/>
          <p14:tracePt t="138372" x="7769225" y="523875"/>
          <p14:tracePt t="138384" x="7777163" y="469900"/>
          <p14:tracePt t="138394" x="7777163" y="414338"/>
          <p14:tracePt t="138405" x="7756525" y="354013"/>
          <p14:tracePt t="138417" x="7729538" y="312738"/>
          <p14:tracePt t="138427" x="7694613" y="258763"/>
          <p14:tracePt t="138439" x="7653338" y="217488"/>
          <p14:tracePt t="138452" x="7605713" y="184150"/>
          <p14:tracePt t="138462" x="7566025" y="169863"/>
          <p14:tracePt t="138472" x="7504113" y="163513"/>
          <p14:tracePt t="138484" x="7443788" y="163513"/>
          <p14:tracePt t="138495" x="7375525" y="163513"/>
          <p14:tracePt t="138507" x="7327900" y="169863"/>
          <p14:tracePt t="138518" x="7272338" y="184150"/>
          <p14:tracePt t="138528" x="7212013" y="211138"/>
          <p14:tracePt t="138540" x="7177088" y="238125"/>
          <p14:tracePt t="138552" x="7143750" y="271463"/>
          <p14:tracePt t="138564" x="7116763" y="312738"/>
          <p14:tracePt t="138575" x="7081838" y="374650"/>
          <p14:tracePt t="138597" x="7075488" y="422275"/>
          <p14:tracePt t="138600" x="7075488" y="449263"/>
          <p14:tracePt t="138609" x="7081838" y="482600"/>
          <p14:tracePt t="138621" x="7102475" y="503238"/>
          <p14:tracePt t="138634" x="7123113" y="523875"/>
          <p14:tracePt t="138643" x="7143750" y="530225"/>
          <p14:tracePt t="138654" x="7185025" y="544513"/>
          <p14:tracePt t="138666" x="7224713" y="544513"/>
          <p14:tracePt t="138675" x="7272338" y="544513"/>
          <p14:tracePt t="138686" x="7313613" y="544513"/>
          <p14:tracePt t="138699" x="7354888" y="544513"/>
          <p14:tracePt t="138708" x="7402513" y="530225"/>
          <p14:tracePt t="138720" x="7423150" y="523875"/>
          <p14:tracePt t="138732" x="7443788" y="523875"/>
          <p14:tracePt t="138743" x="7443788" y="509588"/>
          <p14:tracePt t="139609" x="7443788" y="523875"/>
          <p14:tracePt t="140340" x="7456488" y="503238"/>
          <p14:tracePt t="140343" x="7456488" y="490538"/>
          <p14:tracePt t="140441" x="7456488" y="503238"/>
          <p14:tracePt t="140452" x="7456488" y="530225"/>
          <p14:tracePt t="140464" x="7456488" y="612775"/>
          <p14:tracePt t="140476" x="7477125" y="700088"/>
          <p14:tracePt t="140487" x="7539038" y="850900"/>
          <p14:tracePt t="140498" x="7673975" y="1054100"/>
          <p14:tracePt t="140509" x="7885113" y="1252538"/>
          <p14:tracePt t="140521" x="8048625" y="1374775"/>
          <p14:tracePt t="140532" x="8286750" y="1524000"/>
          <p14:tracePt t="140543" x="8510588" y="1619250"/>
          <p14:tracePt t="140554" x="8701088" y="1673225"/>
          <p14:tracePt t="140566" x="8810625" y="1693863"/>
          <p14:tracePt t="140576" x="8953500" y="1714500"/>
          <p14:tracePt t="140588" x="9048750" y="1728788"/>
          <p14:tracePt t="140600" x="9110663" y="1728788"/>
          <p14:tracePt t="140610" x="9129713" y="1735138"/>
          <p14:tracePt t="140622" x="9144000" y="1735138"/>
          <p14:tracePt t="140700" x="9144000" y="1728788"/>
          <p14:tracePt t="140716" x="9129713" y="1728788"/>
          <p14:tracePt t="140717" x="9123363" y="1728788"/>
          <p14:tracePt t="140981" x="9129713" y="1728788"/>
          <p14:tracePt t="141003" x="9150350" y="1735138"/>
          <p14:tracePt t="141007" x="9170988" y="1735138"/>
          <p14:tracePt t="141020" x="9185275" y="1735138"/>
          <p14:tracePt t="141028" x="9191625" y="1735138"/>
          <p14:tracePt t="141116" x="9185275" y="1735138"/>
          <p14:tracePt t="141127" x="9185275" y="1747838"/>
          <p14:tracePt t="141150" x="9185275" y="1755775"/>
          <p14:tracePt t="141172" x="9185275" y="1768475"/>
          <p14:tracePt t="141195" x="9185275" y="1776413"/>
          <p14:tracePt t="141206" x="9185275" y="1789113"/>
          <p14:tracePt t="141262" x="9170988" y="1795463"/>
          <p14:tracePt t="141318" x="9170988" y="1809750"/>
          <p14:tracePt t="141352" x="9170988" y="1816100"/>
          <p14:tracePt t="141375" x="9170988" y="1830388"/>
          <p14:tracePt t="141386" x="9170988" y="1836738"/>
          <p14:tracePt t="141397" x="9185275" y="1851025"/>
          <p14:tracePt t="141410" x="9191625" y="1857375"/>
          <p14:tracePt t="141420" x="9191625" y="1878013"/>
          <p14:tracePt t="141432" x="9197975" y="1884363"/>
          <p14:tracePt t="141444" x="9218613" y="1898650"/>
          <p14:tracePt t="141454" x="9232900" y="1898650"/>
          <p14:tracePt t="141467" x="9253538" y="1919288"/>
          <p14:tracePt t="141478" x="9272588" y="1925638"/>
          <p14:tracePt t="141488" x="9293225" y="1938338"/>
          <p14:tracePt t="141500" x="9320213" y="1946275"/>
          <p14:tracePt t="141511" x="9334500" y="1946275"/>
          <p14:tracePt t="141522" x="9355138" y="1958975"/>
          <p14:tracePt t="141545" x="9361488" y="1958975"/>
          <p14:tracePt t="141567" x="9375775" y="1958975"/>
          <p14:tracePt t="141577" x="9382125" y="1958975"/>
          <p14:tracePt t="141589" x="9396413" y="1958975"/>
          <p14:tracePt t="141601" x="9402763" y="1946275"/>
          <p14:tracePt t="141612" x="9423400" y="1938338"/>
          <p14:tracePt t="141624" x="9444038" y="1938338"/>
          <p14:tracePt t="141635" x="9463088" y="1925638"/>
          <p14:tracePt t="141645" x="9491663" y="1919288"/>
          <p14:tracePt t="141658" x="9510713" y="1919288"/>
          <p14:tracePt t="141669" x="9545638" y="1905000"/>
          <p14:tracePt t="141679" x="9551988" y="1898650"/>
          <p14:tracePt t="141691" x="9586913" y="1884363"/>
          <p14:tracePt t="141703" x="9599613" y="1878013"/>
          <p14:tracePt t="141712" x="9620250" y="1857375"/>
          <p14:tracePt t="141746" x="9634538" y="1836738"/>
          <p14:tracePt t="141759" x="9640888" y="1809750"/>
          <p14:tracePt t="141759" x="9653588" y="1768475"/>
          <p14:tracePt t="141771" x="9653588" y="1728788"/>
          <p14:tracePt t="141772" x="9661525" y="1693863"/>
          <p14:tracePt t="141781" x="9661525" y="1660525"/>
          <p14:tracePt t="141793" x="9661525" y="1625600"/>
          <p14:tracePt t="141803" x="9661525" y="1585913"/>
          <p14:tracePt t="141814" x="9661525" y="1565275"/>
          <p14:tracePt t="141826" x="9653588" y="1524000"/>
          <p14:tracePt t="141837" x="9653588" y="1503363"/>
          <p14:tracePt t="141847" x="9653588" y="1476375"/>
          <p14:tracePt t="141860" x="9640888" y="1455738"/>
          <p14:tracePt t="141871" x="9634538" y="1435100"/>
          <p14:tracePt t="141881" x="9620250" y="1408113"/>
          <p14:tracePt t="141893" x="9613900" y="1387475"/>
          <p14:tracePt t="141904" x="9599613" y="1374775"/>
          <p14:tracePt t="141915" x="9593263" y="1354138"/>
          <p14:tracePt t="141927" x="9586913" y="1347788"/>
          <p14:tracePt t="141939" x="9566275" y="1333500"/>
          <p14:tracePt t="141950" x="9551988" y="1327150"/>
          <p14:tracePt t="141961" x="9531350" y="1312863"/>
          <p14:tracePt t="141972" x="9525000" y="1312863"/>
          <p14:tracePt t="141983" x="9510713" y="1312863"/>
          <p14:tracePt t="141994" x="9504363" y="1306513"/>
          <p14:tracePt t="142005" x="9491663" y="1306513"/>
          <p14:tracePt t="142018" x="9483725" y="1306513"/>
          <p14:tracePt t="142028" x="9471025" y="1306513"/>
          <p14:tracePt t="142039" x="9450388" y="1306513"/>
          <p14:tracePt t="142051" x="9429750" y="1306513"/>
          <p14:tracePt t="142061" x="9409113" y="1292225"/>
          <p14:tracePt t="142073" x="9396413" y="1292225"/>
          <p14:tracePt t="142084" x="9375775" y="1292225"/>
          <p14:tracePt t="142095" x="9340850" y="1292225"/>
          <p14:tracePt t="142106" x="9320213" y="1292225"/>
          <p14:tracePt t="142118" x="9293225" y="1292225"/>
          <p14:tracePt t="142129" x="9272588" y="1292225"/>
          <p14:tracePt t="142140" x="9253538" y="1292225"/>
          <p14:tracePt t="142152" x="9239250" y="1306513"/>
          <p14:tracePt t="142162" x="9218613" y="1306513"/>
          <p14:tracePt t="142174" x="9197975" y="1312863"/>
          <p14:tracePt t="142186" x="9191625" y="1327150"/>
          <p14:tracePt t="142196" x="9170988" y="1327150"/>
          <p14:tracePt t="142208" x="9150350" y="1347788"/>
          <p14:tracePt t="142220" x="9144000" y="1347788"/>
          <p14:tracePt t="142230" x="9129713" y="1354138"/>
          <p14:tracePt t="142242" x="9123363" y="1366838"/>
          <p14:tracePt t="142254" x="9110663" y="1366838"/>
          <p14:tracePt t="142264" x="9110663" y="1374775"/>
          <p14:tracePt t="142286" x="9102725" y="1374775"/>
          <p14:tracePt t="142297" x="9102725" y="1387475"/>
          <p14:tracePt t="142331" x="9090025" y="1395413"/>
          <p14:tracePt t="142342" x="9090025" y="1408113"/>
          <p14:tracePt t="142354" x="9082088" y="1408113"/>
          <p14:tracePt t="142365" x="9082088" y="1414463"/>
          <p14:tracePt t="142377" x="9082088" y="1428750"/>
          <p14:tracePt t="142389" x="9069388" y="1428750"/>
          <p14:tracePt t="142400" x="9069388" y="1435100"/>
          <p14:tracePt t="142410" x="9069388" y="1449388"/>
          <p14:tracePt t="142421" x="9063038" y="1462088"/>
          <p14:tracePt t="142433" x="9063038" y="1476375"/>
          <p14:tracePt t="142444" x="9063038" y="1482725"/>
          <p14:tracePt t="142456" x="9063038" y="1503363"/>
          <p14:tracePt t="142468" x="9063038" y="1524000"/>
          <p14:tracePt t="142478" x="9063038" y="1538288"/>
          <p14:tracePt t="142489" x="9063038" y="1557338"/>
          <p14:tracePt t="142501" x="9063038" y="1577975"/>
          <p14:tracePt t="142511" x="9069388" y="1598613"/>
          <p14:tracePt t="142523" x="9082088" y="1619250"/>
          <p14:tracePt t="142535" x="9082088" y="1639888"/>
          <p14:tracePt t="142545" x="9090025" y="1660525"/>
          <p14:tracePt t="142558" x="9102725" y="1666875"/>
          <p14:tracePt t="142569" x="9110663" y="1687513"/>
          <p14:tracePt t="142578" x="9123363" y="1693863"/>
          <p14:tracePt t="142590" x="9144000" y="1708150"/>
          <p14:tracePt t="142602" x="9150350" y="1714500"/>
          <p14:tracePt t="142612" x="9170988" y="1728788"/>
          <p14:tracePt t="142625" x="9185275" y="1735138"/>
          <p14:tracePt t="142636" x="9197975" y="1755775"/>
          <p14:tracePt t="142646" x="9218613" y="1768475"/>
          <p14:tracePt t="142658" x="9239250" y="1768475"/>
          <p14:tracePt t="142669" x="9259888" y="1776413"/>
          <p14:tracePt t="142680" x="9293225" y="1776413"/>
          <p14:tracePt t="142692" x="9320213" y="1776413"/>
          <p14:tracePt t="142703" x="9340850" y="1789113"/>
          <p14:tracePt t="142714" x="9375775" y="1789113"/>
          <p14:tracePt t="142725" x="9402763" y="1789113"/>
          <p14:tracePt t="142737" x="9429750" y="1789113"/>
          <p14:tracePt t="142747" x="9450388" y="1789113"/>
          <p14:tracePt t="142759" x="9483725" y="1789113"/>
          <p14:tracePt t="142771" x="9510713" y="1776413"/>
          <p14:tracePt t="142792" x="9551988" y="1768475"/>
          <p14:tracePt t="142796" x="9572625" y="1768475"/>
          <p14:tracePt t="142805" x="9599613" y="1747838"/>
          <p14:tracePt t="142820" x="9634538" y="1735138"/>
          <p14:tracePt t="142829" x="9674225" y="1708150"/>
          <p14:tracePt t="142838" x="9701213" y="1687513"/>
          <p14:tracePt t="142850" x="9742488" y="1646238"/>
          <p14:tracePt t="142860" x="9790113" y="1598613"/>
          <p14:tracePt t="142872" x="9825038" y="1544638"/>
          <p14:tracePt t="142884" x="9852025" y="1503363"/>
          <p14:tracePt t="142894" x="9872663" y="1449388"/>
          <p14:tracePt t="142905" x="9885363" y="1395413"/>
          <p14:tracePt t="142917" x="9891713" y="1347788"/>
          <p14:tracePt t="142927" x="9891713" y="1312863"/>
          <p14:tracePt t="142939" x="9891713" y="1271588"/>
          <p14:tracePt t="142951" x="9891713" y="1244600"/>
          <p14:tracePt t="142961" x="9891713" y="1223963"/>
          <p14:tracePt t="142972" x="9885363" y="1204913"/>
          <p14:tracePt t="142985" x="9872663" y="1176338"/>
          <p14:tracePt t="142995" x="9864725" y="1143000"/>
          <p14:tracePt t="143007" x="9844088" y="1116013"/>
          <p14:tracePt t="143018" x="9825038" y="1095375"/>
          <p14:tracePt t="143028" x="9790113" y="1062038"/>
          <p14:tracePt t="143040" x="9763125" y="1041400"/>
          <p14:tracePt t="143053" x="9736138" y="1027113"/>
          <p14:tracePt t="143063" x="9721850" y="1014413"/>
          <p14:tracePt t="143075" x="9701213" y="1006475"/>
          <p14:tracePt t="143086" x="9674225" y="1006475"/>
          <p14:tracePt t="143096" x="9653588" y="993775"/>
          <p14:tracePt t="143108" x="9620250" y="993775"/>
          <p14:tracePt t="143119" x="9566275" y="1006475"/>
          <p14:tracePt t="143130" x="9491663" y="1027113"/>
          <p14:tracePt t="143142" x="9402763" y="1041400"/>
          <p14:tracePt t="143154" x="9334500" y="1081088"/>
          <p14:tracePt t="143163" x="9232900" y="1143000"/>
          <p14:tracePt t="143176" x="9129713" y="1204913"/>
          <p14:tracePt t="143187" x="9028113" y="1271588"/>
          <p14:tracePt t="143197" x="8980488" y="1312863"/>
          <p14:tracePt t="143209" x="8912225" y="1374775"/>
          <p14:tracePt t="143221" x="8858250" y="1449388"/>
          <p14:tracePt t="143231" x="8831263" y="1503363"/>
          <p14:tracePt t="143242" x="8810625" y="1544638"/>
          <p14:tracePt t="143254" x="8796338" y="1598613"/>
          <p14:tracePt t="143265" x="8789988" y="1646238"/>
          <p14:tracePt t="143277" x="8783638" y="1687513"/>
          <p14:tracePt t="143288" x="8783638" y="1714500"/>
          <p14:tracePt t="143300" x="8783638" y="1747838"/>
          <p14:tracePt t="143310" x="8783638" y="1776413"/>
          <p14:tracePt t="143321" x="8783638" y="1809750"/>
          <p14:tracePt t="143334" x="8783638" y="1816100"/>
          <p14:tracePt t="143344" x="8783638" y="1851025"/>
          <p14:tracePt t="143355" x="8789988" y="1871663"/>
          <p14:tracePt t="143367" x="8810625" y="1884363"/>
          <p14:tracePt t="143377" x="8816975" y="1898650"/>
          <p14:tracePt t="143389" x="8831263" y="1919288"/>
          <p14:tracePt t="143401" x="8851900" y="1925638"/>
          <p14:tracePt t="143411" x="8858250" y="1946275"/>
          <p14:tracePt t="143423" x="8878888" y="1958975"/>
          <p14:tracePt t="143435" x="8891588" y="1979613"/>
          <p14:tracePt t="143445" x="8912225" y="1985963"/>
          <p14:tracePt t="143457" x="8932863" y="2006600"/>
          <p14:tracePt t="143468" x="8939213" y="2020888"/>
          <p14:tracePt t="143479" x="8959850" y="2027238"/>
          <p14:tracePt t="143491" x="8974138" y="2041525"/>
          <p14:tracePt t="143502" x="8994775" y="2047875"/>
          <p14:tracePt t="143512" x="9001125" y="2062163"/>
          <p14:tracePt t="143525" x="9021763" y="2062163"/>
          <p14:tracePt t="143536" x="9042400" y="2068513"/>
          <p14:tracePt t="143546" x="9063038" y="2068513"/>
          <p14:tracePt t="143558" x="9082088" y="2068513"/>
          <p14:tracePt t="143569" x="9102725" y="2068513"/>
          <p14:tracePt t="143580" x="9129713" y="2068513"/>
          <p14:tracePt t="143591" x="9150350" y="2068513"/>
          <p14:tracePt t="143603" x="9185275" y="2062163"/>
          <p14:tracePt t="143614" x="9197975" y="2062163"/>
          <p14:tracePt t="143625" x="9232900" y="2047875"/>
          <p14:tracePt t="143637" x="9259888" y="2041525"/>
          <p14:tracePt t="143647" x="9280525" y="2027238"/>
          <p14:tracePt t="143659" x="9293225" y="2027238"/>
          <p14:tracePt t="143671" x="9301163" y="2020888"/>
          <p14:tracePt t="143681" x="9313863" y="2006600"/>
          <p14:tracePt t="143693" x="9320213" y="2006600"/>
          <p14:tracePt t="143704" x="9334500" y="2000250"/>
          <p14:tracePt t="143715" x="9355138" y="1985963"/>
          <p14:tracePt t="143728" x="9375775" y="1979613"/>
          <p14:tracePt t="143738" x="9402763" y="1958975"/>
          <p14:tracePt t="143750" x="9429750" y="1938338"/>
          <p14:tracePt t="143761" x="9483725" y="1898650"/>
          <p14:tracePt t="143773" x="9531350" y="1871663"/>
          <p14:tracePt t="143785" x="9566275" y="1830388"/>
          <p14:tracePt t="143795" x="9613900" y="1789113"/>
          <p14:tracePt t="143806" x="9653588" y="1735138"/>
          <p14:tracePt t="143817" x="9674225" y="1693863"/>
          <p14:tracePt t="143838" x="9694863" y="1666875"/>
          <p14:tracePt t="143843" x="9694863" y="1639888"/>
          <p14:tracePt t="143853" x="9694863" y="1619250"/>
          <p14:tracePt t="143864" x="9694863" y="1598613"/>
          <p14:tracePt t="143875" x="9694863" y="1577975"/>
          <p14:tracePt t="143886" x="9682163" y="1557338"/>
          <p14:tracePt t="143896" x="9674225" y="1524000"/>
          <p14:tracePt t="143908" x="9661525" y="1503363"/>
          <p14:tracePt t="143919" x="9653588" y="1482725"/>
          <p14:tracePt t="143929" x="9640888" y="1476375"/>
          <p14:tracePt t="143941" x="9634538" y="1462088"/>
          <p14:tracePt t="143962" x="9620250" y="1462088"/>
          <p14:tracePt t="143974" x="9613900" y="1462088"/>
          <p14:tracePt t="143986" x="9613900" y="1455738"/>
          <p14:tracePt t="143996" x="9599613" y="1455738"/>
          <p14:tracePt t="144018" x="9593263" y="1455738"/>
          <p14:tracePt t="144030" x="9586913" y="1455738"/>
          <p14:tracePt t="144052" x="9572625" y="1455738"/>
          <p14:tracePt t="144963" x="9586913" y="1449388"/>
          <p14:tracePt t="144967" x="9593263" y="1435100"/>
          <p14:tracePt t="144997" x="9572625" y="1435100"/>
          <p14:tracePt t="145009" x="9545638" y="1435100"/>
          <p14:tracePt t="145020" x="9525000" y="1435100"/>
          <p14:tracePt t="145155" x="9531350" y="1435100"/>
          <p14:tracePt t="145167" x="9545638" y="1435100"/>
          <p14:tracePt t="145177" x="9551988" y="1428750"/>
          <p14:tracePt t="145189" x="9566275" y="1414463"/>
          <p14:tracePt t="145201" x="9586913" y="1395413"/>
          <p14:tracePt t="145212" x="9613900" y="1387475"/>
          <p14:tracePt t="145223" x="9640888" y="1347788"/>
          <p14:tracePt t="145235" x="9682163" y="1312863"/>
          <p14:tracePt t="145246" x="9736138" y="1271588"/>
          <p14:tracePt t="145257" x="9763125" y="1238250"/>
          <p14:tracePt t="145268" x="9810750" y="1204913"/>
          <p14:tracePt t="145280" x="9844088" y="1163638"/>
          <p14:tracePt t="145290" x="9872663" y="1143000"/>
          <p14:tracePt t="145302" x="9891713" y="1122363"/>
          <p14:tracePt t="145314" x="9906000" y="1101725"/>
          <p14:tracePt t="145324" x="9912350" y="1081088"/>
          <p14:tracePt t="145335" x="9912350" y="1074738"/>
          <p14:tracePt t="145379" x="9906000" y="1074738"/>
          <p14:tracePt t="145402" x="9891713" y="1074738"/>
          <p14:tracePt t="145415" x="9885363" y="1074738"/>
          <p14:tracePt t="145425" x="9864725" y="1081088"/>
          <p14:tracePt t="145437" x="9852025" y="1081088"/>
          <p14:tracePt t="145448" x="9844088" y="1081088"/>
          <p14:tracePt t="145492" x="9852025" y="1081088"/>
          <p14:tracePt t="145504" x="9872663" y="1081088"/>
          <p14:tracePt t="145516" x="9891713" y="1074738"/>
          <p14:tracePt t="145526" x="9926638" y="1062038"/>
          <p14:tracePt t="145539" x="9953625" y="1062038"/>
          <p14:tracePt t="145549" x="9974263" y="1054100"/>
          <p14:tracePt t="145560" x="9986963" y="1041400"/>
          <p14:tracePt t="145573" x="9994900" y="1041400"/>
          <p14:tracePt t="145605" x="9986963" y="1041400"/>
          <p14:tracePt t="145616" x="9967913" y="1041400"/>
          <p14:tracePt t="145627" x="9926638" y="1041400"/>
          <p14:tracePt t="145639" x="9872663" y="1033463"/>
          <p14:tracePt t="145651" x="9831388" y="1033463"/>
          <p14:tracePt t="145661" x="9810750" y="1033463"/>
          <p14:tracePt t="145673" x="9804400" y="1033463"/>
          <p14:tracePt t="145684" x="9790113" y="1033463"/>
          <p14:tracePt t="145696" x="9804400" y="1033463"/>
          <p14:tracePt t="145706" x="9810750" y="1033463"/>
          <p14:tracePt t="145718" x="9852025" y="1033463"/>
          <p14:tracePt t="145730" x="9912350" y="1033463"/>
          <p14:tracePt t="145740" x="9974263" y="1033463"/>
          <p14:tracePt t="145751" x="10015538" y="1033463"/>
          <p14:tracePt t="145764" x="10055225" y="1027113"/>
          <p14:tracePt t="145774" x="10063163" y="1027113"/>
          <p14:tracePt t="145818" x="10042525" y="1033463"/>
          <p14:tracePt t="145831" x="10001250" y="1033463"/>
          <p14:tracePt t="145841" x="9974263" y="1027113"/>
          <p14:tracePt t="145852" x="9947275" y="1027113"/>
          <p14:tracePt t="145865" x="9926638" y="1027113"/>
          <p14:tracePt t="145875" x="9912350" y="1027113"/>
          <p14:tracePt t="145909" x="9926638" y="1027113"/>
          <p14:tracePt t="145921" x="9932988" y="1027113"/>
          <p14:tracePt t="145942" x="9953625" y="1027113"/>
          <p14:tracePt t="145949" x="9974263" y="1027113"/>
          <p14:tracePt t="145957" x="10001250" y="1014413"/>
          <p14:tracePt t="145966" x="10034588" y="1014413"/>
          <p14:tracePt t="145980" x="10055225" y="1014413"/>
          <p14:tracePt t="145990" x="10063163" y="1006475"/>
          <p14:tracePt t="146000" x="10075863" y="1006475"/>
          <p14:tracePt t="146032" x="10063163" y="1006475"/>
          <p14:tracePt t="146043" x="10042525" y="1006475"/>
          <p14:tracePt t="146056" x="10021888" y="1006475"/>
          <p14:tracePt t="146067" x="10001250" y="1006475"/>
          <p14:tracePt t="146078" x="9994900" y="1006475"/>
          <p14:tracePt t="146090" x="9986963" y="1006475"/>
          <p14:tracePt t="146133" x="9994900" y="1006475"/>
          <p14:tracePt t="146146" x="10015538" y="1006475"/>
          <p14:tracePt t="146156" x="10021888" y="1006475"/>
          <p14:tracePt t="146167" x="10042525" y="1006475"/>
          <p14:tracePt t="146180" x="10055225" y="993775"/>
          <p14:tracePt t="146190" x="10063163" y="993775"/>
          <p14:tracePt t="146246" x="10055225" y="993775"/>
          <p14:tracePt t="146257" x="10034588" y="993775"/>
          <p14:tracePt t="146269" x="10021888" y="993775"/>
          <p14:tracePt t="146280" x="10001250" y="993775"/>
          <p14:tracePt t="146302" x="9994900" y="993775"/>
          <p14:tracePt t="146347" x="10001250" y="993775"/>
          <p14:tracePt t="146358" x="10021888" y="993775"/>
          <p14:tracePt t="146371" x="10034588" y="993775"/>
          <p14:tracePt t="146382" x="10042525" y="1006475"/>
          <p14:tracePt t="146392" x="10055225" y="1006475"/>
          <p14:tracePt t="146448" x="10042525" y="1006475"/>
          <p14:tracePt t="146516" x="10055225" y="1006475"/>
          <p14:tracePt t="146527" x="10063163" y="1006475"/>
          <p14:tracePt t="146540" x="10075863" y="1006475"/>
          <p14:tracePt t="146551" x="10096500" y="1006475"/>
          <p14:tracePt t="146561" x="10102850" y="1006475"/>
          <p14:tracePt t="146573" x="10123488" y="1006475"/>
          <p14:tracePt t="146584" x="10137775" y="1006475"/>
          <p14:tracePt t="146596" x="10137775" y="1014413"/>
          <p14:tracePt t="146606" x="10144125" y="1014413"/>
          <p14:tracePt t="146619" x="10144125" y="1027113"/>
          <p14:tracePt t="146631" x="10137775" y="1033463"/>
          <p14:tracePt t="146642" x="10102850" y="1033463"/>
          <p14:tracePt t="146831" x="10117138" y="1033463"/>
          <p14:tracePt t="146844" x="10123488" y="1033463"/>
          <p14:tracePt t="146855" x="10137775" y="1033463"/>
          <p14:tracePt t="146867" x="10144125" y="1033463"/>
          <p14:tracePt t="146878" x="10158413" y="1033463"/>
          <p14:tracePt t="146889" x="10164763" y="1033463"/>
          <p14:tracePt t="146900" x="10177463" y="1033463"/>
          <p14:tracePt t="146921" x="10185400" y="1033463"/>
          <p14:tracePt t="146943" x="10185400" y="1027113"/>
          <p14:tracePt t="147259" x="10191750" y="1027113"/>
          <p14:tracePt t="147271" x="10206038" y="1014413"/>
          <p14:tracePt t="147285" x="10212388" y="1014413"/>
          <p14:tracePt t="147296" x="10233025" y="1006475"/>
          <p14:tracePt t="147306" x="10253663" y="993775"/>
          <p14:tracePt t="147315" x="10266363" y="973138"/>
          <p14:tracePt t="147327" x="10272713" y="952500"/>
          <p14:tracePt t="147338" x="10287000" y="925513"/>
          <p14:tracePt t="147350" x="10287000" y="884238"/>
          <p14:tracePt t="147361" x="10287000" y="863600"/>
          <p14:tracePt t="147371" x="10272713" y="830263"/>
          <p14:tracePt t="147383" x="10272713" y="823913"/>
          <p14:tracePt t="147395" x="10266363" y="815975"/>
          <p14:tracePt t="147405" x="10266363" y="803275"/>
          <p14:tracePt t="147417" x="10253663" y="803275"/>
          <p14:tracePt t="147438" x="10253663" y="795338"/>
          <p14:tracePt t="147562" x="10253663" y="782638"/>
          <p14:tracePt t="147585" x="10245725" y="782638"/>
          <p14:tracePt t="147607" x="10233025" y="776288"/>
          <p14:tracePt t="147620" x="10206038" y="776288"/>
          <p14:tracePt t="147631" x="10177463" y="776288"/>
          <p14:tracePt t="147641" x="10123488" y="776288"/>
          <p14:tracePt t="147653" x="10075863" y="776288"/>
          <p14:tracePt t="147665" x="10015538" y="782638"/>
          <p14:tracePt t="147675" x="9986963" y="782638"/>
          <p14:tracePt t="147688" x="9953625" y="782638"/>
          <p14:tracePt t="147698" x="9926638" y="782638"/>
          <p14:tracePt t="147709" x="9912350" y="782638"/>
          <p14:tracePt t="147721" x="9912350" y="795338"/>
          <p14:tracePt t="147798" x="9926638" y="795338"/>
          <p14:tracePt t="147821" x="9932988" y="795338"/>
          <p14:tracePt t="147832" x="9932988" y="782638"/>
          <p14:tracePt t="147843" x="9947275" y="776288"/>
          <p14:tracePt t="147856" x="9947275" y="762000"/>
          <p14:tracePt t="147867" x="9947275" y="755650"/>
          <p14:tracePt t="147878" x="9947275" y="741363"/>
          <p14:tracePt t="147889" x="9947275" y="735013"/>
          <p14:tracePt t="147901" x="9932988" y="720725"/>
          <p14:tracePt t="147912" x="9932988" y="714375"/>
          <p14:tracePt t="147923" x="9926638" y="714375"/>
          <p14:tracePt t="147935" x="9926638" y="700088"/>
          <p14:tracePt t="147979" x="9932988" y="700088"/>
          <p14:tracePt t="147990" x="9947275" y="700088"/>
          <p14:tracePt t="148001" x="9974263" y="714375"/>
          <p14:tracePt t="148014" x="10001250" y="714375"/>
          <p14:tracePt t="148035" x="10042525" y="720725"/>
          <p14:tracePt t="148040" x="10063163" y="720725"/>
          <p14:tracePt t="148048" x="10082213" y="720725"/>
          <p14:tracePt t="148059" x="10096500" y="720725"/>
          <p14:tracePt t="148124" x="10082213" y="735013"/>
          <p14:tracePt t="148137" x="10075863" y="735013"/>
          <p14:tracePt t="148148" x="10063163" y="735013"/>
          <p14:tracePt t="148159" x="10042525" y="735013"/>
          <p14:tracePt t="148171" x="10034588" y="741363"/>
          <p14:tracePt t="148182" x="10015538" y="755650"/>
          <p14:tracePt t="148192" x="10001250" y="762000"/>
          <p14:tracePt t="148205" x="9986963" y="782638"/>
          <p14:tracePt t="148216" x="9974263" y="803275"/>
          <p14:tracePt t="148226" x="9953625" y="830263"/>
          <p14:tracePt t="148238" x="9953625" y="850900"/>
          <p14:tracePt t="148250" x="9953625" y="871538"/>
          <p14:tracePt t="148260" x="9953625" y="890588"/>
          <p14:tracePt t="148271" x="9974263" y="904875"/>
          <p14:tracePt t="148283" x="9986963" y="911225"/>
          <p14:tracePt t="148294" x="10001250" y="925513"/>
          <p14:tracePt t="148306" x="10021888" y="925513"/>
          <p14:tracePt t="148317" x="10042525" y="925513"/>
          <p14:tracePt t="148329" x="10063163" y="925513"/>
          <p14:tracePt t="148350" x="10075863" y="925513"/>
          <p14:tracePt t="148362" x="10075863" y="911225"/>
          <p14:tracePt t="148384" x="10063163" y="904875"/>
          <p14:tracePt t="148396" x="10055225" y="884238"/>
          <p14:tracePt t="148406" x="10042525" y="871538"/>
          <p14:tracePt t="148418" x="10015538" y="850900"/>
          <p14:tracePt t="148430" x="9994900" y="830263"/>
          <p14:tracePt t="148440" x="9967913" y="823913"/>
          <p14:tracePt t="148453" x="9947275" y="815975"/>
          <p14:tracePt t="148473" x="9932988" y="815975"/>
          <p14:tracePt t="148496" x="9947275" y="815975"/>
          <p14:tracePt t="148518" x="9974263" y="815975"/>
          <p14:tracePt t="148531" x="9994900" y="823913"/>
          <p14:tracePt t="148541" x="10021888" y="823913"/>
          <p14:tracePt t="148553" x="10042525" y="823913"/>
          <p14:tracePt t="148565" x="10063163" y="823913"/>
          <p14:tracePt t="148575" x="10082213" y="823913"/>
          <p14:tracePt t="148665" x="10075863" y="823913"/>
          <p14:tracePt t="148676" x="10063163" y="823913"/>
          <p14:tracePt t="148687" x="10055225" y="823913"/>
          <p14:tracePt t="148699" x="10042525" y="823913"/>
          <p14:tracePt t="148710" x="10021888" y="823913"/>
          <p14:tracePt t="148722" x="10015538" y="815975"/>
          <p14:tracePt t="148733" x="10001250" y="815975"/>
          <p14:tracePt t="148743" x="9994900" y="815975"/>
          <p14:tracePt t="148756" x="9986963" y="815975"/>
          <p14:tracePt t="148767" x="9986963" y="803275"/>
          <p14:tracePt t="148789" x="9986963" y="795338"/>
          <p14:tracePt t="148800" x="9986963" y="782638"/>
          <p14:tracePt t="148822" x="9986963" y="776288"/>
          <p14:tracePt t="148834" x="9986963" y="762000"/>
          <p14:tracePt t="148867" x="9994900" y="762000"/>
          <p14:tracePt t="148890" x="9994900" y="755650"/>
          <p14:tracePt t="148923" x="10001250" y="755650"/>
          <p14:tracePt t="149058" x="9994900" y="755650"/>
          <p14:tracePt t="149171" x="10001250" y="755650"/>
          <p14:tracePt t="149183" x="10015538" y="755650"/>
          <p14:tracePt t="149194" x="10021888" y="741363"/>
          <p14:tracePt t="149207" x="10042525" y="735013"/>
          <p14:tracePt t="149216" x="10055225" y="720725"/>
          <p14:tracePt t="149228" x="10063163" y="700088"/>
          <p14:tracePt t="149240" x="10063163" y="693738"/>
          <p14:tracePt t="149262" x="10063163" y="681038"/>
          <p14:tracePt t="149272" x="10063163" y="673100"/>
          <p14:tracePt t="149295" x="10055225" y="660400"/>
          <p14:tracePt t="149306" x="10042525" y="660400"/>
          <p14:tracePt t="149329" x="10034588" y="660400"/>
          <p14:tracePt t="149407" x="10042525" y="660400"/>
          <p14:tracePt t="149430" x="10055225" y="660400"/>
          <p14:tracePt t="149441" x="10063163" y="673100"/>
          <p14:tracePt t="149454" x="10075863" y="673100"/>
          <p14:tracePt t="149519" x="10063163" y="681038"/>
          <p14:tracePt t="149532" x="10055225" y="693738"/>
          <p14:tracePt t="149543" x="10021888" y="720725"/>
          <p14:tracePt t="149556" x="10001250" y="741363"/>
          <p14:tracePt t="149567" x="9974263" y="776288"/>
          <p14:tracePt t="149578" x="9953625" y="803275"/>
          <p14:tracePt t="149588" x="9932988" y="830263"/>
          <p14:tracePt t="149600" x="9926638" y="863600"/>
          <p14:tracePt t="149611" x="9912350" y="904875"/>
          <p14:tracePt t="149624" x="9926638" y="931863"/>
          <p14:tracePt t="149633" x="9926638" y="966788"/>
          <p14:tracePt t="149645" x="9932988" y="973138"/>
          <p14:tracePt t="149657" x="9947275" y="993775"/>
          <p14:tracePt t="149668" x="9953625" y="993775"/>
          <p14:tracePt t="149677" x="9967913" y="1006475"/>
          <p14:tracePt t="149690" x="9974263" y="1006475"/>
          <p14:tracePt t="149722" x="9986963" y="1006475"/>
          <p14:tracePt t="149734" x="9986963" y="1014413"/>
          <p14:tracePt t="149745" x="9994900" y="1014413"/>
          <p14:tracePt t="149757" x="10001250" y="1014413"/>
          <p14:tracePt t="149768" x="10015538" y="1027113"/>
          <p14:tracePt t="149780" x="10021888" y="1027113"/>
          <p14:tracePt t="149791" x="10034588" y="1027113"/>
          <p14:tracePt t="149802" x="10055225" y="1033463"/>
          <p14:tracePt t="149813" x="10063163" y="1033463"/>
          <p14:tracePt t="149824" x="10082213" y="1041400"/>
          <p14:tracePt t="149835" x="10096500" y="1041400"/>
          <p14:tracePt t="149847" x="10117138" y="1041400"/>
          <p14:tracePt t="149857" x="10137775" y="1041400"/>
          <p14:tracePt t="149869" x="10144125" y="1054100"/>
          <p14:tracePt t="149882" x="10164763" y="1054100"/>
          <p14:tracePt t="149891" x="10185400" y="1054100"/>
          <p14:tracePt t="149902" x="10206038" y="1054100"/>
          <p14:tracePt t="149915" x="10212388" y="1062038"/>
          <p14:tracePt t="149925" x="10225088" y="1062038"/>
          <p14:tracePt t="149937" x="10245725" y="1062038"/>
          <p14:tracePt t="149948" x="10253663" y="1062038"/>
          <p14:tracePt t="149959" x="10253663" y="1054100"/>
          <p14:tracePt t="149971" x="10266363" y="1054100"/>
          <p14:tracePt t="150015" x="10272713" y="1054100"/>
          <p14:tracePt t="150104" x="10253663" y="1041400"/>
          <p14:tracePt t="150138" x="10233025" y="1041400"/>
          <p14:tracePt t="150142" x="10225088" y="1041400"/>
          <p14:tracePt t="150195" x="10233025" y="1041400"/>
          <p14:tracePt t="150206" x="10266363" y="1041400"/>
          <p14:tracePt t="150217" x="10293350" y="1041400"/>
          <p14:tracePt t="150228" x="10313988" y="1041400"/>
          <p14:tracePt t="150241" x="10334625" y="1041400"/>
          <p14:tracePt t="150251" x="10367963" y="1041400"/>
          <p14:tracePt t="150263" x="10375900" y="1041400"/>
          <p14:tracePt t="150275" x="10388600" y="1041400"/>
          <p14:tracePt t="150285" x="10388600" y="1033463"/>
          <p14:tracePt t="150307" x="10375900" y="1033463"/>
          <p14:tracePt t="150319" x="10367963" y="1033463"/>
          <p14:tracePt t="150331" x="10348913" y="1033463"/>
          <p14:tracePt t="150341" x="10313988" y="1027113"/>
          <p14:tracePt t="150354" x="10293350" y="1027113"/>
          <p14:tracePt t="150365" x="10287000" y="1027113"/>
          <p14:tracePt t="150375" x="10272713" y="1027113"/>
          <p14:tracePt t="150431" x="10287000" y="1027113"/>
          <p14:tracePt t="150442" x="10307638" y="1027113"/>
          <p14:tracePt t="150455" x="10328275" y="1033463"/>
          <p14:tracePt t="150467" x="10355263" y="1033463"/>
          <p14:tracePt t="150477" x="10375900" y="1033463"/>
          <p14:tracePt t="150489" x="10396538" y="1033463"/>
          <p14:tracePt t="150499" x="10402888" y="1033463"/>
          <p14:tracePt t="150565" x="10396538" y="1033463"/>
          <p14:tracePt t="150701" x="10396538" y="1041400"/>
          <p14:tracePt t="150713" x="10375900" y="1041400"/>
          <p14:tracePt t="150725" x="10367963" y="1041400"/>
          <p14:tracePt t="151016" x="10375900" y="1041400"/>
          <p14:tracePt t="151061" x="10367963" y="1033463"/>
          <p14:tracePt t="151151" x="10355263" y="1033463"/>
          <p14:tracePt t="151286" x="10367963" y="1033463"/>
          <p14:tracePt t="151297" x="10375900" y="1041400"/>
          <p14:tracePt t="151308" x="10396538" y="1041400"/>
          <p14:tracePt t="151321" x="10415588" y="1041400"/>
          <p14:tracePt t="151332" x="10444163" y="1054100"/>
          <p14:tracePt t="151342" x="10483850" y="1054100"/>
          <p14:tracePt t="151355" x="10518775" y="1054100"/>
          <p14:tracePt t="151367" x="10539413" y="1054100"/>
          <p14:tracePt t="151391" x="10545763" y="1054100"/>
          <p14:tracePt t="151410" x="10539413" y="1054100"/>
          <p14:tracePt t="151422" x="10518775" y="1041400"/>
          <p14:tracePt t="151434" x="10483850" y="1033463"/>
          <p14:tracePt t="151444" x="10436225" y="1014413"/>
          <p14:tracePt t="151457" x="10396538" y="1006475"/>
          <p14:tracePt t="151467" x="10367963" y="993775"/>
          <p14:tracePt t="151477" x="10328275" y="993775"/>
          <p14:tracePt t="151489" x="10293350" y="985838"/>
          <p14:tracePt t="151500" x="10266363" y="985838"/>
          <p14:tracePt t="151511" x="10253663" y="985838"/>
          <p14:tracePt t="151556" x="10253663" y="993775"/>
          <p14:tracePt t="151579" x="10266363" y="993775"/>
          <p14:tracePt t="151591" x="10272713" y="993775"/>
          <p14:tracePt t="151601" x="10293350" y="993775"/>
          <p14:tracePt t="151614" x="10307638" y="993775"/>
          <p14:tracePt t="151625" x="10328275" y="993775"/>
          <p14:tracePt t="151635" x="10348913" y="993775"/>
          <p14:tracePt t="151648" x="10355263" y="993775"/>
          <p14:tracePt t="151658" x="10367963" y="993775"/>
          <p14:tracePt t="151669" x="10375900" y="993775"/>
          <p14:tracePt t="151702" x="10367963" y="985838"/>
          <p14:tracePt t="151714" x="10367963" y="966788"/>
          <p14:tracePt t="151725" x="10348913" y="946150"/>
          <p14:tracePt t="151736" x="10334625" y="925513"/>
          <p14:tracePt t="151747" x="10307638" y="884238"/>
          <p14:tracePt t="151763" x="10287000" y="842963"/>
          <p14:tracePt t="151774" x="10253663" y="803275"/>
          <p14:tracePt t="151784" x="10245725" y="776288"/>
          <p14:tracePt t="151793" x="10233025" y="755650"/>
          <p14:tracePt t="151806" x="10233025" y="741363"/>
          <p14:tracePt t="151849" x="10233025" y="755650"/>
          <p14:tracePt t="151860" x="10225088" y="776288"/>
          <p14:tracePt t="151872" x="10225088" y="795338"/>
          <p14:tracePt t="151883" x="10225088" y="823913"/>
          <p14:tracePt t="151894" x="10225088" y="850900"/>
          <p14:tracePt t="151906" x="10225088" y="871538"/>
          <p14:tracePt t="151916" x="10225088" y="884238"/>
          <p14:tracePt t="151928" x="10225088" y="890588"/>
          <p14:tracePt t="151950" x="10233025" y="890588"/>
          <p14:tracePt t="151972" x="10245725" y="890588"/>
          <p14:tracePt t="151984" x="10266363" y="884238"/>
          <p14:tracePt t="151996" x="10272713" y="884238"/>
          <p14:tracePt t="152007" x="10293350" y="871538"/>
          <p14:tracePt t="152017" x="10307638" y="863600"/>
          <p14:tracePt t="152029" x="10313988" y="863600"/>
          <p14:tracePt t="152107" x="10313988" y="884238"/>
          <p14:tracePt t="152119" x="10313988" y="890588"/>
          <p14:tracePt t="152138" x="10328275" y="904875"/>
          <p14:tracePt t="152143" x="10328275" y="911225"/>
          <p14:tracePt t="152154" x="10334625" y="925513"/>
          <p14:tracePt t="152165" x="10355263" y="925513"/>
          <p14:tracePt t="152176" x="10367963" y="931863"/>
          <p14:tracePt t="152187" x="10388600" y="931863"/>
          <p14:tracePt t="152199" x="10415588" y="946150"/>
          <p14:tracePt t="152209" x="10444163" y="946150"/>
          <p14:tracePt t="152231" x="10463213" y="946150"/>
          <p14:tracePt t="152234" x="10498138" y="946150"/>
          <p14:tracePt t="152243" x="10539413" y="946150"/>
          <p14:tracePt t="152258" x="10566400" y="946150"/>
          <p14:tracePt t="152267" x="10587038" y="946150"/>
          <p14:tracePt t="152276" x="10614025" y="946150"/>
          <p14:tracePt t="152289" x="10647363" y="946150"/>
          <p14:tracePt t="152299" x="10668000" y="931863"/>
          <p14:tracePt t="152311" x="10688638" y="931863"/>
          <p14:tracePt t="152322" x="10709275" y="925513"/>
          <p14:tracePt t="152333" x="10736263" y="911225"/>
          <p14:tracePt t="152344" x="10756900" y="904875"/>
          <p14:tracePt t="152357" x="10790238" y="904875"/>
          <p14:tracePt t="152366" x="10825163" y="890588"/>
          <p14:tracePt t="152378" x="10879138" y="884238"/>
          <p14:tracePt t="152390" x="10926763" y="863600"/>
          <p14:tracePt t="152400" x="10960100" y="863600"/>
          <p14:tracePt t="152412" x="11007725" y="842963"/>
          <p14:tracePt t="152423" x="11055350" y="830263"/>
          <p14:tracePt t="152434" x="11096625" y="823913"/>
          <p14:tracePt t="152446" x="11129963" y="815975"/>
          <p14:tracePt t="152457" x="11150600" y="803275"/>
          <p14:tracePt t="152468" x="11177588" y="782638"/>
          <p14:tracePt t="152480" x="11198225" y="776288"/>
          <p14:tracePt t="152491" x="11218863" y="762000"/>
          <p14:tracePt t="152501" x="11239500" y="741363"/>
          <p14:tracePt t="152514" x="11245850" y="735013"/>
          <p14:tracePt t="152525" x="11245850" y="714375"/>
          <p14:tracePt t="152535" x="11260138" y="700088"/>
          <p14:tracePt t="152547" x="11260138" y="681038"/>
          <p14:tracePt t="152558" x="11260138" y="673100"/>
          <p14:tracePt t="152569" x="11260138" y="660400"/>
          <p14:tracePt t="152580" x="11245850" y="652463"/>
          <p14:tracePt t="152592" x="11239500" y="639763"/>
          <p14:tracePt t="152603" x="11218863" y="625475"/>
          <p14:tracePt t="152615" x="11191875" y="612775"/>
          <p14:tracePt t="152626" x="11158538" y="612775"/>
          <p14:tracePt t="152636" x="11110913" y="612775"/>
          <p14:tracePt t="152648" x="11055350" y="612775"/>
          <p14:tracePt t="152659" x="10995025" y="625475"/>
          <p14:tracePt t="152670" x="10960100" y="625475"/>
          <p14:tracePt t="152682" x="10899775" y="639763"/>
          <p14:tracePt t="152693" x="10825163" y="660400"/>
          <p14:tracePt t="152704" x="10769600" y="693738"/>
          <p14:tracePt t="152716" x="10715625" y="720725"/>
          <p14:tracePt t="152727" x="10653713" y="762000"/>
          <p14:tracePt t="152738" x="10614025" y="815975"/>
          <p14:tracePt t="152749" x="10587038" y="850900"/>
          <p14:tracePt t="152760" x="10566400" y="884238"/>
          <p14:tracePt t="152772" x="10558463" y="925513"/>
          <p14:tracePt t="152783" x="10558463" y="946150"/>
          <p14:tracePt t="152794" x="10545763" y="973138"/>
          <p14:tracePt t="152807" x="10545763" y="993775"/>
          <p14:tracePt t="152816" x="10558463" y="1014413"/>
          <p14:tracePt t="152828" x="10579100" y="1041400"/>
          <p14:tracePt t="152840" x="10593388" y="1074738"/>
          <p14:tracePt t="152850" x="10626725" y="1095375"/>
          <p14:tracePt t="152861" x="10674350" y="1122363"/>
          <p14:tracePt t="152873" x="10729913" y="1157288"/>
          <p14:tracePt t="152884" x="10790238" y="1176338"/>
          <p14:tracePt t="152896" x="10825163" y="1196975"/>
          <p14:tracePt t="152908" x="10885488" y="1204913"/>
          <p14:tracePt t="152918" x="10926763" y="1217613"/>
          <p14:tracePt t="152929" x="10980738" y="1223963"/>
          <p14:tracePt t="152941" x="11015663" y="1223963"/>
          <p14:tracePt t="152951" x="11069638" y="1223963"/>
          <p14:tracePt t="152963" x="11117263" y="1223963"/>
          <p14:tracePt t="152974" x="11158538" y="1223963"/>
          <p14:tracePt t="152985" x="11191875" y="1217613"/>
          <p14:tracePt t="152997" x="11225213" y="1196975"/>
          <p14:tracePt t="153009" x="11260138" y="1163638"/>
          <p14:tracePt t="153019" x="11301413" y="1136650"/>
          <p14:tracePt t="153031" x="11328400" y="1101725"/>
          <p14:tracePt t="153043" x="11368088" y="1054100"/>
          <p14:tracePt t="153052" x="11409363" y="1006475"/>
          <p14:tracePt t="153065" x="11436350" y="952500"/>
          <p14:tracePt t="153076" x="11471275" y="911225"/>
          <p14:tracePt t="153086" x="11491913" y="871538"/>
          <p14:tracePt t="153099" x="11510963" y="830263"/>
          <p14:tracePt t="153110" x="11518900" y="803275"/>
          <p14:tracePt t="153120" x="11518900" y="782638"/>
          <p14:tracePt t="153131" x="11510963" y="762000"/>
          <p14:tracePt t="153143" x="11491913" y="735013"/>
          <p14:tracePt t="153155" x="11471275" y="714375"/>
          <p14:tracePt t="153166" x="11436350" y="700088"/>
          <p14:tracePt t="153177" x="11368088" y="681038"/>
          <p14:tracePt t="153189" x="11287125" y="652463"/>
          <p14:tracePt t="153199" x="11198225" y="639763"/>
          <p14:tracePt t="153210" x="11117263" y="633413"/>
          <p14:tracePt t="153223" x="11015663" y="633413"/>
          <p14:tracePt t="153232" x="10920413" y="633413"/>
          <p14:tracePt t="153244" x="10837863" y="639763"/>
          <p14:tracePt t="153256" x="10796588" y="652463"/>
          <p14:tracePt t="153277" x="10756900" y="673100"/>
          <p14:tracePt t="153283" x="10729913" y="693738"/>
          <p14:tracePt t="153292" x="10709275" y="700088"/>
          <p14:tracePt t="153303" x="10688638" y="735013"/>
          <p14:tracePt t="153313" x="10674350" y="762000"/>
          <p14:tracePt t="153326" x="10653713" y="795338"/>
          <p14:tracePt t="153335" x="10653713" y="823913"/>
          <p14:tracePt t="153347" x="10653713" y="842963"/>
          <p14:tracePt t="153358" x="10653713" y="884238"/>
          <p14:tracePt t="153367" x="10653713" y="911225"/>
          <p14:tracePt t="153380" x="10668000" y="946150"/>
          <p14:tracePt t="153391" x="10674350" y="966788"/>
          <p14:tracePt t="153401" x="10694988" y="985838"/>
          <p14:tracePt t="153413" x="10715625" y="1006475"/>
          <p14:tracePt t="153425" x="10729913" y="1014413"/>
          <p14:tracePt t="153435" x="10756900" y="1027113"/>
          <p14:tracePt t="153447" x="10796588" y="1041400"/>
          <p14:tracePt t="153458" x="10844213" y="1054100"/>
          <p14:tracePt t="153469" x="10899775" y="1062038"/>
          <p14:tracePt t="153481" x="10939463" y="1062038"/>
          <p14:tracePt t="153493" x="10987088" y="1062038"/>
          <p14:tracePt t="153503" x="11049000" y="1062038"/>
          <p14:tracePt t="153522" x="11075988" y="1062038"/>
          <p14:tracePt t="153529" x="11117263" y="1062038"/>
          <p14:tracePt t="153541" x="11158538" y="1054100"/>
          <p14:tracePt t="153550" x="11191875" y="1041400"/>
          <p14:tracePt t="153560" x="11218863" y="1041400"/>
          <p14:tracePt t="153570" x="11239500" y="1027113"/>
          <p14:tracePt t="153582" x="11266488" y="1006475"/>
          <p14:tracePt t="153594" x="11301413" y="985838"/>
          <p14:tracePt t="153605" x="11320463" y="966788"/>
          <p14:tracePt t="153616" x="11349038" y="931863"/>
          <p14:tracePt t="153627" x="11361738" y="904875"/>
          <p14:tracePt t="153639" x="11382375" y="884238"/>
          <p14:tracePt t="153649" x="11382375" y="863600"/>
          <p14:tracePt t="153660" x="11382375" y="830263"/>
          <p14:tracePt t="153672" x="11382375" y="815975"/>
          <p14:tracePt t="153682" x="11382375" y="795338"/>
          <p14:tracePt t="153694" x="11368088" y="776288"/>
          <p14:tracePt t="153706" x="11349038" y="755650"/>
          <p14:tracePt t="153716" x="11307763" y="735013"/>
          <p14:tracePt t="153728" x="11245850" y="714375"/>
          <p14:tracePt t="153740" x="11191875" y="700088"/>
          <p14:tracePt t="153750" x="11096625" y="693738"/>
          <p14:tracePt t="153762" x="10995025" y="681038"/>
          <p14:tracePt t="153773" x="10906125" y="681038"/>
          <p14:tracePt t="153784" x="10858500" y="681038"/>
          <p14:tracePt t="153795" x="10796588" y="700088"/>
          <p14:tracePt t="153807" x="10748963" y="735013"/>
          <p14:tracePt t="153817" x="10715625" y="762000"/>
          <p14:tracePt t="153829" x="10694988" y="795338"/>
          <p14:tracePt t="153841" x="10674350" y="842963"/>
          <p14:tracePt t="153851" x="10674350" y="884238"/>
          <p14:tracePt t="153863" x="10674350" y="925513"/>
          <p14:tracePt t="153875" x="10674350" y="952500"/>
          <p14:tracePt t="153885" x="10694988" y="985838"/>
          <p14:tracePt t="153898" x="10715625" y="1014413"/>
          <p14:tracePt t="153908" x="10756900" y="1041400"/>
          <p14:tracePt t="153919" x="10790238" y="1062038"/>
          <p14:tracePt t="153931" x="10837863" y="1081088"/>
          <p14:tracePt t="153942" x="10899775" y="1095375"/>
          <p14:tracePt t="153953" x="10960100" y="1095375"/>
          <p14:tracePt t="153965" x="11007725" y="1101725"/>
          <p14:tracePt t="153976" x="11075988" y="1101725"/>
          <p14:tracePt t="153986" x="11150600" y="1101725"/>
          <p14:tracePt t="153999" x="11191875" y="1095375"/>
          <p14:tracePt t="154014" x="11218863" y="1081088"/>
          <p14:tracePt t="154025" x="11239500" y="1062038"/>
          <p14:tracePt t="154034" x="11245850" y="1041400"/>
          <p14:tracePt t="154043" x="11260138" y="1027113"/>
          <p14:tracePt t="154055" x="11260138" y="993775"/>
          <p14:tracePt t="154065" x="11260138" y="952500"/>
          <p14:tracePt t="154076" x="11245850" y="904875"/>
          <p14:tracePt t="154088" x="11225213" y="863600"/>
          <p14:tracePt t="154099" x="11198225" y="842963"/>
          <p14:tracePt t="154110" x="11158538" y="815975"/>
          <p14:tracePt t="154123" x="11117263" y="795338"/>
          <p14:tracePt t="154133" x="11069638" y="782638"/>
          <p14:tracePt t="154144" x="11034713" y="782638"/>
          <p14:tracePt t="154157" x="10995025" y="782638"/>
          <p14:tracePt t="154166" x="10960100" y="795338"/>
          <p14:tracePt t="154177" x="10926763" y="823913"/>
          <p14:tracePt t="154190" x="10899775" y="842963"/>
          <p14:tracePt t="154200" x="10879138" y="871538"/>
          <p14:tracePt t="154211" x="10858500" y="911225"/>
          <p14:tracePt t="154223" x="10844213" y="946150"/>
          <p14:tracePt t="154233" x="10844213" y="966788"/>
          <p14:tracePt t="154245" x="10858500" y="993775"/>
          <p14:tracePt t="154258" x="10879138" y="1014413"/>
          <p14:tracePt t="154267" x="10906125" y="1033463"/>
          <p14:tracePt t="154280" x="10947400" y="1041400"/>
          <p14:tracePt t="154291" x="11015663" y="1054100"/>
          <p14:tracePt t="154301" x="11117263" y="1062038"/>
          <p14:tracePt t="154346" x="11206163" y="1062038"/>
          <p14:tracePt t="154352" x="11280775" y="1062038"/>
          <p14:tracePt t="154359" x="11368088" y="1041400"/>
          <p14:tracePt t="154361" x="11430000" y="1006475"/>
          <p14:tracePt t="154375" x="11456988" y="952500"/>
          <p14:tracePt t="154384" x="11456988" y="925513"/>
          <p14:tracePt t="154394" x="11456988" y="890588"/>
          <p14:tracePt t="154403" x="11430000" y="850900"/>
          <p14:tracePt t="154415" x="11396663" y="823913"/>
          <p14:tracePt t="154426" x="11349038" y="795338"/>
          <p14:tracePt t="154436" x="11280775" y="755650"/>
          <p14:tracePt t="154448" x="11191875" y="735013"/>
          <p14:tracePt t="154460" x="11129963" y="735013"/>
          <p14:tracePt t="154470" x="11034713" y="720725"/>
          <p14:tracePt t="154482" x="10968038" y="720725"/>
          <p14:tracePt t="154493" x="10899775" y="741363"/>
          <p14:tracePt t="154511" x="10858500" y="776288"/>
          <p14:tracePt t="154523" x="10817225" y="815975"/>
          <p14:tracePt t="154529" x="10796588" y="850900"/>
          <p14:tracePt t="154542" x="10790238" y="890588"/>
          <p14:tracePt t="154551" x="10790238" y="911225"/>
          <p14:tracePt t="154560" x="10796588" y="931863"/>
          <p14:tracePt t="154572" x="10817225" y="952500"/>
          <p14:tracePt t="154583" x="10864850" y="966788"/>
          <p14:tracePt t="154594" x="10920413" y="966788"/>
          <p14:tracePt t="154606" x="11015663" y="966788"/>
          <p14:tracePt t="154616" x="11129963" y="952500"/>
          <p14:tracePt t="154628" x="11198225" y="925513"/>
          <p14:tracePt t="154640" x="11301413" y="890588"/>
          <p14:tracePt t="154650" x="11368088" y="850900"/>
          <p14:tracePt t="154661" x="11415713" y="803275"/>
          <p14:tracePt t="154673" x="11430000" y="776288"/>
          <p14:tracePt t="154684" x="11430000" y="735013"/>
          <p14:tracePt t="154695" x="11409363" y="693738"/>
          <p14:tracePt t="154707" x="11368088" y="660400"/>
          <p14:tracePt t="154717" x="11328400" y="639763"/>
          <p14:tracePt t="154729" x="11245850" y="625475"/>
          <p14:tracePt t="154741" x="11150600" y="625475"/>
          <p14:tracePt t="154751" x="11069638" y="639763"/>
          <p14:tracePt t="154764" x="11015663" y="660400"/>
          <p14:tracePt t="154775" x="10980738" y="693738"/>
          <p14:tracePt t="154785" x="10947400" y="720725"/>
          <p14:tracePt t="154798" x="10939463" y="762000"/>
          <p14:tracePt t="154809" x="10947400" y="782638"/>
          <p14:tracePt t="154819" x="10968038" y="823913"/>
          <p14:tracePt t="154831" x="11015663" y="871538"/>
          <p14:tracePt t="154842" x="11090275" y="904875"/>
          <p14:tracePt t="154853" x="11158538" y="925513"/>
          <p14:tracePt t="154865" x="11225213" y="931863"/>
          <p14:tracePt t="154876" x="11307763" y="946150"/>
          <p14:tracePt t="154886" x="11382375" y="931863"/>
          <p14:tracePt t="154899" x="11430000" y="925513"/>
          <p14:tracePt t="154909" x="11471275" y="890588"/>
          <p14:tracePt t="154920" x="11491913" y="871538"/>
          <p14:tracePt t="154932" x="11498263" y="842963"/>
          <p14:tracePt t="154943" x="11491913" y="815975"/>
          <p14:tracePt t="154955" x="11471275" y="776288"/>
          <p14:tracePt t="154965" x="11436350" y="735013"/>
          <p14:tracePt t="154977" x="11382375" y="693738"/>
          <p14:tracePt t="154989" x="11320463" y="673100"/>
          <p14:tracePt t="154999" x="11225213" y="652463"/>
          <p14:tracePt t="155010" x="11129963" y="652463"/>
          <p14:tracePt t="155024" x="11049000" y="660400"/>
          <p14:tracePt t="155033" x="11007725" y="673100"/>
          <p14:tracePt t="155045" x="10960100" y="700088"/>
          <p14:tracePt t="155057" x="10926763" y="735013"/>
          <p14:tracePt t="155067" x="10920413" y="762000"/>
          <p14:tracePt t="155078" x="10906125" y="782638"/>
          <p14:tracePt t="155090" x="10920413" y="803275"/>
          <p14:tracePt t="155100" x="10939463" y="830263"/>
          <p14:tracePt t="155111" x="10980738" y="850900"/>
          <p14:tracePt t="155123" x="11015663" y="871538"/>
          <p14:tracePt t="155134" x="11075988" y="884238"/>
          <p14:tracePt t="155145" x="11137900" y="890588"/>
          <p14:tracePt t="155157" x="11191875" y="904875"/>
          <p14:tracePt t="155168" x="11225213" y="904875"/>
          <p14:tracePt t="155179" x="11287125" y="904875"/>
          <p14:tracePt t="155191" x="11328400" y="890588"/>
          <p14:tracePt t="155201" x="11361738" y="884238"/>
          <p14:tracePt t="155214" x="11382375" y="871538"/>
          <p14:tracePt t="155225" x="11382375" y="863600"/>
          <p14:tracePt t="155235" x="11382375" y="850900"/>
          <p14:tracePt t="155247" x="11382375" y="830263"/>
          <p14:tracePt t="155258" x="11361738" y="823913"/>
          <p14:tracePt t="155269" x="11328400" y="815975"/>
          <p14:tracePt t="155281" x="11266488" y="815975"/>
          <p14:tracePt t="155292" x="11198225" y="815975"/>
          <p14:tracePt t="155302" x="11150600" y="815975"/>
          <p14:tracePt t="155314" x="11090275" y="823913"/>
          <p14:tracePt t="155326" x="11049000" y="830263"/>
          <p14:tracePt t="155336" x="11028363" y="842963"/>
          <p14:tracePt t="155347" x="11015663" y="850900"/>
          <p14:tracePt t="155381" x="11007725" y="850900"/>
          <p14:tracePt t="155385" x="11007725" y="863600"/>
          <p14:tracePt t="155394" x="10995025" y="863600"/>
          <p14:tracePt t="155395" x="10995025" y="871538"/>
          <p14:tracePt t="155408" x="10995025" y="884238"/>
          <p14:tracePt t="155417" x="10995025" y="890588"/>
          <p14:tracePt t="155427" x="10987088" y="890588"/>
          <p14:tracePt t="155439" x="10968038" y="904875"/>
          <p14:tracePt t="155449" x="10939463" y="904875"/>
          <p14:tracePt t="155651" x="10939463" y="911225"/>
          <p14:tracePt t="155663" x="10947400" y="911225"/>
          <p14:tracePt t="155685" x="10947400" y="904875"/>
          <p14:tracePt t="155708" x="10960100" y="904875"/>
          <p14:tracePt t="155718" x="10968038" y="911225"/>
          <p14:tracePt t="155730" x="10980738" y="911225"/>
          <p14:tracePt t="155741" x="10987088" y="911225"/>
          <p14:tracePt t="155775" x="10995025" y="911225"/>
          <p14:tracePt t="155809" x="10995025" y="904875"/>
          <p14:tracePt t="155876" x="11007725" y="890588"/>
          <p14:tracePt t="155943" x="11007725" y="884238"/>
          <p14:tracePt t="155977" x="11007725" y="871538"/>
          <p14:tracePt t="156191" x="11007725" y="863600"/>
          <p14:tracePt t="156213" x="11015663" y="863600"/>
          <p14:tracePt t="156228" x="11015663" y="842963"/>
          <p14:tracePt t="156244" x="11028363" y="830263"/>
          <p14:tracePt t="156250" x="11028363" y="823913"/>
          <p14:tracePt t="156264" x="11028363" y="803275"/>
          <p14:tracePt t="156273" x="11028363" y="795338"/>
          <p14:tracePt t="156284" x="11028363" y="776288"/>
          <p14:tracePt t="156295" x="11028363" y="762000"/>
          <p14:tracePt t="156304" x="11028363" y="741363"/>
          <p14:tracePt t="156315" x="11028363" y="735013"/>
          <p14:tracePt t="156337" x="11028363" y="720725"/>
          <p14:tracePt t="156349" x="11028363" y="714375"/>
          <p14:tracePt t="156371" x="11028363" y="700088"/>
          <p14:tracePt t="156405" x="11028363" y="693738"/>
          <p14:tracePt t="156472" x="11028363" y="700088"/>
          <p14:tracePt t="156495" x="11015663" y="720725"/>
          <p14:tracePt t="156506" x="11007725" y="735013"/>
          <p14:tracePt t="156519" x="10995025" y="762000"/>
          <p14:tracePt t="156530" x="10987088" y="782638"/>
          <p14:tracePt t="156540" x="10987088" y="803275"/>
          <p14:tracePt t="156553" x="10980738" y="815975"/>
          <p14:tracePt t="156585" x="10987088" y="815975"/>
          <p14:tracePt t="156607" x="10995025" y="815975"/>
          <p14:tracePt t="156620" x="11015663" y="815975"/>
          <p14:tracePt t="156631" x="11028363" y="815975"/>
          <p14:tracePt t="156641" x="11034713" y="815975"/>
          <p14:tracePt t="156654" x="11049000" y="815975"/>
          <p14:tracePt t="156664" x="11049000" y="803275"/>
          <p14:tracePt t="156675" x="11055350" y="803275"/>
          <p14:tracePt t="156754" x="11055350" y="815975"/>
          <p14:tracePt t="156798" x="11055350" y="823913"/>
          <p14:tracePt t="156854" x="11069638" y="823913"/>
          <p14:tracePt t="156878" x="11075988" y="823913"/>
          <p14:tracePt t="156905" x="11090275" y="823913"/>
          <p14:tracePt t="156912" x="11096625" y="823913"/>
          <p14:tracePt t="156934" x="11110913" y="823913"/>
          <p14:tracePt t="156956" x="11117263" y="823913"/>
          <p14:tracePt t="156979" x="11129963" y="823913"/>
          <p14:tracePt t="157001" x="11137900" y="823913"/>
          <p14:tracePt t="157012" x="11158538" y="823913"/>
          <p14:tracePt t="157024" x="11177588" y="830263"/>
          <p14:tracePt t="157036" x="11206163" y="830263"/>
          <p14:tracePt t="157046" x="11239500" y="823913"/>
          <p14:tracePt t="157058" x="11266488" y="823913"/>
          <p14:tracePt t="157069" x="11287125" y="815975"/>
          <p14:tracePt t="157081" x="11307763" y="803275"/>
          <p14:tracePt t="157092" x="11320463" y="795338"/>
          <p14:tracePt t="157103" x="11328400" y="782638"/>
          <p14:tracePt t="157114" x="11328400" y="762000"/>
          <p14:tracePt t="157126" x="11328400" y="741363"/>
          <p14:tracePt t="157139" x="11307763" y="720725"/>
          <p14:tracePt t="157149" x="11287125" y="700088"/>
          <p14:tracePt t="157159" x="11239500" y="693738"/>
          <p14:tracePt t="157173" x="11198225" y="681038"/>
          <p14:tracePt t="157183" x="11137900" y="681038"/>
          <p14:tracePt t="157194" x="11090275" y="700088"/>
          <p14:tracePt t="157204" x="11034713" y="714375"/>
          <p14:tracePt t="157217" x="11007725" y="741363"/>
          <p14:tracePt t="157227" x="10960100" y="776288"/>
          <p14:tracePt t="157238" x="10906125" y="823913"/>
          <p14:tracePt t="157250" x="10864850" y="871538"/>
          <p14:tracePt t="157262" x="10858500" y="911225"/>
          <p14:tracePt t="157273" x="10844213" y="952500"/>
          <p14:tracePt t="157284" x="10844213" y="985838"/>
          <p14:tracePt t="157295" x="10858500" y="1006475"/>
          <p14:tracePt t="157306" x="10879138" y="1027113"/>
          <p14:tracePt t="157317" x="10926763" y="1041400"/>
          <p14:tracePt t="157328" x="11007725" y="1062038"/>
          <p14:tracePt t="157340" x="11110913" y="1081088"/>
          <p14:tracePt t="157350" x="11191875" y="1081088"/>
          <p14:tracePt t="157361" x="11307763" y="1095375"/>
          <p14:tracePt t="157374" x="11415713" y="1081088"/>
          <p14:tracePt t="157384" x="11518900" y="1074738"/>
          <p14:tracePt t="157396" x="11572875" y="1054100"/>
          <p14:tracePt t="157407" x="11626850" y="1027113"/>
          <p14:tracePt t="157417" x="11661775" y="993775"/>
          <p14:tracePt t="157429" x="11668125" y="966788"/>
          <p14:tracePt t="157440" x="11668125" y="931863"/>
          <p14:tracePt t="157452" x="11661775" y="884238"/>
          <p14:tracePt t="157474" x="11626850" y="842963"/>
          <p14:tracePt t="157478" x="11579225" y="803275"/>
          <p14:tracePt t="157487" x="11518900" y="776288"/>
          <p14:tracePt t="157499" x="11415713" y="741363"/>
          <p14:tracePt t="157512" x="11320463" y="735013"/>
          <p14:tracePt t="157521" x="11225213" y="720725"/>
          <p14:tracePt t="157532" x="11158538" y="720725"/>
          <p14:tracePt t="157543" x="11090275" y="741363"/>
          <p14:tracePt t="157552" x="11028363" y="776288"/>
          <p14:tracePt t="157565" x="10987088" y="815975"/>
          <p14:tracePt t="157576" x="10968038" y="842963"/>
          <p14:tracePt t="157586" x="10960100" y="871538"/>
          <p14:tracePt t="157599" x="10960100" y="904875"/>
          <p14:tracePt t="157609" x="10960100" y="931863"/>
          <p14:tracePt t="157620" x="10968038" y="952500"/>
          <p14:tracePt t="157632" x="10995025" y="973138"/>
          <p14:tracePt t="157644" x="11034713" y="985838"/>
          <p14:tracePt t="157654" x="11090275" y="993775"/>
          <p14:tracePt t="157666" x="11137900" y="993775"/>
          <p14:tracePt t="157677" x="11198225" y="993775"/>
          <p14:tracePt t="157688" x="11260138" y="993775"/>
          <p14:tracePt t="157699" x="11301413" y="985838"/>
          <p14:tracePt t="157711" x="11328400" y="966788"/>
          <p14:tracePt t="157721" x="11361738" y="952500"/>
          <p14:tracePt t="157733" x="11368088" y="925513"/>
          <p14:tracePt t="157744" x="11368088" y="904875"/>
          <p14:tracePt t="157756" x="11361738" y="871538"/>
          <p14:tracePt t="157767" x="11349038" y="842963"/>
          <p14:tracePt t="157779" x="11328400" y="803275"/>
          <p14:tracePt t="157790" x="11301413" y="782638"/>
          <p14:tracePt t="157800" x="11260138" y="762000"/>
          <p14:tracePt t="157812" x="11206163" y="741363"/>
          <p14:tracePt t="157824" x="11171238" y="735013"/>
          <p14:tracePt t="157834" x="11137900" y="720725"/>
          <p14:tracePt t="157845" x="11117263" y="720725"/>
          <p14:tracePt t="157857" x="11090275" y="720725"/>
          <p14:tracePt t="157867" x="11075988" y="735013"/>
          <p14:tracePt t="157879" x="11055350" y="741363"/>
          <p14:tracePt t="157891" x="11034713" y="755650"/>
          <p14:tracePt t="157901" x="11015663" y="776288"/>
          <p14:tracePt t="157914" x="10995025" y="803275"/>
          <p14:tracePt t="157927" x="10980738" y="815975"/>
          <p14:tracePt t="157936" x="10960100" y="842963"/>
          <p14:tracePt t="157949" x="10960100" y="863600"/>
          <p14:tracePt t="157959" x="10947400" y="884238"/>
          <p14:tracePt t="157969" x="10947400" y="890588"/>
          <p14:tracePt t="157981" x="10960100" y="904875"/>
          <p14:tracePt t="157992" x="10980738" y="911225"/>
          <p14:tracePt t="158003" x="11007725" y="925513"/>
          <p14:tracePt t="158015" x="11049000" y="931863"/>
          <p14:tracePt t="158026" x="11110913" y="931863"/>
          <p14:tracePt t="158036" x="11177588" y="946150"/>
          <p14:tracePt t="158048" x="11260138" y="946150"/>
          <p14:tracePt t="158060" x="11301413" y="931863"/>
          <p14:tracePt t="158070" x="11349038" y="925513"/>
          <p14:tracePt t="158082" x="11382375" y="911225"/>
          <p14:tracePt t="158093" x="11388725" y="904875"/>
          <p14:tracePt t="158104" x="11396663" y="884238"/>
          <p14:tracePt t="158115" x="11396663" y="871538"/>
          <p14:tracePt t="158127" x="11388725" y="850900"/>
          <p14:tracePt t="158138" x="11361738" y="823913"/>
          <p14:tracePt t="158149" x="11328400" y="803275"/>
          <p14:tracePt t="158161" x="11280775" y="782638"/>
          <p14:tracePt t="158171" x="11218863" y="776288"/>
          <p14:tracePt t="158183" x="11171238" y="776288"/>
          <p14:tracePt t="158194" x="11137900" y="776288"/>
          <p14:tracePt t="158206" x="11110913" y="782638"/>
          <p14:tracePt t="158217" x="11090275" y="795338"/>
          <p14:tracePt t="158228" x="11075988" y="803275"/>
          <p14:tracePt t="158250" x="11075988" y="815975"/>
          <p14:tracePt t="158262" x="11075988" y="823913"/>
          <p14:tracePt t="158278" x="11090275" y="842963"/>
          <p14:tracePt t="158290" x="11096625" y="850900"/>
          <p14:tracePt t="158297" x="11117263" y="863600"/>
          <p14:tracePt t="158310" x="11137900" y="863600"/>
          <p14:tracePt t="158319" x="11171238" y="863600"/>
          <p14:tracePt t="158340" x="11206163" y="871538"/>
          <p14:tracePt t="158351" x="11218863" y="871538"/>
          <p14:tracePt t="158363" x="11225213" y="863600"/>
          <p14:tracePt t="158407" x="11225213" y="850900"/>
          <p14:tracePt t="158439" x="11225213" y="842963"/>
          <p14:tracePt t="158454" x="11218863" y="842963"/>
          <p14:tracePt t="158521" x="11206163" y="842963"/>
          <p14:tracePt t="158564" x="11198225" y="850900"/>
          <p14:tracePt t="158598" x="11191875" y="850900"/>
          <p14:tracePt t="158610" x="11177588" y="850900"/>
          <p14:tracePt t="158621" x="11171238" y="850900"/>
          <p14:tracePt t="158634" x="11158538" y="863600"/>
          <p14:tracePt t="158644" x="11150600" y="863600"/>
          <p14:tracePt t="158656" x="11110913" y="871538"/>
          <p14:tracePt t="158667" x="11055350" y="871538"/>
          <p14:tracePt t="158678" x="11034713" y="863600"/>
          <p14:tracePt t="159037" x="11034713" y="871538"/>
          <p14:tracePt t="159071" x="11049000" y="871538"/>
          <p14:tracePt t="159116" x="11055350" y="871538"/>
          <p14:tracePt t="159183" x="11069638" y="871538"/>
          <p14:tracePt t="159217" x="11075988" y="871538"/>
          <p14:tracePt t="159251" x="11075988" y="863600"/>
          <p14:tracePt t="159285" x="11075988" y="850900"/>
          <p14:tracePt t="159297" x="11075988" y="842963"/>
          <p14:tracePt t="159308" x="11075988" y="830263"/>
          <p14:tracePt t="159320" x="11069638" y="823913"/>
          <p14:tracePt t="159331" x="11069638" y="815975"/>
          <p14:tracePt t="159343" x="11049000" y="795338"/>
          <p14:tracePt t="159353" x="11028363" y="776288"/>
          <p14:tracePt t="159365" x="11007725" y="755650"/>
          <p14:tracePt t="159378" x="10980738" y="735013"/>
          <p14:tracePt t="159388" x="10947400" y="700088"/>
          <p14:tracePt t="159398" x="10899775" y="673100"/>
          <p14:tracePt t="159411" x="10858500" y="660400"/>
          <p14:tracePt t="159422" x="10817225" y="652463"/>
          <p14:tracePt t="159432" x="10769600" y="639763"/>
          <p14:tracePt t="159444" x="10729913" y="639763"/>
          <p14:tracePt t="159455" x="10688638" y="633413"/>
          <p14:tracePt t="159467" x="10653713" y="625475"/>
          <p14:tracePt t="159478" x="10626725" y="625475"/>
          <p14:tracePt t="159489" x="10593388" y="625475"/>
          <p14:tracePt t="159499" x="10579100" y="612775"/>
          <p14:tracePt t="159511" x="10558463" y="612775"/>
          <p14:tracePt t="159521" x="10525125" y="612775"/>
          <p14:tracePt t="159533" x="10504488" y="612775"/>
          <p14:tracePt t="159545" x="10483850" y="612775"/>
          <p14:tracePt t="159578" x="10463213" y="625475"/>
          <p14:tracePt t="159582" x="10444163" y="625475"/>
          <p14:tracePt t="159590" x="10423525" y="633413"/>
          <p14:tracePt t="159597" x="10415588" y="633413"/>
          <p14:tracePt t="159613" x="10396538" y="639763"/>
          <p14:tracePt t="159614" x="10388600" y="652463"/>
          <p14:tracePt t="159624" x="10375900" y="652463"/>
          <p14:tracePt t="159635" x="10367963" y="660400"/>
          <p14:tracePt t="159647" x="10367963" y="673100"/>
          <p14:tracePt t="159656" x="10355263" y="681038"/>
          <p14:tracePt t="159669" x="10348913" y="681038"/>
          <p14:tracePt t="159680" x="10334625" y="693738"/>
          <p14:tracePt t="159690" x="10334625" y="700088"/>
          <p14:tracePt t="159702" x="10328275" y="714375"/>
          <p14:tracePt t="159724" x="10313988" y="720725"/>
          <p14:tracePt t="159736" x="10313988" y="735013"/>
          <p14:tracePt t="159747" x="10313988" y="755650"/>
          <p14:tracePt t="159757" x="10313988" y="776288"/>
          <p14:tracePt t="159770" x="10307638" y="795338"/>
          <p14:tracePt t="159781" x="10307638" y="803275"/>
          <p14:tracePt t="159791" x="10313988" y="830263"/>
          <p14:tracePt t="159804" x="10313988" y="850900"/>
          <p14:tracePt t="159815" x="10328275" y="871538"/>
          <p14:tracePt t="159825" x="10328275" y="884238"/>
          <p14:tracePt t="159837" x="10334625" y="904875"/>
          <p14:tracePt t="159848" x="10355263" y="925513"/>
          <p14:tracePt t="159858" x="10367963" y="946150"/>
          <p14:tracePt t="159872" x="10396538" y="973138"/>
          <p14:tracePt t="159883" x="10436225" y="1006475"/>
          <p14:tracePt t="159892" x="10477500" y="1033463"/>
          <p14:tracePt t="159905" x="10504488" y="1062038"/>
          <p14:tracePt t="159916" x="10579100" y="1095375"/>
          <p14:tracePt t="159926" x="10647363" y="1122363"/>
          <p14:tracePt t="159938" x="10729913" y="1143000"/>
          <p14:tracePt t="159950" x="10790238" y="1157288"/>
          <p14:tracePt t="159962" x="10858500" y="1163638"/>
          <p14:tracePt t="159972" x="10920413" y="1176338"/>
          <p14:tracePt t="159983" x="10987088" y="1176338"/>
          <p14:tracePt t="159995" x="11049000" y="1176338"/>
          <p14:tracePt t="160005" x="11150600" y="1163638"/>
          <p14:tracePt t="160017" x="11245850" y="1143000"/>
          <p14:tracePt t="160029" x="11328400" y="1116013"/>
          <p14:tracePt t="160039" x="11396663" y="1081088"/>
          <p14:tracePt t="160050" x="11471275" y="1041400"/>
          <p14:tracePt t="160062" x="11539538" y="993775"/>
          <p14:tracePt t="160072" x="11599863" y="946150"/>
          <p14:tracePt t="160084" x="11641138" y="904875"/>
          <p14:tracePt t="160096" x="11668125" y="850900"/>
          <p14:tracePt t="160106" x="11682413" y="815975"/>
          <p14:tracePt t="160118" x="11688763" y="762000"/>
          <p14:tracePt t="160130" x="11688763" y="720725"/>
          <p14:tracePt t="160140" x="11668125" y="673100"/>
          <p14:tracePt t="160153" x="11647488" y="625475"/>
          <p14:tracePt t="160164" x="11606213" y="585788"/>
          <p14:tracePt t="160174" x="11572875" y="544513"/>
          <p14:tracePt t="160186" x="11491913" y="503238"/>
          <p14:tracePt t="160198" x="11388725" y="449263"/>
          <p14:tracePt t="160208" x="11260138" y="414338"/>
          <p14:tracePt t="160220" x="11137900" y="381000"/>
          <p14:tracePt t="160231" x="10960100" y="339725"/>
          <p14:tracePt t="160241" x="10777538" y="319088"/>
          <p14:tracePt t="160253" x="10593388" y="312738"/>
          <p14:tracePt t="160265" x="10477500" y="300038"/>
          <p14:tracePt t="160275" x="10328275" y="312738"/>
          <p14:tracePt t="160287" x="10185400" y="333375"/>
          <p14:tracePt t="160298" x="10063163" y="354013"/>
          <p14:tracePt t="160308" x="9994900" y="374650"/>
          <p14:tracePt t="160321" x="9932988" y="401638"/>
          <p14:tracePt t="160332" x="9891713" y="422275"/>
          <p14:tracePt t="160342" x="9872663" y="449263"/>
          <p14:tracePt t="160355" x="9852025" y="461963"/>
          <p14:tracePt t="160366" x="9831388" y="490538"/>
          <p14:tracePt t="160376" x="9810750" y="523875"/>
          <p14:tracePt t="160389" x="9804400" y="544513"/>
          <p14:tracePt t="160399" x="9783763" y="571500"/>
          <p14:tracePt t="160411" x="9777413" y="612775"/>
          <p14:tracePt t="160422" x="9763125" y="639763"/>
          <p14:tracePt t="160434" x="9763125" y="681038"/>
          <p14:tracePt t="160446" x="9763125" y="700088"/>
          <p14:tracePt t="160455" x="9763125" y="720725"/>
          <p14:tracePt t="160466" x="9763125" y="755650"/>
          <p14:tracePt t="160479" x="9783763" y="776288"/>
          <p14:tracePt t="160489" x="9790113" y="782638"/>
          <p14:tracePt t="160500" x="9825038" y="803275"/>
          <p14:tracePt t="160512" x="9852025" y="815975"/>
          <p14:tracePt t="160523" x="9891713" y="823913"/>
          <p14:tracePt t="160534" x="9932988" y="830263"/>
          <p14:tracePt t="160546" x="9986963" y="842963"/>
          <p14:tracePt t="160556" x="10063163" y="863600"/>
          <p14:tracePt t="160568" x="10144125" y="871538"/>
          <p14:tracePt t="160580" x="10212388" y="871538"/>
          <p14:tracePt t="160590" x="10307638" y="884238"/>
          <p14:tracePt t="160602" x="10396538" y="884238"/>
          <p14:tracePt t="160624" x="10477500" y="884238"/>
          <p14:tracePt t="160630" x="10539413" y="884238"/>
          <p14:tracePt t="160637" x="10606088" y="871538"/>
          <p14:tracePt t="160648" x="10668000" y="850900"/>
          <p14:tracePt t="160659" x="10715625" y="830263"/>
          <p14:tracePt t="160671" x="10748963" y="815975"/>
          <p14:tracePt t="160683" x="10790238" y="776288"/>
          <p14:tracePt t="160693" x="10825163" y="720725"/>
          <p14:tracePt t="160705" x="10844213" y="660400"/>
          <p14:tracePt t="160715" x="10858500" y="612775"/>
          <p14:tracePt t="160725" x="10858500" y="544513"/>
          <p14:tracePt t="160736" x="10844213" y="490538"/>
          <p14:tracePt t="160748" x="10825163" y="461963"/>
          <p14:tracePt t="160759" x="10817225" y="442913"/>
          <p14:tracePt t="160771" x="10777538" y="414338"/>
          <p14:tracePt t="160786" x="10715625" y="395288"/>
          <p14:tracePt t="160797" x="10653713" y="381000"/>
          <p14:tracePt t="160806" x="10539413" y="374650"/>
          <p14:tracePt t="160817" x="10388600" y="374650"/>
          <p14:tracePt t="160833" x="10233025" y="381000"/>
          <p14:tracePt t="160845" x="10102850" y="401638"/>
          <p14:tracePt t="160852" x="9891713" y="442913"/>
          <p14:tracePt t="160864" x="9674225" y="490538"/>
          <p14:tracePt t="160873" x="9463088" y="565150"/>
          <p14:tracePt t="160887" x="9301163" y="612775"/>
          <p14:tracePt t="160898" x="9110663" y="681038"/>
          <p14:tracePt t="160907" x="8953500" y="755650"/>
          <p14:tracePt t="160917" x="8831263" y="815975"/>
          <p14:tracePt t="160931" x="8769350" y="850900"/>
          <p14:tracePt t="160940" x="8721725" y="904875"/>
          <p14:tracePt t="160952" x="8682038" y="952500"/>
          <p14:tracePt t="160963" x="8661400" y="1006475"/>
          <p14:tracePt t="160973" x="8647113" y="1041400"/>
          <p14:tracePt t="160984" x="8647113" y="1095375"/>
          <p14:tracePt t="160996" x="8661400" y="1157288"/>
          <p14:tracePt t="161006" x="8688388" y="1217613"/>
          <p14:tracePt t="161018" x="8721725" y="1252538"/>
          <p14:tracePt t="161030" x="8789988" y="1327150"/>
          <p14:tracePt t="161040" x="8891588" y="1387475"/>
          <p14:tracePt t="161052" x="9021763" y="1449388"/>
          <p14:tracePt t="161063" x="9129713" y="1482725"/>
          <p14:tracePt t="161074" x="9293225" y="1538288"/>
          <p14:tracePt t="161086" x="9471025" y="1565275"/>
          <p14:tracePt t="161097" x="9653588" y="1585913"/>
          <p14:tracePt t="161107" x="9790113" y="1598613"/>
          <p14:tracePt t="161119" x="9932988" y="1619250"/>
          <p14:tracePt t="161131" x="10055225" y="1625600"/>
          <p14:tracePt t="161141" x="10137775" y="1639888"/>
          <p14:tracePt t="161153" x="10185400" y="1646238"/>
          <p14:tracePt t="161165" x="10212388" y="1646238"/>
          <p14:tracePt t="161175" x="10233025" y="1646238"/>
          <p14:tracePt t="161186" x="10233025" y="1660525"/>
          <p14:tracePt t="161209" x="10225088" y="1660525"/>
          <p14:tracePt t="161220" x="10206038" y="1646238"/>
          <p14:tracePt t="161602" x="10212388" y="1646238"/>
          <p14:tracePt t="161703" x="10212388" y="1660525"/>
          <p14:tracePt t="161726" x="10225088" y="1660525"/>
          <p14:tracePt t="161782" x="10233025" y="1660525"/>
          <p14:tracePt t="161805" x="10245725" y="1666875"/>
          <p14:tracePt t="161827" x="10253663" y="1666875"/>
          <p14:tracePt t="161850" x="10266363" y="1666875"/>
          <p14:tracePt t="162142" x="10272713" y="1666875"/>
          <p14:tracePt t="162412" x="10287000" y="1666875"/>
          <p14:tracePt t="162446" x="10287000" y="1660525"/>
          <p14:tracePt t="162615" x="10272713" y="1646238"/>
          <p14:tracePt t="162626" x="10266363" y="1646238"/>
          <p14:tracePt t="162638" x="10245725" y="1625600"/>
          <p14:tracePt t="162650" x="10191750" y="1598613"/>
          <p14:tracePt t="162660" x="10096500" y="1557338"/>
          <p14:tracePt t="162672" x="10001250" y="1524000"/>
          <p14:tracePt t="162683" x="9844088" y="1455738"/>
          <p14:tracePt t="162694" x="9640888" y="1395413"/>
          <p14:tracePt t="162716" x="9429750" y="1333500"/>
          <p14:tracePt t="162719" x="9280525" y="1306513"/>
          <p14:tracePt t="162729" x="9063038" y="1265238"/>
          <p14:tracePt t="162740" x="8837613" y="1252538"/>
          <p14:tracePt t="162751" x="8593138" y="1252538"/>
          <p14:tracePt t="162762" x="8396288" y="1285875"/>
          <p14:tracePt t="162775" x="8137525" y="1347788"/>
          <p14:tracePt t="162784" x="7926388" y="1395413"/>
          <p14:tracePt t="162796" x="7715250" y="1449388"/>
          <p14:tracePt t="162807" x="7566025" y="1476375"/>
          <p14:tracePt t="162829" x="7388225" y="1524000"/>
          <p14:tracePt t="162832" x="7224713" y="1557338"/>
          <p14:tracePt t="162841" x="7123113" y="1577975"/>
          <p14:tracePt t="162853" x="7042150" y="1598613"/>
          <p14:tracePt t="162864" x="7015163" y="1604963"/>
          <p14:tracePt t="162875" x="7000875" y="1625600"/>
          <p14:tracePt t="162886" x="7000875" y="1639888"/>
          <p14:tracePt t="162898" x="7015163" y="1646238"/>
          <p14:tracePt t="162910" x="7021513" y="1660525"/>
          <p14:tracePt t="164122" x="7015163" y="1666875"/>
          <p14:tracePt t="164156" x="7015163" y="1673225"/>
          <p14:tracePt t="164213" x="7015163" y="1687513"/>
          <p14:tracePt t="164257" x="7000875" y="1693863"/>
          <p14:tracePt t="164270" x="6994525" y="1708150"/>
          <p14:tracePt t="164281" x="6986588" y="1714500"/>
          <p14:tracePt t="164293" x="6946900" y="1747838"/>
          <p14:tracePt t="164303" x="6851650" y="1809750"/>
          <p14:tracePt t="164317" x="6715125" y="1884363"/>
          <p14:tracePt t="164327" x="6592888" y="1958975"/>
          <p14:tracePt t="164337" x="6423025" y="2062163"/>
          <p14:tracePt t="164350" x="6272213" y="2136775"/>
          <p14:tracePt t="164360" x="6149975" y="2217738"/>
          <p14:tracePt t="164370" x="6081713" y="2271713"/>
          <p14:tracePt t="164382" x="5994400" y="2306638"/>
          <p14:tracePt t="164393" x="5932488" y="2339975"/>
          <p14:tracePt t="164405" x="5891213" y="2360613"/>
          <p14:tracePt t="164416" x="5857875" y="2366963"/>
          <p14:tracePt t="164427" x="5851525" y="2381250"/>
          <p14:tracePt t="164439" x="5851525" y="2387600"/>
          <p14:tracePt t="164561" x="5837238" y="2387600"/>
          <p14:tracePt t="164574" x="5830888" y="2387600"/>
          <p14:tracePt t="164585" x="5816600" y="2387600"/>
          <p14:tracePt t="164595" x="5789613" y="2387600"/>
          <p14:tracePt t="164608" x="5762625" y="2387600"/>
          <p14:tracePt t="164618" x="5708650" y="2381250"/>
          <p14:tracePt t="164630" x="5661025" y="2381250"/>
          <p14:tracePt t="164641" x="5599113" y="2381250"/>
          <p14:tracePt t="164653" x="5538788" y="2381250"/>
          <p14:tracePt t="164665" x="5497513" y="2381250"/>
          <p14:tracePt t="164676" x="5470525" y="2381250"/>
          <p14:tracePt t="164687" x="5449888" y="2366963"/>
          <p14:tracePt t="164698" x="5429250" y="2366963"/>
          <p14:tracePt t="165439" x="5435600" y="2366963"/>
          <p14:tracePt t="165442" x="5435600" y="2381250"/>
          <p14:tracePt t="165461" x="5449888" y="2381250"/>
          <p14:tracePt t="165528" x="5456238" y="2381250"/>
          <p14:tracePt t="165574" x="5470525" y="2381250"/>
          <p14:tracePt t="165596" x="5476875" y="2381250"/>
          <p14:tracePt t="165608" x="5491163" y="2381250"/>
          <p14:tracePt t="165619" x="5497513" y="2381250"/>
          <p14:tracePt t="165630" x="5518150" y="2381250"/>
          <p14:tracePt t="165642" x="5551488" y="2381250"/>
          <p14:tracePt t="165652" x="5599113" y="2401888"/>
          <p14:tracePt t="165665" x="5646738" y="2408238"/>
          <p14:tracePt t="165676" x="5748338" y="2428875"/>
          <p14:tracePt t="165686" x="5891213" y="2449513"/>
          <p14:tracePt t="165699" x="6027738" y="2482850"/>
          <p14:tracePt t="165710" x="6143625" y="2497138"/>
          <p14:tracePt t="165720" x="6280150" y="2517775"/>
          <p14:tracePt t="165733" x="6402388" y="2530475"/>
          <p14:tracePt t="165744" x="6503988" y="2551113"/>
          <p14:tracePt t="165754" x="6565900" y="2551113"/>
          <p14:tracePt t="165766" x="6592888" y="2551113"/>
          <p14:tracePt t="165787" x="6586538" y="2551113"/>
          <p14:tracePt t="166125" x="6634163" y="2557463"/>
          <p14:tracePt t="166128" x="6715125" y="2578100"/>
          <p14:tracePt t="166137" x="6721475" y="2578100"/>
          <p14:tracePt t="166149" x="6742113" y="2578100"/>
          <p14:tracePt t="166161" x="6756400" y="2592388"/>
          <p14:tracePt t="166171" x="6762750" y="2598738"/>
          <p14:tracePt t="166182" x="6777038" y="2619375"/>
          <p14:tracePt t="166194" x="6777038" y="2652713"/>
          <p14:tracePt t="166204" x="6783388" y="2693988"/>
          <p14:tracePt t="166216" x="6783388" y="2762250"/>
          <p14:tracePt t="166228" x="6783388" y="2871788"/>
          <p14:tracePt t="166238" x="6756400" y="3041650"/>
          <p14:tracePt t="166249" x="6715125" y="3190875"/>
          <p14:tracePt t="166261" x="6640513" y="3443288"/>
          <p14:tracePt t="166272" x="6565900" y="3694113"/>
          <p14:tracePt t="166283" x="6470650" y="3925888"/>
          <p14:tracePt t="166295" x="6402388" y="4075113"/>
          <p14:tracePt t="166305" x="6300788" y="4265613"/>
          <p14:tracePt t="166317" x="6232525" y="4435475"/>
          <p14:tracePt t="166328" x="6191250" y="4551363"/>
          <p14:tracePt t="166339" x="6170613" y="4619625"/>
          <p14:tracePt t="166350" x="6164263" y="4687888"/>
          <p14:tracePt t="166362" x="6149975" y="4741863"/>
          <p14:tracePt t="166373" x="6164263" y="4768850"/>
          <p14:tracePt t="166395" x="6170613" y="4783138"/>
          <p14:tracePt t="166417" x="6184900" y="4768850"/>
          <p14:tracePt t="166430" x="6191250" y="4768850"/>
          <p14:tracePt t="166440" x="6197600" y="4768850"/>
          <p14:tracePt t="166466" x="6197600" y="4762500"/>
          <p14:tracePt t="166478" x="6191250" y="4748213"/>
          <p14:tracePt t="166487" x="6170613" y="4748213"/>
          <p14:tracePt t="167408" x="6184900" y="4748213"/>
          <p14:tracePt t="167452" x="6191250" y="4748213"/>
          <p14:tracePt t="167464" x="6197600" y="4748213"/>
          <p14:tracePt t="167475" x="6211888" y="4748213"/>
          <p14:tracePt t="167487" x="6232525" y="4748213"/>
          <p14:tracePt t="167498" x="6259513" y="4748213"/>
          <p14:tracePt t="167511" x="6280150" y="4762500"/>
          <p14:tracePt t="167521" x="6313488" y="4762500"/>
          <p14:tracePt t="167532" x="6340475" y="4768850"/>
          <p14:tracePt t="167544" x="6375400" y="4768850"/>
          <p14:tracePt t="167554" x="6396038" y="4768850"/>
          <p14:tracePt t="167565" x="6408738" y="4768850"/>
          <p14:tracePt t="167577" x="6408738" y="4783138"/>
          <p14:tracePt t="167587" x="6423025" y="4783138"/>
          <p14:tracePt t="167677" x="6423025" y="4789488"/>
          <p14:tracePt t="167689" x="6429375" y="4795838"/>
          <p14:tracePt t="167701" x="6462713" y="4810125"/>
          <p14:tracePt t="167712" x="6503988" y="4830763"/>
          <p14:tracePt t="167723" x="6551613" y="4851400"/>
          <p14:tracePt t="167735" x="6599238" y="4857750"/>
          <p14:tracePt t="167746" x="6681788" y="4878388"/>
          <p14:tracePt t="167757" x="6777038" y="4899025"/>
          <p14:tracePt t="167769" x="6872288" y="4919663"/>
          <p14:tracePt t="167780" x="6932613" y="4932363"/>
          <p14:tracePt t="167790" x="7015163" y="4938713"/>
          <p14:tracePt t="167803" x="7054850" y="4938713"/>
          <p14:tracePt t="167813" x="7075488" y="4938713"/>
          <p14:tracePt t="167846" x="7054850" y="4938713"/>
          <p14:tracePt t="167858" x="7015163" y="4932363"/>
          <p14:tracePt t="167871" x="6953250" y="4911725"/>
          <p14:tracePt t="167881" x="6824663" y="4878388"/>
          <p14:tracePt t="167891" x="6653213" y="4851400"/>
          <p14:tracePt t="167903" x="6450013" y="4830763"/>
          <p14:tracePt t="167915" x="6313488" y="4816475"/>
          <p14:tracePt t="167925" x="6143625" y="4816475"/>
          <p14:tracePt t="167937" x="6000750" y="4837113"/>
          <p14:tracePt t="167959" x="5891213" y="4872038"/>
          <p14:tracePt t="167960" x="5837238" y="4891088"/>
          <p14:tracePt t="167970" x="5830888" y="4911725"/>
          <p14:tracePt t="167982" x="5830888" y="4932363"/>
          <p14:tracePt t="167994" x="5851525" y="4959350"/>
          <p14:tracePt t="168004" x="5899150" y="4986338"/>
          <p14:tracePt t="168016" x="6000750" y="5021263"/>
          <p14:tracePt t="168028" x="6122988" y="5048250"/>
          <p14:tracePt t="168037" x="6211888" y="5062538"/>
          <p14:tracePt t="168049" x="6340475" y="5068888"/>
          <p14:tracePt t="168061" x="6491288" y="5081588"/>
          <p14:tracePt t="168071" x="6619875" y="5081588"/>
          <p14:tracePt t="168083" x="6694488" y="5081588"/>
          <p14:tracePt t="168095" x="6756400" y="5062538"/>
          <p14:tracePt t="168105" x="6777038" y="5048250"/>
          <p14:tracePt t="168117" x="6777038" y="5027613"/>
          <p14:tracePt t="168128" x="6756400" y="5006975"/>
          <p14:tracePt t="168139" x="6715125" y="4959350"/>
          <p14:tracePt t="168151" x="6613525" y="4899025"/>
          <p14:tracePt t="168162" x="6483350" y="4837113"/>
          <p14:tracePt t="168173" x="6375400" y="4795838"/>
          <p14:tracePt t="168185" x="6170613" y="4762500"/>
          <p14:tracePt t="168196" x="5980113" y="4729163"/>
          <p14:tracePt t="168206" x="5816600" y="4708525"/>
          <p14:tracePt t="168219" x="5729288" y="4708525"/>
          <p14:tracePt t="168229" x="5646738" y="4729163"/>
          <p14:tracePt t="168240" x="5599113" y="4748213"/>
          <p14:tracePt t="168252" x="5578475" y="4783138"/>
          <p14:tracePt t="168264" x="5572125" y="4795838"/>
          <p14:tracePt t="168274" x="5572125" y="4830763"/>
          <p14:tracePt t="168286" x="5599113" y="4872038"/>
          <p14:tracePt t="168297" x="5646738" y="4911725"/>
          <p14:tracePt t="168308" x="5708650" y="4953000"/>
          <p14:tracePt t="168320" x="5810250" y="4986338"/>
          <p14:tracePt t="168331" x="5919788" y="5021263"/>
          <p14:tracePt t="168341" x="6042025" y="5041900"/>
          <p14:tracePt t="168354" x="6122988" y="5048250"/>
          <p14:tracePt t="168365" x="6232525" y="5048250"/>
          <p14:tracePt t="168375" x="6313488" y="5048250"/>
          <p14:tracePt t="168386" x="6375400" y="5048250"/>
          <p14:tracePt t="168398" x="6381750" y="5048250"/>
          <p14:tracePt t="168410" x="6396038" y="5048250"/>
          <p14:tracePt t="168420" x="6402388" y="5048250"/>
          <p14:tracePt t="168443" x="6423025" y="5048250"/>
          <p14:tracePt t="168454" x="6450013" y="5068888"/>
          <p14:tracePt t="168465" x="6524625" y="5102225"/>
          <p14:tracePt t="168478" x="6619875" y="5143500"/>
          <p14:tracePt t="168487" x="6735763" y="5184775"/>
          <p14:tracePt t="168499" x="6953250" y="5253038"/>
          <p14:tracePt t="168523" x="7232650" y="5340350"/>
          <p14:tracePt t="168534" x="7578725" y="5443538"/>
          <p14:tracePt t="168535" x="7885113" y="5530850"/>
          <p14:tracePt t="168546" x="8450263" y="5694363"/>
          <p14:tracePt t="168556" x="9102725" y="5872163"/>
          <p14:tracePt t="168568" x="9852025" y="6062663"/>
          <p14:tracePt t="168579" x="10355263" y="6176963"/>
          <p14:tracePt t="168589" x="11177588" y="6313488"/>
          <p14:tracePt t="168601" x="12022138" y="6503988"/>
          <p14:tracePt t="169581" x="11641138" y="6122988"/>
          <p14:tracePt t="169591" x="10313988" y="5640388"/>
          <p14:tracePt t="169603" x="9545638" y="5402263"/>
          <p14:tracePt t="169613" x="8435975" y="5081588"/>
          <p14:tracePt t="169624" x="7402513" y="4795838"/>
          <p14:tracePt t="169636" x="6777038" y="4640263"/>
          <p14:tracePt t="169648" x="5980113" y="4414838"/>
          <p14:tracePt t="169658" x="5538788" y="4300538"/>
          <p14:tracePt t="169671" x="4959350" y="4149725"/>
          <p14:tracePt t="169681" x="4667250" y="4089400"/>
          <p14:tracePt t="169694" x="4313238" y="4033838"/>
          <p14:tracePt t="169705" x="4062413" y="4006850"/>
          <p14:tracePt t="169715" x="3925888" y="4006850"/>
          <p14:tracePt t="169725" x="3783013" y="4006850"/>
          <p14:tracePt t="169737" x="3700463" y="4014788"/>
          <p14:tracePt t="169747" x="3633788" y="4033838"/>
          <p14:tracePt t="169760" x="3598863" y="4054475"/>
          <p14:tracePt t="169771" x="3592513" y="4075113"/>
          <p14:tracePt t="169781" x="3598863" y="4089400"/>
          <p14:tracePt t="169793" x="3619500" y="4095750"/>
          <p14:tracePt t="169804" x="3694113" y="4116388"/>
          <p14:tracePt t="169815" x="3810000" y="4129088"/>
          <p14:tracePt t="169828" x="3925888" y="4137025"/>
          <p14:tracePt t="169838" x="4116388" y="4149725"/>
          <p14:tracePt t="169850" x="4286250" y="4157663"/>
          <p14:tracePt t="169862" x="4503738" y="4176713"/>
          <p14:tracePt t="169872" x="4694238" y="4184650"/>
          <p14:tracePt t="169884" x="4789488" y="4184650"/>
          <p14:tracePt t="169895" x="4857750" y="4184650"/>
          <p14:tracePt t="169906" x="4864100" y="4176713"/>
          <p14:tracePt t="169927" x="4864100" y="4164013"/>
          <p14:tracePt t="169939" x="4843463" y="4164013"/>
          <p14:tracePt t="169951" x="4795838" y="4149725"/>
          <p14:tracePt t="169961" x="4708525" y="4137025"/>
          <p14:tracePt t="169973" x="4586288" y="4116388"/>
          <p14:tracePt t="169985" x="4462463" y="4110038"/>
          <p14:tracePt t="169995" x="4327525" y="4110038"/>
          <p14:tracePt t="170007" x="4205288" y="4116388"/>
          <p14:tracePt t="170018" x="4102100" y="4149725"/>
          <p14:tracePt t="170029" x="4041775" y="4176713"/>
          <p14:tracePt t="170062" x="3986213" y="4224338"/>
          <p14:tracePt t="170070" x="3967163" y="4265613"/>
          <p14:tracePt t="170077" x="3952875" y="4340225"/>
          <p14:tracePt t="170087" x="3973513" y="4367213"/>
          <p14:tracePt t="170100" x="4014788" y="4408488"/>
          <p14:tracePt t="170110" x="4075113" y="4435475"/>
          <p14:tracePt t="170121" x="4137025" y="4456113"/>
          <p14:tracePt t="170131" x="4224338" y="4476750"/>
          <p14:tracePt t="170143" x="4327525" y="4491038"/>
          <p14:tracePt t="170154" x="4422775" y="4491038"/>
          <p14:tracePt t="170164" x="4497388" y="4491038"/>
          <p14:tracePt t="170176" x="4598988" y="4491038"/>
          <p14:tracePt t="170187" x="4667250" y="4476750"/>
          <p14:tracePt t="170198" x="4708525" y="4470400"/>
          <p14:tracePt t="170210" x="4729163" y="4470400"/>
          <p14:tracePt t="170221" x="4735513" y="4456113"/>
          <p14:tracePt t="170231" x="4735513" y="4449763"/>
          <p14:tracePt t="170254" x="4729163" y="4435475"/>
          <p14:tracePt t="170265" x="4694238" y="4414838"/>
          <p14:tracePt t="170277" x="4652963" y="4395788"/>
          <p14:tracePt t="170289" x="4586288" y="4375150"/>
          <p14:tracePt t="170300" x="4518025" y="4367213"/>
          <p14:tracePt t="170311" x="4402138" y="4360863"/>
          <p14:tracePt t="170323" x="4306888" y="4348163"/>
          <p14:tracePt t="170334" x="4224338" y="4360863"/>
          <p14:tracePt t="170344" x="4176713" y="4367213"/>
          <p14:tracePt t="170356" x="4122738" y="4395788"/>
          <p14:tracePt t="170367" x="4095750" y="4435475"/>
          <p14:tracePt t="170378" x="4075113" y="4476750"/>
          <p14:tracePt t="170389" x="4075113" y="4497388"/>
          <p14:tracePt t="170402" x="4075113" y="4530725"/>
          <p14:tracePt t="170411" x="4081463" y="4551363"/>
          <p14:tracePt t="170423" x="4116388" y="4572000"/>
          <p14:tracePt t="170435" x="4137025" y="4586288"/>
          <p14:tracePt t="170445" x="4184650" y="4605338"/>
          <p14:tracePt t="170457" x="4232275" y="4625975"/>
          <p14:tracePt t="170469" x="4292600" y="4640263"/>
          <p14:tracePt t="170479" x="4333875" y="4640263"/>
          <p14:tracePt t="170490" x="4395788" y="4646613"/>
          <p14:tracePt t="170503" x="4462463" y="4646613"/>
          <p14:tracePt t="170513" x="4545013" y="4646613"/>
          <p14:tracePt t="170524" x="4598988" y="4646613"/>
          <p14:tracePt t="170536" x="4652963" y="4646613"/>
          <p14:tracePt t="170547" x="4714875" y="4646613"/>
          <p14:tracePt t="170558" x="4768850" y="4646613"/>
          <p14:tracePt t="170569" x="4789488" y="4640263"/>
          <p14:tracePt t="170580" x="4803775" y="4640263"/>
          <p14:tracePt t="170592" x="4824413" y="4640263"/>
          <p14:tracePt t="170603" x="4837113" y="4625975"/>
          <p14:tracePt t="170647" x="4837113" y="4619625"/>
          <p14:tracePt t="170670" x="4837113" y="4605338"/>
          <p14:tracePt t="170714" x="4843463" y="4605338"/>
          <p14:tracePt t="170739" x="4843463" y="4598988"/>
          <p14:tracePt t="170749" x="4857750" y="4598988"/>
          <p14:tracePt t="170783" x="4843463" y="4598988"/>
          <p14:tracePt t="170794" x="4824413" y="4598988"/>
          <p14:tracePt t="170805" x="4776788" y="4598988"/>
          <p14:tracePt t="171109" x="4789488" y="4598988"/>
          <p14:tracePt t="171124" x="4795838" y="4598988"/>
          <p14:tracePt t="171136" x="4803775" y="4598988"/>
          <p14:tracePt t="171154" x="4816475" y="4598988"/>
          <p14:tracePt t="171187" x="4824413" y="4598988"/>
          <p14:tracePt t="171232" x="4837113" y="4598988"/>
          <p14:tracePt t="171266" x="4837113" y="4586288"/>
          <p14:tracePt t="171390" x="4837113" y="4578350"/>
          <p14:tracePt t="171423" x="4824413" y="4578350"/>
          <p14:tracePt t="171513" x="4824413" y="4572000"/>
          <p14:tracePt t="171559" x="4816475" y="4572000"/>
          <p14:tracePt t="171581" x="4803775" y="4572000"/>
          <p14:tracePt t="171592" x="4789488" y="4572000"/>
          <p14:tracePt t="171605" x="4756150" y="4557713"/>
          <p14:tracePt t="171616" x="4673600" y="4551363"/>
          <p14:tracePt t="171627" x="4586288" y="4538663"/>
          <p14:tracePt t="171638" x="4414838" y="4510088"/>
          <p14:tracePt t="171649" x="4205288" y="4476750"/>
          <p14:tracePt t="171660" x="3986213" y="4435475"/>
          <p14:tracePt t="171674" x="3810000" y="4408488"/>
          <p14:tracePt t="171683" x="3598863" y="4367213"/>
          <p14:tracePt t="171695" x="3408363" y="4319588"/>
          <p14:tracePt t="171707" x="3279775" y="4265613"/>
          <p14:tracePt t="171717" x="3197225" y="4238625"/>
          <p14:tracePt t="171729" x="3149600" y="4217988"/>
          <p14:tracePt t="171740" x="3122613" y="4205288"/>
          <p14:tracePt t="171750" x="3109913" y="4197350"/>
          <p14:tracePt t="171763" x="3109913" y="4184650"/>
          <p14:tracePt t="171784" x="3122613" y="4176713"/>
          <p14:tracePt t="171806" x="3128963" y="4176713"/>
          <p14:tracePt t="171817" x="3143250" y="4164013"/>
          <p14:tracePt t="171830" x="3143250" y="4157663"/>
          <p14:tracePt t="171840" x="3143250" y="4149725"/>
          <p14:tracePt t="171851" x="3128963" y="4137025"/>
          <p14:tracePt t="171864" x="3122613" y="4116388"/>
          <p14:tracePt t="171874" x="3089275" y="4095750"/>
          <p14:tracePt t="171886" x="3062288" y="4068763"/>
          <p14:tracePt t="171898" x="3021013" y="4054475"/>
          <p14:tracePt t="171908" x="2952750" y="4048125"/>
          <p14:tracePt t="171920" x="2890838" y="4048125"/>
          <p14:tracePt t="171931" x="2830513" y="4048125"/>
          <p14:tracePt t="171941" x="2782888" y="4048125"/>
          <p14:tracePt t="171953" x="2728913" y="4048125"/>
          <p14:tracePt t="171965" x="2667000" y="4048125"/>
          <p14:tracePt t="171975" x="2625725" y="4068763"/>
          <p14:tracePt t="171987" x="2592388" y="4095750"/>
          <p14:tracePt t="171999" x="2551113" y="4137025"/>
          <p14:tracePt t="172009" x="2517775" y="4176713"/>
          <p14:tracePt t="172021" x="2497138" y="4224338"/>
          <p14:tracePt t="172032" x="2490788" y="4259263"/>
          <p14:tracePt t="172043" x="2476500" y="4300538"/>
          <p14:tracePt t="172055" x="2476500" y="4348163"/>
          <p14:tracePt t="172066" x="2497138" y="4387850"/>
          <p14:tracePt t="172076" x="2517775" y="4414838"/>
          <p14:tracePt t="172088" x="2551113" y="4449763"/>
          <p14:tracePt t="172099" x="2598738" y="4491038"/>
          <p14:tracePt t="172110" x="2640013" y="4510088"/>
          <p14:tracePt t="172123" x="2708275" y="4530725"/>
          <p14:tracePt t="172155" x="2789238" y="4551363"/>
          <p14:tracePt t="172159" x="2890838" y="4557713"/>
          <p14:tracePt t="172167" x="2959100" y="4557713"/>
          <p14:tracePt t="172169" x="3062288" y="4551363"/>
          <p14:tracePt t="172183" x="3149600" y="4538663"/>
          <p14:tracePt t="172192" x="3217863" y="4530725"/>
          <p14:tracePt t="172201" x="3252788" y="4518025"/>
          <p14:tracePt t="172214" x="3292475" y="4497388"/>
          <p14:tracePt t="172224" x="3313113" y="4476750"/>
          <p14:tracePt t="172235" x="3333750" y="4456113"/>
          <p14:tracePt t="172247" x="3340100" y="4435475"/>
          <p14:tracePt t="172256" x="3354388" y="4414838"/>
          <p14:tracePt t="172268" x="3340100" y="4395788"/>
          <p14:tracePt t="172280" x="3333750" y="4375150"/>
          <p14:tracePt t="172290" x="3313113" y="4367213"/>
          <p14:tracePt t="172302" x="3279775" y="4360863"/>
          <p14:tracePt t="172313" x="3252788" y="4360863"/>
          <p14:tracePt t="172324" x="3217863" y="4348163"/>
          <p14:tracePt t="172336" x="3197225" y="4348163"/>
          <p14:tracePt t="172347" x="3184525" y="4348163"/>
          <p14:tracePt t="172402" x="3184525" y="4360863"/>
          <p14:tracePt t="172425" x="3190875" y="4367213"/>
          <p14:tracePt t="172437" x="3197225" y="4375150"/>
          <p14:tracePt t="172449" x="3232150" y="4395788"/>
          <p14:tracePt t="172459" x="3252788" y="4414838"/>
          <p14:tracePt t="172471" x="3279775" y="4429125"/>
          <p14:tracePt t="172482" x="3333750" y="4456113"/>
          <p14:tracePt t="172493" x="3381375" y="4476750"/>
          <p14:tracePt t="172505" x="3443288" y="4510088"/>
          <p14:tracePt t="172516" x="3490913" y="4530725"/>
          <p14:tracePt t="172527" x="3551238" y="4551363"/>
          <p14:tracePt t="172538" x="3633788" y="4557713"/>
          <p14:tracePt t="172549" x="3714750" y="4578350"/>
          <p14:tracePt t="172560" x="3783013" y="4578350"/>
          <p14:tracePt t="172572" x="3871913" y="4586288"/>
          <p14:tracePt t="172584" x="3973513" y="4598988"/>
          <p14:tracePt t="172594" x="4062413" y="4605338"/>
          <p14:tracePt t="172606" x="4143375" y="4619625"/>
          <p14:tracePt t="172617" x="4244975" y="4619625"/>
          <p14:tracePt t="172629" x="4333875" y="4619625"/>
          <p14:tracePt t="172639" x="4402138" y="4619625"/>
          <p14:tracePt t="172651" x="4456113" y="4619625"/>
          <p14:tracePt t="172663" x="4503738" y="4619625"/>
          <p14:tracePt t="172672" x="4557713" y="4619625"/>
          <p14:tracePt t="172684" x="4598988" y="4619625"/>
          <p14:tracePt t="172696" x="4613275" y="4605338"/>
          <p14:tracePt t="172707" x="4646613" y="4605338"/>
          <p14:tracePt t="172718" x="4673600" y="4598988"/>
          <p14:tracePt t="172730" x="4708525" y="4598988"/>
          <p14:tracePt t="172740" x="4729163" y="4586288"/>
          <p14:tracePt t="172752" x="4756150" y="4586288"/>
          <p14:tracePt t="172764" x="4795838" y="4586288"/>
          <p14:tracePt t="172774" x="4837113" y="4586288"/>
          <p14:tracePt t="172785" x="4857750" y="4586288"/>
          <p14:tracePt t="172797" x="4884738" y="4586288"/>
          <p14:tracePt t="172807" x="4919663" y="4586288"/>
          <p14:tracePt t="172819" x="4946650" y="4586288"/>
          <p14:tracePt t="172831" x="4967288" y="4586288"/>
          <p14:tracePt t="172841" x="4994275" y="4586288"/>
          <p14:tracePt t="172853" x="5027613" y="4586288"/>
          <p14:tracePt t="172865" x="5068888" y="4586288"/>
          <p14:tracePt t="172875" x="5095875" y="4586288"/>
          <p14:tracePt t="172887" x="5137150" y="4586288"/>
          <p14:tracePt t="172898" x="5176838" y="4586288"/>
          <p14:tracePt t="172909" x="5218113" y="4598988"/>
          <p14:tracePt t="172921" x="5259388" y="4605338"/>
          <p14:tracePt t="172932" x="5327650" y="4619625"/>
          <p14:tracePt t="172943" x="5408613" y="4646613"/>
          <p14:tracePt t="172955" x="5530850" y="4667250"/>
          <p14:tracePt t="172966" x="5626100" y="4700588"/>
          <p14:tracePt t="172977" x="5789613" y="4729163"/>
          <p14:tracePt t="172988" x="5994400" y="4748213"/>
          <p14:tracePt t="172999" x="6197600" y="4783138"/>
          <p14:tracePt t="173010" x="6381750" y="4789488"/>
          <p14:tracePt t="173023" x="6619875" y="4810125"/>
          <p14:tracePt t="173033" x="6872288" y="4816475"/>
          <p14:tracePt t="173044" x="7075488" y="4830763"/>
          <p14:tracePt t="173056" x="7205663" y="4837113"/>
          <p14:tracePt t="173067" x="7354888" y="4837113"/>
          <p14:tracePt t="173079" x="7483475" y="4851400"/>
          <p14:tracePt t="173090" x="7566025" y="4857750"/>
          <p14:tracePt t="173101" x="7613650" y="4872038"/>
          <p14:tracePt t="173112" x="7653338" y="4872038"/>
          <p14:tracePt t="173123" x="7688263" y="4872038"/>
          <p14:tracePt t="173134" x="7694613" y="4872038"/>
          <p14:tracePt t="173167" x="7688263" y="4857750"/>
          <p14:tracePt t="173181" x="7673975" y="4851400"/>
          <p14:tracePt t="173201" x="7646988" y="4837113"/>
          <p14:tracePt t="173205" x="7593013" y="4816475"/>
          <p14:tracePt t="173216" x="7483475" y="4795838"/>
          <p14:tracePt t="173226" x="7354888" y="4768850"/>
          <p14:tracePt t="173238" x="7081838" y="4721225"/>
          <p14:tracePt t="173249" x="6715125" y="4660900"/>
          <p14:tracePt t="173258" x="6319838" y="4586288"/>
          <p14:tracePt t="173269" x="6048375" y="4557713"/>
          <p14:tracePt t="173281" x="5688013" y="4518025"/>
          <p14:tracePt t="173291" x="5340350" y="4470400"/>
          <p14:tracePt t="173303" x="5027613" y="4414838"/>
          <p14:tracePt t="173315" x="4824413" y="4375150"/>
          <p14:tracePt t="173325" x="4578350" y="4319588"/>
          <p14:tracePt t="173337" x="4367213" y="4265613"/>
          <p14:tracePt t="173348" x="4197350" y="4224338"/>
          <p14:tracePt t="173359" x="4075113" y="4205288"/>
          <p14:tracePt t="173371" x="3952875" y="4197350"/>
          <p14:tracePt t="173382" x="3851275" y="4184650"/>
          <p14:tracePt t="173393" x="3795713" y="4184650"/>
          <p14:tracePt t="173405" x="3762375" y="4197350"/>
          <p14:tracePt t="173416" x="3735388" y="4205288"/>
          <p14:tracePt t="173426" x="3721100" y="4224338"/>
          <p14:tracePt t="173439" x="3714750" y="4244975"/>
          <p14:tracePt t="173450" x="3714750" y="4259263"/>
          <p14:tracePt t="173460" x="3714750" y="4279900"/>
          <p14:tracePt t="173472" x="3721100" y="4306888"/>
          <p14:tracePt t="173483" x="3756025" y="4340225"/>
          <p14:tracePt t="173494" x="3783013" y="4360863"/>
          <p14:tracePt t="173506" x="3843338" y="4395788"/>
          <p14:tracePt t="173517" x="3911600" y="4429125"/>
          <p14:tracePt t="173529" x="4000500" y="4456113"/>
          <p14:tracePt t="173539" x="4075113" y="4470400"/>
          <p14:tracePt t="173551" x="4205288" y="4491038"/>
          <p14:tracePt t="173562" x="4354513" y="4510088"/>
          <p14:tracePt t="173572" x="4565650" y="4530725"/>
          <p14:tracePt t="173584" x="4735513" y="4551363"/>
          <p14:tracePt t="173596" x="5006975" y="4572000"/>
          <p14:tracePt t="173606" x="5319713" y="4586288"/>
          <p14:tracePt t="173618" x="5661025" y="4598988"/>
          <p14:tracePt t="173630" x="5911850" y="4598988"/>
          <p14:tracePt t="173640" x="6259513" y="4586288"/>
          <p14:tracePt t="173651" x="6592888" y="4557713"/>
          <p14:tracePt t="173664" x="6872288" y="4530725"/>
          <p14:tracePt t="173674" x="7042150" y="4510088"/>
          <p14:tracePt t="173685" x="7224713" y="4491038"/>
          <p14:tracePt t="173697" x="7348538" y="4491038"/>
          <p14:tracePt t="173708" x="7415213" y="4476750"/>
          <p14:tracePt t="173720" x="7456488" y="4476750"/>
          <p14:tracePt t="173731" x="7497763" y="4476750"/>
          <p14:tracePt t="173741" x="7518400" y="4470400"/>
          <p14:tracePt t="173753" x="7539038" y="4470400"/>
          <p14:tracePt t="173765" x="7558088" y="4456113"/>
          <p14:tracePt t="173775" x="7578725" y="4456113"/>
          <p14:tracePt t="173787" x="7593013" y="4456113"/>
          <p14:tracePt t="173799" x="7613650" y="4449763"/>
          <p14:tracePt t="173809" x="7626350" y="4449763"/>
          <p14:tracePt t="173821" x="7634288" y="4435475"/>
          <p14:tracePt t="173842" x="7634288" y="4429125"/>
          <p14:tracePt t="173855" x="7634288" y="4414838"/>
          <p14:tracePt t="173866" x="7626350" y="4395788"/>
          <p14:tracePt t="173876" x="7593013" y="4340225"/>
          <p14:tracePt t="173889" x="7539038" y="4259263"/>
          <p14:tracePt t="173900" x="7456488" y="4164013"/>
          <p14:tracePt t="173910" x="7272338" y="4006850"/>
          <p14:tracePt t="173922" x="7034213" y="3783013"/>
          <p14:tracePt t="173933" x="6762750" y="3544888"/>
          <p14:tracePt t="173944" x="6551613" y="3360738"/>
          <p14:tracePt t="173956" x="6280150" y="3143250"/>
          <p14:tracePt t="173967" x="6042025" y="2959100"/>
          <p14:tracePt t="173979" x="5837238" y="2830513"/>
          <p14:tracePt t="173989" x="5741988" y="2768600"/>
          <p14:tracePt t="174001" x="5640388" y="2728913"/>
          <p14:tracePt t="174012" x="5592763" y="2708275"/>
          <p14:tracePt t="174023" x="5572125" y="2693988"/>
          <p14:tracePt t="174180" x="5557838" y="2693988"/>
          <p14:tracePt t="174183" x="5557838" y="2700338"/>
          <p14:tracePt t="174213" x="5551488" y="2700338"/>
          <p14:tracePt t="174225" x="5530850" y="2708275"/>
          <p14:tracePt t="174247" x="5497513" y="2720975"/>
          <p14:tracePt t="174251" x="5470525" y="2728913"/>
          <p14:tracePt t="174260" x="5395913" y="2741613"/>
          <p14:tracePt t="174271" x="5327650" y="2741613"/>
          <p14:tracePt t="174283" x="5265738" y="2747963"/>
          <p14:tracePt t="174293" x="5218113" y="2747963"/>
          <p14:tracePt t="174304" x="5170488" y="2762250"/>
          <p14:tracePt t="174317" x="5129213" y="2762250"/>
          <p14:tracePt t="174326" x="5110163" y="2762250"/>
          <p14:tracePt t="174338" x="5095875" y="2762250"/>
          <p14:tracePt t="174350" x="5089525" y="2762250"/>
          <p14:tracePt t="174483" x="5075238" y="2747963"/>
          <p14:tracePt t="174496" x="5068888" y="2741613"/>
          <p14:tracePt t="174507" x="5048250" y="2728913"/>
          <p14:tracePt t="174521" x="5033963" y="2728913"/>
          <p14:tracePt t="174530" x="5014913" y="2720975"/>
          <p14:tracePt t="174542" x="4986338" y="2720975"/>
          <p14:tracePt t="174553" x="4959350" y="2708275"/>
          <p14:tracePt t="174563" x="4938713" y="2708275"/>
          <p14:tracePt t="174574" x="4899025" y="2708275"/>
          <p14:tracePt t="174587" x="4878388" y="2708275"/>
          <p14:tracePt t="174596" x="4843463" y="2708275"/>
          <p14:tracePt t="174608" x="4837113" y="2708275"/>
          <p14:tracePt t="174620" x="4816475" y="2708275"/>
          <p14:tracePt t="174630" x="4803775" y="2708275"/>
          <p14:tracePt t="174641" x="4795838" y="2708275"/>
          <p14:tracePt t="174664" x="4789488" y="2708275"/>
          <p14:tracePt t="174676" x="4776788" y="2708275"/>
          <p14:tracePt t="174697" x="4768850" y="2708275"/>
          <p14:tracePt t="174901" x="4756150" y="2708275"/>
          <p14:tracePt t="174901" x="4748213" y="2708275"/>
          <p14:tracePt t="174911" x="4735513" y="2708275"/>
          <p14:tracePt t="174934" x="4729163" y="2708275"/>
          <p14:tracePt t="174945" x="4714875" y="2708275"/>
          <p14:tracePt t="174957" x="4708525" y="2708275"/>
          <p14:tracePt t="174969" x="4694238" y="2708275"/>
          <p14:tracePt t="174979" x="4687888" y="2708275"/>
          <p14:tracePt t="175002" x="4673600" y="2708275"/>
          <p14:tracePt t="175012" x="4667250" y="2708275"/>
          <p14:tracePt t="175035" x="4652963" y="2708275"/>
          <p14:tracePt t="175069" x="4646613" y="2720975"/>
          <p14:tracePt t="175091" x="4633913" y="2728913"/>
          <p14:tracePt t="175104" x="4625975" y="2741613"/>
          <p14:tracePt t="175114" x="4613275" y="2747963"/>
          <p14:tracePt t="175126" x="4605338" y="2762250"/>
          <p14:tracePt t="175138" x="4598988" y="2768600"/>
          <p14:tracePt t="175148" x="4586288" y="2782888"/>
          <p14:tracePt t="175160" x="4578350" y="2789238"/>
          <p14:tracePt t="175171" x="4565650" y="2809875"/>
          <p14:tracePt t="175181" x="4557713" y="2824163"/>
          <p14:tracePt t="175194" x="4545013" y="2830513"/>
          <p14:tracePt t="175205" x="4538663" y="2851150"/>
          <p14:tracePt t="175215" x="4524375" y="2863850"/>
          <p14:tracePt t="175228" x="4518025" y="2884488"/>
          <p14:tracePt t="175238" x="4503738" y="2905125"/>
          <p14:tracePt t="175249" x="4497388" y="2911475"/>
          <p14:tracePt t="175262" x="4497388" y="2932113"/>
          <p14:tracePt t="175272" x="4483100" y="2952750"/>
          <p14:tracePt t="175283" x="4483100" y="2973388"/>
          <p14:tracePt t="175305" x="4483100" y="2994025"/>
          <p14:tracePt t="175309" x="4476750" y="3014663"/>
          <p14:tracePt t="175318" x="4476750" y="3033713"/>
          <p14:tracePt t="175331" x="4476750" y="3054350"/>
          <p14:tracePt t="175340" x="4483100" y="3074988"/>
          <p14:tracePt t="175350" x="4483100" y="3101975"/>
          <p14:tracePt t="175362" x="4497388" y="3122613"/>
          <p14:tracePt t="175373" x="4497388" y="3143250"/>
          <p14:tracePt t="175384" x="4503738" y="3163888"/>
          <p14:tracePt t="175396" x="4518025" y="3184525"/>
          <p14:tracePt t="175407" x="4524375" y="3205163"/>
          <p14:tracePt t="175418" x="4545013" y="3224213"/>
          <p14:tracePt t="175430" x="4578350" y="3252788"/>
          <p14:tracePt t="175441" x="4605338" y="3271838"/>
          <p14:tracePt t="175454" x="4633913" y="3292475"/>
          <p14:tracePt t="175464" x="4673600" y="3313113"/>
          <p14:tracePt t="175475" x="4714875" y="3333750"/>
          <p14:tracePt t="175486" x="4756150" y="3354388"/>
          <p14:tracePt t="175496" x="4776788" y="3360738"/>
          <p14:tracePt t="175508" x="4816475" y="3375025"/>
          <p14:tracePt t="175521" x="4843463" y="3375025"/>
          <p14:tracePt t="175530" x="4884738" y="3381375"/>
          <p14:tracePt t="175542" x="4926013" y="3381375"/>
          <p14:tracePt t="175554" x="4979988" y="3381375"/>
          <p14:tracePt t="175564" x="5027613" y="3381375"/>
          <p14:tracePt t="175575" x="5089525" y="3381375"/>
          <p14:tracePt t="175587" x="5137150" y="3375025"/>
          <p14:tracePt t="175597" x="5205413" y="3360738"/>
          <p14:tracePt t="175609" x="5265738" y="3354388"/>
          <p14:tracePt t="175621" x="5340350" y="3333750"/>
          <p14:tracePt t="175631" x="5387975" y="3313113"/>
          <p14:tracePt t="175643" x="5449888" y="3286125"/>
          <p14:tracePt t="175655" x="5510213" y="3232150"/>
          <p14:tracePt t="175665" x="5572125" y="3184525"/>
          <p14:tracePt t="175677" x="5619750" y="3143250"/>
          <p14:tracePt t="175689" x="5667375" y="3116263"/>
          <p14:tracePt t="175699" x="5721350" y="3095625"/>
          <p14:tracePt t="175711" x="5762625" y="3095625"/>
          <p14:tracePt t="175722" x="5810250" y="3095625"/>
          <p14:tracePt t="175732" x="5911850" y="3101975"/>
          <p14:tracePt t="175745" x="6042025" y="3122613"/>
          <p14:tracePt t="175756" x="6197600" y="3143250"/>
          <p14:tracePt t="175766" x="6354763" y="3163888"/>
          <p14:tracePt t="175779" x="6599238" y="3190875"/>
          <p14:tracePt t="175790" x="6872288" y="3211513"/>
          <p14:tracePt t="175800" x="7158038" y="3244850"/>
          <p14:tracePt t="175812" x="7334250" y="3252788"/>
          <p14:tracePt t="175823" x="7545388" y="3252788"/>
          <p14:tracePt t="175834" x="7715250" y="3244850"/>
          <p14:tracePt t="175846" x="7816850" y="3224213"/>
          <p14:tracePt t="175858" x="7920038" y="3190875"/>
          <p14:tracePt t="175869" x="7986713" y="3149600"/>
          <p14:tracePt t="175880" x="8034338" y="3116263"/>
          <p14:tracePt t="175891" x="8054975" y="3074988"/>
          <p14:tracePt t="175902" x="8075613" y="3033713"/>
          <p14:tracePt t="175913" x="8075613" y="2994025"/>
          <p14:tracePt t="175925" x="8075613" y="2959100"/>
          <p14:tracePt t="175936" x="8075613" y="2932113"/>
          <p14:tracePt t="175946" x="8069263" y="2911475"/>
          <p14:tracePt t="175959" x="8054975" y="2890838"/>
          <p14:tracePt t="175971" x="8048625" y="2871788"/>
          <p14:tracePt t="175980" x="8048625" y="2863850"/>
          <p14:tracePt t="175992" x="8034338" y="2863850"/>
          <p14:tracePt t="176004" x="8027988" y="2851150"/>
          <p14:tracePt t="176014" x="8007350" y="2851150"/>
          <p14:tracePt t="176025" x="7986713" y="2851150"/>
          <p14:tracePt t="176037" x="7947025" y="2851150"/>
          <p14:tracePt t="176048" x="7885113" y="2851150"/>
          <p14:tracePt t="176059" x="7804150" y="2871788"/>
          <p14:tracePt t="176071" x="7729538" y="2884488"/>
          <p14:tracePt t="176081" x="7586663" y="2911475"/>
          <p14:tracePt t="176094" x="7423150" y="2952750"/>
          <p14:tracePt t="176105" x="7272338" y="3000375"/>
          <p14:tracePt t="176115" x="7164388" y="3033713"/>
          <p14:tracePt t="176127" x="7054850" y="3095625"/>
          <p14:tracePt t="176139" x="6986588" y="3149600"/>
          <p14:tracePt t="176149" x="6946900" y="3211513"/>
          <p14:tracePt t="176161" x="6932613" y="3252788"/>
          <p14:tracePt t="176172" x="6932613" y="3327400"/>
          <p14:tracePt t="176182" x="6967538" y="3381375"/>
          <p14:tracePt t="176195" x="7015163" y="3455988"/>
          <p14:tracePt t="176206" x="7081838" y="3503613"/>
          <p14:tracePt t="176217" x="7185025" y="3565525"/>
          <p14:tracePt t="176229" x="7292975" y="3613150"/>
          <p14:tracePt t="176240" x="7402513" y="3652838"/>
          <p14:tracePt t="176250" x="7483475" y="3667125"/>
          <p14:tracePt t="176263" x="7586663" y="3673475"/>
          <p14:tracePt t="176274" x="7688263" y="3673475"/>
          <p14:tracePt t="176284" x="7756525" y="3673475"/>
          <p14:tracePt t="176296" x="7804150" y="3667125"/>
          <p14:tracePt t="176307" x="7843838" y="3633788"/>
          <p14:tracePt t="176317" x="7878763" y="3605213"/>
          <p14:tracePt t="176352" x="7899400" y="3551238"/>
          <p14:tracePt t="176356" x="7899400" y="3497263"/>
          <p14:tracePt t="176365" x="7899400" y="3381375"/>
          <p14:tracePt t="176367" x="7864475" y="3244850"/>
          <p14:tracePt t="176375" x="7816850" y="3101975"/>
          <p14:tracePt t="176388" x="7769225" y="3000375"/>
          <p14:tracePt t="176398" x="7688263" y="2905125"/>
          <p14:tracePt t="176409" x="7593013" y="2830513"/>
          <p14:tracePt t="176420" x="7477125" y="2768600"/>
          <p14:tracePt t="176430" x="7375525" y="2741613"/>
          <p14:tracePt t="176442" x="7212013" y="2720975"/>
          <p14:tracePt t="176454" x="7054850" y="2720975"/>
          <p14:tracePt t="176464" x="6932613" y="2728913"/>
          <p14:tracePt t="176475" x="6864350" y="2747963"/>
          <p14:tracePt t="176487" x="6796088" y="2803525"/>
          <p14:tracePt t="176498" x="6735763" y="2863850"/>
          <p14:tracePt t="176510" x="6700838" y="2932113"/>
          <p14:tracePt t="176522" x="6694488" y="2979738"/>
          <p14:tracePt t="176531" x="6694488" y="3062288"/>
          <p14:tracePt t="176543" x="6715125" y="3128963"/>
          <p14:tracePt t="176555" x="6735763" y="3170238"/>
          <p14:tracePt t="176566" x="6783388" y="3224213"/>
          <p14:tracePt t="176578" x="6831013" y="3265488"/>
          <p14:tracePt t="176589" x="6891338" y="3292475"/>
          <p14:tracePt t="176599" x="6932613" y="3313113"/>
          <p14:tracePt t="176611" x="6967538" y="3327400"/>
          <p14:tracePt t="176623" x="6994525" y="3333750"/>
          <p14:tracePt t="176633" x="7015163" y="3333750"/>
          <p14:tracePt t="176645" x="7021513" y="3333750"/>
          <p14:tracePt t="176982" x="7042150" y="3340100"/>
          <p14:tracePt t="176992" x="7075488" y="3375025"/>
          <p14:tracePt t="176997" x="7158038" y="3402013"/>
          <p14:tracePt t="177005" x="7232650" y="3435350"/>
          <p14:tracePt t="177019" x="7396163" y="3497263"/>
          <p14:tracePt t="177029" x="7605713" y="3571875"/>
          <p14:tracePt t="177039" x="7864475" y="3652838"/>
          <p14:tracePt t="177049" x="8048625" y="3714750"/>
          <p14:tracePt t="177061" x="8259763" y="3776663"/>
          <p14:tracePt t="177072" x="8435975" y="3824288"/>
          <p14:tracePt t="177083" x="8539163" y="3857625"/>
          <p14:tracePt t="177094" x="8558213" y="3863975"/>
          <p14:tracePt t="177804" x="8558213" y="3857625"/>
          <p14:tracePt t="177836" x="8572500" y="3857625"/>
          <p14:tracePt t="177858" x="8558213" y="3857625"/>
          <p14:tracePt t="177937" x="8558213" y="3863975"/>
          <p14:tracePt t="177971" x="8558213" y="3878263"/>
          <p14:tracePt t="177983" x="8572500" y="3898900"/>
          <p14:tracePt t="177995" x="8593138" y="3925888"/>
          <p14:tracePt t="178006" x="8620125" y="3973513"/>
          <p14:tracePt t="178017" x="8661400" y="4048125"/>
          <p14:tracePt t="178032" x="8729663" y="4164013"/>
          <p14:tracePt t="178042" x="8816975" y="4327525"/>
          <p14:tracePt t="178053" x="8912225" y="4491038"/>
          <p14:tracePt t="178065" x="8974138" y="4586288"/>
          <p14:tracePt t="178074" x="9048750" y="4681538"/>
          <p14:tracePt t="178086" x="9123363" y="4748213"/>
          <p14:tracePt t="178097" x="9170988" y="4795838"/>
          <p14:tracePt t="178107" x="9197975" y="4830763"/>
          <p14:tracePt t="178119" x="9232900" y="4857750"/>
          <p14:tracePt t="178130" x="9259888" y="4878388"/>
          <p14:tracePt t="178140" x="9280525" y="4891088"/>
          <p14:tracePt t="178152" x="9293225" y="4891088"/>
          <p14:tracePt t="178163" x="9280525" y="4891088"/>
          <p14:tracePt t="178466" x="9293225" y="4891088"/>
          <p14:tracePt t="178478" x="9293225" y="4899025"/>
          <p14:tracePt t="178489" x="9301163" y="4899025"/>
          <p14:tracePt t="178500" x="9313863" y="4899025"/>
          <p14:tracePt t="178512" x="9320213" y="4899025"/>
          <p14:tracePt t="178523" x="9355138" y="4911725"/>
          <p14:tracePt t="178534" x="9382125" y="4919663"/>
          <p14:tracePt t="178546" x="9444038" y="4953000"/>
          <p14:tracePt t="178556" x="9566275" y="4979988"/>
          <p14:tracePt t="178568" x="9682163" y="5027613"/>
          <p14:tracePt t="178580" x="9810750" y="5068888"/>
          <p14:tracePt t="178590" x="10042525" y="5143500"/>
          <p14:tracePt t="178601" x="10367963" y="5259388"/>
          <p14:tracePt t="178614" x="10790238" y="5408613"/>
          <p14:tracePt t="178624" x="11150600" y="5530850"/>
          <p14:tracePt t="178635" x="11742738" y="5735638"/>
          <p14:tracePt t="180346" x="11974513" y="5864225"/>
          <p14:tracePt t="180356" x="11177588" y="5700713"/>
          <p14:tracePt t="180369" x="10245725" y="5524500"/>
          <p14:tracePt t="180380" x="9634538" y="5408613"/>
          <p14:tracePt t="180392" x="8709025" y="5272088"/>
          <p14:tracePt t="180401" x="7837488" y="5164138"/>
          <p14:tracePt t="180415" x="7307263" y="5102225"/>
          <p14:tracePt t="180426" x="6640513" y="5048250"/>
          <p14:tracePt t="180436" x="6300788" y="5021263"/>
          <p14:tracePt t="180449" x="5953125" y="5006975"/>
          <p14:tracePt t="180459" x="5795963" y="5006975"/>
          <p14:tracePt t="180470" x="5681663" y="5006975"/>
          <p14:tracePt t="180482" x="5626100" y="5006975"/>
          <p14:tracePt t="180492" x="5619750" y="5006975"/>
          <p14:tracePt t="180504" x="5605463" y="5006975"/>
          <p14:tracePt t="180547" x="5599113" y="5006975"/>
          <p14:tracePt t="180873" x="5605463" y="5000625"/>
          <p14:tracePt t="180930" x="5619750" y="5000625"/>
          <p14:tracePt t="180953" x="5626100" y="5000625"/>
          <p14:tracePt t="180965" x="5626100" y="4986338"/>
          <p14:tracePt t="180977" x="5640388" y="4986338"/>
          <p14:tracePt t="180986" x="5640388" y="4979988"/>
          <p14:tracePt t="181020" x="5640388" y="4973638"/>
          <p14:tracePt t="181042" x="5646738" y="4973638"/>
          <p14:tracePt t="181055" x="5646738" y="4959350"/>
          <p14:tracePt t="181087" x="5646738" y="4953000"/>
          <p14:tracePt t="181099" x="5661025" y="4953000"/>
          <p14:tracePt t="181111" x="5667375" y="4938713"/>
          <p14:tracePt t="181121" x="5681663" y="4932363"/>
          <p14:tracePt t="181135" x="5700713" y="4911725"/>
          <p14:tracePt t="181145" x="5708650" y="4891088"/>
          <p14:tracePt t="181156" x="5729288" y="4872038"/>
          <p14:tracePt t="181168" x="5741988" y="4851400"/>
          <p14:tracePt t="181180" x="5762625" y="4810125"/>
          <p14:tracePt t="181190" x="5768975" y="4768850"/>
          <p14:tracePt t="181202" x="5783263" y="4721225"/>
          <p14:tracePt t="181214" x="5783263" y="4681538"/>
          <p14:tracePt t="181225" x="5783263" y="4605338"/>
          <p14:tracePt t="181235" x="5762625" y="4538663"/>
          <p14:tracePt t="181245" x="5741988" y="4470400"/>
          <p14:tracePt t="181258" x="5721350" y="4429125"/>
          <p14:tracePt t="181269" x="5688013" y="4387850"/>
          <p14:tracePt t="181279" x="5667375" y="4360863"/>
          <p14:tracePt t="181292" x="5640388" y="4348163"/>
          <p14:tracePt t="181303" x="5605463" y="4340225"/>
          <p14:tracePt t="181313" x="5557838" y="4340225"/>
          <p14:tracePt t="181325" x="5510213" y="4348163"/>
          <p14:tracePt t="181336" x="5449888" y="4367213"/>
          <p14:tracePt t="181346" x="5414963" y="4387850"/>
          <p14:tracePt t="181359" x="5387975" y="4414838"/>
          <p14:tracePt t="181370" x="5367338" y="4456113"/>
          <p14:tracePt t="181381" x="5348288" y="4491038"/>
          <p14:tracePt t="181392" x="5348288" y="4518025"/>
          <p14:tracePt t="181403" x="5360988" y="4551363"/>
          <p14:tracePt t="181415" x="5367338" y="4572000"/>
          <p14:tracePt t="181425" x="5381625" y="4586288"/>
          <p14:tracePt t="181437" x="5387975" y="4598988"/>
          <p14:tracePt t="181449" x="5395913" y="4598988"/>
          <p14:tracePt t="181459" x="5395913" y="4605338"/>
          <p14:tracePt t="181471" x="5408613" y="4605338"/>
          <p14:tracePt t="181898" x="5414963" y="4619625"/>
          <p14:tracePt t="181909" x="5429250" y="4625975"/>
          <p14:tracePt t="181920" x="5435600" y="4640263"/>
          <p14:tracePt t="181933" x="5435600" y="4646613"/>
          <p14:tracePt t="181943" x="5449888" y="4660900"/>
          <p14:tracePt t="181954" x="5456238" y="4660900"/>
          <p14:tracePt t="181967" x="5470525" y="4667250"/>
          <p14:tracePt t="181977" x="5476875" y="4681538"/>
          <p14:tracePt t="181988" x="5491163" y="4681538"/>
          <p14:tracePt t="182000" x="5497513" y="4687888"/>
          <p14:tracePt t="182011" x="5518150" y="4700588"/>
          <p14:tracePt t="182022" x="5518150" y="4708525"/>
          <p14:tracePt t="182034" x="5518150" y="4721225"/>
          <p14:tracePt t="182370" x="5518150" y="4729163"/>
          <p14:tracePt t="182392" x="5530850" y="4729163"/>
          <p14:tracePt t="182437" x="5538788" y="4729163"/>
          <p14:tracePt t="182471" x="5551488" y="4729163"/>
          <p14:tracePt t="182494" x="5557838" y="4729163"/>
          <p14:tracePt t="182641" x="5572125" y="4729163"/>
          <p14:tracePt t="182652" x="5578475" y="4741863"/>
          <p14:tracePt t="182664" x="5599113" y="4741863"/>
          <p14:tracePt t="182675" x="5605463" y="4741863"/>
          <p14:tracePt t="182686" x="5626100" y="4748213"/>
          <p14:tracePt t="182697" x="5646738" y="4748213"/>
          <p14:tracePt t="182709" x="5667375" y="4762500"/>
          <p14:tracePt t="182719" x="5681663" y="4762500"/>
          <p14:tracePt t="182730" x="5688013" y="4762500"/>
          <p14:tracePt t="182742" x="5700713" y="4762500"/>
          <p14:tracePt t="182752" x="5708650" y="4762500"/>
          <p14:tracePt t="182764" x="5708650" y="4768850"/>
          <p14:tracePt t="182797" x="5721350" y="4768850"/>
          <p14:tracePt t="182876" x="5729288" y="4768850"/>
          <p14:tracePt t="182910" x="5741988" y="4768850"/>
          <p14:tracePt t="183011" x="5748338" y="4768850"/>
          <p14:tracePt t="183101" x="5762625" y="4768850"/>
          <p14:tracePt t="183293" x="5762625" y="4783138"/>
          <p14:tracePt t="183619" x="5768975" y="4783138"/>
          <p14:tracePt t="183663" x="5783263" y="4783138"/>
          <p14:tracePt t="184035" x="5783263" y="4789488"/>
          <p14:tracePt t="184047" x="5789613" y="4789488"/>
          <p14:tracePt t="184113" x="5789613" y="4795838"/>
          <p14:tracePt t="184125" x="5795963" y="4795838"/>
          <p14:tracePt t="184327" x="5810250" y="4795838"/>
          <p14:tracePt t="184484" x="5816600" y="4795838"/>
          <p14:tracePt t="184901" x="5816600" y="4810125"/>
          <p14:tracePt t="184924" x="5830888" y="4810125"/>
          <p14:tracePt t="185127" x="5837238" y="4810125"/>
          <p14:tracePt t="185127" x="5851525" y="4810125"/>
          <p14:tracePt t="185138" x="5857875" y="4816475"/>
          <p14:tracePt t="185149" x="5872163" y="4816475"/>
          <p14:tracePt t="185160" x="5899150" y="4830763"/>
          <p14:tracePt t="185172" x="5932488" y="4830763"/>
          <p14:tracePt t="185183" x="5973763" y="4837113"/>
          <p14:tracePt t="185195" x="6021388" y="4851400"/>
          <p14:tracePt t="185206" x="6062663" y="4857750"/>
          <p14:tracePt t="185216" x="6089650" y="4872038"/>
          <p14:tracePt t="185229" x="6129338" y="4878388"/>
          <p14:tracePt t="185239" x="6164263" y="4878388"/>
          <p14:tracePt t="185250" x="6191250" y="4891088"/>
          <p14:tracePt t="185264" x="6197600" y="4891088"/>
          <p14:tracePt t="185273" x="6211888" y="4899025"/>
          <p14:tracePt t="185286" x="6218238" y="4899025"/>
          <p14:tracePt t="185329" x="6197600" y="4899025"/>
          <p14:tracePt t="185340" x="6170613" y="4891088"/>
          <p14:tracePt t="185352" x="6164263" y="4891088"/>
          <p14:tracePt t="185700" x="6170613" y="4891088"/>
          <p14:tracePt t="185703" x="6184900" y="4891088"/>
          <p14:tracePt t="185724" x="6191250" y="4891088"/>
          <p14:tracePt t="185745" x="6197600" y="4891088"/>
          <p14:tracePt t="185790" x="6211888" y="4891088"/>
          <p14:tracePt t="188693" x="6402388" y="4911725"/>
          <p14:tracePt t="188694" x="6510338" y="4919663"/>
          <p14:tracePt t="188704" x="6721475" y="4938713"/>
          <p14:tracePt t="188716" x="6911975" y="4938713"/>
          <p14:tracePt t="188726" x="7232650" y="4938713"/>
          <p14:tracePt t="188738" x="7558088" y="4932363"/>
          <p14:tracePt t="188749" x="7748588" y="4911725"/>
          <p14:tracePt t="188760" x="7986713" y="4878388"/>
          <p14:tracePt t="188771" x="8129588" y="4837113"/>
          <p14:tracePt t="188784" x="8301038" y="4748213"/>
          <p14:tracePt t="188795" x="8415338" y="4646613"/>
          <p14:tracePt t="188813" x="8470900" y="4572000"/>
          <p14:tracePt t="188821" x="8518525" y="4456113"/>
          <p14:tracePt t="188835" x="8539163" y="4327525"/>
          <p14:tracePt t="188850" x="8531225" y="4217988"/>
          <p14:tracePt t="188851" x="8497888" y="4027488"/>
          <p14:tracePt t="188873" x="8450263" y="3884613"/>
          <p14:tracePt t="188874" x="8348663" y="3667125"/>
          <p14:tracePt t="188886" x="8266113" y="3517900"/>
          <p14:tracePt t="188896" x="8150225" y="3306763"/>
          <p14:tracePt t="188907" x="8034338" y="3128963"/>
          <p14:tracePt t="188929" x="7967663" y="3033713"/>
          <p14:tracePt t="188933" x="7864475" y="2919413"/>
          <p14:tracePt t="188941" x="7804150" y="2863850"/>
          <p14:tracePt t="188952" x="7715250" y="2803525"/>
          <p14:tracePt t="188964" x="7605713" y="2747963"/>
          <p14:tracePt t="188974" x="7504113" y="2720975"/>
          <p14:tracePt t="188986" x="7334250" y="2673350"/>
          <p14:tracePt t="188998" x="7197725" y="2640013"/>
          <p14:tracePt t="189009" x="6986588" y="2613025"/>
          <p14:tracePt t="189021" x="6735763" y="2613025"/>
          <p14:tracePt t="189031" x="6545263" y="2640013"/>
          <p14:tracePt t="189042" x="6191250" y="2768600"/>
          <p14:tracePt t="189053" x="5911850" y="2919413"/>
          <p14:tracePt t="189066" x="5476875" y="3265488"/>
          <p14:tracePt t="189076" x="5129213" y="3646488"/>
          <p14:tracePt t="189089" x="4986338" y="3863975"/>
          <p14:tracePt t="189099" x="4878388" y="4137025"/>
          <p14:tracePt t="189109" x="4864100" y="4286250"/>
          <p14:tracePt t="189122" x="4884738" y="4491038"/>
          <p14:tracePt t="189132" x="4967288" y="4660900"/>
          <p14:tracePt t="189143" x="5048250" y="4768850"/>
          <p14:tracePt t="189155" x="5218113" y="4911725"/>
          <p14:tracePt t="189166" x="5348288" y="4986338"/>
          <p14:tracePt t="189176" x="5551488" y="5081588"/>
          <p14:tracePt t="189189" x="5741988" y="5143500"/>
          <p14:tracePt t="189200" x="5851525" y="5149850"/>
          <p14:tracePt t="189210" x="6021388" y="5164138"/>
          <p14:tracePt t="189221" x="6149975" y="5149850"/>
          <p14:tracePt t="189233" x="6340475" y="5110163"/>
          <p14:tracePt t="189245" x="6530975" y="5027613"/>
          <p14:tracePt t="189256" x="6661150" y="4938713"/>
          <p14:tracePt t="189267" x="6843713" y="4748213"/>
          <p14:tracePt t="189279" x="6953250" y="4586288"/>
          <p14:tracePt t="189290" x="7102475" y="4286250"/>
          <p14:tracePt t="189301" x="7232650" y="3938588"/>
          <p14:tracePt t="189313" x="7292975" y="3708400"/>
          <p14:tracePt t="189323" x="7327900" y="3402013"/>
          <p14:tracePt t="189334" x="7327900" y="3232150"/>
          <p14:tracePt t="189346" x="7265988" y="3041650"/>
          <p14:tracePt t="189357" x="7185025" y="2911475"/>
          <p14:tracePt t="189368" x="7116763" y="2851150"/>
          <p14:tracePt t="189380" x="6994525" y="2803525"/>
          <p14:tracePt t="189390" x="6872288" y="2768600"/>
          <p14:tracePt t="189403" x="6653213" y="2728913"/>
          <p14:tracePt t="189413" x="6361113" y="2728913"/>
          <p14:tracePt t="189424" x="6122988" y="2728913"/>
          <p14:tracePt t="189436" x="5708650" y="2789238"/>
          <p14:tracePt t="189447" x="5245100" y="2890838"/>
          <p14:tracePt t="189458" x="4959350" y="3014663"/>
          <p14:tracePt t="189470" x="4538663" y="3252788"/>
          <p14:tracePt t="189481" x="4306888" y="3462338"/>
          <p14:tracePt t="189491" x="4054475" y="3803650"/>
          <p14:tracePt t="189503" x="3932238" y="4068763"/>
          <p14:tracePt t="189515" x="3851275" y="4449763"/>
          <p14:tracePt t="189525" x="3843338" y="4783138"/>
          <p14:tracePt t="189537" x="3863975" y="4959350"/>
          <p14:tracePt t="189549" x="3932238" y="5170488"/>
          <p14:tracePt t="189559" x="3994150" y="5280025"/>
          <p14:tracePt t="189571" x="4102100" y="5408613"/>
          <p14:tracePt t="189582" x="4252913" y="5510213"/>
          <p14:tracePt t="189593" x="4367213" y="5586413"/>
          <p14:tracePt t="189604" x="4557713" y="5653088"/>
          <p14:tracePt t="189617" x="4687888" y="5681663"/>
          <p14:tracePt t="189631" x="4919663" y="5721350"/>
          <p14:tracePt t="189640" x="5197475" y="5735638"/>
          <p14:tracePt t="189650" x="5395913" y="5721350"/>
          <p14:tracePt t="189661" x="5681663" y="5694363"/>
          <p14:tracePt t="189672" x="5857875" y="5653088"/>
          <p14:tracePt t="189683" x="6110288" y="5572125"/>
          <p14:tracePt t="189695" x="6340475" y="5449888"/>
          <p14:tracePt t="189705" x="6483350" y="5360988"/>
          <p14:tracePt t="189717" x="6673850" y="5184775"/>
          <p14:tracePt t="189728" x="6777038" y="5048250"/>
          <p14:tracePt t="189739" x="6884988" y="4851400"/>
          <p14:tracePt t="189750" x="6953250" y="4667250"/>
          <p14:tracePt t="189764" x="6973888" y="4557713"/>
          <p14:tracePt t="189773" x="6967538" y="4408488"/>
          <p14:tracePt t="189785" x="6946900" y="4319588"/>
          <p14:tracePt t="189796" x="6891338" y="4205288"/>
          <p14:tracePt t="189806" x="6804025" y="4110038"/>
          <p14:tracePt t="189818" x="6735763" y="4054475"/>
          <p14:tracePt t="189830" x="6613525" y="3986213"/>
          <p14:tracePt t="189840" x="6530975" y="3946525"/>
          <p14:tracePt t="189852" x="6423025" y="3905250"/>
          <p14:tracePt t="189864" x="6313488" y="3878263"/>
          <p14:tracePt t="189874" x="6253163" y="3857625"/>
          <p14:tracePt t="189886" x="6164263" y="3843338"/>
          <p14:tracePt t="189897" x="6102350" y="3843338"/>
          <p14:tracePt t="189919" x="6007100" y="3857625"/>
          <p14:tracePt t="189923" x="5919788" y="3878263"/>
          <p14:tracePt t="189931" x="5857875" y="3898900"/>
          <p14:tracePt t="189946" x="5762625" y="3946525"/>
          <p14:tracePt t="189955" x="5700713" y="4006850"/>
          <p14:tracePt t="189986" x="5599113" y="4116388"/>
          <p14:tracePt t="189990" x="5518150" y="4279900"/>
          <p14:tracePt t="189998" x="5476875" y="4375150"/>
          <p14:tracePt t="190000" x="5456238" y="4551363"/>
          <p14:tracePt t="190015" x="5456238" y="4660900"/>
          <p14:tracePt t="190023" x="5497513" y="4795838"/>
          <p14:tracePt t="190032" x="5557838" y="4911725"/>
          <p14:tracePt t="190044" x="5605463" y="4959350"/>
          <p14:tracePt t="190055" x="5667375" y="5006975"/>
          <p14:tracePt t="190066" x="5700713" y="5027613"/>
          <p14:tracePt t="190076" x="5762625" y="5048250"/>
          <p14:tracePt t="190088" x="5816600" y="5062538"/>
          <p14:tracePt t="190100" x="5857875" y="5062538"/>
          <p14:tracePt t="190110" x="5932488" y="5062538"/>
          <p14:tracePt t="190122" x="5980113" y="5048250"/>
          <p14:tracePt t="190133" x="6062663" y="5027613"/>
          <p14:tracePt t="190145" x="6143625" y="4986338"/>
          <p14:tracePt t="190156" x="6197600" y="4938713"/>
          <p14:tracePt t="190167" x="6280150" y="4857750"/>
          <p14:tracePt t="190179" x="6319838" y="4795838"/>
          <p14:tracePt t="190189" x="6340475" y="4708525"/>
          <p14:tracePt t="190201" x="6354763" y="4625975"/>
          <p14:tracePt t="190213" x="6340475" y="4572000"/>
          <p14:tracePt t="190223" x="6300788" y="4476750"/>
          <p14:tracePt t="190234" x="6259513" y="4414838"/>
          <p14:tracePt t="190246" x="6184900" y="4340225"/>
          <p14:tracePt t="190256" x="6089650" y="4279900"/>
          <p14:tracePt t="190268" x="6027738" y="4238625"/>
          <p14:tracePt t="190280" x="5938838" y="4197350"/>
          <p14:tracePt t="190290" x="5878513" y="4184650"/>
          <p14:tracePt t="190302" x="5783263" y="4164013"/>
          <p14:tracePt t="190314" x="5700713" y="4157663"/>
          <p14:tracePt t="190324" x="5646738" y="4164013"/>
          <p14:tracePt t="190336" x="5592763" y="4176713"/>
          <p14:tracePt t="190347" x="5551488" y="4184650"/>
          <p14:tracePt t="190358" x="5510213" y="4217988"/>
          <p14:tracePt t="190370" x="5470525" y="4259263"/>
          <p14:tracePt t="190381" x="5435600" y="4300538"/>
          <p14:tracePt t="190391" x="5414963" y="4348163"/>
          <p14:tracePt t="190403" x="5395913" y="4387850"/>
          <p14:tracePt t="190415" x="5395913" y="4435475"/>
          <p14:tracePt t="190425" x="5387975" y="4497388"/>
          <p14:tracePt t="190437" x="5395913" y="4538663"/>
          <p14:tracePt t="190448" x="5408613" y="4578350"/>
          <p14:tracePt t="190459" x="5414963" y="4605338"/>
          <p14:tracePt t="190471" x="5449888" y="4646613"/>
          <p14:tracePt t="190483" x="5476875" y="4681538"/>
          <p14:tracePt t="190493" x="5510213" y="4700588"/>
          <p14:tracePt t="190505" x="5572125" y="4729163"/>
          <p14:tracePt t="190516" x="5619750" y="4748213"/>
          <p14:tracePt t="190526" x="5708650" y="4768850"/>
          <p14:tracePt t="190539" x="5810250" y="4789488"/>
          <p14:tracePt t="190550" x="5857875" y="4795838"/>
          <p14:tracePt t="190560" x="5938838" y="4810125"/>
          <p14:tracePt t="190572" x="5980113" y="4816475"/>
          <p14:tracePt t="190584" x="6021388" y="4816475"/>
          <p14:tracePt t="190595" x="6042025" y="4810125"/>
          <p14:tracePt t="190605" x="6048375" y="4810125"/>
          <p14:tracePt t="190628" x="6048375" y="4795838"/>
          <p14:tracePt t="190650" x="6048375" y="4789488"/>
          <p14:tracePt t="190673" x="6048375" y="4783138"/>
          <p14:tracePt t="190999" x="6069013" y="4789488"/>
          <p14:tracePt t="191033" x="6081713" y="4795838"/>
          <p14:tracePt t="191036" x="6081713" y="4810125"/>
          <p14:tracePt t="191048" x="6062663" y="4816475"/>
          <p14:tracePt t="191049" x="6048375" y="4816475"/>
          <p14:tracePt t="191359" x="6062663" y="4816475"/>
          <p14:tracePt t="191381" x="6069013" y="4816475"/>
          <p14:tracePt t="191393" x="6081713" y="4816475"/>
          <p14:tracePt t="191415" x="6089650" y="4816475"/>
          <p14:tracePt t="191438" x="6089650" y="4830763"/>
          <p14:tracePt t="191460" x="6102350" y="4830763"/>
          <p14:tracePt t="191494" x="6110288" y="4830763"/>
          <p14:tracePt t="191550" x="6122988" y="4830763"/>
          <p14:tracePt t="192416" x="6129338" y="4830763"/>
          <p14:tracePt t="192472" x="6143625" y="4830763"/>
          <p14:tracePt t="194408" x="6197600" y="4837113"/>
          <p14:tracePt t="194411" x="6280150" y="4872038"/>
          <p14:tracePt t="194419" x="6375400" y="4899025"/>
          <p14:tracePt t="194433" x="6530975" y="4973638"/>
          <p14:tracePt t="194443" x="6735763" y="5081588"/>
          <p14:tracePt t="194453" x="6884988" y="5184775"/>
          <p14:tracePt t="194465" x="7102475" y="5340350"/>
          <p14:tracePt t="194475" x="7253288" y="5510213"/>
          <p14:tracePt t="194486" x="7313613" y="5605463"/>
          <p14:tracePt t="194499" x="7334250" y="5700713"/>
          <p14:tracePt t="194511" x="7327900" y="5756275"/>
          <p14:tracePt t="194521" x="7286625" y="5803900"/>
          <p14:tracePt t="194532" x="7205663" y="5851525"/>
          <p14:tracePt t="194546" x="7116763" y="5884863"/>
          <p14:tracePt t="194555" x="6946900" y="5905500"/>
          <p14:tracePt t="194802" x="6946900" y="5891213"/>
          <p14:tracePt t="194814" x="6891338" y="5891213"/>
          <p14:tracePt t="194825" x="6831013" y="5891213"/>
          <p14:tracePt t="194836" x="6796088" y="5905500"/>
          <p14:tracePt t="194847" x="6735763" y="5946775"/>
          <p14:tracePt t="194858" x="6653213" y="5994400"/>
          <p14:tracePt t="194870" x="6545263" y="6062663"/>
          <p14:tracePt t="194882" x="6450013" y="6116638"/>
          <p14:tracePt t="194892" x="6361113" y="6205538"/>
          <p14:tracePt t="194904" x="6292850" y="6272213"/>
          <p14:tracePt t="194914" x="6232525" y="6367463"/>
          <p14:tracePt t="194926" x="6184900" y="6415088"/>
          <p14:tracePt t="194938" x="6129338" y="6497638"/>
          <p14:tracePt t="194948" x="6081713" y="6565900"/>
          <p14:tracePt t="194960" x="6048375" y="6619875"/>
          <p14:tracePt t="194972" x="6021388" y="6653213"/>
          <p14:tracePt t="194982" x="5994400" y="6694488"/>
          <p14:tracePt t="194993" x="5959475" y="6729413"/>
          <p14:tracePt t="195005" x="5932488" y="6756400"/>
          <p14:tracePt t="195015" x="5911850" y="6777038"/>
          <p14:tracePt t="195027" x="5872163" y="6796088"/>
          <p14:tracePt t="195038" x="5851525" y="6831013"/>
          <p14:tracePt t="195049" x="5830888" y="6851650"/>
          <p14:tracePt t="195612" x="0" y="0"/>
        </p14:tracePtLst>
      </p14:laserTrace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9415C-E1D5-F0D1-8D9E-2E206D1D0C91}"/>
              </a:ext>
            </a:extLst>
          </p:cNvPr>
          <p:cNvSpPr>
            <a:spLocks noGrp="1"/>
          </p:cNvSpPr>
          <p:nvPr>
            <p:ph type="title"/>
          </p:nvPr>
        </p:nvSpPr>
        <p:spPr/>
        <p:txBody>
          <a:bodyPr/>
          <a:lstStyle/>
          <a:p>
            <a:r>
              <a:rPr lang="en-US" dirty="0"/>
              <a:t>Meet in the middle Attack</a:t>
            </a:r>
          </a:p>
        </p:txBody>
      </p:sp>
      <p:sp>
        <p:nvSpPr>
          <p:cNvPr id="3" name="Content Placeholder 2">
            <a:extLst>
              <a:ext uri="{FF2B5EF4-FFF2-40B4-BE49-F238E27FC236}">
                <a16:creationId xmlns:a16="http://schemas.microsoft.com/office/drawing/2014/main" id="{D61FCD2A-0E96-90C5-9432-C9B74D857F53}"/>
              </a:ext>
            </a:extLst>
          </p:cNvPr>
          <p:cNvSpPr>
            <a:spLocks noGrp="1"/>
          </p:cNvSpPr>
          <p:nvPr>
            <p:ph idx="1"/>
          </p:nvPr>
        </p:nvSpPr>
        <p:spPr/>
        <p:txBody>
          <a:bodyPr/>
          <a:lstStyle/>
          <a:p>
            <a:r>
              <a:rPr lang="en-US" dirty="0"/>
              <a:t>A meet-in-the-middle attack is a cryptanalytic technique used against encryption schemes that apply multiple encryption stages independently, such as double encryption.</a:t>
            </a:r>
          </a:p>
          <a:p>
            <a:r>
              <a:rPr lang="en-US" dirty="0"/>
              <a:t>Instead of trying every full key combination directly, the attacker computes from both ends and looks for a match in the middle.</a:t>
            </a:r>
          </a:p>
          <a:p>
            <a:r>
              <a:rPr lang="en-US" dirty="0"/>
              <a:t>Meet-in-the-middle shows that simply applying a cipher twice does </a:t>
            </a:r>
            <a:r>
              <a:rPr lang="en-US" b="1" dirty="0"/>
              <a:t>not</a:t>
            </a:r>
            <a:r>
              <a:rPr lang="en-US" dirty="0"/>
              <a:t> necessarily double the security.</a:t>
            </a:r>
          </a:p>
          <a:p>
            <a:r>
              <a:rPr lang="en-US" dirty="0"/>
              <a:t>This is why Double DES does not provide the expected 112-bit security; its effective security is much lower because of the meet-in-the-middle attack.</a:t>
            </a:r>
          </a:p>
        </p:txBody>
      </p:sp>
    </p:spTree>
    <p:extLst>
      <p:ext uri="{BB962C8B-B14F-4D97-AF65-F5344CB8AC3E}">
        <p14:creationId xmlns:p14="http://schemas.microsoft.com/office/powerpoint/2010/main" val="2555357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 illustrating a signal processing system with two main blocks labeled &quot;e&quot; connected in series, processing input signal x with parameters kL and kR to produce output y. A central box contains pairs of variables (zL, kL) with arrows indicating input eKL and output zRJ signals, highlighting interaction between components and parameter dependencies.">
            <a:extLst>
              <a:ext uri="{FF2B5EF4-FFF2-40B4-BE49-F238E27FC236}">
                <a16:creationId xmlns:a16="http://schemas.microsoft.com/office/drawing/2014/main" id="{B4951AB2-9FDF-F645-B467-927BE3EBD50E}"/>
              </a:ext>
            </a:extLst>
          </p:cNvPr>
          <p:cNvPicPr>
            <a:picLocks noChangeAspect="1"/>
          </p:cNvPicPr>
          <p:nvPr/>
        </p:nvPicPr>
        <p:blipFill>
          <a:blip r:embed="rId3"/>
          <a:stretch>
            <a:fillRect/>
          </a:stretch>
        </p:blipFill>
        <p:spPr>
          <a:xfrm>
            <a:off x="2272729" y="548681"/>
            <a:ext cx="7646541" cy="3800239"/>
          </a:xfrm>
          <a:prstGeom prst="rect">
            <a:avLst/>
          </a:prstGeom>
        </p:spPr>
      </p:pic>
      <p:pic>
        <p:nvPicPr>
          <p:cNvPr id="6" name="Picture 5" descr="Mathematical text showing equations for number of encryptions and decryptions as 2^k + 2^k = 2^(k+1) and number of storage locations as 2^k. The content highlights relationships between encryption operations and storage requirements using exponential notation.">
            <a:extLst>
              <a:ext uri="{FF2B5EF4-FFF2-40B4-BE49-F238E27FC236}">
                <a16:creationId xmlns:a16="http://schemas.microsoft.com/office/drawing/2014/main" id="{40F30EFC-705D-7146-855F-D10B52A54D7F}"/>
              </a:ext>
            </a:extLst>
          </p:cNvPr>
          <p:cNvPicPr>
            <a:picLocks noChangeAspect="1"/>
          </p:cNvPicPr>
          <p:nvPr/>
        </p:nvPicPr>
        <p:blipFill>
          <a:blip r:embed="rId4"/>
          <a:stretch>
            <a:fillRect/>
          </a:stretch>
        </p:blipFill>
        <p:spPr>
          <a:xfrm>
            <a:off x="2035309" y="4581129"/>
            <a:ext cx="8121383" cy="1238855"/>
          </a:xfrm>
          <a:prstGeom prst="rect">
            <a:avLst/>
          </a:prstGeom>
        </p:spPr>
      </p:pic>
      <p:sp>
        <p:nvSpPr>
          <p:cNvPr id="7" name="Title 6">
            <a:extLst>
              <a:ext uri="{FF2B5EF4-FFF2-40B4-BE49-F238E27FC236}">
                <a16:creationId xmlns:a16="http://schemas.microsoft.com/office/drawing/2014/main" id="{DE6674B2-A59E-314B-B6EB-8001D31D5CBA}"/>
              </a:ext>
            </a:extLst>
          </p:cNvPr>
          <p:cNvSpPr txBox="1">
            <a:spLocks noGrp="1"/>
          </p:cNvSpPr>
          <p:nvPr>
            <p:ph type="title" idx="4294967295"/>
          </p:nvPr>
        </p:nvSpPr>
        <p:spPr>
          <a:xfrm>
            <a:off x="3282344" y="6052193"/>
            <a:ext cx="5627310" cy="523220"/>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7030A0"/>
                </a:solidFill>
                <a:effectLst/>
                <a:uLnTx/>
                <a:uFillTx/>
                <a:latin typeface="+mn-lt"/>
                <a:ea typeface="+mn-ea"/>
                <a:cs typeface="+mn-cs"/>
              </a:rPr>
              <a:t>Meet-in-the-middle Attack (cont.)</a:t>
            </a:r>
          </a:p>
        </p:txBody>
      </p:sp>
      <p:sp>
        <p:nvSpPr>
          <p:cNvPr id="8" name="TextBox 7">
            <a:extLst>
              <a:ext uri="{FF2B5EF4-FFF2-40B4-BE49-F238E27FC236}">
                <a16:creationId xmlns:a16="http://schemas.microsoft.com/office/drawing/2014/main" id="{905D808B-C538-194D-ACCA-1F5EC9D940B4}"/>
              </a:ext>
            </a:extLst>
          </p:cNvPr>
          <p:cNvSpPr txBox="1"/>
          <p:nvPr/>
        </p:nvSpPr>
        <p:spPr>
          <a:xfrm>
            <a:off x="1775521" y="179348"/>
            <a:ext cx="5198859" cy="369332"/>
          </a:xfrm>
          <a:prstGeom prst="rect">
            <a:avLst/>
          </a:prstGeom>
          <a:noFill/>
        </p:spPr>
        <p:txBody>
          <a:bodyPr wrap="none" rtlCol="0">
            <a:spAutoFit/>
          </a:bodyPr>
          <a:lstStyle/>
          <a:p>
            <a:r>
              <a:rPr lang="en-US" dirty="0"/>
              <a:t>Assume we know a plaintext-ciphertext pair (x, y)</a:t>
            </a:r>
          </a:p>
        </p:txBody>
      </p:sp>
    </p:spTree>
    <p:extLst>
      <p:ext uri="{BB962C8B-B14F-4D97-AF65-F5344CB8AC3E}">
        <p14:creationId xmlns:p14="http://schemas.microsoft.com/office/powerpoint/2010/main" val="1758672972"/>
      </p:ext>
    </p:extLst>
  </p:cSld>
  <p:clrMapOvr>
    <a:masterClrMapping/>
  </p:clrMapOvr>
  <mc:AlternateContent xmlns:mc="http://schemas.openxmlformats.org/markup-compatibility/2006" xmlns:p14="http://schemas.microsoft.com/office/powerpoint/2010/main">
    <mc:Choice Requires="p14">
      <p:transition spd="slow" p14:dur="2000" advTm="617077"/>
    </mc:Choice>
    <mc:Fallback xmlns="">
      <p:transition spd="slow" advTm="617077"/>
    </mc:Fallback>
  </mc:AlternateContent>
  <p:extLst>
    <p:ext uri="{3A86A75C-4F4B-4683-9AE1-C65F6400EC91}">
      <p14:laserTraceLst xmlns:p14="http://schemas.microsoft.com/office/powerpoint/2010/main">
        <p14:tracePtLst>
          <p14:tracePt t="4135" x="4462463" y="6851650"/>
          <p14:tracePt t="4145" x="4497388" y="6688138"/>
          <p14:tracePt t="4157" x="4503738" y="6415088"/>
          <p14:tracePt t="4167" x="4497388" y="6054725"/>
          <p14:tracePt t="4179" x="4497388" y="5735638"/>
          <p14:tracePt t="4192" x="4503738" y="5280025"/>
          <p14:tracePt t="4201" x="4545013" y="4878388"/>
          <p14:tracePt t="4212" x="4613275" y="4538663"/>
          <p14:tracePt t="4225" x="4667250" y="4340225"/>
          <p14:tracePt t="4236" x="4748213" y="4095750"/>
          <p14:tracePt t="4247" x="4816475" y="3898900"/>
          <p14:tracePt t="4261" x="4857750" y="3762375"/>
          <p14:tracePt t="4270" x="4878388" y="3708400"/>
          <p14:tracePt t="4286" x="4884738" y="3652838"/>
          <p14:tracePt t="4295" x="4884738" y="3633788"/>
          <p14:tracePt t="4309" x="4884738" y="3625850"/>
          <p14:tracePt t="4437" x="4884738" y="3613150"/>
          <p14:tracePt t="4449" x="4878388" y="3586163"/>
          <p14:tracePt t="4461" x="4857750" y="3497263"/>
          <p14:tracePt t="4474" x="4824413" y="3360738"/>
          <p14:tracePt t="4483" x="4789488" y="3252788"/>
          <p14:tracePt t="4494" x="4748213" y="3116263"/>
          <p14:tracePt t="4508" x="4714875" y="2994025"/>
          <p14:tracePt t="4517" x="4694238" y="2905125"/>
          <p14:tracePt t="4528" x="4667250" y="2843213"/>
          <p14:tracePt t="4543" x="4633913" y="2782888"/>
          <p14:tracePt t="4550" x="4598988" y="2741613"/>
          <p14:tracePt t="4562" x="4578350" y="2720975"/>
          <p14:tracePt t="4576" x="4538663" y="2708275"/>
          <p14:tracePt t="4586" x="4503738" y="2700338"/>
          <p14:tracePt t="4595" x="4476750" y="2700338"/>
          <p14:tracePt t="4609" x="4456113" y="2700338"/>
          <p14:tracePt t="4619" x="4435475" y="2708275"/>
          <p14:tracePt t="4629" x="4414838" y="2728913"/>
          <p14:tracePt t="4642" x="4395788" y="2747963"/>
          <p14:tracePt t="4652" x="4387850" y="2768600"/>
          <p14:tracePt t="4664" x="4387850" y="2809875"/>
          <p14:tracePt t="4675" x="4387850" y="2863850"/>
          <p14:tracePt t="4685" x="4414838" y="2905125"/>
          <p14:tracePt t="4698" x="4456113" y="2938463"/>
          <p14:tracePt t="4709" x="4518025" y="2973388"/>
          <p14:tracePt t="4719" x="4598988" y="3000375"/>
          <p14:tracePt t="4732" x="4694238" y="3014663"/>
          <p14:tracePt t="4743" x="4748213" y="3014663"/>
          <p14:tracePt t="4753" x="4803775" y="3014663"/>
          <p14:tracePt t="4786" x="4843463" y="2994025"/>
          <p14:tracePt t="4792" x="4864100" y="2979738"/>
          <p14:tracePt t="4800" x="4884738" y="2932113"/>
          <p14:tracePt t="4810" x="4878388" y="2905125"/>
          <p14:tracePt t="4826" x="4857750" y="2884488"/>
          <p14:tracePt t="4834" x="4816475" y="2863850"/>
          <p14:tracePt t="4844" x="4748213" y="2851150"/>
          <p14:tracePt t="4858" x="4652963" y="2851150"/>
          <p14:tracePt t="4867" x="4586288" y="2851150"/>
          <p14:tracePt t="4877" x="4476750" y="2884488"/>
          <p14:tracePt t="4888" x="4387850" y="2932113"/>
          <p14:tracePt t="4900" x="4313238" y="2994025"/>
          <p14:tracePt t="4912" x="4286250" y="3041650"/>
          <p14:tracePt t="4921" x="4252913" y="3101975"/>
          <p14:tracePt t="4934" x="4252913" y="3128963"/>
          <p14:tracePt t="4945" x="4271963" y="3149600"/>
          <p14:tracePt t="4956" x="4286250" y="3163888"/>
          <p14:tracePt t="4967" x="4327525" y="3170238"/>
          <p14:tracePt t="4978" x="4387850" y="3170238"/>
          <p14:tracePt t="4990" x="4443413" y="3149600"/>
          <p14:tracePt t="5000" x="4497388" y="3128963"/>
          <p14:tracePt t="5012" x="4545013" y="3101975"/>
          <p14:tracePt t="5024" x="4578350" y="3062288"/>
          <p14:tracePt t="5034" x="4598988" y="3041650"/>
          <p14:tracePt t="5045" x="4598988" y="3021013"/>
          <p14:tracePt t="5057" x="4598988" y="3014663"/>
          <p14:tracePt t="5067" x="4586288" y="3014663"/>
          <p14:tracePt t="5079" x="4565650" y="3014663"/>
          <p14:tracePt t="5091" x="4538663" y="3033713"/>
          <p14:tracePt t="5101" x="4497388" y="3054350"/>
          <p14:tracePt t="5114" x="4462463" y="3081338"/>
          <p14:tracePt t="5125" x="4456113" y="3101975"/>
          <p14:tracePt t="5135" x="4456113" y="3149600"/>
          <p14:tracePt t="5147" x="4483100" y="3211513"/>
          <p14:tracePt t="5158" x="4545013" y="3265488"/>
          <p14:tracePt t="5169" x="4613275" y="3313113"/>
          <p14:tracePt t="5181" x="4768850" y="3375025"/>
          <p14:tracePt t="5192" x="4979988" y="3422650"/>
          <p14:tracePt t="5203" x="5238750" y="3455988"/>
          <p14:tracePt t="5215" x="5435600" y="3482975"/>
          <p14:tracePt t="5226" x="5729288" y="3517900"/>
          <p14:tracePt t="5236" x="6027738" y="3544888"/>
          <p14:tracePt t="5248" x="6253163" y="3551238"/>
          <p14:tracePt t="5260" x="6565900" y="3551238"/>
          <p14:tracePt t="5281" x="6831013" y="3544888"/>
          <p14:tracePt t="5293" x="7054850" y="3503613"/>
          <p14:tracePt t="5297" x="7177088" y="3455988"/>
          <p14:tracePt t="5311" x="7313613" y="3375025"/>
          <p14:tracePt t="5317" x="7423150" y="3292475"/>
          <p14:tracePt t="5327" x="7483475" y="3232150"/>
          <p14:tracePt t="5340" x="7504113" y="3190875"/>
          <p14:tracePt t="5350" x="7504113" y="3149600"/>
          <p14:tracePt t="5361" x="7497763" y="3116263"/>
          <p14:tracePt t="5371" x="7462838" y="3081338"/>
          <p14:tracePt t="5383" x="7443788" y="3074988"/>
          <p14:tracePt t="5394" x="7423150" y="3074988"/>
          <p14:tracePt t="5407" x="7396163" y="3074988"/>
          <p14:tracePt t="5417" x="7348538" y="3081338"/>
          <p14:tracePt t="5428" x="7292975" y="3095625"/>
          <p14:tracePt t="5440" x="7245350" y="3122613"/>
          <p14:tracePt t="5450" x="7205663" y="3163888"/>
          <p14:tracePt t="5463" x="7185025" y="3205163"/>
          <p14:tracePt t="5474" x="7177088" y="3265488"/>
          <p14:tracePt t="5484" x="7185025" y="3313113"/>
          <p14:tracePt t="5496" x="7205663" y="3354388"/>
          <p14:tracePt t="5507" x="7232650" y="3375025"/>
          <p14:tracePt t="5518" x="7272338" y="3381375"/>
          <p14:tracePt t="5529" x="7334250" y="3381375"/>
          <p14:tracePt t="5541" x="7402513" y="3375025"/>
          <p14:tracePt t="5551" x="7462838" y="3340100"/>
          <p14:tracePt t="5563" x="7545388" y="3292475"/>
          <p14:tracePt t="5575" x="7626350" y="3224213"/>
          <p14:tracePt t="5585" x="7673975" y="3163888"/>
          <p14:tracePt t="5598" x="7694613" y="3101975"/>
          <p14:tracePt t="5609" x="7715250" y="3041650"/>
          <p14:tracePt t="5619" x="7715250" y="3000375"/>
          <p14:tracePt t="5631" x="7708900" y="2979738"/>
          <p14:tracePt t="5642" x="7688263" y="2959100"/>
          <p14:tracePt t="5653" x="7653338" y="2959100"/>
          <p14:tracePt t="5665" x="7605713" y="2952750"/>
          <p14:tracePt t="5676" x="7578725" y="2952750"/>
          <p14:tracePt t="5686" x="7539038" y="2973388"/>
          <p14:tracePt t="5698" x="7504113" y="2994025"/>
          <p14:tracePt t="5710" x="7477125" y="3033713"/>
          <p14:tracePt t="5720" x="7477125" y="3062288"/>
          <p14:tracePt t="5732" x="7477125" y="3101975"/>
          <p14:tracePt t="5743" x="7497763" y="3128963"/>
          <p14:tracePt t="5754" x="7524750" y="3163888"/>
          <p14:tracePt t="5766" x="7566025" y="3170238"/>
          <p14:tracePt t="5777" x="7634288" y="3170238"/>
          <p14:tracePt t="5787" x="7708900" y="3163888"/>
          <p14:tracePt t="5800" x="7777163" y="3143250"/>
          <p14:tracePt t="5832" x="7816850" y="3116263"/>
          <p14:tracePt t="5836" x="7843838" y="3074988"/>
          <p14:tracePt t="5845" x="7864475" y="3033713"/>
          <p14:tracePt t="5847" x="7864475" y="3000375"/>
          <p14:tracePt t="5860" x="7843838" y="2973388"/>
          <p14:tracePt t="5869" x="7824788" y="2938463"/>
          <p14:tracePt t="5878" x="7777163" y="2919413"/>
          <p14:tracePt t="5891" x="7708900" y="2911475"/>
          <p14:tracePt t="5902" x="7646988" y="2911475"/>
          <p14:tracePt t="5913" x="7566025" y="2919413"/>
          <p14:tracePt t="5924" x="7504113" y="2959100"/>
          <p14:tracePt t="5934" x="7477125" y="2994025"/>
          <p14:tracePt t="5945" x="7443788" y="3033713"/>
          <p14:tracePt t="5959" x="7443788" y="3074988"/>
          <p14:tracePt t="5968" x="7443788" y="3101975"/>
          <p14:tracePt t="5980" x="7462838" y="3116263"/>
          <p14:tracePt t="5991" x="7497763" y="3122613"/>
          <p14:tracePt t="6001" x="7578725" y="3122613"/>
          <p14:tracePt t="6013" x="7667625" y="3101975"/>
          <p14:tracePt t="6024" x="7735888" y="3095625"/>
          <p14:tracePt t="6035" x="7804150" y="3062288"/>
          <p14:tracePt t="6048" x="7843838" y="3033713"/>
          <p14:tracePt t="6059" x="7878763" y="3014663"/>
          <p14:tracePt t="6069" x="7878763" y="3000375"/>
          <p14:tracePt t="6081" x="7885113" y="2994025"/>
          <p14:tracePt t="6092" x="7878763" y="2979738"/>
          <p14:tracePt t="6102" x="7864475" y="2979738"/>
          <p14:tracePt t="6114" x="7824788" y="2979738"/>
          <p14:tracePt t="6126" x="7715250" y="3000375"/>
          <p14:tracePt t="6136" x="7518400" y="3054350"/>
          <p14:tracePt t="6149" x="7286625" y="3116263"/>
          <p14:tracePt t="6160" x="6905625" y="3190875"/>
          <p14:tracePt t="6170" x="6503988" y="3265488"/>
          <p14:tracePt t="6182" x="6129338" y="3340100"/>
          <p14:tracePt t="6193" x="5911850" y="3402013"/>
          <p14:tracePt t="6204" x="5667375" y="3455988"/>
          <p14:tracePt t="6216" x="5470525" y="3482975"/>
          <p14:tracePt t="6227" x="5307013" y="3482975"/>
          <p14:tracePt t="6237" x="5224463" y="3482975"/>
          <p14:tracePt t="6250" x="5157788" y="3462338"/>
          <p14:tracePt t="6262" x="5110163" y="3435350"/>
          <p14:tracePt t="6271" x="5075238" y="3414713"/>
          <p14:tracePt t="6283" x="5054600" y="3395663"/>
          <p14:tracePt t="6295" x="5033963" y="3375025"/>
          <p14:tracePt t="6306" x="5014913" y="3354388"/>
          <p14:tracePt t="6317" x="4994275" y="3333750"/>
          <p14:tracePt t="6328" x="4986338" y="3313113"/>
          <p14:tracePt t="6340" x="4967288" y="3306763"/>
          <p14:tracePt t="6350" x="4959350" y="3292475"/>
          <p14:tracePt t="6373" x="4946650" y="3286125"/>
          <p14:tracePt t="6384" x="4938713" y="3271838"/>
          <p14:tracePt t="6396" x="4926013" y="3265488"/>
          <p14:tracePt t="6408" x="4905375" y="3252788"/>
          <p14:tracePt t="6417" x="4864100" y="3232150"/>
          <p14:tracePt t="6429" x="4824413" y="3224213"/>
          <p14:tracePt t="6441" x="4768850" y="3205163"/>
          <p14:tracePt t="6451" x="4714875" y="3190875"/>
          <p14:tracePt t="6464" x="4646613" y="3163888"/>
          <p14:tracePt t="6475" x="4578350" y="3143250"/>
          <p14:tracePt t="6485" x="4518025" y="3122613"/>
          <p14:tracePt t="6497" x="4497388" y="3116263"/>
          <p14:tracePt t="6509" x="4462463" y="3101975"/>
          <p14:tracePt t="6519" x="4456113" y="3095625"/>
          <p14:tracePt t="6531" x="4443413" y="3095625"/>
          <p14:tracePt t="6586" x="4456113" y="3101975"/>
          <p14:tracePt t="6599" x="4483100" y="3116263"/>
          <p14:tracePt t="6610" x="4518025" y="3122613"/>
          <p14:tracePt t="6620" x="4545013" y="3128963"/>
          <p14:tracePt t="6632" x="4586288" y="3143250"/>
          <p14:tracePt t="6644" x="4625975" y="3149600"/>
          <p14:tracePt t="6654" x="4673600" y="3149600"/>
          <p14:tracePt t="6665" x="4708525" y="3143250"/>
          <p14:tracePt t="6677" x="4735513" y="3128963"/>
          <p14:tracePt t="6687" x="4768850" y="3116263"/>
          <p14:tracePt t="6700" x="4776788" y="3074988"/>
          <p14:tracePt t="6711" x="4776788" y="3033713"/>
          <p14:tracePt t="6721" x="4768850" y="2973388"/>
          <p14:tracePt t="6733" x="4729163" y="2911475"/>
          <p14:tracePt t="6745" x="4687888" y="2863850"/>
          <p14:tracePt t="6755" x="4633913" y="2830513"/>
          <p14:tracePt t="6767" x="4578350" y="2809875"/>
          <p14:tracePt t="6778" x="4524375" y="2789238"/>
          <p14:tracePt t="6790" x="4483100" y="2782888"/>
          <p14:tracePt t="6801" x="4443413" y="2782888"/>
          <p14:tracePt t="6812" x="4414838" y="2789238"/>
          <p14:tracePt t="6824" x="4395788" y="2809875"/>
          <p14:tracePt t="6834" x="4387850" y="2830513"/>
          <p14:tracePt t="6845" x="4387850" y="2863850"/>
          <p14:tracePt t="6858" x="4387850" y="2911475"/>
          <p14:tracePt t="6879" x="4402138" y="2973388"/>
          <p14:tracePt t="6880" x="4435475" y="3014663"/>
          <p14:tracePt t="6891" x="4483100" y="3062288"/>
          <p14:tracePt t="6902" x="4545013" y="3095625"/>
          <p14:tracePt t="6914" x="4613275" y="3122613"/>
          <p14:tracePt t="6925" x="4673600" y="3128963"/>
          <p14:tracePt t="6935" x="4756150" y="3143250"/>
          <p14:tracePt t="6947" x="4816475" y="3128963"/>
          <p14:tracePt t="6959" x="4864100" y="3122613"/>
          <p14:tracePt t="6969" x="4884738" y="3116263"/>
          <p14:tracePt t="6982" x="4899025" y="3095625"/>
          <p14:tracePt t="6993" x="4899025" y="3062288"/>
          <p14:tracePt t="7002" x="4884738" y="3033713"/>
          <p14:tracePt t="7015" x="4843463" y="2994025"/>
          <p14:tracePt t="7026" x="4776788" y="2938463"/>
          <p14:tracePt t="7036" x="4687888" y="2890838"/>
          <p14:tracePt t="7049" x="4613275" y="2884488"/>
          <p14:tracePt t="7060" x="4538663" y="2871788"/>
          <p14:tracePt t="7070" x="4456113" y="2871788"/>
          <p14:tracePt t="7082" x="4387850" y="2905125"/>
          <p14:tracePt t="7093" x="4354513" y="2919413"/>
          <p14:tracePt t="7104" x="4306888" y="2952750"/>
          <p14:tracePt t="7117" x="4271963" y="2979738"/>
          <p14:tracePt t="7128" x="4265613" y="3000375"/>
          <p14:tracePt t="7137" x="4265613" y="3014663"/>
          <p14:tracePt t="7150" x="4271963" y="3033713"/>
          <p14:tracePt t="7161" x="4306888" y="3054350"/>
          <p14:tracePt t="7171" x="4367213" y="3081338"/>
          <p14:tracePt t="7183" x="4414838" y="3095625"/>
          <p14:tracePt t="7195" x="4503738" y="3101975"/>
          <p14:tracePt t="7206" x="4598988" y="3116263"/>
          <p14:tracePt t="7216" x="4667250" y="3116263"/>
          <p14:tracePt t="7228" x="4735513" y="3101975"/>
          <p14:tracePt t="7240" x="4776788" y="3095625"/>
          <p14:tracePt t="7250" x="4803775" y="3074988"/>
          <p14:tracePt t="7262" x="4816475" y="3054350"/>
          <p14:tracePt t="7274" x="4803775" y="3033713"/>
          <p14:tracePt t="7284" x="4776788" y="2994025"/>
          <p14:tracePt t="7295" x="4714875" y="2938463"/>
          <p14:tracePt t="7307" x="4646613" y="2911475"/>
          <p14:tracePt t="7318" x="4524375" y="2884488"/>
          <p14:tracePt t="7329" x="4387850" y="2871788"/>
          <p14:tracePt t="7341" x="4265613" y="2890838"/>
          <p14:tracePt t="7351" x="4197350" y="2911475"/>
          <p14:tracePt t="7364" x="4137025" y="2952750"/>
          <p14:tracePt t="7375" x="4102100" y="3000375"/>
          <p14:tracePt t="7385" x="4102100" y="3041650"/>
          <p14:tracePt t="7396" x="4116388" y="3074988"/>
          <p14:tracePt t="7409" x="4143375" y="3122613"/>
          <p14:tracePt t="7419" x="4205288" y="3149600"/>
          <p14:tracePt t="7431" x="4286250" y="3184525"/>
          <p14:tracePt t="7443" x="4375150" y="3190875"/>
          <p14:tracePt t="7452" x="4497388" y="3211513"/>
          <p14:tracePt t="7465" x="4633913" y="3211513"/>
          <p14:tracePt t="7476" x="4714875" y="3211513"/>
          <p14:tracePt t="7486" x="4803775" y="3190875"/>
          <p14:tracePt t="7499" x="4857750" y="3170238"/>
          <p14:tracePt t="7510" x="4884738" y="3143250"/>
          <p14:tracePt t="7520" x="4899025" y="3122613"/>
          <p14:tracePt t="7532" x="4884738" y="3101975"/>
          <p14:tracePt t="7544" x="4857750" y="3074988"/>
          <p14:tracePt t="7554" x="4795838" y="3033713"/>
          <p14:tracePt t="7566" x="4735513" y="3014663"/>
          <p14:tracePt t="7577" x="4652963" y="2994025"/>
          <p14:tracePt t="7587" x="4565650" y="2994025"/>
          <p14:tracePt t="7599" x="4497388" y="2994025"/>
          <p14:tracePt t="7611" x="4456113" y="3014663"/>
          <p14:tracePt t="7621" x="4414838" y="3041650"/>
          <p14:tracePt t="7633" x="4395788" y="3062288"/>
          <p14:tracePt t="7645" x="4395788" y="3095625"/>
          <p14:tracePt t="7656" x="4395788" y="3116263"/>
          <p14:tracePt t="7667" x="4402138" y="3128963"/>
          <p14:tracePt t="7678" x="4422775" y="3149600"/>
          <p14:tracePt t="7690" x="4462463" y="3163888"/>
          <p14:tracePt t="7700" x="4524375" y="3170238"/>
          <p14:tracePt t="7712" x="4613275" y="3184525"/>
          <p14:tracePt t="7724" x="4714875" y="3170238"/>
          <p14:tracePt t="7734" x="4776788" y="3163888"/>
          <p14:tracePt t="7746" x="4843463" y="3128963"/>
          <p14:tracePt t="7758" x="4899025" y="3095625"/>
          <p14:tracePt t="7768" x="4926013" y="3054350"/>
          <p14:tracePt t="7779" x="4926013" y="3021013"/>
          <p14:tracePt t="7791" x="4919663" y="2973388"/>
          <p14:tracePt t="7801" x="4884738" y="2919413"/>
          <p14:tracePt t="7814" x="4824413" y="2871788"/>
          <p14:tracePt t="7825" x="4768850" y="2843213"/>
          <p14:tracePt t="7835" x="4673600" y="2824163"/>
          <p14:tracePt t="7847" x="4578350" y="2803525"/>
          <p14:tracePt t="7858" x="4497388" y="2803525"/>
          <p14:tracePt t="7869" x="4395788" y="2809875"/>
          <p14:tracePt t="7881" x="4306888" y="2863850"/>
          <p14:tracePt t="7893" x="4252913" y="2905125"/>
          <p14:tracePt t="7903" x="4232275" y="2932113"/>
          <p14:tracePt t="7925" x="4224338" y="2979738"/>
          <p14:tracePt t="7929" x="4224338" y="3014663"/>
          <p14:tracePt t="7939" x="4265613" y="3062288"/>
          <p14:tracePt t="7950" x="4306888" y="3095625"/>
          <p14:tracePt t="7963" x="4387850" y="3128963"/>
          <p14:tracePt t="7975" x="4497388" y="3163888"/>
          <p14:tracePt t="7984" x="4613275" y="3184525"/>
          <p14:tracePt t="7994" x="4687888" y="3184525"/>
          <p14:tracePt t="8004" x="4776788" y="3170238"/>
          <p14:tracePt t="8016" x="4837113" y="3143250"/>
          <p14:tracePt t="8027" x="4884738" y="3116263"/>
          <p14:tracePt t="8038" x="4905375" y="3074988"/>
          <p14:tracePt t="8050" x="4919663" y="3033713"/>
          <p14:tracePt t="8061" x="4905375" y="2979738"/>
          <p14:tracePt t="8071" x="4884738" y="2952750"/>
          <p14:tracePt t="8083" x="4843463" y="2911475"/>
          <p14:tracePt t="8095" x="4795838" y="2890838"/>
          <p14:tracePt t="8106" x="4748213" y="2871788"/>
          <p14:tracePt t="8117" x="4714875" y="2863850"/>
          <p14:tracePt t="8128" x="4673600" y="2863850"/>
          <p14:tracePt t="8140" x="4646613" y="2851150"/>
          <p14:tracePt t="8150" x="4633913" y="2851150"/>
          <p14:tracePt t="8162" x="4625975" y="2851150"/>
          <p14:tracePt t="8307" x="4625975" y="2871788"/>
          <p14:tracePt t="8311" x="4625975" y="2884488"/>
          <p14:tracePt t="8465" x="4625975" y="2890838"/>
          <p14:tracePt t="8467" x="4613275" y="2890838"/>
          <p14:tracePt t="8487" x="4605338" y="2890838"/>
          <p14:tracePt t="8499" x="4598988" y="2905125"/>
          <p14:tracePt t="8510" x="4586288" y="2911475"/>
          <p14:tracePt t="8522" x="4565650" y="2932113"/>
          <p14:tracePt t="8533" x="4557713" y="2952750"/>
          <p14:tracePt t="8544" x="4545013" y="2959100"/>
          <p14:tracePt t="8556" x="4538663" y="2979738"/>
          <p14:tracePt t="8568" x="4538663" y="3000375"/>
          <p14:tracePt t="8578" x="4538663" y="3014663"/>
          <p14:tracePt t="8589" x="4538663" y="3021013"/>
          <p14:tracePt t="8601" x="4545013" y="3033713"/>
          <p14:tracePt t="8611" x="4557713" y="3054350"/>
          <p14:tracePt t="8623" x="4586288" y="3062288"/>
          <p14:tracePt t="8635" x="4605338" y="3074988"/>
          <p14:tracePt t="8645" x="4625975" y="3074988"/>
          <p14:tracePt t="8657" x="4633913" y="3074988"/>
          <p14:tracePt t="8791" x="4633913" y="3081338"/>
          <p14:tracePt t="8803" x="4652963" y="3101975"/>
          <p14:tracePt t="8814" x="4694238" y="3122613"/>
          <p14:tracePt t="8826" x="4776788" y="3170238"/>
          <p14:tracePt t="8836" x="4919663" y="3232150"/>
          <p14:tracePt t="8848" x="5075238" y="3286125"/>
          <p14:tracePt t="8860" x="5340350" y="3360738"/>
          <p14:tracePt t="8871" x="5640388" y="3435350"/>
          <p14:tracePt t="8882" x="5959475" y="3497263"/>
          <p14:tracePt t="8894" x="6170613" y="3524250"/>
          <p14:tracePt t="8904" x="6450013" y="3544888"/>
          <p14:tracePt t="8915" x="6681788" y="3551238"/>
          <p14:tracePt t="8927" x="6851650" y="3565525"/>
          <p14:tracePt t="8938" x="7054850" y="3565525"/>
          <p14:tracePt t="8950" x="7224713" y="3544888"/>
          <p14:tracePt t="8982" x="7367588" y="3524250"/>
          <p14:tracePt t="8986" x="7435850" y="3503613"/>
          <p14:tracePt t="8998" x="7539038" y="3455988"/>
          <p14:tracePt t="9008" x="7558088" y="3422650"/>
          <p14:tracePt t="9019" x="7558088" y="3402013"/>
          <p14:tracePt t="9031" x="7558088" y="3381375"/>
          <p14:tracePt t="9040" x="7558088" y="3354388"/>
          <p14:tracePt t="9052" x="7558088" y="3333750"/>
          <p14:tracePt t="9062" x="7558088" y="3313113"/>
          <p14:tracePt t="9073" x="7558088" y="3292475"/>
          <p14:tracePt t="9085" x="7558088" y="3252788"/>
          <p14:tracePt t="9096" x="7558088" y="3211513"/>
          <p14:tracePt t="9106" x="7558088" y="3170238"/>
          <p14:tracePt t="9118" x="7539038" y="3116263"/>
          <p14:tracePt t="9130" x="7524750" y="3062288"/>
          <p14:tracePt t="9140" x="7524750" y="3021013"/>
          <p14:tracePt t="9152" x="7524750" y="2973388"/>
          <p14:tracePt t="9163" x="7539038" y="2932113"/>
          <p14:tracePt t="9177" x="7545388" y="2905125"/>
          <p14:tracePt t="9187" x="7545388" y="2884488"/>
          <p14:tracePt t="9198" x="7545388" y="2863850"/>
          <p14:tracePt t="9208" x="7545388" y="2843213"/>
          <p14:tracePt t="9230" x="7545388" y="2830513"/>
          <p14:tracePt t="9241" x="7539038" y="2830513"/>
          <p14:tracePt t="9253" x="7518400" y="2824163"/>
          <p14:tracePt t="9264" x="7504113" y="2830513"/>
          <p14:tracePt t="9275" x="7483475" y="2830513"/>
          <p14:tracePt t="9287" x="7462838" y="2851150"/>
          <p14:tracePt t="9299" x="7443788" y="2890838"/>
          <p14:tracePt t="9309" x="7423150" y="2952750"/>
          <p14:tracePt t="9320" x="7415213" y="2994025"/>
          <p14:tracePt t="9332" x="7415213" y="3062288"/>
          <p14:tracePt t="9344" x="7435850" y="3128963"/>
          <p14:tracePt t="9354" x="7462838" y="3170238"/>
          <p14:tracePt t="9365" x="7518400" y="3224213"/>
          <p14:tracePt t="9378" x="7586663" y="3244850"/>
          <p14:tracePt t="9387" x="7646988" y="3252788"/>
          <p14:tracePt t="9399" x="7694613" y="3252788"/>
          <p14:tracePt t="9412" x="7748588" y="3232150"/>
          <p14:tracePt t="9421" x="7796213" y="3205163"/>
          <p14:tracePt t="9433" x="7837488" y="3163888"/>
          <p14:tracePt t="9445" x="7858125" y="3128963"/>
          <p14:tracePt t="9455" x="7864475" y="3081338"/>
          <p14:tracePt t="9467" x="7858125" y="3033713"/>
          <p14:tracePt t="9478" x="7824788" y="2979738"/>
          <p14:tracePt t="9489" x="7804150" y="2952750"/>
          <p14:tracePt t="9501" x="7756525" y="2932113"/>
          <p14:tracePt t="9512" x="7694613" y="2911475"/>
          <p14:tracePt t="9523" x="7634288" y="2911475"/>
          <p14:tracePt t="9534" x="7545388" y="2911475"/>
          <p14:tracePt t="9546" x="7477125" y="2932113"/>
          <p14:tracePt t="9556" x="7415213" y="2973388"/>
          <p14:tracePt t="9568" x="7388225" y="3000375"/>
          <p14:tracePt t="9580" x="7375525" y="3054350"/>
          <p14:tracePt t="9590" x="7375525" y="3101975"/>
          <p14:tracePt t="9603" x="7388225" y="3143250"/>
          <p14:tracePt t="9616" x="7402513" y="3170238"/>
          <p14:tracePt t="9625" x="7435850" y="3190875"/>
          <p14:tracePt t="9637" x="7477125" y="3211513"/>
          <p14:tracePt t="9648" x="7524750" y="3211513"/>
          <p14:tracePt t="9658" x="7558088" y="3211513"/>
          <p14:tracePt t="9670" x="7586663" y="3205163"/>
          <p14:tracePt t="9681" x="7613650" y="3190875"/>
          <p14:tracePt t="9691" x="7626350" y="3170238"/>
          <p14:tracePt t="9702" x="7634288" y="3149600"/>
          <p14:tracePt t="9714" x="7646988" y="3116263"/>
          <p14:tracePt t="9725" x="7653338" y="3081338"/>
          <p14:tracePt t="9737" x="7653338" y="3054350"/>
          <p14:tracePt t="9749" x="7646988" y="3021013"/>
          <p14:tracePt t="9759" x="7626350" y="3000375"/>
          <p14:tracePt t="9771" x="7586663" y="2979738"/>
          <p14:tracePt t="9782" x="7558088" y="2973388"/>
          <p14:tracePt t="9794" x="7504113" y="2959100"/>
          <p14:tracePt t="9805" x="7456488" y="2959100"/>
          <p14:tracePt t="9815" x="7415213" y="2973388"/>
          <p14:tracePt t="9828" x="7396163" y="2979738"/>
          <p14:tracePt t="9838" x="7375525" y="3000375"/>
          <p14:tracePt t="9849" x="7367588" y="3033713"/>
          <p14:tracePt t="9862" x="7367588" y="3054350"/>
          <p14:tracePt t="9871" x="7367588" y="3062288"/>
          <p14:tracePt t="9883" x="7388225" y="3081338"/>
          <p14:tracePt t="9895" x="7415213" y="3095625"/>
          <p14:tracePt t="9905" x="7462838" y="3101975"/>
          <p14:tracePt t="9916" x="7518400" y="3101975"/>
          <p14:tracePt t="9928" x="7593013" y="3101975"/>
          <p14:tracePt t="9938" x="7667625" y="3095625"/>
          <p14:tracePt t="9951" x="7708900" y="3074988"/>
          <p14:tracePt t="9962" x="7748588" y="3041650"/>
          <p14:tracePt t="9972" x="7769225" y="3014663"/>
          <p14:tracePt t="9984" x="7777163" y="2979738"/>
          <p14:tracePt t="9996" x="7789863" y="2959100"/>
          <p14:tracePt t="10029" x="7777163" y="2932113"/>
          <p14:tracePt t="10033" x="7756525" y="2911475"/>
          <p14:tracePt t="10047" x="7729538" y="2890838"/>
          <p14:tracePt t="10048" x="7694613" y="2884488"/>
          <p14:tracePt t="10055" x="7653338" y="2884488"/>
          <p14:tracePt t="10064" x="7605713" y="2884488"/>
          <p14:tracePt t="10077" x="7558088" y="2890838"/>
          <p14:tracePt t="10087" x="7524750" y="2911475"/>
          <p14:tracePt t="10098" x="7497763" y="2932113"/>
          <p14:tracePt t="10109" x="7477125" y="2973388"/>
          <p14:tracePt t="10121" x="7462838" y="3014663"/>
          <p14:tracePt t="10131" x="7462838" y="3041650"/>
          <p14:tracePt t="10142" x="7462838" y="3081338"/>
          <p14:tracePt t="10154" x="7497763" y="3116263"/>
          <p14:tracePt t="10165" x="7524750" y="3143250"/>
          <p14:tracePt t="10175" x="7586663" y="3163888"/>
          <p14:tracePt t="10188" x="7653338" y="3163888"/>
          <p14:tracePt t="10199" x="7729538" y="3163888"/>
          <p14:tracePt t="10209" x="7777163" y="3163888"/>
          <p14:tracePt t="10221" x="7837488" y="3143250"/>
          <p14:tracePt t="10233" x="7878763" y="3122613"/>
          <p14:tracePt t="10246" x="7899400" y="3095625"/>
          <p14:tracePt t="10256" x="7899400" y="3062288"/>
          <p14:tracePt t="10266" x="7885113" y="3021013"/>
          <p14:tracePt t="10281" x="7864475" y="2973388"/>
          <p14:tracePt t="10291" x="7804150" y="2919413"/>
          <p14:tracePt t="10301" x="7729538" y="2884488"/>
          <p14:tracePt t="10314" x="7605713" y="2830513"/>
          <p14:tracePt t="10324" x="7462838" y="2824163"/>
          <p14:tracePt t="10336" x="7348538" y="2824163"/>
          <p14:tracePt t="10348" x="7272338" y="2830513"/>
          <p14:tracePt t="10358" x="7205663" y="2871788"/>
          <p14:tracePt t="10370" x="7164388" y="2911475"/>
          <p14:tracePt t="10383" x="7158038" y="2952750"/>
          <p14:tracePt t="10392" x="7158038" y="3000375"/>
          <p14:tracePt t="10402" x="7177088" y="3033713"/>
          <p14:tracePt t="10414" x="7205663" y="3074988"/>
          <p14:tracePt t="10424" x="7245350" y="3095625"/>
          <p14:tracePt t="10436" x="7313613" y="3101975"/>
          <p14:tracePt t="10447" x="7396163" y="3116263"/>
          <p14:tracePt t="10457" x="7462838" y="3122613"/>
          <p14:tracePt t="10469" x="7483475" y="3116263"/>
          <p14:tracePt t="10481" x="7518400" y="3101975"/>
          <p14:tracePt t="10490" x="7518400" y="3081338"/>
          <p14:tracePt t="10502" x="7524750" y="3062288"/>
          <p14:tracePt t="10514" x="7518400" y="3041650"/>
          <p14:tracePt t="10524" x="7504113" y="3014663"/>
          <p14:tracePt t="10536" x="7483475" y="2994025"/>
          <p14:tracePt t="10547" x="7462838" y="2973388"/>
          <p14:tracePt t="10557" x="7435850" y="2959100"/>
          <p14:tracePt t="10570" x="7402513" y="2959100"/>
          <p14:tracePt t="10581" x="7388225" y="2959100"/>
          <p14:tracePt t="10591" x="7375525" y="2979738"/>
          <p14:tracePt t="10604" x="7367588" y="3014663"/>
          <p14:tracePt t="10615" x="7367588" y="3041650"/>
          <p14:tracePt t="10625" x="7388225" y="3081338"/>
          <p14:tracePt t="10637" x="7415213" y="3116263"/>
          <p14:tracePt t="10648" x="7462838" y="3128963"/>
          <p14:tracePt t="10660" x="7524750" y="3143250"/>
          <p14:tracePt t="10671" x="7605713" y="3143250"/>
          <p14:tracePt t="10682" x="7653338" y="3128963"/>
          <p14:tracePt t="10694" x="7729538" y="3116263"/>
          <p14:tracePt t="10705" x="7769225" y="3081338"/>
          <p14:tracePt t="10716" x="7777163" y="3054350"/>
          <p14:tracePt t="10727" x="7777163" y="3033713"/>
          <p14:tracePt t="10738" x="7777163" y="2994025"/>
          <p14:tracePt t="10749" x="7756525" y="2959100"/>
          <p14:tracePt t="10762" x="7735888" y="2952750"/>
          <p14:tracePt t="10772" x="7715250" y="2938463"/>
          <p14:tracePt t="10784" x="7688263" y="2938463"/>
          <p14:tracePt t="10795" x="7653338" y="2938463"/>
          <p14:tracePt t="10805" x="7626350" y="2938463"/>
          <p14:tracePt t="10816" x="7593013" y="2952750"/>
          <p14:tracePt t="10828" x="7558088" y="2973388"/>
          <p14:tracePt t="10839" x="7504113" y="2994025"/>
          <p14:tracePt t="10851" x="7462838" y="3014663"/>
          <p14:tracePt t="10863" x="7402513" y="3041650"/>
          <p14:tracePt t="10884" x="7327900" y="3095625"/>
          <p14:tracePt t="10888" x="7232650" y="3143250"/>
          <p14:tracePt t="10896" x="7164388" y="3205163"/>
          <p14:tracePt t="10909" x="7054850" y="3286125"/>
          <p14:tracePt t="10920" x="6911975" y="3360738"/>
          <p14:tracePt t="10931" x="6762750" y="3462338"/>
          <p14:tracePt t="10940" x="6653213" y="3544888"/>
          <p14:tracePt t="10953" x="6503988" y="3633788"/>
          <p14:tracePt t="10964" x="6381750" y="3714750"/>
          <p14:tracePt t="10974" x="6313488" y="3756025"/>
          <p14:tracePt t="10987" x="6218238" y="3783013"/>
          <p14:tracePt t="10997" x="6149975" y="3795713"/>
          <p14:tracePt t="11007" x="6089650" y="3795713"/>
          <p14:tracePt t="11019" x="6048375" y="3795713"/>
          <p14:tracePt t="11031" x="6021388" y="3795713"/>
          <p14:tracePt t="11041" x="5980113" y="3795713"/>
          <p14:tracePt t="11075" x="5938838" y="3795713"/>
          <p14:tracePt t="11082" x="5899150" y="3803650"/>
          <p14:tracePt t="11088" x="5857875" y="3816350"/>
          <p14:tracePt t="11091" x="5795963" y="3836988"/>
          <p14:tracePt t="11098" x="5748338" y="3843338"/>
          <p14:tracePt t="11114" x="5700713" y="3863975"/>
          <p14:tracePt t="11124" x="5626100" y="3884613"/>
          <p14:tracePt t="11132" x="5557838" y="3919538"/>
          <p14:tracePt t="11148" x="5476875" y="3946525"/>
          <p14:tracePt t="11158" x="5414963" y="3973513"/>
          <p14:tracePt t="11167" x="5340350" y="4006850"/>
          <p14:tracePt t="11180" x="5265738" y="4033838"/>
          <p14:tracePt t="11189" x="5191125" y="4068763"/>
          <p14:tracePt t="11200" x="5149850" y="4089400"/>
          <p14:tracePt t="11212" x="5089525" y="4095750"/>
          <p14:tracePt t="11222" x="5033963" y="4116388"/>
          <p14:tracePt t="11234" x="5006975" y="4129088"/>
          <p14:tracePt t="11246" x="4979988" y="4129088"/>
          <p14:tracePt t="11255" x="4946650" y="4129088"/>
          <p14:tracePt t="11266" x="4926013" y="4129088"/>
          <p14:tracePt t="11278" x="4919663" y="4129088"/>
          <p14:tracePt t="11289" x="4905375" y="4129088"/>
          <p14:tracePt t="11301" x="4899025" y="4129088"/>
          <p14:tracePt t="11312" x="4884738" y="4116388"/>
          <p14:tracePt t="11345" x="4899025" y="4095750"/>
          <p14:tracePt t="11356" x="4899025" y="4089400"/>
          <p14:tracePt t="11368" x="4905375" y="4054475"/>
          <p14:tracePt t="11380" x="4926013" y="4027488"/>
          <p14:tracePt t="11390" x="4946650" y="3986213"/>
          <p14:tracePt t="11403" x="4967288" y="3952875"/>
          <p14:tracePt t="11414" x="4986338" y="3925888"/>
          <p14:tracePt t="11424" x="4994275" y="3898900"/>
          <p14:tracePt t="11436" x="5006975" y="3878263"/>
          <p14:tracePt t="11448" x="5006975" y="3863975"/>
          <p14:tracePt t="11468" x="4994275" y="3863975"/>
          <p14:tracePt t="11480" x="4986338" y="3863975"/>
          <p14:tracePt t="11491" x="4967288" y="3863975"/>
          <p14:tracePt t="11504" x="4926013" y="3863975"/>
          <p14:tracePt t="11515" x="4864100" y="3884613"/>
          <p14:tracePt t="11525" x="4803775" y="3898900"/>
          <p14:tracePt t="11537" x="4768850" y="3905250"/>
          <p14:tracePt t="11548" x="4708525" y="3919538"/>
          <p14:tracePt t="11560" x="4646613" y="3925888"/>
          <p14:tracePt t="11571" x="4605338" y="3925888"/>
          <p14:tracePt t="11582" x="4545013" y="3925888"/>
          <p14:tracePt t="11594" x="4483100" y="3925888"/>
          <p14:tracePt t="11604" x="4443413" y="3919538"/>
          <p14:tracePt t="11615" x="4414838" y="3919538"/>
          <p14:tracePt t="11627" x="4395788" y="3919538"/>
          <p14:tracePt t="11637" x="4387850" y="3925888"/>
          <p14:tracePt t="11649" x="4375150" y="3938588"/>
          <p14:tracePt t="11661" x="4367213" y="3952875"/>
          <p14:tracePt t="11671" x="4354513" y="3986213"/>
          <p14:tracePt t="11683" x="4348163" y="4033838"/>
          <p14:tracePt t="11695" x="4348163" y="4089400"/>
          <p14:tracePt t="11705" x="4354513" y="4137025"/>
          <p14:tracePt t="11716" x="4375150" y="4197350"/>
          <p14:tracePt t="11728" x="4414838" y="4265613"/>
          <p14:tracePt t="11739" x="4476750" y="4348163"/>
          <p14:tracePt t="11750" x="4538663" y="4408488"/>
          <p14:tracePt t="11762" x="4646613" y="4491038"/>
          <p14:tracePt t="11772" x="4756150" y="4530725"/>
          <p14:tracePt t="11785" x="4824413" y="4551363"/>
          <p14:tracePt t="11796" x="4905375" y="4557713"/>
          <p14:tracePt t="11806" x="4959350" y="4538663"/>
          <p14:tracePt t="11819" x="5014913" y="4530725"/>
          <p14:tracePt t="11830" x="5033963" y="4510088"/>
          <p14:tracePt t="11840" x="5068888" y="4476750"/>
          <p14:tracePt t="11853" x="5075238" y="4435475"/>
          <p14:tracePt t="11864" x="5075238" y="4387850"/>
          <p14:tracePt t="11874" x="5075238" y="4348163"/>
          <p14:tracePt t="11886" x="5048250" y="4265613"/>
          <p14:tracePt t="11898" x="4994275" y="4157663"/>
          <p14:tracePt t="11908" x="4926013" y="4068763"/>
          <p14:tracePt t="11919" x="4864100" y="4014788"/>
          <p14:tracePt t="11930" x="4768850" y="3967163"/>
          <p14:tracePt t="11941" x="4652963" y="3938588"/>
          <p14:tracePt t="11964" x="4578350" y="3919538"/>
          <p14:tracePt t="11968" x="4462463" y="3905250"/>
          <p14:tracePt t="11981" x="4367213" y="3905250"/>
          <p14:tracePt t="11989" x="4286250" y="3938588"/>
          <p14:tracePt t="11998" x="4244975" y="3967163"/>
          <p14:tracePt t="12012" x="4205288" y="4006850"/>
          <p14:tracePt t="12021" x="4184650" y="4068763"/>
          <p14:tracePt t="12032" x="4176713" y="4116388"/>
          <p14:tracePt t="12044" x="4176713" y="4164013"/>
          <p14:tracePt t="12054" x="4205288" y="4217988"/>
          <p14:tracePt t="12066" x="4232275" y="4265613"/>
          <p14:tracePt t="12078" x="4286250" y="4300538"/>
          <p14:tracePt t="12088" x="4333875" y="4319588"/>
          <p14:tracePt t="12099" x="4402138" y="4327525"/>
          <p14:tracePt t="12121" x="4483100" y="4340225"/>
          <p14:tracePt t="12125" x="4586288" y="4340225"/>
          <p14:tracePt t="12137" x="4652963" y="4340225"/>
          <p14:tracePt t="12147" x="4756150" y="4327525"/>
          <p14:tracePt t="12158" x="4857750" y="4306888"/>
          <p14:tracePt t="12169" x="4919663" y="4286250"/>
          <p14:tracePt t="12181" x="4979988" y="4244975"/>
          <p14:tracePt t="12191" x="5027613" y="4197350"/>
          <p14:tracePt t="12204" x="5048250" y="4149725"/>
          <p14:tracePt t="12215" x="5048250" y="4110038"/>
          <p14:tracePt t="12224" x="5027613" y="4048125"/>
          <p14:tracePt t="12236" x="4979988" y="3986213"/>
          <p14:tracePt t="12247" x="4899025" y="3938588"/>
          <p14:tracePt t="12257" x="4816475" y="3919538"/>
          <p14:tracePt t="12269" x="4694238" y="3884613"/>
          <p14:tracePt t="12281" x="4565650" y="3878263"/>
          <p14:tracePt t="12290" x="4456113" y="3884613"/>
          <p14:tracePt t="12303" x="4387850" y="3905250"/>
          <p14:tracePt t="12314" x="4313238" y="3938588"/>
          <p14:tracePt t="12324" x="4265613" y="3973513"/>
          <p14:tracePt t="12336" x="4224338" y="4014788"/>
          <p14:tracePt t="12347" x="4205288" y="4048125"/>
          <p14:tracePt t="12358" x="4197350" y="4095750"/>
          <p14:tracePt t="12370" x="4211638" y="4164013"/>
          <p14:tracePt t="12381" x="4252913" y="4217988"/>
          <p14:tracePt t="12392" x="4354513" y="4300538"/>
          <p14:tracePt t="12404" x="4456113" y="4360863"/>
          <p14:tracePt t="12415" x="4586288" y="4408488"/>
          <p14:tracePt t="12425" x="4667250" y="4435475"/>
          <p14:tracePt t="12437" x="4768850" y="4456113"/>
          <p14:tracePt t="12449" x="4864100" y="4470400"/>
          <p14:tracePt t="12460" x="4959350" y="4470400"/>
          <p14:tracePt t="12470" x="5014913" y="4456113"/>
          <p14:tracePt t="12482" x="5089525" y="4435475"/>
          <p14:tracePt t="12494" x="5129213" y="4408488"/>
          <p14:tracePt t="12505" x="5157788" y="4375150"/>
          <p14:tracePt t="12516" x="5157788" y="4340225"/>
          <p14:tracePt t="12528" x="5157788" y="4279900"/>
          <p14:tracePt t="12537" x="5129213" y="4205288"/>
          <p14:tracePt t="12549" x="5054600" y="4129088"/>
          <p14:tracePt t="12562" x="5006975" y="4089400"/>
          <p14:tracePt t="12572" x="4938713" y="4048125"/>
          <p14:tracePt t="12583" x="4843463" y="4027488"/>
          <p14:tracePt t="12595" x="4789488" y="4014788"/>
          <p14:tracePt t="12605" x="4694238" y="4006850"/>
          <p14:tracePt t="12617" x="4598988" y="4006850"/>
          <p14:tracePt t="12628" x="4518025" y="4014788"/>
          <p14:tracePt t="12639" x="4476750" y="4033838"/>
          <p14:tracePt t="12651" x="4414838" y="4068763"/>
          <p14:tracePt t="12662" x="4375150" y="4110038"/>
          <p14:tracePt t="12672" x="4348163" y="4149725"/>
          <p14:tracePt t="12685" x="4333875" y="4184650"/>
          <p14:tracePt t="12696" x="4333875" y="4238625"/>
          <p14:tracePt t="12706" x="4354513" y="4265613"/>
          <p14:tracePt t="12719" x="4375150" y="4306888"/>
          <p14:tracePt t="12730" x="4395788" y="4327525"/>
          <p14:tracePt t="12740" x="4435475" y="4348163"/>
          <p14:tracePt t="12753" x="4462463" y="4360863"/>
          <p14:tracePt t="12763" x="4497388" y="4367213"/>
          <p14:tracePt t="12774" x="4545013" y="4375150"/>
          <p14:tracePt t="12786" x="4605338" y="4375150"/>
          <p14:tracePt t="12797" x="4652963" y="4367213"/>
          <p14:tracePt t="12807" x="4694238" y="4360863"/>
          <p14:tracePt t="12820" x="4748213" y="4340225"/>
          <p14:tracePt t="12831" x="4789488" y="4306888"/>
          <p14:tracePt t="12841" x="4816475" y="4259263"/>
          <p14:tracePt t="12854" x="4824413" y="4217988"/>
          <p14:tracePt t="12865" x="4837113" y="4137025"/>
          <p14:tracePt t="12875" x="4837113" y="4048125"/>
          <p14:tracePt t="12887" x="4803775" y="3952875"/>
          <p14:tracePt t="12898" x="4768850" y="3898900"/>
          <p14:tracePt t="12909" x="4694238" y="3824288"/>
          <p14:tracePt t="12921" x="4625975" y="3776663"/>
          <p14:tracePt t="12932" x="4545013" y="3741738"/>
          <p14:tracePt t="12943" x="4476750" y="3735388"/>
          <p14:tracePt t="12954" x="4387850" y="3735388"/>
          <p14:tracePt t="12965" x="4313238" y="3741738"/>
          <p14:tracePt t="12978" x="4252913" y="3756025"/>
          <p14:tracePt t="12988" x="4197350" y="3795713"/>
          <p14:tracePt t="12999" x="4137025" y="3836988"/>
          <p14:tracePt t="13012" x="4075113" y="3878263"/>
          <p14:tracePt t="13021" x="4041775" y="3919538"/>
          <p14:tracePt t="13033" x="4014788" y="3973513"/>
          <p14:tracePt t="13045" x="4000500" y="4033838"/>
          <p14:tracePt t="13055" x="4000500" y="4089400"/>
          <p14:tracePt t="13066" x="4014788" y="4116388"/>
          <p14:tracePt t="13078" x="4021138" y="4157663"/>
          <p14:tracePt t="13089" x="4054475" y="4197350"/>
          <p14:tracePt t="13101" x="4081463" y="4224338"/>
          <p14:tracePt t="13112" x="4116388" y="4259263"/>
          <p14:tracePt t="13122" x="4176713" y="4279900"/>
          <p14:tracePt t="13136" x="4224338" y="4300538"/>
          <p14:tracePt t="13147" x="4271963" y="4306888"/>
          <p14:tracePt t="13167" x="4327525" y="4306888"/>
          <p14:tracePt t="13173" x="4387850" y="4286250"/>
          <p14:tracePt t="13183" x="4435475" y="4265613"/>
          <p14:tracePt t="13194" x="4476750" y="4244975"/>
          <p14:tracePt t="13204" x="4518025" y="4197350"/>
          <p14:tracePt t="13215" x="4545013" y="4149725"/>
          <p14:tracePt t="13225" x="4565650" y="4075113"/>
          <p14:tracePt t="13235" x="4565650" y="4014788"/>
          <p14:tracePt t="13246" x="4545013" y="3946525"/>
          <p14:tracePt t="13257" x="4518025" y="3884613"/>
          <p14:tracePt t="13270" x="4483100" y="3857625"/>
          <p14:tracePt t="13282" x="4462463" y="3843338"/>
          <p14:tracePt t="13291" x="4435475" y="3843338"/>
          <p14:tracePt t="13302" x="4395788" y="3857625"/>
          <p14:tracePt t="13314" x="4348163" y="3863975"/>
          <p14:tracePt t="13325" x="4313238" y="3898900"/>
          <p14:tracePt t="13337" x="4252913" y="3946525"/>
          <p14:tracePt t="13348" x="4205288" y="4006850"/>
          <p14:tracePt t="13360" x="4184650" y="4048125"/>
          <p14:tracePt t="13370" x="4164013" y="4095750"/>
          <p14:tracePt t="13382" x="4157663" y="4129088"/>
          <p14:tracePt t="13393" x="4157663" y="4149725"/>
          <p14:tracePt t="13404" x="4157663" y="4164013"/>
          <p14:tracePt t="13415" x="4164013" y="4176713"/>
          <p14:tracePt t="13427" x="4184650" y="4197350"/>
          <p14:tracePt t="13437" x="4224338" y="4205288"/>
          <p14:tracePt t="13449" x="4265613" y="4217988"/>
          <p14:tracePt t="13462" x="4327525" y="4224338"/>
          <p14:tracePt t="13471" x="4402138" y="4238625"/>
          <p14:tracePt t="13483" x="4497388" y="4238625"/>
          <p14:tracePt t="13495" x="4557713" y="4238625"/>
          <p14:tracePt t="13505" x="4633913" y="4238625"/>
          <p14:tracePt t="13517" x="4708525" y="4238625"/>
          <p14:tracePt t="13528" x="4756150" y="4217988"/>
          <p14:tracePt t="13539" x="4776788" y="4205288"/>
          <p14:tracePt t="13551" x="4789488" y="4184650"/>
          <p14:tracePt t="13562" x="4789488" y="4157663"/>
          <p14:tracePt t="13572" x="4789488" y="4129088"/>
          <p14:tracePt t="13584" x="4768850" y="4095750"/>
          <p14:tracePt t="13596" x="4748213" y="4068763"/>
          <p14:tracePt t="13606" x="4708525" y="4048125"/>
          <p14:tracePt t="13618" x="4667250" y="4033838"/>
          <p14:tracePt t="13630" x="4613275" y="4033838"/>
          <p14:tracePt t="13640" x="4557713" y="4033838"/>
          <p14:tracePt t="13652" x="4497388" y="4048125"/>
          <p14:tracePt t="13664" x="4462463" y="4054475"/>
          <p14:tracePt t="13674" x="4422775" y="4075113"/>
          <p14:tracePt t="13686" x="4402138" y="4110038"/>
          <p14:tracePt t="13697" x="4395788" y="4129088"/>
          <p14:tracePt t="13708" x="4387850" y="4149725"/>
          <p14:tracePt t="13720" x="4387850" y="4176713"/>
          <p14:tracePt t="13731" x="4387850" y="4205288"/>
          <p14:tracePt t="13741" x="4395788" y="4224338"/>
          <p14:tracePt t="13754" x="4414838" y="4244975"/>
          <p14:tracePt t="13765" x="4443413" y="4279900"/>
          <p14:tracePt t="13775" x="4483100" y="4300538"/>
          <p14:tracePt t="13787" x="4524375" y="4319588"/>
          <p14:tracePt t="13799" x="4578350" y="4340225"/>
          <p14:tracePt t="13810" x="4633913" y="4348163"/>
          <p14:tracePt t="13821" x="4687888" y="4348163"/>
          <p14:tracePt t="13832" x="4735513" y="4348163"/>
          <p14:tracePt t="13844" x="4789488" y="4327525"/>
          <p14:tracePt t="13854" x="4837113" y="4319588"/>
          <p14:tracePt t="13866" x="4878388" y="4286250"/>
          <p14:tracePt t="13877" x="4899025" y="4259263"/>
          <p14:tracePt t="13887" x="4919663" y="4217988"/>
          <p14:tracePt t="13899" x="4926013" y="4176713"/>
          <p14:tracePt t="13912" x="4926013" y="4137025"/>
          <p14:tracePt t="13921" x="4919663" y="4116388"/>
          <p14:tracePt t="13933" x="4905375" y="4089400"/>
          <p14:tracePt t="13945" x="4884738" y="4068763"/>
          <p14:tracePt t="13955" x="4878388" y="4054475"/>
          <p14:tracePt t="13967" x="4857750" y="4048125"/>
          <p14:tracePt t="13979" x="4824413" y="4048125"/>
          <p14:tracePt t="13989" x="4803775" y="4033838"/>
          <p14:tracePt t="14002" x="4776788" y="4033838"/>
          <p14:tracePt t="14013" x="4735513" y="4033838"/>
          <p14:tracePt t="14023" x="4694238" y="4033838"/>
          <p14:tracePt t="14035" x="4646613" y="4033838"/>
          <p14:tracePt t="14046" x="4605338" y="4033838"/>
          <p14:tracePt t="14056" x="4557713" y="4033838"/>
          <p14:tracePt t="14068" x="4518025" y="4054475"/>
          <p14:tracePt t="14080" x="4483100" y="4095750"/>
          <p14:tracePt t="14090" x="4462463" y="4137025"/>
          <p14:tracePt t="14103" x="4443413" y="4205288"/>
          <p14:tracePt t="14114" x="4435475" y="4265613"/>
          <p14:tracePt t="14124" x="4443413" y="4327525"/>
          <p14:tracePt t="14137" x="4456113" y="4367213"/>
          <p14:tracePt t="14148" x="4483100" y="4395788"/>
          <p14:tracePt t="14158" x="4538663" y="4429125"/>
          <p14:tracePt t="14170" x="4578350" y="4449763"/>
          <p14:tracePt t="14182" x="4646613" y="4470400"/>
          <p14:tracePt t="14191" x="4714875" y="4470400"/>
          <p14:tracePt t="14225" x="4776788" y="4470400"/>
          <p14:tracePt t="14230" x="4824413" y="4456113"/>
          <p14:tracePt t="14238" x="4878388" y="4435475"/>
          <p14:tracePt t="14241" x="4926013" y="4414838"/>
          <p14:tracePt t="14248" x="4959350" y="4375150"/>
          <p14:tracePt t="14264" x="4986338" y="4340225"/>
          <p14:tracePt t="14273" x="5006975" y="4279900"/>
          <p14:tracePt t="14281" x="5006975" y="4197350"/>
          <p14:tracePt t="14294" x="4986338" y="4116388"/>
          <p14:tracePt t="14304" x="4967288" y="4048125"/>
          <p14:tracePt t="14316" x="4899025" y="3967163"/>
          <p14:tracePt t="14328" x="4795838" y="3905250"/>
          <p14:tracePt t="14338" x="4694238" y="3863975"/>
          <p14:tracePt t="14350" x="4605338" y="3857625"/>
          <p14:tracePt t="14362" x="4497388" y="3857625"/>
          <p14:tracePt t="14371" x="4387850" y="3863975"/>
          <p14:tracePt t="14383" x="4313238" y="3884613"/>
          <p14:tracePt t="14395" x="4232275" y="3925888"/>
          <p14:tracePt t="14405" x="4176713" y="3973513"/>
          <p14:tracePt t="14417" x="4122738" y="4014788"/>
          <p14:tracePt t="14428" x="4102100" y="4054475"/>
          <p14:tracePt t="14439" x="4095750" y="4095750"/>
          <p14:tracePt t="14452" x="4095750" y="4129088"/>
          <p14:tracePt t="14463" x="4116388" y="4157663"/>
          <p14:tracePt t="14473" x="4122738" y="4176713"/>
          <p14:tracePt t="14485" x="4164013" y="4205288"/>
          <p14:tracePt t="14496" x="4211638" y="4238625"/>
          <p14:tracePt t="14506" x="4286250" y="4265613"/>
          <p14:tracePt t="14518" x="4333875" y="4286250"/>
          <p14:tracePt t="14530" x="4414838" y="4306888"/>
          <p14:tracePt t="14540" x="4503738" y="4327525"/>
          <p14:tracePt t="14552" x="4557713" y="4327525"/>
          <p14:tracePt t="14564" x="4633913" y="4327525"/>
          <p14:tracePt t="14574" x="4708525" y="4319588"/>
          <p14:tracePt t="14586" x="4768850" y="4300538"/>
          <p14:tracePt t="14597" x="4803775" y="4279900"/>
          <p14:tracePt t="14608" x="4843463" y="4238625"/>
          <p14:tracePt t="14620" x="4864100" y="4205288"/>
          <p14:tracePt t="14631" x="4878388" y="4164013"/>
          <p14:tracePt t="14641" x="4878388" y="4137025"/>
          <p14:tracePt t="14652" x="4864100" y="4075113"/>
          <p14:tracePt t="14664" x="4837113" y="4027488"/>
          <p14:tracePt t="14675" x="4795838" y="3973513"/>
          <p14:tracePt t="14687" x="4748213" y="3946525"/>
          <p14:tracePt t="14698" x="4667250" y="3905250"/>
          <p14:tracePt t="14710" x="4586288" y="3884613"/>
          <p14:tracePt t="14721" x="4497388" y="3878263"/>
          <p14:tracePt t="14732" x="4435475" y="3878263"/>
          <p14:tracePt t="14744" x="4367213" y="3878263"/>
          <p14:tracePt t="14754" x="4306888" y="3884613"/>
          <p14:tracePt t="14766" x="4265613" y="3898900"/>
          <p14:tracePt t="14777" x="4211638" y="3925888"/>
          <p14:tracePt t="14788" x="4176713" y="3973513"/>
          <p14:tracePt t="14800" x="4157663" y="4033838"/>
          <p14:tracePt t="14812" x="4137025" y="4075113"/>
          <p14:tracePt t="14822" x="4137025" y="4129088"/>
          <p14:tracePt t="14833" x="4157663" y="4176713"/>
          <p14:tracePt t="14845" x="4184650" y="4224338"/>
          <p14:tracePt t="14855" x="4211638" y="4259263"/>
          <p14:tracePt t="14867" x="4271963" y="4300538"/>
          <p14:tracePt t="14879" x="4333875" y="4319588"/>
          <p14:tracePt t="14889" x="4395788" y="4327525"/>
          <p14:tracePt t="14901" x="4443413" y="4340225"/>
          <p14:tracePt t="14913" x="4518025" y="4340225"/>
          <p14:tracePt t="14923" x="4586288" y="4327525"/>
          <p14:tracePt t="14935" x="4633913" y="4319588"/>
          <p14:tracePt t="14946" x="4673600" y="4306888"/>
          <p14:tracePt t="14956" x="4694238" y="4286250"/>
          <p14:tracePt t="14969" x="4714875" y="4265613"/>
          <p14:tracePt t="14981" x="4729163" y="4244975"/>
          <p14:tracePt t="14990" x="4729163" y="4217988"/>
          <p14:tracePt t="15003" x="4735513" y="4197350"/>
          <p14:tracePt t="15014" x="4729163" y="4164013"/>
          <p14:tracePt t="15024" x="4729163" y="4157663"/>
          <p14:tracePt t="15046" x="4714875" y="4137025"/>
          <p14:tracePt t="15051" x="4694238" y="4116388"/>
          <p14:tracePt t="15063" x="4687888" y="4095750"/>
          <p14:tracePt t="15072" x="4673600" y="4089400"/>
          <p14:tracePt t="15081" x="4667250" y="4089400"/>
          <p14:tracePt t="15092" x="4652963" y="4075113"/>
          <p14:tracePt t="15226" x="4652963" y="4068763"/>
          <p14:tracePt t="15271" x="4646613" y="4048125"/>
          <p14:tracePt t="15276" x="4646613" y="4033838"/>
          <p14:tracePt t="15283" x="4633913" y="4033838"/>
          <p14:tracePt t="15285" x="4625975" y="4027488"/>
          <p14:tracePt t="15299" x="4613275" y="4014788"/>
          <p14:tracePt t="15307" x="4586288" y="3994150"/>
          <p14:tracePt t="15317" x="4545013" y="3986213"/>
          <p14:tracePt t="15330" x="4518025" y="3967163"/>
          <p14:tracePt t="15340" x="4483100" y="3952875"/>
          <p14:tracePt t="15351" x="4476750" y="3952875"/>
          <p14:tracePt t="15363" x="4462463" y="3952875"/>
          <p14:tracePt t="15406" x="4462463" y="3967163"/>
          <p14:tracePt t="15418" x="4456113" y="3986213"/>
          <p14:tracePt t="15431" x="4456113" y="4014788"/>
          <p14:tracePt t="15440" x="4443413" y="4068763"/>
          <p14:tracePt t="15453" x="4456113" y="4116388"/>
          <p14:tracePt t="15464" x="4462463" y="4176713"/>
          <p14:tracePt t="15474" x="4503738" y="4238625"/>
          <p14:tracePt t="15486" x="4557713" y="4265613"/>
          <p14:tracePt t="15497" x="4598988" y="4300538"/>
          <p14:tracePt t="15507" x="4652963" y="4319588"/>
          <p14:tracePt t="15520" x="4729163" y="4327525"/>
          <p14:tracePt t="15531" x="4803775" y="4340225"/>
          <p14:tracePt t="15541" x="4878388" y="4340225"/>
          <p14:tracePt t="15553" x="4994275" y="4327525"/>
          <p14:tracePt t="15565" x="5137150" y="4327525"/>
          <p14:tracePt t="15575" x="5245100" y="4319588"/>
          <p14:tracePt t="15587" x="5449888" y="4286250"/>
          <p14:tracePt t="15599" x="5661025" y="4238625"/>
          <p14:tracePt t="15609" x="5872163" y="4176713"/>
          <p14:tracePt t="15621" x="6021388" y="4129088"/>
          <p14:tracePt t="15632" x="6232525" y="4054475"/>
          <p14:tracePt t="15642" x="6408738" y="3973513"/>
          <p14:tracePt t="15655" x="6565900" y="3898900"/>
          <p14:tracePt t="15666" x="6640513" y="3843338"/>
          <p14:tracePt t="15676" x="6735763" y="3776663"/>
          <p14:tracePt t="15688" x="6804025" y="3729038"/>
          <p14:tracePt t="15700" x="6851650" y="3687763"/>
          <p14:tracePt t="15710" x="6872288" y="3652838"/>
          <p14:tracePt t="15722" x="6905625" y="3633788"/>
          <p14:tracePt t="15734" x="6911975" y="3613150"/>
          <p14:tracePt t="15745" x="6926263" y="3605213"/>
          <p14:tracePt t="15756" x="6932613" y="3592513"/>
          <p14:tracePt t="15767" x="6946900" y="3586163"/>
          <p14:tracePt t="15781" x="6967538" y="3565525"/>
          <p14:tracePt t="15790" x="6973888" y="3551238"/>
          <p14:tracePt t="15802" x="7000875" y="3544888"/>
          <p14:tracePt t="15814" x="7034213" y="3517900"/>
          <p14:tracePt t="15824" x="7054850" y="3497263"/>
          <p14:tracePt t="15835" x="7075488" y="3462338"/>
          <p14:tracePt t="15848" x="7102475" y="3435350"/>
          <p14:tracePt t="15857" x="7116763" y="3402013"/>
          <p14:tracePt t="15869" x="7123113" y="3375025"/>
          <p14:tracePt t="15881" x="7137400" y="3354388"/>
          <p14:tracePt t="15890" x="7143750" y="3333750"/>
          <p14:tracePt t="15903" x="7158038" y="3313113"/>
          <p14:tracePt t="15914" x="7164388" y="3306763"/>
          <p14:tracePt t="15924" x="7177088" y="3292475"/>
          <p14:tracePt t="15936" x="7185025" y="3286125"/>
          <p14:tracePt t="15948" x="7197725" y="3271838"/>
          <p14:tracePt t="15959" x="7205663" y="3271838"/>
          <p14:tracePt t="15971" x="7224713" y="3252788"/>
          <p14:tracePt t="15982" x="7245350" y="3244850"/>
          <p14:tracePt t="15992" x="7272338" y="3232150"/>
          <p14:tracePt t="16004" x="7292975" y="3224213"/>
          <p14:tracePt t="16015" x="7313613" y="3205163"/>
          <p14:tracePt t="16025" x="7348538" y="3170238"/>
          <p14:tracePt t="16038" x="7375525" y="3149600"/>
          <p14:tracePt t="16049" x="7388225" y="3128963"/>
          <p14:tracePt t="16059" x="7402513" y="3116263"/>
          <p14:tracePt t="16071" x="7415213" y="3095625"/>
          <p14:tracePt t="16083" x="7423150" y="3074988"/>
          <p14:tracePt t="16093" x="7435850" y="3054350"/>
          <p14:tracePt t="16104" x="7443788" y="3041650"/>
          <p14:tracePt t="16115" x="7456488" y="3021013"/>
          <p14:tracePt t="16126" x="7462838" y="3014663"/>
          <p14:tracePt t="16139" x="7462838" y="3000375"/>
          <p14:tracePt t="16150" x="7462838" y="2994025"/>
          <p14:tracePt t="16227" x="7456488" y="3014663"/>
          <p14:tracePt t="16238" x="7435850" y="3021013"/>
          <p14:tracePt t="16250" x="7423150" y="3041650"/>
          <p14:tracePt t="16263" x="7415213" y="3054350"/>
          <p14:tracePt t="16272" x="7415213" y="3074988"/>
          <p14:tracePt t="16284" x="7415213" y="3081338"/>
          <p14:tracePt t="16318" x="7423150" y="3095625"/>
          <p14:tracePt t="16321" x="7443788" y="3101975"/>
          <p14:tracePt t="16333" x="7524750" y="3116263"/>
          <p14:tracePt t="16343" x="7558088" y="3101975"/>
          <p14:tracePt t="16353" x="7605713" y="3095625"/>
          <p14:tracePt t="16366" x="7634288" y="3074988"/>
          <p14:tracePt t="16375" x="7667625" y="3054350"/>
          <p14:tracePt t="16386" x="7688263" y="3033713"/>
          <p14:tracePt t="16398" x="7694613" y="3000375"/>
          <p14:tracePt t="16408" x="7708900" y="2973388"/>
          <p14:tracePt t="16419" x="7708900" y="2938463"/>
          <p14:tracePt t="16431" x="7694613" y="2919413"/>
          <p14:tracePt t="16441" x="7688263" y="2905125"/>
          <p14:tracePt t="16454" x="7667625" y="2890838"/>
          <p14:tracePt t="16465" x="7646988" y="2884488"/>
          <p14:tracePt t="16475" x="7626350" y="2884488"/>
          <p14:tracePt t="16487" x="7593013" y="2890838"/>
          <p14:tracePt t="16499" x="7566025" y="2911475"/>
          <p14:tracePt t="16509" x="7545388" y="2938463"/>
          <p14:tracePt t="16521" x="7539038" y="2973388"/>
          <p14:tracePt t="16532" x="7539038" y="3014663"/>
          <p14:tracePt t="16543" x="7545388" y="3041650"/>
          <p14:tracePt t="16555" x="7558088" y="3074988"/>
          <p14:tracePt t="16566" x="7586663" y="3095625"/>
          <p14:tracePt t="16576" x="7634288" y="3101975"/>
          <p14:tracePt t="16589" x="7708900" y="3101975"/>
          <p14:tracePt t="16600" x="7748588" y="3101975"/>
          <p14:tracePt t="16610" x="7804150" y="3081338"/>
          <p14:tracePt t="16622" x="7837488" y="3054350"/>
          <p14:tracePt t="16634" x="7858125" y="3021013"/>
          <p14:tracePt t="16644" x="7858125" y="2994025"/>
          <p14:tracePt t="16655" x="7864475" y="2959100"/>
          <p14:tracePt t="16667" x="7858125" y="2932113"/>
          <p14:tracePt t="16678" x="7843838" y="2905125"/>
          <p14:tracePt t="16689" x="7816850" y="2884488"/>
          <p14:tracePt t="16701" x="7777163" y="2871788"/>
          <p14:tracePt t="16711" x="7715250" y="2863850"/>
          <p14:tracePt t="16723" x="7667625" y="2871788"/>
          <p14:tracePt t="16734" x="7626350" y="2890838"/>
          <p14:tracePt t="16746" x="7593013" y="2919413"/>
          <p14:tracePt t="16757" x="7578725" y="2952750"/>
          <p14:tracePt t="16768" x="7578725" y="2979738"/>
          <p14:tracePt t="16780" x="7578725" y="3000375"/>
          <p14:tracePt t="16790" x="7578725" y="3021013"/>
          <p14:tracePt t="16802" x="7593013" y="3033713"/>
          <p14:tracePt t="16814" x="7613650" y="3033713"/>
          <p14:tracePt t="16824" x="7646988" y="3041650"/>
          <p14:tracePt t="16836" x="7688263" y="3033713"/>
          <p14:tracePt t="16848" x="7715250" y="3021013"/>
          <p14:tracePt t="16858" x="7735888" y="3014663"/>
          <p14:tracePt t="16870" x="7756525" y="2994025"/>
          <p14:tracePt t="16882" x="7756525" y="2973388"/>
          <p14:tracePt t="16891" x="7756525" y="2952750"/>
          <p14:tracePt t="16903" x="7756525" y="2932113"/>
          <p14:tracePt t="16915" x="7748588" y="2911475"/>
          <p14:tracePt t="16925" x="7729538" y="2905125"/>
          <p14:tracePt t="16937" x="7708900" y="2890838"/>
          <p14:tracePt t="16949" x="7667625" y="2905125"/>
          <p14:tracePt t="16960" x="7613650" y="2911475"/>
          <p14:tracePt t="16972" x="7578725" y="2938463"/>
          <p14:tracePt t="16984" x="7539038" y="2979738"/>
          <p14:tracePt t="16993" x="7504113" y="3033713"/>
          <p14:tracePt t="17006" x="7477125" y="3101975"/>
          <p14:tracePt t="17017" x="7456488" y="3190875"/>
          <p14:tracePt t="17027" x="7456488" y="3265488"/>
          <p14:tracePt t="17039" x="7456488" y="3375025"/>
          <p14:tracePt t="17050" x="7462838" y="3482975"/>
          <p14:tracePt t="17060" x="7497763" y="3592513"/>
          <p14:tracePt t="17072" x="7524750" y="3652838"/>
          <p14:tracePt t="17083" x="7558088" y="3714750"/>
          <p14:tracePt t="17094" x="7578725" y="3741738"/>
          <p14:tracePt t="17106" x="7593013" y="3776663"/>
          <p14:tracePt t="17117" x="7605713" y="3783013"/>
          <p14:tracePt t="17127" x="7626350" y="3795713"/>
          <p14:tracePt t="17140" x="7646988" y="3803650"/>
          <p14:tracePt t="17152" x="7667625" y="3803650"/>
          <p14:tracePt t="17161" x="7673975" y="3803650"/>
          <p14:tracePt t="17229" x="7667625" y="3816350"/>
          <p14:tracePt t="17240" x="7667625" y="3824288"/>
          <p14:tracePt t="17251" x="7646988" y="3857625"/>
          <p14:tracePt t="17264" x="7634288" y="3898900"/>
          <p14:tracePt t="17274" x="7613650" y="3946525"/>
          <p14:tracePt t="17286" x="7605713" y="3994150"/>
          <p14:tracePt t="17298" x="7605713" y="4033838"/>
          <p14:tracePt t="17307" x="7605713" y="4075113"/>
          <p14:tracePt t="17319" x="7605713" y="4095750"/>
          <p14:tracePt t="17331" x="7613650" y="4116388"/>
          <p14:tracePt t="17341" x="7626350" y="4129088"/>
          <p14:tracePt t="17364" x="7634288" y="4129088"/>
          <p14:tracePt t="17367" x="7646988" y="4129088"/>
          <p14:tracePt t="17379" x="7653338" y="4129088"/>
          <p14:tracePt t="17389" x="7667625" y="4116388"/>
          <p14:tracePt t="17400" x="7673975" y="4110038"/>
          <p14:tracePt t="17420" x="7673975" y="4095750"/>
          <p14:tracePt t="17432" x="7673975" y="4089400"/>
          <p14:tracePt t="17465" x="7673975" y="4075113"/>
          <p14:tracePt t="17479" x="7667625" y="4075113"/>
          <p14:tracePt t="17490" x="7653338" y="4075113"/>
          <p14:tracePt t="17501" x="7646988" y="4075113"/>
          <p14:tracePt t="17510" x="7634288" y="4075113"/>
          <p14:tracePt t="17522" x="7613650" y="4075113"/>
          <p14:tracePt t="17534" x="7605713" y="4075113"/>
          <p14:tracePt t="17555" x="7593013" y="4089400"/>
          <p14:tracePt t="17568" x="7586663" y="4089400"/>
          <p14:tracePt t="17578" x="7578725" y="4095750"/>
          <p14:tracePt t="17590" x="7566025" y="4116388"/>
          <p14:tracePt t="17601" x="7566025" y="4129088"/>
          <p14:tracePt t="17611" x="7558088" y="4157663"/>
          <p14:tracePt t="17624" x="7558088" y="4176713"/>
          <p14:tracePt t="17635" x="7558088" y="4205288"/>
          <p14:tracePt t="17646" x="7566025" y="4244975"/>
          <p14:tracePt t="17657" x="7578725" y="4286250"/>
          <p14:tracePt t="17668" x="7586663" y="4306888"/>
          <p14:tracePt t="17681" x="7613650" y="4348163"/>
          <p14:tracePt t="17691" x="7653338" y="4387850"/>
          <p14:tracePt t="17702" x="7694613" y="4414838"/>
          <p14:tracePt t="17714" x="7729538" y="4435475"/>
          <p14:tracePt t="17724" x="7777163" y="4456113"/>
          <p14:tracePt t="17735" x="7816850" y="4470400"/>
          <p14:tracePt t="17748" x="7858125" y="4470400"/>
          <p14:tracePt t="17757" x="7899400" y="4470400"/>
          <p14:tracePt t="17769" x="7939088" y="4456113"/>
          <p14:tracePt t="17781" x="7967663" y="4435475"/>
          <p14:tracePt t="17791" x="7986713" y="4429125"/>
          <p14:tracePt t="17804" x="8015288" y="4387850"/>
          <p14:tracePt t="17815" x="8034338" y="4340225"/>
          <p14:tracePt t="17825" x="8048625" y="4279900"/>
          <p14:tracePt t="17837" x="8054975" y="4217988"/>
          <p14:tracePt t="17849" x="8048625" y="4129088"/>
          <p14:tracePt t="17859" x="8034338" y="4054475"/>
          <p14:tracePt t="17871" x="7994650" y="3986213"/>
          <p14:tracePt t="17883" x="7959725" y="3952875"/>
          <p14:tracePt t="17892" x="7899400" y="3905250"/>
          <p14:tracePt t="17905" x="7837488" y="3884613"/>
          <p14:tracePt t="17916" x="7777163" y="3863975"/>
          <p14:tracePt t="17926" x="7708900" y="3843338"/>
          <p14:tracePt t="17939" x="7646988" y="3836988"/>
          <p14:tracePt t="17950" x="7593013" y="3836988"/>
          <p14:tracePt t="17960" x="7566025" y="3824288"/>
          <p14:tracePt t="17973" x="7539038" y="3824288"/>
          <p14:tracePt t="17984" x="7518400" y="3836988"/>
          <p14:tracePt t="17994" x="7497763" y="3843338"/>
          <p14:tracePt t="18005" x="7483475" y="3857625"/>
          <p14:tracePt t="18017" x="7477125" y="3878263"/>
          <p14:tracePt t="18027" x="7456488" y="3898900"/>
          <p14:tracePt t="18039" x="7443788" y="3919538"/>
          <p14:tracePt t="18051" x="7443788" y="3938588"/>
          <p14:tracePt t="18061" x="7435850" y="3967163"/>
          <p14:tracePt t="18073" x="7423150" y="4006850"/>
          <p14:tracePt t="18085" x="7415213" y="4054475"/>
          <p14:tracePt t="18096" x="7415213" y="4089400"/>
          <p14:tracePt t="18107" x="7402513" y="4137025"/>
          <p14:tracePt t="18119" x="7396163" y="4176713"/>
          <p14:tracePt t="18130" x="7396163" y="4197350"/>
          <p14:tracePt t="18140" x="7396163" y="4217988"/>
          <p14:tracePt t="18152" x="7396163" y="4244975"/>
          <p14:tracePt t="18164" x="7396163" y="4265613"/>
          <p14:tracePt t="18174" x="7402513" y="4279900"/>
          <p14:tracePt t="18186" x="7423150" y="4300538"/>
          <p14:tracePt t="18198" x="7443788" y="4319588"/>
          <p14:tracePt t="18208" x="7483475" y="4340225"/>
          <p14:tracePt t="18220" x="7504113" y="4340225"/>
          <p14:tracePt t="18232" x="7539038" y="4348163"/>
          <p14:tracePt t="18242" x="7558088" y="4348163"/>
          <p14:tracePt t="18254" x="7586663" y="4340225"/>
          <p14:tracePt t="18265" x="7605713" y="4340225"/>
          <p14:tracePt t="18275" x="7634288" y="4340225"/>
          <p14:tracePt t="18288" x="7653338" y="4327525"/>
          <p14:tracePt t="18299" x="7673975" y="4306888"/>
          <p14:tracePt t="18309" x="7688263" y="4300538"/>
          <p14:tracePt t="18322" x="7694613" y="4265613"/>
          <p14:tracePt t="18333" x="7694613" y="4238625"/>
          <p14:tracePt t="18343" x="7708900" y="4217988"/>
          <p14:tracePt t="18355" x="7715250" y="4197350"/>
          <p14:tracePt t="18367" x="7715250" y="4184650"/>
          <p14:tracePt t="18388" x="7729538" y="4176713"/>
          <p14:tracePt t="18421" x="7735888" y="4164013"/>
          <p14:tracePt t="18433" x="7735888" y="4157663"/>
          <p14:tracePt t="18444" x="7735888" y="4149725"/>
          <p14:tracePt t="18456" x="7748588" y="4137025"/>
          <p14:tracePt t="18467" x="7748588" y="4116388"/>
          <p14:tracePt t="18478" x="7756525" y="4095750"/>
          <p14:tracePt t="18490" x="7756525" y="4075113"/>
          <p14:tracePt t="18501" x="7769225" y="4068763"/>
          <p14:tracePt t="18513" x="7769225" y="4048125"/>
          <p14:tracePt t="18523" x="7769225" y="4033838"/>
          <p14:tracePt t="18535" x="7769225" y="4027488"/>
          <p14:tracePt t="18634" x="7769225" y="4014788"/>
          <p14:tracePt t="18651" x="7756525" y="4014788"/>
          <p14:tracePt t="18660" x="7756525" y="4006850"/>
          <p14:tracePt t="18671" x="7748588" y="4006850"/>
          <p14:tracePt t="18683" x="7748588" y="3994150"/>
          <p14:tracePt t="18693" x="7735888" y="3994150"/>
          <p14:tracePt t="18704" x="7729538" y="3994150"/>
          <p14:tracePt t="18716" x="7715250" y="3986213"/>
          <p14:tracePt t="18736" x="7708900" y="3986213"/>
          <p14:tracePt t="18749" x="7694613" y="3973513"/>
          <p14:tracePt t="18759" x="7688263" y="3973513"/>
          <p14:tracePt t="18781" x="7673975" y="3973513"/>
          <p14:tracePt t="18804" x="7667625" y="3973513"/>
          <p14:tracePt t="18927" x="7667625" y="3967163"/>
          <p14:tracePt t="18940" x="7653338" y="3967163"/>
          <p14:tracePt t="19242" x="7634288" y="3952875"/>
          <p14:tracePt t="19246" x="7605713" y="3946525"/>
          <p14:tracePt t="19255" x="7545388" y="3925888"/>
          <p14:tracePt t="19266" x="7456488" y="3919538"/>
          <p14:tracePt t="19283" x="7334250" y="3919538"/>
          <p14:tracePt t="19290" x="7232650" y="3919538"/>
          <p14:tracePt t="19300" x="7081838" y="3925888"/>
          <p14:tracePt t="19312" x="6926263" y="3938588"/>
          <p14:tracePt t="19323" x="6796088" y="3938588"/>
          <p14:tracePt t="19334" x="6592888" y="3946525"/>
          <p14:tracePt t="19345" x="6381750" y="3938588"/>
          <p14:tracePt t="19355" x="6184900" y="3925888"/>
          <p14:tracePt t="19367" x="6027738" y="3919538"/>
          <p14:tracePt t="19379" x="5837238" y="3905250"/>
          <p14:tracePt t="19389" x="5681663" y="3905250"/>
          <p14:tracePt t="19400" x="5551488" y="3919538"/>
          <p14:tracePt t="19413" x="5470525" y="3938588"/>
          <p14:tracePt t="19423" x="5381625" y="3946525"/>
          <p14:tracePt t="19434" x="5319713" y="3967163"/>
          <p14:tracePt t="19456" x="5280025" y="3967163"/>
          <p14:tracePt t="19460" x="5259388" y="3973513"/>
          <p14:tracePt t="19470" x="5245100" y="3973513"/>
          <p14:tracePt t="19557" x="5238750" y="3973513"/>
          <p14:tracePt t="19569" x="5218113" y="3973513"/>
          <p14:tracePt t="19581" x="5191125" y="3973513"/>
          <p14:tracePt t="19591" x="5129213" y="3967163"/>
          <p14:tracePt t="19603" x="5048250" y="3967163"/>
          <p14:tracePt t="19614" x="4959350" y="3973513"/>
          <p14:tracePt t="19626" x="4884738" y="3986213"/>
          <p14:tracePt t="19637" x="4789488" y="4006850"/>
          <p14:tracePt t="19649" x="4687888" y="4027488"/>
          <p14:tracePt t="19660" x="4613275" y="4048125"/>
          <p14:tracePt t="19671" x="4578350" y="4075113"/>
          <p14:tracePt t="19683" x="4545013" y="4095750"/>
          <p14:tracePt t="19693" x="4538663" y="4110038"/>
          <p14:tracePt t="19705" x="4538663" y="4116388"/>
          <p14:tracePt t="19726" x="4538663" y="4129088"/>
          <p14:tracePt t="19793" x="4545013" y="4129088"/>
          <p14:tracePt t="19805" x="4545013" y="4116388"/>
          <p14:tracePt t="19861" x="4538663" y="4110038"/>
          <p14:tracePt t="19873" x="4524375" y="4110038"/>
          <p14:tracePt t="19885" x="4497388" y="4110038"/>
          <p14:tracePt t="19895" x="4462463" y="4116388"/>
          <p14:tracePt t="19918" x="4435475" y="4137025"/>
          <p14:tracePt t="19919" x="4414838" y="4164013"/>
          <p14:tracePt t="19929" x="4387850" y="4217988"/>
          <p14:tracePt t="19941" x="4367213" y="4265613"/>
          <p14:tracePt t="19952" x="4375150" y="4306888"/>
          <p14:tracePt t="19974" x="4395788" y="4327525"/>
          <p14:tracePt t="19978" x="4422775" y="4360863"/>
          <p14:tracePt t="19987" x="4456113" y="4367213"/>
          <p14:tracePt t="20000" x="4483100" y="4375150"/>
          <p14:tracePt t="20010" x="4503738" y="4387850"/>
          <p14:tracePt t="20020" x="4538663" y="4387850"/>
          <p14:tracePt t="20030" x="4557713" y="4387850"/>
          <p14:tracePt t="20042" x="4565650" y="4395788"/>
          <p14:tracePt t="20054" x="4578350" y="4395788"/>
          <p14:tracePt t="20065" x="4586288" y="4395788"/>
          <p14:tracePt t="20075" x="4598988" y="4387850"/>
          <p14:tracePt t="20098" x="4605338" y="4387850"/>
          <p14:tracePt t="20109" x="4613275" y="4375150"/>
          <p14:tracePt t="20120" x="4625975" y="4375150"/>
          <p14:tracePt t="20133" x="4646613" y="4367213"/>
          <p14:tracePt t="20143" x="4667250" y="4367213"/>
          <p14:tracePt t="20155" x="4714875" y="4367213"/>
          <p14:tracePt t="20167" x="4789488" y="4375150"/>
          <p14:tracePt t="20177" x="4857750" y="4387850"/>
          <p14:tracePt t="20188" x="5014913" y="4408488"/>
          <p14:tracePt t="20200" x="5205413" y="4435475"/>
          <p14:tracePt t="20210" x="5476875" y="4470400"/>
          <p14:tracePt t="20222" x="5688013" y="4510088"/>
          <p14:tracePt t="20233" x="5994400" y="4557713"/>
          <p14:tracePt t="20244" x="6292850" y="4619625"/>
          <p14:tracePt t="20255" x="6503988" y="4667250"/>
          <p14:tracePt t="20267" x="6796088" y="4721225"/>
          <p14:tracePt t="20278" x="7081838" y="4768850"/>
          <p14:tracePt t="20289" x="7367588" y="4795838"/>
          <p14:tracePt t="20301" x="7524750" y="4830763"/>
          <p14:tracePt t="20311" x="7735888" y="4851400"/>
          <p14:tracePt t="20323" x="7905750" y="4857750"/>
          <p14:tracePt t="20335" x="8054975" y="4872038"/>
          <p14:tracePt t="20345" x="8137525" y="4857750"/>
          <p14:tracePt t="20358" x="8245475" y="4851400"/>
          <p14:tracePt t="20368" x="8361363" y="4816475"/>
          <p14:tracePt t="20379" x="8450263" y="4783138"/>
          <p14:tracePt t="20392" x="8510588" y="4748213"/>
          <p14:tracePt t="20403" x="8572500" y="4708525"/>
          <p14:tracePt t="20412" x="8599488" y="4687888"/>
          <p14:tracePt t="20425" x="8605838" y="4667250"/>
          <p14:tracePt t="20436" x="8605838" y="4646613"/>
          <p14:tracePt t="20446" x="8605838" y="4619625"/>
          <p14:tracePt t="20458" x="8599488" y="4586288"/>
          <p14:tracePt t="20470" x="8578850" y="4551363"/>
          <p14:tracePt t="20480" x="8558213" y="4497388"/>
          <p14:tracePt t="20514" x="8551863" y="4456113"/>
          <p14:tracePt t="20518" x="8539163" y="4429125"/>
          <p14:tracePt t="20529" x="8531225" y="4408488"/>
          <p14:tracePt t="20538" x="8518525" y="4360863"/>
          <p14:tracePt t="20541" x="8497888" y="4286250"/>
          <p14:tracePt t="20552" x="8456613" y="4205288"/>
          <p14:tracePt t="20561" x="8408988" y="4149725"/>
          <p14:tracePt t="20570" x="8340725" y="4054475"/>
          <p14:tracePt t="20584" x="8239125" y="3986213"/>
          <p14:tracePt t="20594" x="8129588" y="3938588"/>
          <p14:tracePt t="20606" x="8048625" y="3919538"/>
          <p14:tracePt t="20617" x="7926388" y="3905250"/>
          <p14:tracePt t="20627" x="7816850" y="3905250"/>
          <p14:tracePt t="20638" x="7715250" y="3905250"/>
          <p14:tracePt t="20650" x="7634288" y="3919538"/>
          <p14:tracePt t="20660" x="7558088" y="3938588"/>
          <p14:tracePt t="20672" x="7483475" y="3967163"/>
          <p14:tracePt t="20683" x="7443788" y="3986213"/>
          <p14:tracePt t="20694" x="7415213" y="4014788"/>
          <p14:tracePt t="20707" x="7388225" y="4054475"/>
          <p14:tracePt t="20718" x="7375525" y="4089400"/>
          <p14:tracePt t="20728" x="7375525" y="4116388"/>
          <p14:tracePt t="20740" x="7396163" y="4157663"/>
          <p14:tracePt t="20751" x="7435850" y="4197350"/>
          <p14:tracePt t="20762" x="7497763" y="4224338"/>
          <p14:tracePt t="20774" x="7539038" y="4244975"/>
          <p14:tracePt t="20785" x="7593013" y="4265613"/>
          <p14:tracePt t="20795" x="7653338" y="4265613"/>
          <p14:tracePt t="20808" x="7715250" y="4265613"/>
          <p14:tracePt t="20819" x="7748588" y="4265613"/>
          <p14:tracePt t="20829" x="7777163" y="4265613"/>
          <p14:tracePt t="20841" x="7796213" y="4259263"/>
          <p14:tracePt t="20853" x="7796213" y="4244975"/>
          <p14:tracePt t="20863" x="7796213" y="4238625"/>
          <p14:tracePt t="20875" x="7796213" y="4224338"/>
          <p14:tracePt t="20896" x="7789863" y="4217988"/>
          <p14:tracePt t="23214" x="7769225" y="4217988"/>
          <p14:tracePt t="23217" x="7729538" y="4217988"/>
          <p14:tracePt t="23226" x="7646988" y="4205288"/>
          <p14:tracePt t="23239" x="7539038" y="4197350"/>
          <p14:tracePt t="23250" x="7456488" y="4184650"/>
          <p14:tracePt t="23260" x="7313613" y="4164013"/>
          <p14:tracePt t="23270" x="7164388" y="4137025"/>
          <p14:tracePt t="23285" x="7054850" y="4129088"/>
          <p14:tracePt t="23295" x="6884988" y="4095750"/>
          <p14:tracePt t="23304" x="6777038" y="4075113"/>
          <p14:tracePt t="23317" x="6592888" y="4048125"/>
          <p14:tracePt t="23327" x="6396038" y="4014788"/>
          <p14:tracePt t="23339" x="6253163" y="3994150"/>
          <p14:tracePt t="23352" x="5980113" y="3952875"/>
          <p14:tracePt t="23361" x="5783263" y="3919538"/>
          <p14:tracePt t="23373" x="5429250" y="3857625"/>
          <p14:tracePt t="23384" x="5054600" y="3762375"/>
          <p14:tracePt t="23394" x="4803775" y="3708400"/>
          <p14:tracePt t="23406" x="4435475" y="3613150"/>
          <p14:tracePt t="23418" x="4211638" y="3551238"/>
          <p14:tracePt t="23427" x="3946525" y="3476625"/>
          <p14:tracePt t="23439" x="3735388" y="3422650"/>
          <p14:tracePt t="23451" x="3633788" y="3395663"/>
          <p14:tracePt t="23462" x="3544888" y="3375025"/>
          <p14:tracePt t="23474" x="3503613" y="3375025"/>
          <p14:tracePt t="23485" x="3490913" y="3375025"/>
          <p14:tracePt t="23551" x="3490913" y="3381375"/>
          <p14:tracePt t="23562" x="3490913" y="3395663"/>
          <p14:tracePt t="23585" x="3503613" y="3402013"/>
          <p14:tracePt t="23596" x="3490913" y="3402013"/>
          <p14:tracePt t="23799" x="3503613" y="3414713"/>
          <p14:tracePt t="23810" x="3509963" y="3414713"/>
          <p14:tracePt t="23821" x="3530600" y="3422650"/>
          <p14:tracePt t="23844" x="3530600" y="3414713"/>
          <p14:tracePt t="23855" x="3524250" y="3414713"/>
          <p14:tracePt t="23866" x="3482975" y="3395663"/>
          <p14:tracePt t="23879" x="3443288" y="3375025"/>
          <p14:tracePt t="23890" x="3360738" y="3333750"/>
          <p14:tracePt t="23901" x="3271838" y="3286125"/>
          <p14:tracePt t="23912" x="3197225" y="3265488"/>
          <p14:tracePt t="23923" x="3101975" y="3224213"/>
          <p14:tracePt t="23935" x="3000375" y="3190875"/>
          <p14:tracePt t="23945" x="2911475" y="3163888"/>
          <p14:tracePt t="23957" x="2851150" y="3128963"/>
          <p14:tracePt t="23970" x="2768600" y="3101975"/>
          <p14:tracePt t="23979" x="2708275" y="3081338"/>
          <p14:tracePt t="23991" x="2660650" y="3054350"/>
          <p14:tracePt t="24003" x="2625725" y="3041650"/>
          <p14:tracePt t="24013" x="2598738" y="3021013"/>
          <p14:tracePt t="24024" x="2578100" y="3014663"/>
          <p14:tracePt t="24036" x="2571750" y="3014663"/>
          <p14:tracePt t="24057" x="2571750" y="3000375"/>
          <p14:tracePt t="24170" x="2571750" y="2994025"/>
          <p14:tracePt t="24181" x="2557463" y="2994025"/>
          <p14:tracePt t="24193" x="2551113" y="2979738"/>
          <p14:tracePt t="24205" x="2530475" y="2979738"/>
          <p14:tracePt t="24215" x="2517775" y="2973388"/>
          <p14:tracePt t="24227" x="2497138" y="2959100"/>
          <p14:tracePt t="24238" x="2476500" y="2952750"/>
          <p14:tracePt t="24250" x="2470150" y="2952750"/>
          <p14:tracePt t="24261" x="2455863" y="2952750"/>
          <p14:tracePt t="24294" x="2455863" y="2959100"/>
          <p14:tracePt t="24307" x="2455863" y="2973388"/>
          <p14:tracePt t="24317" x="2470150" y="2979738"/>
          <p14:tracePt t="24328" x="2476500" y="2979738"/>
          <p14:tracePt t="24340" x="2490788" y="2994025"/>
          <p14:tracePt t="24350" x="2497138" y="2994025"/>
          <p14:tracePt t="24362" x="2517775" y="2994025"/>
          <p14:tracePt t="24374" x="2530475" y="2994025"/>
          <p14:tracePt t="24384" x="2538413" y="3000375"/>
          <p14:tracePt t="24396" x="2551113" y="3000375"/>
          <p14:tracePt t="24408" x="2571750" y="3000375"/>
          <p14:tracePt t="24418" x="2578100" y="3000375"/>
          <p14:tracePt t="24430" x="2592388" y="3000375"/>
          <p14:tracePt t="24441" x="2598738" y="3014663"/>
          <p14:tracePt t="24451" x="2619375" y="3014663"/>
          <p14:tracePt t="24464" x="2625725" y="3014663"/>
          <p14:tracePt t="24475" x="2640013" y="3014663"/>
          <p14:tracePt t="24485" x="2646363" y="3000375"/>
          <p14:tracePt t="24498" x="2660650" y="3000375"/>
          <p14:tracePt t="24519" x="2667000" y="2994025"/>
          <p14:tracePt t="24530" x="2681288" y="2994025"/>
          <p14:tracePt t="24542" x="2687638" y="2979738"/>
          <p14:tracePt t="24553" x="2687638" y="2959100"/>
          <p14:tracePt t="24565" x="2700338" y="2952750"/>
          <p14:tracePt t="24576" x="2708275" y="2938463"/>
          <p14:tracePt t="24586" x="2720975" y="2932113"/>
          <p14:tracePt t="24599" x="2728913" y="2911475"/>
          <p14:tracePt t="24610" x="2741613" y="2905125"/>
          <p14:tracePt t="24620" x="2741613" y="2884488"/>
          <p14:tracePt t="24632" x="2747963" y="2863850"/>
          <p14:tracePt t="24644" x="2762250" y="2843213"/>
          <p14:tracePt t="24655" x="2762250" y="2809875"/>
          <p14:tracePt t="24666" x="2762250" y="2789238"/>
          <p14:tracePt t="24677" x="2762250" y="2768600"/>
          <p14:tracePt t="24710" x="2762250" y="2747963"/>
          <p14:tracePt t="24715" x="2747963" y="2741613"/>
          <p14:tracePt t="24727" x="2728913" y="2728913"/>
          <p14:tracePt t="24736" x="2708275" y="2720975"/>
          <p14:tracePt t="24748" x="2687638" y="2708275"/>
          <p14:tracePt t="24760" x="2667000" y="2700338"/>
          <p14:tracePt t="24769" x="2646363" y="2700338"/>
          <p14:tracePt t="24779" x="2625725" y="2700338"/>
          <p14:tracePt t="24791" x="2598738" y="2700338"/>
          <p14:tracePt t="24801" x="2578100" y="2700338"/>
          <p14:tracePt t="24812" x="2557463" y="2693988"/>
          <p14:tracePt t="24824" x="2538413" y="2693988"/>
          <p14:tracePt t="24834" x="2530475" y="2700338"/>
          <p14:tracePt t="24846" x="2517775" y="2708275"/>
          <p14:tracePt t="24868" x="2509838" y="2720975"/>
          <p14:tracePt t="24880" x="2509838" y="2728913"/>
          <p14:tracePt t="24891" x="2497138" y="2741613"/>
          <p14:tracePt t="24902" x="2497138" y="2747963"/>
          <p14:tracePt t="24913" x="2490788" y="2768600"/>
          <p14:tracePt t="24925" x="2476500" y="2782888"/>
          <p14:tracePt t="24935" x="2476500" y="2789238"/>
          <p14:tracePt t="24948" x="2470150" y="2803525"/>
          <p14:tracePt t="24961" x="2470150" y="2809875"/>
          <p14:tracePt t="24970" x="2455863" y="2830513"/>
          <p14:tracePt t="24983" x="2455863" y="2843213"/>
          <p14:tracePt t="24993" x="2455863" y="2863850"/>
          <p14:tracePt t="25003" x="2470150" y="2871788"/>
          <p14:tracePt t="25014" x="2470150" y="2890838"/>
          <p14:tracePt t="25026" x="2476500" y="2905125"/>
          <p14:tracePt t="25036" x="2490788" y="2911475"/>
          <p14:tracePt t="25049" x="2497138" y="2919413"/>
          <p14:tracePt t="25060" x="2509838" y="2932113"/>
          <p14:tracePt t="25070" x="2509838" y="2938463"/>
          <p14:tracePt t="25082" x="2517775" y="2938463"/>
          <p14:tracePt t="25093" x="2530475" y="2952750"/>
          <p14:tracePt t="25104" x="2551113" y="2952750"/>
          <p14:tracePt t="25126" x="2557463" y="2959100"/>
          <p14:tracePt t="25137" x="2571750" y="2959100"/>
          <p14:tracePt t="25160" x="2578100" y="2959100"/>
          <p14:tracePt t="25183" x="2592388" y="2959100"/>
          <p14:tracePt t="25194" x="2598738" y="2959100"/>
          <p14:tracePt t="25207" x="2605088" y="2973388"/>
          <p14:tracePt t="25217" x="2625725" y="2973388"/>
          <p14:tracePt t="25228" x="2640013" y="2973388"/>
          <p14:tracePt t="25240" x="2646363" y="2973388"/>
          <p14:tracePt t="25250" x="2667000" y="2973388"/>
          <p14:tracePt t="25262" x="2700338" y="2973388"/>
          <p14:tracePt t="25274" x="2720975" y="2973388"/>
          <p14:tracePt t="25284" x="2741613" y="2973388"/>
          <p14:tracePt t="25297" x="2768600" y="2973388"/>
          <p14:tracePt t="25308" x="2789238" y="2973388"/>
          <p14:tracePt t="25318" x="2795588" y="2973388"/>
          <p14:tracePt t="25329" x="2816225" y="2959100"/>
          <p14:tracePt t="25341" x="2836863" y="2959100"/>
          <p14:tracePt t="25351" x="2851150" y="2952750"/>
          <p14:tracePt t="25364" x="2857500" y="2938463"/>
          <p14:tracePt t="25375" x="2871788" y="2938463"/>
          <p14:tracePt t="25385" x="2878138" y="2932113"/>
          <p14:tracePt t="25398" x="2878138" y="2919413"/>
          <p14:tracePt t="25408" x="2890838" y="2911475"/>
          <p14:tracePt t="25419" x="2890838" y="2905125"/>
          <p14:tracePt t="25431" x="2890838" y="2884488"/>
          <p14:tracePt t="25443" x="2898775" y="2871788"/>
          <p14:tracePt t="25453" x="2898775" y="2863850"/>
          <p14:tracePt t="25465" x="2898775" y="2843213"/>
          <p14:tracePt t="25476" x="2898775" y="2824163"/>
          <p14:tracePt t="25486" x="2898775" y="2803525"/>
          <p14:tracePt t="25499" x="2898775" y="2789238"/>
          <p14:tracePt t="25510" x="2898775" y="2782888"/>
          <p14:tracePt t="25520" x="2898775" y="2762250"/>
          <p14:tracePt t="25532" x="2890838" y="2747963"/>
          <p14:tracePt t="25544" x="2890838" y="2741613"/>
          <p14:tracePt t="25554" x="2871788" y="2728913"/>
          <p14:tracePt t="25566" x="2857500" y="2708275"/>
          <p14:tracePt t="25578" x="2836863" y="2700338"/>
          <p14:tracePt t="25589" x="2816225" y="2693988"/>
          <p14:tracePt t="25600" x="2795588" y="2693988"/>
          <p14:tracePt t="25611" x="2782888" y="2681288"/>
          <p14:tracePt t="25623" x="2762250" y="2681288"/>
          <p14:tracePt t="25633" x="2728913" y="2681288"/>
          <p14:tracePt t="25644" x="2720975" y="2681288"/>
          <p14:tracePt t="25656" x="2700338" y="2681288"/>
          <p14:tracePt t="25666" x="2687638" y="2681288"/>
          <p14:tracePt t="25689" x="2681288" y="2681288"/>
          <p14:tracePt t="25700" x="2667000" y="2681288"/>
          <p14:tracePt t="25723" x="2660650" y="2693988"/>
          <p14:tracePt t="25756" x="2646363" y="2693988"/>
          <p14:tracePt t="25762" x="2646363" y="2700338"/>
          <p14:tracePt t="25774" x="2625725" y="2708275"/>
          <p14:tracePt t="25776" x="2619375" y="2720975"/>
          <p14:tracePt t="25787" x="2605088" y="2728913"/>
          <p14:tracePt t="25797" x="2598738" y="2741613"/>
          <p14:tracePt t="25810" x="2592388" y="2747963"/>
          <p14:tracePt t="25817" x="2578100" y="2747963"/>
          <p14:tracePt t="25826" x="2578100" y="2762250"/>
          <p14:tracePt t="25839" x="2571750" y="2768600"/>
          <p14:tracePt t="25849" x="2557463" y="2782888"/>
          <p14:tracePt t="25869" x="2551113" y="2789238"/>
          <p14:tracePt t="25880" x="2551113" y="2803525"/>
          <p14:tracePt t="25902" x="2551113" y="2809875"/>
          <p14:tracePt t="25947" x="2551113" y="2824163"/>
          <p14:tracePt t="25981" x="2551113" y="2830513"/>
          <p14:tracePt t="26026" x="2551113" y="2843213"/>
          <p14:tracePt t="26037" x="2557463" y="2843213"/>
          <p14:tracePt t="26060" x="2557463" y="2851150"/>
          <p14:tracePt t="26161" x="2557463" y="2863850"/>
          <p14:tracePt t="26240" x="2571750" y="2863850"/>
          <p14:tracePt t="26285" x="2578100" y="2863850"/>
          <p14:tracePt t="26307" x="2592388" y="2863850"/>
          <p14:tracePt t="26319" x="2598738" y="2863850"/>
          <p14:tracePt t="26331" x="2598738" y="2871788"/>
          <p14:tracePt t="26342" x="2605088" y="2871788"/>
          <p14:tracePt t="26353" x="2619375" y="2871788"/>
          <p14:tracePt t="26375" x="2625725" y="2871788"/>
          <p14:tracePt t="26386" x="2640013" y="2871788"/>
          <p14:tracePt t="26399" x="2646363" y="2863850"/>
          <p14:tracePt t="26410" x="2660650" y="2863850"/>
          <p14:tracePt t="26420" x="2667000" y="2851150"/>
          <p14:tracePt t="26433" x="2681288" y="2830513"/>
          <p14:tracePt t="26444" x="2687638" y="2824163"/>
          <p14:tracePt t="26454" x="2700338" y="2789238"/>
          <p14:tracePt t="26467" x="2700338" y="2768600"/>
          <p14:tracePt t="26478" x="2700338" y="2747963"/>
          <p14:tracePt t="26488" x="2687638" y="2708275"/>
          <p14:tracePt t="26499" x="2667000" y="2681288"/>
          <p14:tracePt t="26510" x="2646363" y="2660650"/>
          <p14:tracePt t="26521" x="2640013" y="2652713"/>
          <p14:tracePt t="26534" x="2619375" y="2633663"/>
          <p14:tracePt t="26545" x="2605088" y="2633663"/>
          <p14:tracePt t="26556" x="2598738" y="2619375"/>
          <p14:tracePt t="26568" x="2578100" y="2619375"/>
          <p14:tracePt t="26578" x="2557463" y="2619375"/>
          <p14:tracePt t="26590" x="2551113" y="2619375"/>
          <p14:tracePt t="26601" x="2530475" y="2619375"/>
          <p14:tracePt t="26612" x="2509838" y="2633663"/>
          <p14:tracePt t="26624" x="2497138" y="2640013"/>
          <p14:tracePt t="26634" x="2490788" y="2652713"/>
          <p14:tracePt t="26646" x="2476500" y="2660650"/>
          <p14:tracePt t="26658" x="2470150" y="2673350"/>
          <p14:tracePt t="26668" x="2455863" y="2693988"/>
          <p14:tracePt t="26680" x="2455863" y="2708275"/>
          <p14:tracePt t="26691" x="2449513" y="2720975"/>
          <p14:tracePt t="26702" x="2449513" y="2728913"/>
          <p14:tracePt t="26713" x="2449513" y="2747963"/>
          <p14:tracePt t="26725" x="2449513" y="2762250"/>
          <p14:tracePt t="26735" x="2449513" y="2782888"/>
          <p14:tracePt t="26747" x="2449513" y="2803525"/>
          <p14:tracePt t="26758" x="2455863" y="2824163"/>
          <p14:tracePt t="26769" x="2455863" y="2843213"/>
          <p14:tracePt t="26781" x="2470150" y="2851150"/>
          <p14:tracePt t="26803" x="2476500" y="2871788"/>
          <p14:tracePt t="26809" x="2497138" y="2890838"/>
          <p14:tracePt t="26817" x="2509838" y="2905125"/>
          <p14:tracePt t="26827" x="2530475" y="2919413"/>
          <p14:tracePt t="26840" x="2557463" y="2932113"/>
          <p14:tracePt t="26850" x="2578100" y="2952750"/>
          <p14:tracePt t="26861" x="2605088" y="2959100"/>
          <p14:tracePt t="26871" x="2640013" y="2979738"/>
          <p14:tracePt t="26883" x="2681288" y="2994025"/>
          <p14:tracePt t="26894" x="2700338" y="2994025"/>
          <p14:tracePt t="26904" x="2728913" y="3000375"/>
          <p14:tracePt t="26916" x="2747963" y="3000375"/>
          <p14:tracePt t="26927" x="2768600" y="3000375"/>
          <p14:tracePt t="26938" x="2789238" y="3000375"/>
          <p14:tracePt t="26950" x="2795588" y="3000375"/>
          <p14:tracePt t="26961" x="2809875" y="2994025"/>
          <p14:tracePt t="26971" x="2809875" y="2973388"/>
          <p14:tracePt t="26983" x="2816225" y="2959100"/>
          <p14:tracePt t="26995" x="2830513" y="2919413"/>
          <p14:tracePt t="27005" x="2836863" y="2884488"/>
          <p14:tracePt t="27017" x="2836863" y="2843213"/>
          <p14:tracePt t="27028" x="2836863" y="2809875"/>
          <p14:tracePt t="27039" x="2836863" y="2782888"/>
          <p14:tracePt t="27051" x="2836863" y="2762250"/>
          <p14:tracePt t="27062" x="2830513" y="2741613"/>
          <p14:tracePt t="27074" x="2830513" y="2720975"/>
          <p14:tracePt t="27084" x="2809875" y="2708275"/>
          <p14:tracePt t="27096" x="2795588" y="2693988"/>
          <p14:tracePt t="27108" x="2782888" y="2681288"/>
          <p14:tracePt t="27118" x="2762250" y="2673350"/>
          <p14:tracePt t="27130" x="2728913" y="2673350"/>
          <p14:tracePt t="27142" x="2700338" y="2673350"/>
          <p14:tracePt t="27152" x="2681288" y="2673350"/>
          <p14:tracePt t="27163" x="2660650" y="2673350"/>
          <p14:tracePt t="27175" x="2625725" y="2681288"/>
          <p14:tracePt t="27185" x="2619375" y="2693988"/>
          <p14:tracePt t="27197" x="2598738" y="2700338"/>
          <p14:tracePt t="27209" x="2592388" y="2720975"/>
          <p14:tracePt t="27219" x="2571750" y="2741613"/>
          <p14:tracePt t="27231" x="2557463" y="2762250"/>
          <p14:tracePt t="27243" x="2551113" y="2782888"/>
          <p14:tracePt t="27254" x="2538413" y="2803525"/>
          <p14:tracePt t="27266" x="2530475" y="2830513"/>
          <p14:tracePt t="27277" x="2530475" y="2851150"/>
          <p14:tracePt t="27287" x="2530475" y="2863850"/>
          <p14:tracePt t="27299" x="2538413" y="2884488"/>
          <p14:tracePt t="27310" x="2538413" y="2890838"/>
          <p14:tracePt t="27320" x="2551113" y="2911475"/>
          <p14:tracePt t="27333" x="2571750" y="2919413"/>
          <p14:tracePt t="27345" x="2578100" y="2938463"/>
          <p14:tracePt t="27355" x="2598738" y="2952750"/>
          <p14:tracePt t="27367" x="2619375" y="2952750"/>
          <p14:tracePt t="27378" x="2625725" y="2959100"/>
          <p14:tracePt t="27388" x="2646363" y="2959100"/>
          <p14:tracePt t="27400" x="2660650" y="2973388"/>
          <p14:tracePt t="27412" x="2667000" y="2973388"/>
          <p14:tracePt t="27421" x="2687638" y="2973388"/>
          <p14:tracePt t="27434" x="2708275" y="2973388"/>
          <p14:tracePt t="27445" x="2741613" y="2973388"/>
          <p14:tracePt t="27456" x="2762250" y="2973388"/>
          <p14:tracePt t="27468" x="2782888" y="2973388"/>
          <p14:tracePt t="27479" x="2789238" y="2959100"/>
          <p14:tracePt t="27500" x="2795588" y="2938463"/>
          <p14:tracePt t="27512" x="2809875" y="2919413"/>
          <p14:tracePt t="27523" x="2809875" y="2890838"/>
          <p14:tracePt t="27534" x="2809875" y="2863850"/>
          <p14:tracePt t="27546" x="2795588" y="2824163"/>
          <p14:tracePt t="27558" x="2789238" y="2782888"/>
          <p14:tracePt t="27568" x="2768600" y="2741613"/>
          <p14:tracePt t="27580" x="2762250" y="2720975"/>
          <p14:tracePt t="27592" x="2728913" y="2693988"/>
          <p14:tracePt t="27602" x="2687638" y="2660650"/>
          <p14:tracePt t="27614" x="2660650" y="2633663"/>
          <p14:tracePt t="27626" x="2625725" y="2619375"/>
          <p14:tracePt t="27635" x="2598738" y="2613025"/>
          <p14:tracePt t="27647" x="2557463" y="2613025"/>
          <p14:tracePt t="27659" x="2517775" y="2613025"/>
          <p14:tracePt t="27669" x="2497138" y="2613025"/>
          <p14:tracePt t="27680" x="2470150" y="2613025"/>
          <p14:tracePt t="27692" x="2449513" y="2633663"/>
          <p14:tracePt t="27703" x="2428875" y="2640013"/>
          <p14:tracePt t="27715" x="2401888" y="2673350"/>
          <p14:tracePt t="27726" x="2387600" y="2708275"/>
          <p14:tracePt t="27736" x="2366963" y="2747963"/>
          <p14:tracePt t="27749" x="2366963" y="2789238"/>
          <p14:tracePt t="27760" x="2360613" y="2830513"/>
          <p14:tracePt t="27770" x="2360613" y="2884488"/>
          <p14:tracePt t="27782" x="2366963" y="2919413"/>
          <p14:tracePt t="27794" x="2366963" y="2952750"/>
          <p14:tracePt t="27804" x="2381250" y="2994025"/>
          <p14:tracePt t="27817" x="2401888" y="3021013"/>
          <p14:tracePt t="27828" x="2414588" y="3054350"/>
          <p14:tracePt t="27849" x="2428875" y="3074988"/>
          <p14:tracePt t="27855" x="2455863" y="3095625"/>
          <p14:tracePt t="27883" x="2476500" y="3116263"/>
          <p14:tracePt t="27886" x="2490788" y="3116263"/>
          <p14:tracePt t="27895" x="2517775" y="3122613"/>
          <p14:tracePt t="27897" x="2538413" y="3128963"/>
          <p14:tracePt t="27911" x="2571750" y="3128963"/>
          <p14:tracePt t="27919" x="2578100" y="3128963"/>
          <p14:tracePt t="27928" x="2605088" y="3128963"/>
          <p14:tracePt t="27940" x="2625725" y="3128963"/>
          <p14:tracePt t="27951" x="2646363" y="3128963"/>
          <p14:tracePt t="27963" x="2660650" y="3128963"/>
          <p14:tracePt t="27974" x="2681288" y="3122613"/>
          <p14:tracePt t="27984" x="2687638" y="3116263"/>
          <p14:tracePt t="27996" x="2708275" y="3095625"/>
          <p14:tracePt t="28008" x="2720975" y="3081338"/>
          <p14:tracePt t="28018" x="2741613" y="3062288"/>
          <p14:tracePt t="28029" x="2762250" y="3041650"/>
          <p14:tracePt t="28042" x="2768600" y="3021013"/>
          <p14:tracePt t="28052" x="2782888" y="2994025"/>
          <p14:tracePt t="28064" x="2789238" y="2973388"/>
          <p14:tracePt t="28075" x="2789238" y="2938463"/>
          <p14:tracePt t="28085" x="2789238" y="2919413"/>
          <p14:tracePt t="28097" x="2782888" y="2890838"/>
          <p14:tracePt t="28109" x="2768600" y="2863850"/>
          <p14:tracePt t="28119" x="2762250" y="2830513"/>
          <p14:tracePt t="28131" x="2747963" y="2809875"/>
          <p14:tracePt t="28143" x="2741613" y="2789238"/>
          <p14:tracePt t="28153" x="2728913" y="2768600"/>
          <p14:tracePt t="28165" x="2708275" y="2747963"/>
          <p14:tracePt t="28176" x="2687638" y="2741613"/>
          <p14:tracePt t="28186" x="2667000" y="2728913"/>
          <p14:tracePt t="28199" x="2646363" y="2720975"/>
          <p14:tracePt t="28210" x="2605088" y="2708275"/>
          <p14:tracePt t="28220" x="2578100" y="2708275"/>
          <p14:tracePt t="28232" x="2517775" y="2700338"/>
          <p14:tracePt t="28244" x="2470150" y="2700338"/>
          <p14:tracePt t="28254" x="2428875" y="2700338"/>
          <p14:tracePt t="28266" x="2387600" y="2708275"/>
          <p14:tracePt t="28278" x="2360613" y="2720975"/>
          <p14:tracePt t="28290" x="2339975" y="2741613"/>
          <p14:tracePt t="28301" x="2319338" y="2747963"/>
          <p14:tracePt t="28312" x="2300288" y="2782888"/>
          <p14:tracePt t="28321" x="2279650" y="2809875"/>
          <p14:tracePt t="28333" x="2259013" y="2843213"/>
          <p14:tracePt t="28345" x="2244725" y="2871788"/>
          <p14:tracePt t="28355" x="2244725" y="2911475"/>
          <p14:tracePt t="28367" x="2244725" y="2959100"/>
          <p14:tracePt t="28378" x="2244725" y="3000375"/>
          <p14:tracePt t="28390" x="2259013" y="3033713"/>
          <p14:tracePt t="28401" x="2279650" y="3062288"/>
          <p14:tracePt t="28412" x="2306638" y="3101975"/>
          <p14:tracePt t="28424" x="2347913" y="3128963"/>
          <p14:tracePt t="28434" x="2381250" y="3149600"/>
          <p14:tracePt t="28446" x="2428875" y="3190875"/>
          <p14:tracePt t="28458" x="2476500" y="3211513"/>
          <p14:tracePt t="28468" x="2509838" y="3224213"/>
          <p14:tracePt t="28480" x="2551113" y="3232150"/>
          <p14:tracePt t="28492" x="2592388" y="3244850"/>
          <p14:tracePt t="28502" x="2625725" y="3244850"/>
          <p14:tracePt t="28513" x="2646363" y="3244850"/>
          <p14:tracePt t="28525" x="2681288" y="3244850"/>
          <p14:tracePt t="28535" x="2708275" y="3232150"/>
          <p14:tracePt t="28547" x="2728913" y="3224213"/>
          <p14:tracePt t="28559" x="2741613" y="3211513"/>
          <p14:tracePt t="28569" x="2747963" y="3190875"/>
          <p14:tracePt t="28581" x="2762250" y="3149600"/>
          <p14:tracePt t="28592" x="2768600" y="3116263"/>
          <p14:tracePt t="28603" x="2768600" y="3074988"/>
          <p14:tracePt t="28615" x="2768600" y="3000375"/>
          <p14:tracePt t="28628" x="2762250" y="2932113"/>
          <p14:tracePt t="28637" x="2747963" y="2871788"/>
          <p14:tracePt t="28649" x="2741613" y="2809875"/>
          <p14:tracePt t="28660" x="2708275" y="2747963"/>
          <p14:tracePt t="28670" x="2687638" y="2708275"/>
          <p14:tracePt t="28682" x="2660650" y="2673350"/>
          <p14:tracePt t="28693" x="2625725" y="2640013"/>
          <p14:tracePt t="28704" x="2592388" y="2613025"/>
          <p14:tracePt t="28716" x="2538413" y="2592388"/>
          <p14:tracePt t="28727" x="2509838" y="2571750"/>
          <p14:tracePt t="28737" x="2455863" y="2557463"/>
          <p14:tracePt t="28750" x="2428875" y="2557463"/>
          <p14:tracePt t="28761" x="2408238" y="2557463"/>
          <p14:tracePt t="28771" x="2387600" y="2557463"/>
          <p14:tracePt t="28783" x="2381250" y="2557463"/>
          <p14:tracePt t="28795" x="2360613" y="2571750"/>
          <p14:tracePt t="28805" x="2347913" y="2578100"/>
          <p14:tracePt t="28817" x="2339975" y="2598738"/>
          <p14:tracePt t="28828" x="2339975" y="2613025"/>
          <p14:tracePt t="28840" x="2327275" y="2633663"/>
          <p14:tracePt t="28851" x="2319338" y="2640013"/>
          <p14:tracePt t="28862" x="2319338" y="2652713"/>
          <p14:tracePt t="28906" x="2319338" y="2660650"/>
          <p14:tracePt t="29289" x="2319338" y="2673350"/>
          <p14:tracePt t="29300" x="2319338" y="2681288"/>
          <p14:tracePt t="29312" x="2319338" y="2693988"/>
          <p14:tracePt t="29323" x="2319338" y="2700338"/>
          <p14:tracePt t="29334" x="2319338" y="2720975"/>
          <p14:tracePt t="29346" x="2319338" y="2728913"/>
          <p14:tracePt t="29357" x="2319338" y="2747963"/>
          <p14:tracePt t="29368" x="2327275" y="2762250"/>
          <p14:tracePt t="29380" x="2327275" y="2768600"/>
          <p14:tracePt t="29391" x="2327275" y="2789238"/>
          <p14:tracePt t="29402" x="2339975" y="2803525"/>
          <p14:tracePt t="29413" x="2339975" y="2824163"/>
          <p14:tracePt t="29425" x="2347913" y="2843213"/>
          <p14:tracePt t="29435" x="2360613" y="2863850"/>
          <p14:tracePt t="29447" x="2366963" y="2884488"/>
          <p14:tracePt t="29459" x="2381250" y="2890838"/>
          <p14:tracePt t="29469" x="2401888" y="2911475"/>
          <p14:tracePt t="29480" x="2414588" y="2932113"/>
          <p14:tracePt t="29493" x="2435225" y="2938463"/>
          <p14:tracePt t="29503" x="2470150" y="2938463"/>
          <p14:tracePt t="29514" x="2497138" y="2952750"/>
          <p14:tracePt t="29526" x="2517775" y="2959100"/>
          <p14:tracePt t="29536" x="2551113" y="2959100"/>
          <p14:tracePt t="29548" x="2578100" y="2959100"/>
          <p14:tracePt t="29560" x="2605088" y="2959100"/>
          <p14:tracePt t="29570" x="2640013" y="2959100"/>
          <p14:tracePt t="29582" x="2667000" y="2952750"/>
          <p14:tracePt t="29593" x="2687638" y="2938463"/>
          <p14:tracePt t="29604" x="2708275" y="2932113"/>
          <p14:tracePt t="29616" x="2720975" y="2911475"/>
          <p14:tracePt t="29627" x="2728913" y="2890838"/>
          <p14:tracePt t="29638" x="2728913" y="2863850"/>
          <p14:tracePt t="29650" x="2728913" y="2809875"/>
          <p14:tracePt t="29661" x="2720975" y="2782888"/>
          <p14:tracePt t="29671" x="2708275" y="2728913"/>
          <p14:tracePt t="29684" x="2687638" y="2700338"/>
          <p14:tracePt t="29695" x="2667000" y="2673350"/>
          <p14:tracePt t="29705" x="2646363" y="2660650"/>
          <p14:tracePt t="29718" x="2625725" y="2652713"/>
          <p14:tracePt t="29729" x="2598738" y="2640013"/>
          <p14:tracePt t="29739" x="2578100" y="2633663"/>
          <p14:tracePt t="29752" x="2557463" y="2633663"/>
          <p14:tracePt t="29762" x="2530475" y="2633663"/>
          <p14:tracePt t="29772" x="2497138" y="2640013"/>
          <p14:tracePt t="29785" x="2476500" y="2652713"/>
          <p14:tracePt t="29796" x="2455863" y="2681288"/>
          <p14:tracePt t="29807" x="2435225" y="2720975"/>
          <p14:tracePt t="29818" x="2428875" y="2762250"/>
          <p14:tracePt t="29829" x="2414588" y="2789238"/>
          <p14:tracePt t="29842" x="2428875" y="2830513"/>
          <p14:tracePt t="29852" x="2428875" y="2871788"/>
          <p14:tracePt t="29863" x="2449513" y="2890838"/>
          <p14:tracePt t="29875" x="2470150" y="2911475"/>
          <p14:tracePt t="29885" x="2490788" y="2919413"/>
          <p14:tracePt t="29897" x="2517775" y="2932113"/>
          <p14:tracePt t="29909" x="2557463" y="2938463"/>
          <p14:tracePt t="29919" x="2598738" y="2952750"/>
          <p14:tracePt t="29953" x="2646363" y="2952750"/>
          <p14:tracePt t="29956" x="2687638" y="2952750"/>
          <p14:tracePt t="29967" x="2747963" y="2932113"/>
          <p14:tracePt t="29981" x="2768600" y="2919413"/>
          <p14:tracePt t="29989" x="2782888" y="2905125"/>
          <p14:tracePt t="30000" x="2789238" y="2884488"/>
          <p14:tracePt t="30012" x="2789238" y="2843213"/>
          <p14:tracePt t="30021" x="2782888" y="2789238"/>
          <p14:tracePt t="30033" x="2747963" y="2747963"/>
          <p14:tracePt t="30044" x="2728913" y="2720975"/>
          <p14:tracePt t="30054" x="2687638" y="2681288"/>
          <p14:tracePt t="30066" x="2640013" y="2660650"/>
          <p14:tracePt t="30077" x="2578100" y="2652713"/>
          <p14:tracePt t="30088" x="2530475" y="2652713"/>
          <p14:tracePt t="30100" x="2470150" y="2652713"/>
          <p14:tracePt t="30111" x="2414588" y="2673350"/>
          <p14:tracePt t="30121" x="2381250" y="2693988"/>
          <p14:tracePt t="30134" x="2360613" y="2708275"/>
          <p14:tracePt t="30145" x="2339975" y="2741613"/>
          <p14:tracePt t="30155" x="2339975" y="2762250"/>
          <p14:tracePt t="30167" x="2339975" y="2768600"/>
          <p14:tracePt t="30178" x="2360613" y="2789238"/>
          <p14:tracePt t="30189" x="2401888" y="2809875"/>
          <p14:tracePt t="30202" x="2449513" y="2830513"/>
          <p14:tracePt t="30213" x="2509838" y="2843213"/>
          <p14:tracePt t="30223" x="2605088" y="2851150"/>
          <p14:tracePt t="30235" x="2700338" y="2863850"/>
          <p14:tracePt t="30246" x="2795588" y="2863850"/>
          <p14:tracePt t="30256" x="2857500" y="2851150"/>
          <p14:tracePt t="30268" x="2938463" y="2851150"/>
          <p14:tracePt t="30280" x="3000375" y="2851150"/>
          <p14:tracePt t="30291" x="3027363" y="2851150"/>
          <p14:tracePt t="30302" x="3041650" y="2851150"/>
          <p14:tracePt t="30504" x="3041650" y="2843213"/>
          <p14:tracePt t="30526" x="3068638" y="2843213"/>
          <p14:tracePt t="30538" x="3143250" y="2843213"/>
          <p14:tracePt t="30550" x="3292475" y="2863850"/>
          <p14:tracePt t="30561" x="3509963" y="2890838"/>
          <p14:tracePt t="30572" x="3803650" y="2952750"/>
          <p14:tracePt t="30584" x="4054475" y="3000375"/>
          <p14:tracePt t="30594" x="4483100" y="3116263"/>
          <p14:tracePt t="30606" x="4979988" y="3252788"/>
          <p14:tracePt t="30617" x="5491163" y="3395663"/>
          <p14:tracePt t="30628" x="5878513" y="3497263"/>
          <p14:tracePt t="30639" x="6408738" y="3613150"/>
          <p14:tracePt t="30652" x="6891338" y="3714750"/>
          <p14:tracePt t="30661" x="7197725" y="3762375"/>
          <p14:tracePt t="30673" x="7566025" y="3824288"/>
          <p14:tracePt t="30685" x="7885113" y="3857625"/>
          <p14:tracePt t="30695" x="8129588" y="3878263"/>
          <p14:tracePt t="30707" x="8266113" y="3878263"/>
          <p14:tracePt t="30719" x="8429625" y="3857625"/>
          <p14:tracePt t="30729" x="8531225" y="3824288"/>
          <p14:tracePt t="30741" x="8599488" y="3795713"/>
          <p14:tracePt t="30753" x="8640763" y="3776663"/>
          <p14:tracePt t="30763" x="8667750" y="3762375"/>
          <p14:tracePt t="30775" x="8682038" y="3762375"/>
          <p14:tracePt t="30786" x="8682038" y="3756025"/>
          <p14:tracePt t="30796" x="8688388" y="3741738"/>
          <p14:tracePt t="30809" x="8688388" y="3729038"/>
          <p14:tracePt t="30820" x="8701088" y="3714750"/>
          <p14:tracePt t="30830" x="8709025" y="3708400"/>
          <p14:tracePt t="30842" x="8729663" y="3687763"/>
          <p14:tracePt t="30854" x="8763000" y="3667125"/>
          <p14:tracePt t="30864" x="8796338" y="3646488"/>
          <p14:tracePt t="30876" x="8837613" y="3625850"/>
          <p14:tracePt t="30887" x="8878888" y="3586163"/>
          <p14:tracePt t="30898" x="8932863" y="3551238"/>
          <p14:tracePt t="30910" x="8974138" y="3524250"/>
          <p14:tracePt t="30921" x="9007475" y="3497263"/>
          <p14:tracePt t="30931" x="9063038" y="3455988"/>
          <p14:tracePt t="30944" x="9110663" y="3414713"/>
          <p14:tracePt t="30955" x="9150350" y="3375025"/>
          <p14:tracePt t="30965" x="9170988" y="3340100"/>
          <p14:tracePt t="30977" x="9197975" y="3313113"/>
          <p14:tracePt t="30999" x="9218613" y="3286125"/>
          <p14:tracePt t="31000" x="9232900" y="3252788"/>
          <p14:tracePt t="31010" x="9239250" y="3232150"/>
          <p14:tracePt t="31022" x="9259888" y="3211513"/>
          <p14:tracePt t="31033" x="9272588" y="3184525"/>
          <p14:tracePt t="31044" x="9272588" y="3163888"/>
          <p14:tracePt t="31055" x="9272588" y="3143250"/>
          <p14:tracePt t="31068" x="9272588" y="3122613"/>
          <p14:tracePt t="31077" x="9280525" y="3101975"/>
          <p14:tracePt t="31089" x="9280525" y="3081338"/>
          <p14:tracePt t="31102" x="9280525" y="3062288"/>
          <p14:tracePt t="31111" x="9293225" y="3041650"/>
          <p14:tracePt t="31123" x="9293225" y="3033713"/>
          <p14:tracePt t="31135" x="9293225" y="3021013"/>
          <p14:tracePt t="31145" x="9301163" y="3014663"/>
          <p14:tracePt t="31179" x="9293225" y="3014663"/>
          <p14:tracePt t="31212" x="9280525" y="3014663"/>
          <p14:tracePt t="31224" x="9272588" y="3033713"/>
          <p14:tracePt t="31236" x="9253538" y="3062288"/>
          <p14:tracePt t="31247" x="9239250" y="3095625"/>
          <p14:tracePt t="31260" x="9232900" y="3122613"/>
          <p14:tracePt t="31272" x="9239250" y="3149600"/>
          <p14:tracePt t="31281" x="9253538" y="3170238"/>
          <p14:tracePt t="31294" x="9272588" y="3184525"/>
          <p14:tracePt t="31305" x="9301163" y="3190875"/>
          <p14:tracePt t="31315" x="9334500" y="3190875"/>
          <p14:tracePt t="31327" x="9361488" y="3190875"/>
          <p14:tracePt t="31338" x="9402763" y="3170238"/>
          <p14:tracePt t="31348" x="9444038" y="3143250"/>
          <p14:tracePt t="31360" x="9491663" y="3101975"/>
          <p14:tracePt t="31371" x="9545638" y="3054350"/>
          <p14:tracePt t="31381" x="9572625" y="3021013"/>
          <p14:tracePt t="31394" x="9613900" y="2973388"/>
          <p14:tracePt t="31405" x="9634538" y="2932113"/>
          <p14:tracePt t="31415" x="9640888" y="2905125"/>
          <p14:tracePt t="31427" x="9640888" y="2884488"/>
          <p14:tracePt t="31438" x="9640888" y="2871788"/>
          <p14:tracePt t="31449" x="9640888" y="2863850"/>
          <p14:tracePt t="31471" x="9634538" y="2851150"/>
          <p14:tracePt t="31484" x="9620250" y="2851150"/>
          <p14:tracePt t="31494" x="9599613" y="2863850"/>
          <p14:tracePt t="31506" x="9572625" y="2871788"/>
          <p14:tracePt t="31518" x="9551988" y="2884488"/>
          <p14:tracePt t="31528" x="9525000" y="2911475"/>
          <p14:tracePt t="31540" x="9510713" y="2938463"/>
          <p14:tracePt t="31552" x="9504363" y="2959100"/>
          <p14:tracePt t="31561" x="9504363" y="2979738"/>
          <p14:tracePt t="31573" x="9510713" y="3000375"/>
          <p14:tracePt t="31585" x="9545638" y="3014663"/>
          <p14:tracePt t="31595" x="9566275" y="3014663"/>
          <p14:tracePt t="31606" x="9613900" y="3014663"/>
          <p14:tracePt t="31618" x="9661525" y="3000375"/>
          <p14:tracePt t="31629" x="9715500" y="2979738"/>
          <p14:tracePt t="31641" x="9756775" y="2959100"/>
          <p14:tracePt t="31652" x="9783763" y="2932113"/>
          <p14:tracePt t="31663" x="9810750" y="2890838"/>
          <p14:tracePt t="31675" x="9825038" y="2843213"/>
          <p14:tracePt t="31686" x="9825038" y="2809875"/>
          <p14:tracePt t="31696" x="9810750" y="2782888"/>
          <p14:tracePt t="31709" x="9790113" y="2747963"/>
          <p14:tracePt t="31720" x="9763125" y="2720975"/>
          <p14:tracePt t="31730" x="9721850" y="2700338"/>
          <p14:tracePt t="31743" x="9653588" y="2693988"/>
          <p14:tracePt t="31754" x="9586913" y="2681288"/>
          <p14:tracePt t="31764" x="9525000" y="2693988"/>
          <p14:tracePt t="31776" x="9463088" y="2708275"/>
          <p14:tracePt t="31787" x="9423400" y="2741613"/>
          <p14:tracePt t="31798" x="9396413" y="2768600"/>
          <p14:tracePt t="31810" x="9375775" y="2789238"/>
          <p14:tracePt t="31822" x="9375775" y="2830513"/>
          <p14:tracePt t="31831" x="9382125" y="2871788"/>
          <p14:tracePt t="31844" x="9409113" y="2905125"/>
          <p14:tracePt t="31855" x="9444038" y="2911475"/>
          <p14:tracePt t="31865" x="9504363" y="2932113"/>
          <p14:tracePt t="31877" x="9572625" y="2932113"/>
          <p14:tracePt t="31888" x="9634538" y="2919413"/>
          <p14:tracePt t="31899" x="9661525" y="2911475"/>
          <p14:tracePt t="31910" x="9694863" y="2890838"/>
          <p14:tracePt t="31922" x="9715500" y="2863850"/>
          <p14:tracePt t="31933" x="9715500" y="2843213"/>
          <p14:tracePt t="31944" x="9715500" y="2809875"/>
          <p14:tracePt t="31956" x="9701213" y="2768600"/>
          <p14:tracePt t="31968" x="9682163" y="2747963"/>
          <p14:tracePt t="31978" x="9661525" y="2728913"/>
          <p14:tracePt t="31990" x="9634538" y="2720975"/>
          <p14:tracePt t="32002" x="9593263" y="2708275"/>
          <p14:tracePt t="32012" x="9545638" y="2708275"/>
          <p14:tracePt t="32023" x="9510713" y="2708275"/>
          <p14:tracePt t="32045" x="9483725" y="2720975"/>
          <p14:tracePt t="32052" x="9450388" y="2741613"/>
          <p14:tracePt t="32060" x="9429750" y="2762250"/>
          <p14:tracePt t="32071" x="9423400" y="2789238"/>
          <p14:tracePt t="32082" x="9409113" y="2809875"/>
          <p14:tracePt t="32092" x="9423400" y="2843213"/>
          <p14:tracePt t="32104" x="9429750" y="2863850"/>
          <p14:tracePt t="32114" x="9463088" y="2871788"/>
          <p14:tracePt t="32126" x="9504363" y="2884488"/>
          <p14:tracePt t="32137" x="9551988" y="2884488"/>
          <p14:tracePt t="32147" x="9593263" y="2884488"/>
          <p14:tracePt t="32159" x="9634538" y="2863850"/>
          <p14:tracePt t="32170" x="9661525" y="2843213"/>
          <p14:tracePt t="32180" x="9682163" y="2824163"/>
          <p14:tracePt t="32192" x="9694863" y="2803525"/>
          <p14:tracePt t="32204" x="9694863" y="2782888"/>
          <p14:tracePt t="32214" x="9682163" y="2747963"/>
          <p14:tracePt t="32226" x="9661525" y="2708275"/>
          <p14:tracePt t="32237" x="9640888" y="2693988"/>
          <p14:tracePt t="32248" x="9613900" y="2673350"/>
          <p14:tracePt t="32260" x="9572625" y="2652713"/>
          <p14:tracePt t="32271" x="9531350" y="2640013"/>
          <p14:tracePt t="32282" x="9491663" y="2640013"/>
          <p14:tracePt t="32294" x="9450388" y="2640013"/>
          <p14:tracePt t="32305" x="9409113" y="2640013"/>
          <p14:tracePt t="32315" x="9382125" y="2652713"/>
          <p14:tracePt t="32328" x="9355138" y="2673350"/>
          <p14:tracePt t="32339" x="9320213" y="2681288"/>
          <p14:tracePt t="32350" x="9313863" y="2700338"/>
          <p14:tracePt t="32361" x="9293225" y="2720975"/>
          <p14:tracePt t="32373" x="9280525" y="2747963"/>
          <p14:tracePt t="32384" x="9272588" y="2789238"/>
          <p14:tracePt t="32394" x="9253538" y="2843213"/>
          <p14:tracePt t="32406" x="9253538" y="2871788"/>
          <p14:tracePt t="32418" x="9253538" y="2905125"/>
          <p14:tracePt t="32428" x="9253538" y="2932113"/>
          <p14:tracePt t="32439" x="9272588" y="2938463"/>
          <p14:tracePt t="32452" x="9313863" y="2952750"/>
          <p14:tracePt t="32462" x="9375775" y="2952750"/>
          <p14:tracePt t="32473" x="9423400" y="2932113"/>
          <p14:tracePt t="32485" x="9450388" y="2919413"/>
          <p14:tracePt t="32496" x="9471025" y="2890838"/>
          <p14:tracePt t="32508" x="9491663" y="2871788"/>
          <p14:tracePt t="32519" x="9504363" y="2843213"/>
          <p14:tracePt t="32529" x="9504363" y="2809875"/>
          <p14:tracePt t="32541" x="9504363" y="2782888"/>
          <p14:tracePt t="32553" x="9483725" y="2747963"/>
          <p14:tracePt t="32563" x="9463088" y="2720975"/>
          <p14:tracePt t="32575" x="9429750" y="2708275"/>
          <p14:tracePt t="32586" x="9402763" y="2700338"/>
          <p14:tracePt t="32597" x="9375775" y="2700338"/>
          <p14:tracePt t="32609" x="9355138" y="2700338"/>
          <p14:tracePt t="32620" x="9320213" y="2720975"/>
          <p14:tracePt t="32630" x="9293225" y="2741613"/>
          <p14:tracePt t="32643" x="9272588" y="2768600"/>
          <p14:tracePt t="32654" x="9259888" y="2809875"/>
          <p14:tracePt t="32664" x="9259888" y="2863850"/>
          <p14:tracePt t="32676" x="9272588" y="2911475"/>
          <p14:tracePt t="32687" x="9301163" y="2938463"/>
          <p14:tracePt t="32698" x="9340850" y="2959100"/>
          <p14:tracePt t="32710" x="9396413" y="2959100"/>
          <p14:tracePt t="32721" x="9463088" y="2952750"/>
          <p14:tracePt t="32731" x="9545638" y="2938463"/>
          <p14:tracePt t="32743" x="9599613" y="2911475"/>
          <p14:tracePt t="32755" x="9661525" y="2884488"/>
          <p14:tracePt t="32765" x="9715500" y="2830513"/>
          <p14:tracePt t="32777" x="9763125" y="2782888"/>
          <p14:tracePt t="32789" x="9783763" y="2741613"/>
          <p14:tracePt t="32800" x="9790113" y="2693988"/>
          <p14:tracePt t="32811" x="9790113" y="2652713"/>
          <p14:tracePt t="32822" x="9783763" y="2619375"/>
          <p14:tracePt t="32834" x="9777413" y="2592388"/>
          <p14:tracePt t="32855" x="9756775" y="2571750"/>
          <p14:tracePt t="32859" x="9742488" y="2557463"/>
          <p14:tracePt t="33125" x="9736138" y="2557463"/>
          <p14:tracePt t="33129" x="9721850" y="2557463"/>
          <p14:tracePt t="33140" x="9694863" y="2557463"/>
          <p14:tracePt t="33151" x="9674225" y="2557463"/>
          <p14:tracePt t="33161" x="9653588" y="2557463"/>
          <p14:tracePt t="33173" x="9640888" y="2571750"/>
          <p14:tracePt t="33182" x="9620250" y="2578100"/>
          <p14:tracePt t="33195" x="9593263" y="2598738"/>
          <p14:tracePt t="33205" x="9572625" y="2613025"/>
          <p14:tracePt t="33216" x="9551988" y="2640013"/>
          <p14:tracePt t="33228" x="9531350" y="2681288"/>
          <p14:tracePt t="33238" x="9510713" y="2720975"/>
          <p14:tracePt t="33250" x="9510713" y="2747963"/>
          <p14:tracePt t="33262" x="9510713" y="2803525"/>
          <p14:tracePt t="33271" x="9510713" y="2830513"/>
          <p14:tracePt t="33283" x="9525000" y="2863850"/>
          <p14:tracePt t="33296" x="9545638" y="2884488"/>
          <p14:tracePt t="33305" x="9551988" y="2911475"/>
          <p14:tracePt t="33318" x="9572625" y="2932113"/>
          <p14:tracePt t="33329" x="9593263" y="2938463"/>
          <p14:tracePt t="33339" x="9634538" y="2952750"/>
          <p14:tracePt t="33351" x="9661525" y="2952750"/>
          <p14:tracePt t="33362" x="9694863" y="2952750"/>
          <p14:tracePt t="33372" x="9715500" y="2938463"/>
          <p14:tracePt t="33385" x="9736138" y="2932113"/>
          <p14:tracePt t="33396" x="9763125" y="2911475"/>
          <p14:tracePt t="33406" x="9783763" y="2890838"/>
          <p14:tracePt t="33419" x="9790113" y="2871788"/>
          <p14:tracePt t="33430" x="9804400" y="2830513"/>
          <p14:tracePt t="33440" x="9810750" y="2803525"/>
          <p14:tracePt t="33453" x="9810750" y="2762250"/>
          <p14:tracePt t="33464" x="9804400" y="2741613"/>
          <p14:tracePt t="33474" x="9783763" y="2700338"/>
          <p14:tracePt t="33487" x="9756775" y="2673350"/>
          <p14:tracePt t="33497" x="9715500" y="2640013"/>
          <p14:tracePt t="33508" x="9682163" y="2633663"/>
          <p14:tracePt t="33520" x="9640888" y="2619375"/>
          <p14:tracePt t="33531" x="9599613" y="2613025"/>
          <p14:tracePt t="33541" x="9586913" y="2619375"/>
          <p14:tracePt t="33554" x="9566275" y="2633663"/>
          <p14:tracePt t="33565" x="9551988" y="2640013"/>
          <p14:tracePt t="33575" x="9531350" y="2673350"/>
          <p14:tracePt t="33587" x="9525000" y="2693988"/>
          <p14:tracePt t="33599" x="9510713" y="2741613"/>
          <p14:tracePt t="33610" x="9504363" y="2789238"/>
          <p14:tracePt t="33621" x="9504363" y="2830513"/>
          <p14:tracePt t="33632" x="9504363" y="2863850"/>
          <p14:tracePt t="33644" x="9525000" y="2890838"/>
          <p14:tracePt t="33655" x="9531350" y="2911475"/>
          <p14:tracePt t="33666" x="9551988" y="2919413"/>
          <p14:tracePt t="33678" x="9593263" y="2938463"/>
          <p14:tracePt t="33688" x="9634538" y="2952750"/>
          <p14:tracePt t="33700" x="9682163" y="2952750"/>
          <p14:tracePt t="33711" x="9721850" y="2959100"/>
          <p14:tracePt t="33722" x="9763125" y="2959100"/>
          <p14:tracePt t="33733" x="9804400" y="2952750"/>
          <p14:tracePt t="33745" x="9831388" y="2938463"/>
          <p14:tracePt t="33755" x="9844088" y="2932113"/>
          <p14:tracePt t="33766" x="9852025" y="2919413"/>
          <p14:tracePt t="33779" x="9852025" y="2911475"/>
          <p14:tracePt t="33789" x="9844088" y="2905125"/>
          <p14:tracePt t="33801" x="9831388" y="2884488"/>
          <p14:tracePt t="33812" x="9790113" y="2843213"/>
          <p14:tracePt t="33823" x="9736138" y="2803525"/>
          <p14:tracePt t="33835" x="9640888" y="2768600"/>
          <p14:tracePt t="33846" x="9586913" y="2747963"/>
          <p14:tracePt t="33857" x="9510713" y="2728913"/>
          <p14:tracePt t="33869" x="9450388" y="2728913"/>
          <p14:tracePt t="33880" x="9409113" y="2741613"/>
          <p14:tracePt t="33890" x="9361488" y="2782888"/>
          <p14:tracePt t="33903" x="9313863" y="2824163"/>
          <p14:tracePt t="33914" x="9280525" y="2871788"/>
          <p14:tracePt t="33924" x="9280525" y="2905125"/>
          <p14:tracePt t="33936" x="9293225" y="2938463"/>
          <p14:tracePt t="33947" x="9320213" y="2979738"/>
          <p14:tracePt t="33958" x="9382125" y="3021013"/>
          <p14:tracePt t="33970" x="9429750" y="3041650"/>
          <p14:tracePt t="33982" x="9504363" y="3062288"/>
          <p14:tracePt t="33992" x="9586913" y="3074988"/>
          <p14:tracePt t="34004" x="9661525" y="3074988"/>
          <p14:tracePt t="34015" x="9715500" y="3062288"/>
          <p14:tracePt t="34025" x="9777413" y="3054350"/>
          <p14:tracePt t="34038" x="9810750" y="3033713"/>
          <p14:tracePt t="34049" x="9831388" y="3014663"/>
          <p14:tracePt t="34059" x="9852025" y="2979738"/>
          <p14:tracePt t="34071" x="9852025" y="2938463"/>
          <p14:tracePt t="34082" x="9844088" y="2911475"/>
          <p14:tracePt t="34094" x="9825038" y="2884488"/>
          <p14:tracePt t="34105" x="9777413" y="2830513"/>
          <p14:tracePt t="34116" x="9701213" y="2789238"/>
          <p14:tracePt t="34137" x="9613900" y="2747963"/>
          <p14:tracePt t="34141" x="9545638" y="2728913"/>
          <p14:tracePt t="34153" x="9450388" y="2720975"/>
          <p14:tracePt t="34165" x="9382125" y="2728913"/>
          <p14:tracePt t="34174" x="9334500" y="2741613"/>
          <p14:tracePt t="34186" x="9301163" y="2762250"/>
          <p14:tracePt t="34198" x="9272588" y="2803525"/>
          <p14:tracePt t="34207" x="9253538" y="2843213"/>
          <p14:tracePt t="34218" x="9239250" y="2871788"/>
          <p14:tracePt t="34230" x="9253538" y="2911475"/>
          <p14:tracePt t="34239" x="9272588" y="2938463"/>
          <p14:tracePt t="34252" x="9313863" y="2973388"/>
          <p14:tracePt t="34263" x="9361488" y="3000375"/>
          <p14:tracePt t="34273" x="9444038" y="3021013"/>
          <p14:tracePt t="34285" x="9545638" y="3041650"/>
          <p14:tracePt t="34296" x="9620250" y="3054350"/>
          <p14:tracePt t="34306" x="9694863" y="3054350"/>
          <p14:tracePt t="34318" x="9777413" y="3041650"/>
          <p14:tracePt t="34330" x="9831388" y="3021013"/>
          <p14:tracePt t="34340" x="9885363" y="2994025"/>
          <p14:tracePt t="34353" x="9906000" y="2959100"/>
          <p14:tracePt t="34364" x="9912350" y="2919413"/>
          <p14:tracePt t="34374" x="9906000" y="2863850"/>
          <p14:tracePt t="34386" x="9885363" y="2824163"/>
          <p14:tracePt t="34397" x="9844088" y="2762250"/>
          <p14:tracePt t="34408" x="9777413" y="2700338"/>
          <p14:tracePt t="34420" x="9701213" y="2660650"/>
          <p14:tracePt t="34431" x="9640888" y="2652713"/>
          <p14:tracePt t="34441" x="9566275" y="2652713"/>
          <p14:tracePt t="34454" x="9491663" y="2660650"/>
          <p14:tracePt t="34466" x="9444038" y="2693988"/>
          <p14:tracePt t="34475" x="9409113" y="2720975"/>
          <p14:tracePt t="34488" x="9382125" y="2782888"/>
          <p14:tracePt t="34499" x="9382125" y="2830513"/>
          <p14:tracePt t="34509" x="9382125" y="2890838"/>
          <p14:tracePt t="34520" x="9402763" y="2932113"/>
          <p14:tracePt t="34532" x="9444038" y="2973388"/>
          <p14:tracePt t="34544" x="9491663" y="2994025"/>
          <p14:tracePt t="34555" x="9545638" y="3014663"/>
          <p14:tracePt t="34566" x="9634538" y="3014663"/>
          <p14:tracePt t="34577" x="9721850" y="3014663"/>
          <p14:tracePt t="34588" x="9804400" y="3000375"/>
          <p14:tracePt t="34599" x="9852025" y="2994025"/>
          <p14:tracePt t="34611" x="9891713" y="2959100"/>
          <p14:tracePt t="34621" x="9926638" y="2932113"/>
          <p14:tracePt t="34633" x="9932988" y="2905125"/>
          <p14:tracePt t="34645" x="9932988" y="2871788"/>
          <p14:tracePt t="34655" x="9926638" y="2830513"/>
          <p14:tracePt t="34667" x="9885363" y="2789238"/>
          <p14:tracePt t="34679" x="9831388" y="2762250"/>
          <p14:tracePt t="34689" x="9783763" y="2741613"/>
          <p14:tracePt t="34700" x="9721850" y="2720975"/>
          <p14:tracePt t="34712" x="9674225" y="2720975"/>
          <p14:tracePt t="34723" x="9653588" y="2728913"/>
          <p14:tracePt t="34735" x="9620250" y="2741613"/>
          <p14:tracePt t="34746" x="9599613" y="2768600"/>
          <p14:tracePt t="34757" x="9586913" y="2809875"/>
          <p14:tracePt t="34769" x="9572625" y="2830513"/>
          <p14:tracePt t="34781" x="9572625" y="2863850"/>
          <p14:tracePt t="34790" x="9586913" y="2884488"/>
          <p14:tracePt t="34803" x="9599613" y="2905125"/>
          <p14:tracePt t="34814" x="9620250" y="2905125"/>
          <p14:tracePt t="34824" x="9661525" y="2911475"/>
          <p14:tracePt t="34836" x="9701213" y="2911475"/>
          <p14:tracePt t="34848" x="9742488" y="2911475"/>
          <p14:tracePt t="34869" x="9777413" y="2905125"/>
          <p14:tracePt t="34873" x="9804400" y="2890838"/>
          <p14:tracePt t="34881" x="9825038" y="2871788"/>
          <p14:tracePt t="34897" x="9831388" y="2863850"/>
          <p14:tracePt t="34906" x="9831388" y="2830513"/>
          <p14:tracePt t="34915" x="9831388" y="2809875"/>
          <p14:tracePt t="34925" x="9825038" y="2782888"/>
          <p14:tracePt t="34937" x="9804400" y="2762250"/>
          <p14:tracePt t="34949" x="9777413" y="2741613"/>
          <p14:tracePt t="34962" x="9736138" y="2720975"/>
          <p14:tracePt t="34972" x="9694863" y="2708275"/>
          <p14:tracePt t="34983" x="9653588" y="2708275"/>
          <p14:tracePt t="34992" x="9613900" y="2708275"/>
          <p14:tracePt t="35004" x="9586913" y="2720975"/>
          <p14:tracePt t="35016" x="9551988" y="2741613"/>
          <p14:tracePt t="35027" x="9525000" y="2762250"/>
          <p14:tracePt t="35038" x="9504363" y="2809875"/>
          <p14:tracePt t="35050" x="9483725" y="2863850"/>
          <p14:tracePt t="35062" x="9483725" y="2905125"/>
          <p14:tracePt t="35071" x="9491663" y="2932113"/>
          <p14:tracePt t="35083" x="9510713" y="2952750"/>
          <p14:tracePt t="35095" x="9545638" y="2973388"/>
          <p14:tracePt t="35106" x="9566275" y="2979738"/>
          <p14:tracePt t="35117" x="9599613" y="2994025"/>
          <p14:tracePt t="35129" x="9640888" y="2994025"/>
          <p14:tracePt t="35139" x="9682163" y="2994025"/>
          <p14:tracePt t="35152" x="9715500" y="2994025"/>
          <p14:tracePt t="35163" x="9736138" y="2979738"/>
          <p14:tracePt t="35173" x="9756775" y="2979738"/>
          <p14:tracePt t="35195" x="9763125" y="2973388"/>
          <p14:tracePt t="35199" x="9777413" y="2959100"/>
          <p14:tracePt t="35209" x="9783763" y="2959100"/>
          <p14:tracePt t="35221" x="9783763" y="2952750"/>
          <p14:tracePt t="35251" x="9783763" y="2938463"/>
          <p14:tracePt t="35274" x="9777413" y="2938463"/>
          <p14:tracePt t="35296" x="9777413" y="2932113"/>
          <p14:tracePt t="35341" x="9777413" y="2919413"/>
          <p14:tracePt t="35363" x="9763125" y="2919413"/>
          <p14:tracePt t="35375" x="9763125" y="2911475"/>
          <p14:tracePt t="35398" x="9763125" y="2905125"/>
          <p14:tracePt t="35409" x="9756775" y="2890838"/>
          <p14:tracePt t="35421" x="9742488" y="2884488"/>
          <p14:tracePt t="35432" x="9736138" y="2863850"/>
          <p14:tracePt t="35444" x="9715500" y="2851150"/>
          <p14:tracePt t="35455" x="9701213" y="2830513"/>
          <p14:tracePt t="35467" x="9674225" y="2809875"/>
          <p14:tracePt t="35478" x="9640888" y="2803525"/>
          <p14:tracePt t="35488" x="9613900" y="2803525"/>
          <p14:tracePt t="35500" x="9566275" y="2782888"/>
          <p14:tracePt t="35513" x="9504363" y="2782888"/>
          <p14:tracePt t="35522" x="9429750" y="2782888"/>
          <p14:tracePt t="35533" x="9375775" y="2782888"/>
          <p14:tracePt t="35545" x="9313863" y="2789238"/>
          <p14:tracePt t="35556" x="9259888" y="2803525"/>
          <p14:tracePt t="35568" x="9212263" y="2830513"/>
          <p14:tracePt t="35580" x="9191625" y="2843213"/>
          <p14:tracePt t="35589" x="9164638" y="2871788"/>
          <p14:tracePt t="35602" x="9144000" y="2890838"/>
          <p14:tracePt t="35613" x="9144000" y="2911475"/>
          <p14:tracePt t="35623" x="9150350" y="2952750"/>
          <p14:tracePt t="35635" x="9185275" y="2994025"/>
          <p14:tracePt t="35647" x="9232900" y="3041650"/>
          <p14:tracePt t="35657" x="9280525" y="3074988"/>
          <p14:tracePt t="35669" x="9355138" y="3095625"/>
          <p14:tracePt t="35681" x="9409113" y="3116263"/>
          <p14:tracePt t="35690" x="9471025" y="3122613"/>
          <p14:tracePt t="35703" x="9525000" y="3122613"/>
          <p14:tracePt t="35714" x="9572625" y="3122613"/>
          <p14:tracePt t="35724" x="9599613" y="3122613"/>
          <p14:tracePt t="35736" x="9634538" y="3101975"/>
          <p14:tracePt t="35748" x="9640888" y="3095625"/>
          <p14:tracePt t="35759" x="9653588" y="3074988"/>
          <p14:tracePt t="35772" x="9661525" y="3054350"/>
          <p14:tracePt t="35782" x="9661525" y="3041650"/>
          <p14:tracePt t="35796" x="9661525" y="3021013"/>
          <p14:tracePt t="35805" x="9661525" y="3014663"/>
          <p14:tracePt t="35825" x="9661525" y="3000375"/>
          <p14:tracePt t="36916" x="9653588" y="3014663"/>
          <p14:tracePt t="36928" x="9634538" y="3033713"/>
          <p14:tracePt t="36942" x="9613900" y="3041650"/>
          <p14:tracePt t="36953" x="9566275" y="3062288"/>
          <p14:tracePt t="36963" x="9531350" y="3074988"/>
          <p14:tracePt t="37456" x="9545638" y="3074988"/>
          <p14:tracePt t="37501" x="9545638" y="3062288"/>
          <p14:tracePt t="37523" x="9531350" y="3062288"/>
          <p14:tracePt t="37536" x="9525000" y="3054350"/>
          <p14:tracePt t="37546" x="9504363" y="3041650"/>
          <p14:tracePt t="37558" x="9471025" y="3033713"/>
          <p14:tracePt t="37570" x="9444038" y="3021013"/>
          <p14:tracePt t="37580" x="9382125" y="3014663"/>
          <p14:tracePt t="37593" x="9280525" y="2994025"/>
          <p14:tracePt t="37605" x="9082088" y="2979738"/>
          <p14:tracePt t="37614" x="8891588" y="2979738"/>
          <p14:tracePt t="37627" x="8531225" y="2973388"/>
          <p14:tracePt t="37637" x="8150225" y="2979738"/>
          <p14:tracePt t="37648" x="7858125" y="3021013"/>
          <p14:tracePt t="37660" x="7435850" y="3095625"/>
          <p14:tracePt t="37671" x="7034213" y="3163888"/>
          <p14:tracePt t="37681" x="6619875" y="3232150"/>
          <p14:tracePt t="37694" x="6354763" y="3265488"/>
          <p14:tracePt t="37705" x="6000750" y="3306763"/>
          <p14:tracePt t="37715" x="5708650" y="3313113"/>
          <p14:tracePt t="37727" x="5497513" y="3313113"/>
          <p14:tracePt t="37739" x="5387975" y="3313113"/>
          <p14:tracePt t="37749" x="5280025" y="3292475"/>
          <p14:tracePt t="37761" x="5218113" y="3271838"/>
          <p14:tracePt t="37772" x="5176838" y="3252788"/>
          <p14:tracePt t="37783" x="5170488" y="3244850"/>
          <p14:tracePt t="37795" x="5170488" y="3232150"/>
          <p14:tracePt t="37806" x="5170488" y="3224213"/>
          <p14:tracePt t="37816" x="5170488" y="3211513"/>
          <p14:tracePt t="37828" x="5176838" y="3205163"/>
          <p14:tracePt t="37840" x="5197475" y="3184525"/>
          <p14:tracePt t="37850" x="5218113" y="3170238"/>
          <p14:tracePt t="37862" x="5224463" y="3170238"/>
          <p14:tracePt t="37929" x="5176838" y="3170238"/>
          <p14:tracePt t="37942" x="5089525" y="3170238"/>
          <p14:tracePt t="37953" x="4994275" y="3184525"/>
          <p14:tracePt t="37963" x="4864100" y="3232150"/>
          <p14:tracePt t="37974" x="4756150" y="3292475"/>
          <p14:tracePt t="37987" x="4646613" y="3375025"/>
          <p14:tracePt t="37997" x="4598988" y="3422650"/>
          <p14:tracePt t="38009" x="4545013" y="3503613"/>
          <p14:tracePt t="38021" x="4518025" y="3571875"/>
          <p14:tracePt t="38031" x="4518025" y="3625850"/>
          <p14:tracePt t="38043" x="4545013" y="3694113"/>
          <p14:tracePt t="38054" x="4633913" y="3762375"/>
          <p14:tracePt t="38064" x="4789488" y="3857625"/>
          <p14:tracePt t="38076" x="4946650" y="3905250"/>
          <p14:tracePt t="38088" x="5197475" y="3967163"/>
          <p14:tracePt t="38098" x="5510213" y="3994150"/>
          <p14:tracePt t="38110" x="5851525" y="4014788"/>
          <p14:tracePt t="38121" x="6110288" y="4006850"/>
          <p14:tracePt t="38131" x="6462713" y="3986213"/>
          <p14:tracePt t="38143" x="6777038" y="3973513"/>
          <p14:tracePt t="38155" x="7034213" y="3938588"/>
          <p14:tracePt t="38165" x="7177088" y="3905250"/>
          <p14:tracePt t="38178" x="7292975" y="3878263"/>
          <p14:tracePt t="38189" x="7354888" y="3836988"/>
          <p14:tracePt t="38199" x="7375525" y="3803650"/>
          <p14:tracePt t="38211" x="7375525" y="3762375"/>
          <p14:tracePt t="38223" x="7348538" y="3708400"/>
          <p14:tracePt t="38233" x="7253288" y="3613150"/>
          <p14:tracePt t="38245" x="7143750" y="3524250"/>
          <p14:tracePt t="38256" x="6932613" y="3414713"/>
          <p14:tracePt t="38267" x="6681788" y="3327400"/>
          <p14:tracePt t="38279" x="6396038" y="3271838"/>
          <p14:tracePt t="38290" x="6191250" y="3252788"/>
          <p14:tracePt t="38300" x="5919788" y="3244850"/>
          <p14:tracePt t="38312" x="5688013" y="3265488"/>
          <p14:tracePt t="38335" x="5497513" y="3313113"/>
          <p14:tracePt t="38335" x="5367338" y="3360738"/>
          <p14:tracePt t="38345" x="5197475" y="3455988"/>
          <p14:tracePt t="38357" x="5075238" y="3544888"/>
          <p14:tracePt t="38369" x="5033963" y="3592513"/>
          <p14:tracePt t="38390" x="5033963" y="3646488"/>
          <p14:tracePt t="38393" x="5075238" y="3708400"/>
          <p14:tracePt t="38411" x="5176838" y="3756025"/>
          <p14:tracePt t="38422" x="5300663" y="3803650"/>
          <p14:tracePt t="38428" x="5470525" y="3863975"/>
          <p14:tracePt t="38438" x="5646738" y="3898900"/>
          <p14:tracePt t="38449" x="5857875" y="3919538"/>
          <p14:tracePt t="38460" x="6021388" y="3925888"/>
          <p14:tracePt t="38472" x="6232525" y="3925888"/>
          <p14:tracePt t="38481" x="6423025" y="3905250"/>
          <p14:tracePt t="38494" x="6586538" y="3878263"/>
          <p14:tracePt t="38505" x="6694488" y="3843338"/>
          <p14:tracePt t="38514" x="6796088" y="3795713"/>
          <p14:tracePt t="38527" x="6864350" y="3741738"/>
          <p14:tracePt t="38538" x="6872288" y="3714750"/>
          <p14:tracePt t="38549" x="6872288" y="3694113"/>
          <p14:tracePt t="38561" x="6864350" y="3673475"/>
          <p14:tracePt t="38571" x="6831013" y="3667125"/>
          <p14:tracePt t="38582" x="6796088" y="3652838"/>
          <p14:tracePt t="38594" x="6742113" y="3646488"/>
          <p14:tracePt t="38605" x="6681788" y="3646488"/>
          <p14:tracePt t="38615" x="6619875" y="3633788"/>
          <p14:tracePt t="38628" x="6586538" y="3633788"/>
          <p14:tracePt t="38639" x="6530975" y="3633788"/>
          <p14:tracePt t="38649" x="6503988" y="3633788"/>
          <p14:tracePt t="38661" x="6491288" y="3633788"/>
          <p14:tracePt t="38716" x="6503988" y="3633788"/>
          <p14:tracePt t="38728" x="6510338" y="3633788"/>
          <p14:tracePt t="38739" x="6530975" y="3633788"/>
          <p14:tracePt t="38750" x="6551613" y="3633788"/>
          <p14:tracePt t="38762" x="6572250" y="3633788"/>
          <p14:tracePt t="38774" x="6592888" y="3633788"/>
          <p14:tracePt t="38785" x="6613525" y="3633788"/>
          <p14:tracePt t="38796" x="6619875" y="3633788"/>
          <p14:tracePt t="38808" x="6634163" y="3633788"/>
          <p14:tracePt t="38818" x="6640513" y="3633788"/>
          <p14:tracePt t="38896" x="6640513" y="3625850"/>
          <p14:tracePt t="38909" x="6634163" y="3625850"/>
          <p14:tracePt t="38921" x="6619875" y="3625850"/>
          <p14:tracePt t="38931" x="6613525" y="3625850"/>
          <p14:tracePt t="38953" x="6599238" y="3633788"/>
          <p14:tracePt t="38964" x="6592888" y="3646488"/>
          <p14:tracePt t="38975" x="6572250" y="3652838"/>
          <p14:tracePt t="38988" x="6572250" y="3667125"/>
          <p14:tracePt t="38998" x="6565900" y="3687763"/>
          <p14:tracePt t="39010" x="6572250" y="3694113"/>
          <p14:tracePt t="39021" x="6586538" y="3708400"/>
          <p14:tracePt t="39031" x="6613525" y="3729038"/>
          <p14:tracePt t="39044" x="6661150" y="3735388"/>
          <p14:tracePt t="39056" x="6700838" y="3741738"/>
          <p14:tracePt t="39065" x="6777038" y="3756025"/>
          <p14:tracePt t="39077" x="6843713" y="3762375"/>
          <p14:tracePt t="39088" x="6891338" y="3762375"/>
          <p14:tracePt t="39099" x="6946900" y="3756025"/>
          <p14:tracePt t="39112" x="6986588" y="3756025"/>
          <p14:tracePt t="39123" x="7000875" y="3741738"/>
          <p14:tracePt t="39133" x="7015163" y="3741738"/>
          <p14:tracePt t="39145" x="7015163" y="3735388"/>
          <p14:tracePt t="39157" x="7015163" y="3714750"/>
          <p14:tracePt t="39167" x="7015163" y="3694113"/>
          <p14:tracePt t="39180" x="7000875" y="3673475"/>
          <p14:tracePt t="39191" x="6973888" y="3646488"/>
          <p14:tracePt t="39201" x="6932613" y="3613150"/>
          <p14:tracePt t="39213" x="6872288" y="3592513"/>
          <p14:tracePt t="39226" x="6831013" y="3586163"/>
          <p14:tracePt t="39237" x="6762750" y="3571875"/>
          <p14:tracePt t="39248" x="6681788" y="3571875"/>
          <p14:tracePt t="39258" x="6619875" y="3571875"/>
          <p14:tracePt t="39271" x="6551613" y="3586163"/>
          <p14:tracePt t="39282" x="6483350" y="3605213"/>
          <p14:tracePt t="39291" x="6423025" y="3625850"/>
          <p14:tracePt t="39306" x="6381750" y="3652838"/>
          <p14:tracePt t="39316" x="6334125" y="3687763"/>
          <p14:tracePt t="39325" x="6300788" y="3714750"/>
          <p14:tracePt t="39339" x="6292850" y="3735388"/>
          <p14:tracePt t="39348" x="6280150" y="3741738"/>
          <p14:tracePt t="39360" x="6280150" y="3756025"/>
          <p14:tracePt t="39391" x="6292850" y="3762375"/>
          <p14:tracePt t="39396" x="6300788" y="3783013"/>
          <p14:tracePt t="39407" x="6361113" y="3795713"/>
          <p14:tracePt t="39417" x="6402388" y="3803650"/>
          <p14:tracePt t="39426" x="6443663" y="3803650"/>
          <p14:tracePt t="39440" x="6491288" y="3816350"/>
          <p14:tracePt t="39450" x="6545263" y="3816350"/>
          <p14:tracePt t="39460" x="6592888" y="3816350"/>
          <p14:tracePt t="39473" x="6613525" y="3816350"/>
          <p14:tracePt t="39483" x="6640513" y="3803650"/>
          <p14:tracePt t="39495" x="6653213" y="3803650"/>
          <p14:tracePt t="39526" x="6653213" y="3795713"/>
          <p14:tracePt t="39548" x="6640513" y="3795713"/>
          <p14:tracePt t="39571" x="6634163" y="3783013"/>
          <p14:tracePt t="39605" x="6619875" y="3783013"/>
          <p14:tracePt t="40156" x="6634163" y="3776663"/>
          <p14:tracePt t="40167" x="6640513" y="3776663"/>
          <p14:tracePt t="40180" x="6653213" y="3762375"/>
          <p14:tracePt t="40201" x="6661150" y="3762375"/>
          <p14:tracePt t="40224" x="6673850" y="3756025"/>
          <p14:tracePt t="40303" x="6673850" y="3741738"/>
          <p14:tracePt t="40314" x="6661150" y="3741738"/>
          <p14:tracePt t="40327" x="6661150" y="3735388"/>
          <p14:tracePt t="40459" x="6653213" y="3729038"/>
          <p14:tracePt t="40584" x="6653213" y="3735388"/>
          <p14:tracePt t="40596" x="6653213" y="3741738"/>
          <p14:tracePt t="40606" x="6673850" y="3762375"/>
          <p14:tracePt t="40619" x="6694488" y="3776663"/>
          <p14:tracePt t="40629" x="6756400" y="3783013"/>
          <p14:tracePt t="40642" x="6831013" y="3795713"/>
          <p14:tracePt t="40653" x="6905625" y="3803650"/>
          <p14:tracePt t="40663" x="7015163" y="3816350"/>
          <p14:tracePt t="40676" x="7123113" y="3816350"/>
          <p14:tracePt t="40686" x="7212013" y="3803650"/>
          <p14:tracePt t="40697" x="7272338" y="3803650"/>
          <p14:tracePt t="40709" x="7327900" y="3783013"/>
          <p14:tracePt t="40719" x="7348538" y="3762375"/>
          <p14:tracePt t="40731" x="7348538" y="3741738"/>
          <p14:tracePt t="40742" x="7348538" y="3729038"/>
          <p14:tracePt t="40752" x="7327900" y="3687763"/>
          <p14:tracePt t="40766" x="7272338" y="3633788"/>
          <p14:tracePt t="40777" x="7197725" y="3571875"/>
          <p14:tracePt t="40787" x="7102475" y="3544888"/>
          <p14:tracePt t="40799" x="6946900" y="3497263"/>
          <p14:tracePt t="40810" x="6762750" y="3455988"/>
          <p14:tracePt t="40820" x="6619875" y="3443288"/>
          <p14:tracePt t="40833" x="6443663" y="3435350"/>
          <p14:tracePt t="40844" x="6280150" y="3443288"/>
          <p14:tracePt t="40854" x="6149975" y="3476625"/>
          <p14:tracePt t="40867" x="6081713" y="3517900"/>
          <p14:tracePt t="40878" x="6027738" y="3551238"/>
          <p14:tracePt t="40888" x="6007100" y="3592513"/>
          <p14:tracePt t="40900" x="6007100" y="3613150"/>
          <p14:tracePt t="40911" x="6021388" y="3633788"/>
          <p14:tracePt t="40922" x="6048375" y="3652838"/>
          <p14:tracePt t="40934" x="6110288" y="3687763"/>
          <p14:tracePt t="40945" x="6197600" y="3708400"/>
          <p14:tracePt t="40955" x="6272213" y="3714750"/>
          <p14:tracePt t="40967" x="6375400" y="3714750"/>
          <p14:tracePt t="40978" x="6462713" y="3714750"/>
          <p14:tracePt t="40989" x="6524625" y="3714750"/>
          <p14:tracePt t="41001" x="6586538" y="3714750"/>
          <p14:tracePt t="41012" x="6613525" y="3708400"/>
          <p14:tracePt t="41023" x="6634163" y="3694113"/>
          <p14:tracePt t="41035" x="6640513" y="3694113"/>
          <p14:tracePt t="41046" x="6640513" y="3687763"/>
          <p14:tracePt t="41057" x="6634163" y="3687763"/>
          <p14:tracePt t="41068" x="6634163" y="3673475"/>
          <p14:tracePt t="41079" x="6619875" y="3667125"/>
          <p14:tracePt t="41091" x="6613525" y="3667125"/>
          <p14:tracePt t="41102" x="6599238" y="3652838"/>
          <p14:tracePt t="41124" x="6592888" y="3652838"/>
          <p14:tracePt t="41529" x="6599238" y="3652838"/>
          <p14:tracePt t="41540" x="6613525" y="3652838"/>
          <p14:tracePt t="41552" x="6613525" y="3667125"/>
          <p14:tracePt t="41563" x="6619875" y="3667125"/>
          <p14:tracePt t="41596" x="6634163" y="3667125"/>
          <p14:tracePt t="41776" x="6619875" y="3652838"/>
          <p14:tracePt t="41789" x="6599238" y="3652838"/>
          <p14:tracePt t="41800" x="6572250" y="3646488"/>
          <p14:tracePt t="41810" x="6530975" y="3633788"/>
          <p14:tracePt t="41823" x="6470650" y="3625850"/>
          <p14:tracePt t="41834" x="6375400" y="3605213"/>
          <p14:tracePt t="41844" x="6253163" y="3592513"/>
          <p14:tracePt t="41856" x="6062663" y="3586163"/>
          <p14:tracePt t="41867" x="5837238" y="3586163"/>
          <p14:tracePt t="41879" x="5700713" y="3592513"/>
          <p14:tracePt t="41889" x="5510213" y="3592513"/>
          <p14:tracePt t="41901" x="5367338" y="3605213"/>
          <p14:tracePt t="41913" x="5280025" y="3613150"/>
          <p14:tracePt t="41923" x="5238750" y="3613150"/>
          <p14:tracePt t="41934" x="5218113" y="3625850"/>
          <p14:tracePt t="41956" x="5205413" y="3633788"/>
          <p14:tracePt t="41968" x="5218113" y="3646488"/>
          <p14:tracePt t="41980" x="5224463" y="3652838"/>
          <p14:tracePt t="41990" x="5259388" y="3673475"/>
          <p14:tracePt t="42003" x="5300663" y="3687763"/>
          <p14:tracePt t="42014" x="5340350" y="3694113"/>
          <p14:tracePt t="42024" x="5395913" y="3708400"/>
          <p14:tracePt t="42036" x="5456238" y="3714750"/>
          <p14:tracePt t="42048" x="5497513" y="3714750"/>
          <p14:tracePt t="42058" x="5551488" y="3729038"/>
          <p14:tracePt t="42070" x="5592763" y="3729038"/>
          <p14:tracePt t="42082" x="5619750" y="3729038"/>
          <p14:tracePt t="42091" x="5626100" y="3729038"/>
          <p14:tracePt t="42103" x="5640388" y="3729038"/>
          <p14:tracePt t="42115" x="5640388" y="3714750"/>
          <p14:tracePt t="42125" x="5646738" y="3714750"/>
          <p14:tracePt t="42147" x="5646738" y="3708400"/>
          <p14:tracePt t="42451" x="5661025" y="3694113"/>
          <p14:tracePt t="42474" x="5667375" y="3694113"/>
          <p14:tracePt t="42507" x="5681663" y="3694113"/>
          <p14:tracePt t="43295" x="5681663" y="3687763"/>
          <p14:tracePt t="43745" x="5681663" y="3673475"/>
          <p14:tracePt t="44431" x="5688013" y="3667125"/>
          <p14:tracePt t="44434" x="5700713" y="3652838"/>
          <p14:tracePt t="44443" x="5708650" y="3652838"/>
          <p14:tracePt t="44465" x="5721350" y="3652838"/>
          <p14:tracePt t="44488" x="5729288" y="3652838"/>
          <p14:tracePt t="50631" x="5741988" y="3646488"/>
          <p14:tracePt t="50642" x="5748338" y="3625850"/>
          <p14:tracePt t="50652" x="5762625" y="3613150"/>
          <p14:tracePt t="50665" x="5768975" y="3605213"/>
          <p14:tracePt t="50675" x="5768975" y="3586163"/>
          <p14:tracePt t="50687" x="5768975" y="3571875"/>
          <p14:tracePt t="50699" x="5783263" y="3565525"/>
          <p14:tracePt t="50710" x="5783263" y="3551238"/>
          <p14:tracePt t="50720" x="5768975" y="3544888"/>
          <p14:tracePt t="50733" x="5768975" y="3524250"/>
          <p14:tracePt t="50743" x="5762625" y="3517900"/>
          <p14:tracePt t="50754" x="5748338" y="3482975"/>
          <p14:tracePt t="50769" x="5741988" y="3462338"/>
          <p14:tracePt t="50778" x="5729288" y="3443288"/>
          <p14:tracePt t="50801" x="5688013" y="3395663"/>
          <p14:tracePt t="50811" x="5667375" y="3360738"/>
          <p14:tracePt t="50822" x="5661025" y="3340100"/>
          <p14:tracePt t="50835" x="5640388" y="3327400"/>
          <p14:tracePt t="50844" x="5619750" y="3306763"/>
          <p14:tracePt t="50856" x="5599113" y="3271838"/>
          <p14:tracePt t="50868" x="5592763" y="3265488"/>
          <p14:tracePt t="50879" x="5557838" y="3232150"/>
          <p14:tracePt t="50890" x="5530850" y="3205163"/>
          <p14:tracePt t="50923" x="5497513" y="3170238"/>
          <p14:tracePt t="50928" x="5476875" y="3149600"/>
          <p14:tracePt t="50936" x="5408613" y="3095625"/>
          <p14:tracePt t="50947" x="5387975" y="3081338"/>
          <p14:tracePt t="50961" x="5360988" y="3074988"/>
          <p14:tracePt t="50969" x="5340350" y="3062288"/>
          <p14:tracePt t="50980" x="5307013" y="3054350"/>
          <p14:tracePt t="50991" x="5280025" y="3041650"/>
          <p14:tracePt t="51002" x="5259388" y="3033713"/>
          <p14:tracePt t="51016" x="5224463" y="3033713"/>
          <p14:tracePt t="51026" x="5205413" y="3033713"/>
          <p14:tracePt t="51037" x="5197475" y="3033713"/>
          <p14:tracePt t="51046" x="5191125" y="3033713"/>
          <p14:tracePt t="51059" x="5170488" y="3033713"/>
          <p14:tracePt t="51070" x="5149850" y="3041650"/>
          <p14:tracePt t="51080" x="5129213" y="3041650"/>
          <p14:tracePt t="51093" x="5089525" y="3054350"/>
          <p14:tracePt t="51104" x="5048250" y="3062288"/>
          <p14:tracePt t="51115" x="4994275" y="3081338"/>
          <p14:tracePt t="51127" x="4959350" y="3101975"/>
          <p14:tracePt t="51137" x="4899025" y="3143250"/>
          <p14:tracePt t="51149" x="4843463" y="3190875"/>
          <p14:tracePt t="51161" x="4803775" y="3232150"/>
          <p14:tracePt t="51171" x="4789488" y="3265488"/>
          <p14:tracePt t="51182" x="4756150" y="3306763"/>
          <p14:tracePt t="51193" x="4748213" y="3340100"/>
          <p14:tracePt t="51205" x="4729163" y="3402013"/>
          <p14:tracePt t="51217" x="4729163" y="3443288"/>
          <p14:tracePt t="51226" x="4729163" y="3517900"/>
          <p14:tracePt t="51238" x="4748213" y="3586163"/>
          <p14:tracePt t="51250" x="4776788" y="3646488"/>
          <p14:tracePt t="51261" x="4843463" y="3735388"/>
          <p14:tracePt t="51272" x="4926013" y="3816350"/>
          <p14:tracePt t="51284" x="5014913" y="3898900"/>
          <p14:tracePt t="51294" x="5095875" y="3946525"/>
          <p14:tracePt t="51306" x="5197475" y="4006850"/>
          <p14:tracePt t="51317" x="5286375" y="4054475"/>
          <p14:tracePt t="51328" x="5387975" y="4089400"/>
          <p14:tracePt t="51342" x="5449888" y="4110038"/>
          <p14:tracePt t="51354" x="5557838" y="4129088"/>
          <p14:tracePt t="51364" x="5681663" y="4149725"/>
          <p14:tracePt t="51376" x="5795963" y="4149725"/>
          <p14:tracePt t="51387" x="5878513" y="4157663"/>
          <p14:tracePt t="51396" x="5994400" y="4149725"/>
          <p14:tracePt t="51409" x="6089650" y="4137025"/>
          <p14:tracePt t="51420" x="6184900" y="4116388"/>
          <p14:tracePt t="51429" x="6253163" y="4089400"/>
          <p14:tracePt t="51442" x="6340475" y="4048125"/>
          <p14:tracePt t="51453" x="6408738" y="3994150"/>
          <p14:tracePt t="51463" x="6470650" y="3938588"/>
          <p14:tracePt t="51475" x="6530975" y="3857625"/>
          <p14:tracePt t="51487" x="6572250" y="3762375"/>
          <p14:tracePt t="51497" x="6592888" y="3652838"/>
          <p14:tracePt t="51509" x="6592888" y="3586163"/>
          <p14:tracePt t="51520" x="6565900" y="3476625"/>
          <p14:tracePt t="51530" x="6530975" y="3360738"/>
          <p14:tracePt t="51541" x="6483350" y="3286125"/>
          <p14:tracePt t="51553" x="6443663" y="3244850"/>
          <p14:tracePt t="51564" x="6375400" y="3170238"/>
          <p14:tracePt t="51576" x="6272213" y="3116263"/>
          <p14:tracePt t="51587" x="6129338" y="3062288"/>
          <p14:tracePt t="51599" x="6007100" y="3033713"/>
          <p14:tracePt t="51610" x="5795963" y="2979738"/>
          <p14:tracePt t="51621" x="5578475" y="2959100"/>
          <p14:tracePt t="51633" x="5367338" y="2952750"/>
          <p14:tracePt t="51643" x="5205413" y="2959100"/>
          <p14:tracePt t="51654" x="5006975" y="3000375"/>
          <p14:tracePt t="51667" x="4837113" y="3074988"/>
          <p14:tracePt t="51677" x="4729163" y="3128963"/>
          <p14:tracePt t="51688" x="4605338" y="3244850"/>
          <p14:tracePt t="51701" x="4524375" y="3381375"/>
          <p14:tracePt t="51711" x="4462463" y="3544888"/>
          <p14:tracePt t="51724" x="4456113" y="3667125"/>
          <p14:tracePt t="51735" x="4483100" y="3836988"/>
          <p14:tracePt t="51745" x="4565650" y="4006850"/>
          <p14:tracePt t="51757" x="4667250" y="4137025"/>
          <p14:tracePt t="51768" x="4756150" y="4217988"/>
          <p14:tracePt t="51778" x="4899025" y="4306888"/>
          <p14:tracePt t="51790" x="5068888" y="4387850"/>
          <p14:tracePt t="51801" x="5286375" y="4449763"/>
          <p14:tracePt t="51811" x="5491163" y="4491038"/>
          <p14:tracePt t="51823" x="5768975" y="4530725"/>
          <p14:tracePt t="51835" x="6048375" y="4551363"/>
          <p14:tracePt t="51845" x="6313488" y="4551363"/>
          <p14:tracePt t="51857" x="6470650" y="4518025"/>
          <p14:tracePt t="51869" x="6653213" y="4456113"/>
          <p14:tracePt t="51879" x="6804025" y="4367213"/>
          <p14:tracePt t="51892" x="6884988" y="4286250"/>
          <p14:tracePt t="51902" x="6967538" y="4164013"/>
          <p14:tracePt t="51913" x="6994525" y="4014788"/>
          <p14:tracePt t="51925" x="6973888" y="3878263"/>
          <p14:tracePt t="51936" x="6926263" y="3756025"/>
          <p14:tracePt t="51946" x="6804025" y="3592513"/>
          <p14:tracePt t="51969" x="6619875" y="3443288"/>
          <p14:tracePt t="51970" x="6396038" y="3292475"/>
          <p14:tracePt t="51980" x="6191250" y="3184525"/>
          <p14:tracePt t="51992" x="5872163" y="3054350"/>
          <p14:tracePt t="52004" x="5476875" y="2938463"/>
          <p14:tracePt t="52014" x="5068888" y="2884488"/>
          <p14:tracePt t="52026" x="4776788" y="2884488"/>
          <p14:tracePt t="52037" x="4422775" y="2932113"/>
          <p14:tracePt t="52049" x="4143375" y="3033713"/>
          <p14:tracePt t="52059" x="3952875" y="3149600"/>
          <p14:tracePt t="52071" x="3863975" y="3244850"/>
          <p14:tracePt t="52088" x="3803650" y="3360738"/>
          <p14:tracePt t="52100" x="3776663" y="3482975"/>
          <p14:tracePt t="52107" x="3776663" y="3551238"/>
          <p14:tracePt t="52119" x="3803650" y="3646488"/>
          <p14:tracePt t="52129" x="3863975" y="3735388"/>
          <p14:tracePt t="52138" x="3973513" y="3816350"/>
          <p14:tracePt t="52151" x="4095750" y="3884613"/>
          <p14:tracePt t="52161" x="4306888" y="3952875"/>
          <p14:tracePt t="52172" x="4524375" y="4014788"/>
          <p14:tracePt t="52184" x="4789488" y="4048125"/>
          <p14:tracePt t="52194" x="4986338" y="4054475"/>
          <p14:tracePt t="52206" x="5259388" y="4033838"/>
          <p14:tracePt t="52217" x="5497513" y="3994150"/>
          <p14:tracePt t="52228" x="5729288" y="3919538"/>
          <p14:tracePt t="52239" x="5872163" y="3843338"/>
          <p14:tracePt t="52251" x="6027738" y="3729038"/>
          <p14:tracePt t="52261" x="6143625" y="3605213"/>
          <p14:tracePt t="52274" x="6184900" y="3517900"/>
          <p14:tracePt t="52285" x="6191250" y="3422650"/>
          <p14:tracePt t="52295" x="6170613" y="3340100"/>
          <p14:tracePt t="52307" x="6110288" y="3286125"/>
          <p14:tracePt t="52319" x="6042025" y="3232150"/>
          <p14:tracePt t="52329" x="5919788" y="3184525"/>
          <p14:tracePt t="52341" x="5768975" y="3143250"/>
          <p14:tracePt t="52353" x="5605463" y="3116263"/>
          <p14:tracePt t="52363" x="5476875" y="3095625"/>
          <p14:tracePt t="52375" x="5300663" y="3095625"/>
          <p14:tracePt t="52386" x="5149850" y="3122613"/>
          <p14:tracePt t="52397" x="5027613" y="3170238"/>
          <p14:tracePt t="52409" x="4979988" y="3211513"/>
          <p14:tracePt t="52420" x="4938713" y="3286125"/>
          <p14:tracePt t="52430" x="4926013" y="3354388"/>
          <p14:tracePt t="52442" x="4938713" y="3435350"/>
          <p14:tracePt t="52454" x="4967288" y="3482975"/>
          <p14:tracePt t="52464" x="5027613" y="3565525"/>
          <p14:tracePt t="52476" x="5116513" y="3633788"/>
          <p14:tracePt t="52487" x="5197475" y="3687763"/>
          <p14:tracePt t="52499" x="5340350" y="3735388"/>
          <p14:tracePt t="52510" x="5491163" y="3762375"/>
          <p14:tracePt t="52521" x="5626100" y="3776663"/>
          <p14:tracePt t="52533" x="5721350" y="3783013"/>
          <p14:tracePt t="52543" x="5816600" y="3776663"/>
          <p14:tracePt t="52587" x="5872163" y="3756025"/>
          <p14:tracePt t="52592" x="5891213" y="3735388"/>
          <p14:tracePt t="52603" x="5891213" y="3694113"/>
          <p14:tracePt t="52613" x="5872163" y="3667125"/>
          <p14:tracePt t="52614" x="5816600" y="3625850"/>
          <p14:tracePt t="52622" x="5783263" y="3605213"/>
          <p14:tracePt t="52636" x="5708650" y="3586163"/>
          <p14:tracePt t="52646" x="5640388" y="3565525"/>
          <p14:tracePt t="52658" x="5578475" y="3565525"/>
          <p14:tracePt t="52668" x="5551488" y="3565525"/>
          <p14:tracePt t="52678" x="5518150" y="3565525"/>
          <p14:tracePt t="52689" x="5510213" y="3565525"/>
          <p14:tracePt t="53308" x="5518150" y="3551238"/>
          <p14:tracePt t="53312" x="5538788" y="3544888"/>
          <p14:tracePt t="53322" x="5557838" y="3524250"/>
          <p14:tracePt t="53331" x="5572125" y="3503613"/>
          <p14:tracePt t="53344" x="5578475" y="3482975"/>
          <p14:tracePt t="53356" x="5592763" y="3462338"/>
          <p14:tracePt t="53365" x="5592763" y="3435350"/>
          <p14:tracePt t="53377" x="5578475" y="3414713"/>
          <p14:tracePt t="53387" x="5578475" y="3402013"/>
          <p14:tracePt t="53399" x="5557838" y="3395663"/>
          <p14:tracePt t="53410" x="5551488" y="3381375"/>
          <p14:tracePt t="53421" x="5530850" y="3375025"/>
          <p14:tracePt t="53432" x="5510213" y="3360738"/>
          <p14:tracePt t="53445" x="5491163" y="3360738"/>
          <p14:tracePt t="53454" x="5456238" y="3360738"/>
          <p14:tracePt t="53466" x="5449888" y="3360738"/>
          <p14:tracePt t="53478" x="5435600" y="3360738"/>
          <p14:tracePt t="53488" x="5429250" y="3375025"/>
          <p14:tracePt t="53499" x="5414963" y="3381375"/>
          <p14:tracePt t="53511" x="5414963" y="3395663"/>
          <p14:tracePt t="53522" x="5414963" y="3422650"/>
          <p14:tracePt t="53533" x="5429250" y="3455988"/>
          <p14:tracePt t="53545" x="5449888" y="3476625"/>
          <p14:tracePt t="53555" x="5470525" y="3503613"/>
          <p14:tracePt t="53567" x="5510213" y="3524250"/>
          <p14:tracePt t="53579" x="5572125" y="3530600"/>
          <p14:tracePt t="53589" x="5626100" y="3544888"/>
          <p14:tracePt t="53602" x="5667375" y="3544888"/>
          <p14:tracePt t="53613" x="5700713" y="3544888"/>
          <p14:tracePt t="53623" x="5721350" y="3524250"/>
          <p14:tracePt t="53635" x="5729288" y="3517900"/>
          <p14:tracePt t="53646" x="5741988" y="3503613"/>
          <p14:tracePt t="53657" x="5741988" y="3482975"/>
          <p14:tracePt t="53669" x="5741988" y="3476625"/>
          <p14:tracePt t="53681" x="5741988" y="3455988"/>
          <p14:tracePt t="53690" x="5741988" y="3443288"/>
          <p14:tracePt t="53702" x="5729288" y="3435350"/>
          <p14:tracePt t="53714" x="5729288" y="3422650"/>
          <p14:tracePt t="58494" x="5748338" y="3402013"/>
          <p14:tracePt t="58498" x="5768975" y="3395663"/>
          <p14:tracePt t="58505" x="5789613" y="3375025"/>
          <p14:tracePt t="58519" x="5816600" y="3354388"/>
          <p14:tracePt t="58528" x="5830888" y="3333750"/>
          <p14:tracePt t="58540" x="5851525" y="3313113"/>
          <p14:tracePt t="58552" x="5851525" y="3292475"/>
          <p14:tracePt t="58565" x="5851525" y="3265488"/>
          <p14:tracePt t="58574" x="5851525" y="3232150"/>
          <p14:tracePt t="58585" x="5837238" y="3211513"/>
          <p14:tracePt t="58598" x="5810250" y="3170238"/>
          <p14:tracePt t="58607" x="5789613" y="3143250"/>
          <p14:tracePt t="58618" x="5741988" y="3095625"/>
          <p14:tracePt t="58633" x="5667375" y="3054350"/>
          <p14:tracePt t="58642" x="5605463" y="3021013"/>
          <p14:tracePt t="58652" x="5530850" y="2979738"/>
          <p14:tracePt t="58665" x="5470525" y="2959100"/>
          <p14:tracePt t="58675" x="5387975" y="2932113"/>
          <p14:tracePt t="58687" x="5307013" y="2919413"/>
          <p14:tracePt t="58699" x="5280025" y="2911475"/>
          <p14:tracePt t="58708" x="5224463" y="2905125"/>
          <p14:tracePt t="58721" x="5197475" y="2890838"/>
          <p14:tracePt t="58732" x="5157788" y="2890838"/>
          <p14:tracePt t="58742" x="5129213" y="2884488"/>
          <p14:tracePt t="58754" x="5110163" y="2884488"/>
          <p14:tracePt t="58765" x="5089525" y="2884488"/>
          <p14:tracePt t="58775" x="5075238" y="2884488"/>
          <p14:tracePt t="65413" x="5014913" y="2932113"/>
          <p14:tracePt t="65424" x="4884738" y="3062288"/>
          <p14:tracePt t="65435" x="4789488" y="3190875"/>
          <p14:tracePt t="65446" x="4613275" y="3435350"/>
          <p14:tracePt t="65458" x="4503738" y="3646488"/>
          <p14:tracePt t="65469" x="4327525" y="4006850"/>
          <p14:tracePt t="65482" x="4232275" y="4244975"/>
          <p14:tracePt t="65491" x="4164013" y="4572000"/>
          <p14:tracePt t="65503" x="4143375" y="4795838"/>
          <p14:tracePt t="65516" x="4143375" y="4919663"/>
          <p14:tracePt t="65525" x="4143375" y="5048250"/>
          <p14:tracePt t="65537" x="4157663" y="5129213"/>
          <p14:tracePt t="65550" x="4197350" y="5211763"/>
          <p14:tracePt t="65560" x="4232275" y="5280025"/>
          <p14:tracePt t="65575" x="4265613" y="5313363"/>
          <p14:tracePt t="65604" x="4292600" y="5340350"/>
          <p14:tracePt t="65609" x="4313238" y="5360988"/>
          <p14:tracePt t="65617" x="4333875" y="5360988"/>
          <p14:tracePt t="65761" x="4306888" y="5360988"/>
          <p14:tracePt t="65763" x="4271963" y="5360988"/>
          <p14:tracePt t="65773" x="4224338" y="5395913"/>
          <p14:tracePt t="65785" x="4164013" y="5470525"/>
          <p14:tracePt t="65798" x="4122738" y="5634038"/>
          <p14:tracePt t="65807" x="4116388" y="5783263"/>
          <p14:tracePt t="65818" x="4116388" y="5994400"/>
          <p14:tracePt t="65832" x="4095750" y="6176963"/>
          <p14:tracePt t="65842" x="4062413" y="6272213"/>
          <p14:tracePt t="65853" x="4021138" y="6375400"/>
          <p14:tracePt t="65866" x="4000500" y="6435725"/>
          <p14:tracePt t="65875" x="3994150" y="6462713"/>
          <p14:tracePt t="65887" x="3994150" y="6477000"/>
          <p14:tracePt t="65901" x="3994150" y="6483350"/>
          <p14:tracePt t="65910" x="3994150" y="6477000"/>
          <p14:tracePt t="65930" x="3994150" y="6462713"/>
          <p14:tracePt t="65952" x="3994150" y="6456363"/>
          <p14:tracePt t="65975" x="3986213" y="6443663"/>
          <p14:tracePt t="65988" x="3973513" y="6429375"/>
          <p14:tracePt t="65999" x="3973513" y="6415088"/>
          <p14:tracePt t="66009" x="3973513" y="6408738"/>
          <p14:tracePt t="66087" x="3994150" y="6429375"/>
          <p14:tracePt t="66100" x="4014788" y="6435725"/>
          <p14:tracePt t="66110" x="4054475" y="6456363"/>
          <p14:tracePt t="66123" x="4116388" y="6456363"/>
          <p14:tracePt t="66134" x="4184650" y="6462713"/>
          <p14:tracePt t="66145" x="4232275" y="6462713"/>
          <p14:tracePt t="66157" x="4292600" y="6477000"/>
          <p14:tracePt t="66168" x="4375150" y="6477000"/>
          <p14:tracePt t="66178" x="4443413" y="6483350"/>
          <p14:tracePt t="66191" x="4503738" y="6483350"/>
          <p14:tracePt t="66202" x="4598988" y="6497638"/>
          <p14:tracePt t="66211" x="4687888" y="6503988"/>
          <p14:tracePt t="66224" x="4776788" y="6518275"/>
          <p14:tracePt t="66235" x="4837113" y="6524625"/>
          <p14:tracePt t="66246" x="4919663" y="6545263"/>
          <p14:tracePt t="66258" x="4994275" y="6557963"/>
          <p14:tracePt t="66269" x="5075238" y="6565900"/>
          <p14:tracePt t="66280" x="5149850" y="6578600"/>
          <p14:tracePt t="66293" x="5245100" y="6599238"/>
          <p14:tracePt t="66302" x="5348288" y="6605588"/>
          <p14:tracePt t="66313" x="5429250" y="6605588"/>
          <p14:tracePt t="66325" x="5530850" y="6619875"/>
          <p14:tracePt t="66336" x="5626100" y="6626225"/>
          <p14:tracePt t="66347" x="5729288" y="6626225"/>
          <p14:tracePt t="66359" x="5810250" y="6640513"/>
          <p14:tracePt t="66370" x="5911850" y="6640513"/>
          <p14:tracePt t="66382" x="6007100" y="6646863"/>
          <p14:tracePt t="66393" x="6102350" y="6653213"/>
          <p14:tracePt t="66404" x="6170613" y="6653213"/>
          <p14:tracePt t="66415" x="6259513" y="6667500"/>
          <p14:tracePt t="66426" x="6340475" y="6667500"/>
          <p14:tracePt t="66437" x="6423025" y="6673850"/>
          <p14:tracePt t="66449" x="6491288" y="6673850"/>
          <p14:tracePt t="66459" x="6586538" y="6688138"/>
          <p14:tracePt t="66471" x="6673850" y="6694488"/>
          <p14:tracePt t="66483" x="6762750" y="6694488"/>
          <p14:tracePt t="66493" x="6831013" y="6708775"/>
          <p14:tracePt t="66505" x="6926263" y="6708775"/>
          <p14:tracePt t="66516" x="7021513" y="6708775"/>
          <p14:tracePt t="66527" x="7096125" y="6715125"/>
          <p14:tracePt t="66539" x="7185025" y="6715125"/>
          <p14:tracePt t="66550" x="7286625" y="6729413"/>
          <p14:tracePt t="66560" x="7367588" y="6729413"/>
          <p14:tracePt t="66572" x="7435850" y="6729413"/>
          <p14:tracePt t="66584" x="7497763" y="6729413"/>
          <p14:tracePt t="66594" x="7558088" y="6729413"/>
          <p14:tracePt t="66606" x="7605713" y="6729413"/>
          <p14:tracePt t="66619" x="7646988" y="6729413"/>
          <p14:tracePt t="66650" x="7688263" y="6729413"/>
          <p14:tracePt t="66654" x="7708900" y="6729413"/>
          <p14:tracePt t="66667" x="7735888" y="6729413"/>
          <p14:tracePt t="66675" x="7748588" y="6729413"/>
          <p14:tracePt t="66686" x="7756525" y="6729413"/>
          <p14:tracePt t="66695" x="7769225" y="6729413"/>
          <p14:tracePt t="66707" x="7777163" y="6729413"/>
          <p14:tracePt t="66719" x="7789863" y="6729413"/>
          <p14:tracePt t="66774" x="7769225" y="6729413"/>
          <p14:tracePt t="66785" x="7729538" y="6715125"/>
          <p14:tracePt t="66796" x="7653338" y="6715125"/>
          <p14:tracePt t="66809" x="7566025" y="6708775"/>
          <p14:tracePt t="66820" x="7462838" y="6708775"/>
          <p14:tracePt t="66832" x="7388225" y="6708775"/>
          <p14:tracePt t="66842" x="7272338" y="6708775"/>
          <p14:tracePt t="66854" x="7164388" y="6708775"/>
          <p14:tracePt t="66865" x="7062788" y="6708775"/>
          <p14:tracePt t="66876" x="6994525" y="6694488"/>
          <p14:tracePt t="66887" x="6905625" y="6688138"/>
          <p14:tracePt t="66899" x="6804025" y="6688138"/>
          <p14:tracePt t="66909" x="6721475" y="6688138"/>
          <p14:tracePt t="66921" x="6653213" y="6673850"/>
          <p14:tracePt t="66933" x="6586538" y="6667500"/>
          <p14:tracePt t="66943" x="6503988" y="6667500"/>
          <p14:tracePt t="66954" x="6443663" y="6653213"/>
          <p14:tracePt t="66967" x="6361113" y="6646863"/>
          <p14:tracePt t="66977" x="6300788" y="6646863"/>
          <p14:tracePt t="66988" x="6238875" y="6646863"/>
          <p14:tracePt t="67000" x="6197600" y="6646863"/>
          <p14:tracePt t="67010" x="6164263" y="6646863"/>
          <p14:tracePt t="67022" x="6122988" y="6653213"/>
          <p14:tracePt t="67034" x="6081713" y="6653213"/>
          <p14:tracePt t="67044" x="6042025" y="6653213"/>
          <p14:tracePt t="67056" x="5994400" y="6653213"/>
          <p14:tracePt t="67068" x="5932488" y="6646863"/>
          <p14:tracePt t="67078" x="5878513" y="6646863"/>
          <p14:tracePt t="67090" x="5830888" y="6640513"/>
          <p14:tracePt t="67102" x="5762625" y="6626225"/>
          <p14:tracePt t="67112" x="5681663" y="6619875"/>
          <p14:tracePt t="67124" x="5592763" y="6599238"/>
          <p14:tracePt t="67136" x="5530850" y="6586538"/>
          <p14:tracePt t="67146" x="5449888" y="6578600"/>
          <p14:tracePt t="67158" x="5367338" y="6565900"/>
          <p14:tracePt t="67169" x="5307013" y="6557963"/>
          <p14:tracePt t="67179" x="5224463" y="6545263"/>
          <p14:tracePt t="67192" x="5157788" y="6538913"/>
          <p14:tracePt t="67203" x="5095875" y="6524625"/>
          <p14:tracePt t="67213" x="5054600" y="6518275"/>
          <p14:tracePt t="67225" x="4994275" y="6503988"/>
          <p14:tracePt t="67236" x="4946650" y="6497638"/>
          <p14:tracePt t="67247" x="4878388" y="6483350"/>
          <p14:tracePt t="67259" x="4824413" y="6477000"/>
          <p14:tracePt t="67270" x="4768850" y="6456363"/>
          <p14:tracePt t="67282" x="4714875" y="6443663"/>
          <p14:tracePt t="67292" x="4667250" y="6435725"/>
          <p14:tracePt t="67304" x="4633913" y="6429375"/>
          <p14:tracePt t="67315" x="4598988" y="6415088"/>
          <p14:tracePt t="67325" x="4565650" y="6415088"/>
          <p14:tracePt t="67337" x="4545013" y="6415088"/>
          <p14:tracePt t="67349" x="4538663" y="6415088"/>
          <p14:tracePt t="67359" x="4524375" y="6415088"/>
          <p14:tracePt t="67415" x="4545013" y="6415088"/>
          <p14:tracePt t="67427" x="4565650" y="6415088"/>
          <p14:tracePt t="67438" x="4605338" y="6429375"/>
          <p14:tracePt t="67450" x="4652963" y="6435725"/>
          <p14:tracePt t="67460" x="4714875" y="6435725"/>
          <p14:tracePt t="67471" x="4789488" y="6435725"/>
          <p14:tracePt t="67484" x="4884738" y="6435725"/>
          <p14:tracePt t="67494" x="4986338" y="6443663"/>
          <p14:tracePt t="67507" x="5089525" y="6443663"/>
          <p14:tracePt t="67519" x="5157788" y="6443663"/>
          <p14:tracePt t="67528" x="5259388" y="6443663"/>
          <p14:tracePt t="67540" x="5360988" y="6462713"/>
          <p14:tracePt t="67552" x="5449888" y="6462713"/>
          <p14:tracePt t="67562" x="5530850" y="6477000"/>
          <p14:tracePt t="67574" x="5640388" y="6497638"/>
          <p14:tracePt t="67585" x="5748338" y="6503988"/>
          <p14:tracePt t="67595" x="5837238" y="6503988"/>
          <p14:tracePt t="67607" x="5959475" y="6518275"/>
          <p14:tracePt t="67619" x="6081713" y="6524625"/>
          <p14:tracePt t="67641" x="6197600" y="6538913"/>
          <p14:tracePt t="67641" x="6280150" y="6545263"/>
          <p14:tracePt t="67653" x="6381750" y="6557963"/>
          <p14:tracePt t="67663" x="6491288" y="6565900"/>
          <p14:tracePt t="67675" x="6592888" y="6578600"/>
          <p14:tracePt t="67696" x="6673850" y="6586538"/>
          <p14:tracePt t="67701" x="6796088" y="6599238"/>
          <p14:tracePt t="67710" x="6911975" y="6619875"/>
          <p14:tracePt t="67720" x="7042150" y="6626225"/>
          <p14:tracePt t="67734" x="7123113" y="6640513"/>
          <p14:tracePt t="67743" x="7245350" y="6646863"/>
          <p14:tracePt t="67755" x="7354888" y="6653213"/>
          <p14:tracePt t="67766" x="7462838" y="6653213"/>
          <p14:tracePt t="67775" x="7539038" y="6653213"/>
          <p14:tracePt t="67787" x="7626350" y="6653213"/>
          <p14:tracePt t="67800" x="7708900" y="6646863"/>
          <p14:tracePt t="67809" x="7769225" y="6646863"/>
          <p14:tracePt t="67821" x="7824788" y="6646863"/>
          <p14:tracePt t="67833" x="7878763" y="6646863"/>
          <p14:tracePt t="67843" x="7920038" y="6646863"/>
          <p14:tracePt t="67854" x="7947025" y="6646863"/>
          <p14:tracePt t="67866" x="7980363" y="6646863"/>
          <p14:tracePt t="67877" x="8007350" y="6646863"/>
          <p14:tracePt t="67888" x="8027988" y="6646863"/>
          <p14:tracePt t="67900" x="8048625" y="6646863"/>
          <p14:tracePt t="67911" x="8069263" y="6646863"/>
          <p14:tracePt t="67924" x="8089900" y="6646863"/>
          <p14:tracePt t="67934" x="8110538" y="6646863"/>
          <p14:tracePt t="67944" x="8116888" y="6646863"/>
          <p14:tracePt t="67956" x="8129588" y="6646863"/>
          <p14:tracePt t="67967" x="8150225" y="6646863"/>
          <p14:tracePt t="67989" x="8158163" y="6646863"/>
          <p14:tracePt t="68001" x="8170863" y="6646863"/>
          <p14:tracePt t="68372" x="8158163" y="6646863"/>
          <p14:tracePt t="68384" x="8137525" y="6646863"/>
          <p14:tracePt t="68394" x="8129588" y="6646863"/>
          <p14:tracePt t="68416" x="8116888" y="6640513"/>
          <p14:tracePt t="68440" x="8110538" y="6640513"/>
          <p14:tracePt t="68450" x="8096250" y="6640513"/>
          <p14:tracePt t="68463" x="8096250" y="6626225"/>
          <p14:tracePt t="68474" x="8089900" y="6626225"/>
          <p14:tracePt t="68867" x="8089900" y="6619875"/>
          <p14:tracePt t="69046" x="8069263" y="6619875"/>
          <p14:tracePt t="69050" x="8048625" y="6619875"/>
          <p14:tracePt t="69060" x="7994650" y="6605588"/>
          <p14:tracePt t="69070" x="7959725" y="6605588"/>
          <p14:tracePt t="69082" x="7939088" y="6605588"/>
          <p14:tracePt t="69095" x="7920038" y="6605588"/>
          <p14:tracePt t="69103" x="7878763" y="6605588"/>
          <p14:tracePt t="69115" x="7824788" y="6605588"/>
          <p14:tracePt t="69126" x="7769225" y="6605588"/>
          <p14:tracePt t="69137" x="7708900" y="6599238"/>
          <p14:tracePt t="69148" x="7634288" y="6599238"/>
          <p14:tracePt t="69161" x="7566025" y="6619875"/>
          <p14:tracePt t="69171" x="7497763" y="6626225"/>
          <p14:tracePt t="69182" x="7402513" y="6653213"/>
          <p14:tracePt t="69204" x="7313613" y="6673850"/>
          <p14:tracePt t="69212" x="7212013" y="6708775"/>
          <p14:tracePt t="69219" x="7143750" y="6715125"/>
          <p14:tracePt t="69231" x="7034213" y="6729413"/>
          <p14:tracePt t="69241" x="6884988" y="6715125"/>
          <p14:tracePt t="69598" x="6891338" y="6715125"/>
          <p14:tracePt t="69610" x="6884988" y="6715125"/>
          <p14:tracePt t="69620" x="6872288" y="6715125"/>
          <p14:tracePt t="69632" x="6864350" y="6708775"/>
          <p14:tracePt t="69643" x="6851650" y="6708775"/>
          <p14:tracePt t="69654" x="6824663" y="6708775"/>
          <p14:tracePt t="69665" x="6804025" y="6708775"/>
          <p14:tracePt t="69677" x="6777038" y="6708775"/>
          <p14:tracePt t="69688" x="6742113" y="6715125"/>
          <p14:tracePt t="69700" x="6700838" y="6715125"/>
          <p14:tracePt t="69711" x="6653213" y="6729413"/>
          <p14:tracePt t="69722" x="6619875" y="6735763"/>
          <p14:tracePt t="69734" x="6586538" y="6748463"/>
          <p14:tracePt t="69744" x="6545263" y="6769100"/>
          <p14:tracePt t="69756" x="6483350" y="6796088"/>
          <p14:tracePt t="69768" x="6423025" y="6831013"/>
          <p14:tracePt t="70245" x="0" y="0"/>
        </p14:tracePtLst>
        <p14:tracePtLst>
          <p14:tracePt t="267398" x="4613275" y="6810375"/>
          <p14:tracePt t="267408" x="4795838" y="6557963"/>
          <p14:tracePt t="267420" x="4959350" y="6292850"/>
          <p14:tracePt t="267431" x="5205413" y="5905500"/>
          <p14:tracePt t="267442" x="5429250" y="5470525"/>
          <p14:tracePt t="267453" x="5572125" y="5184775"/>
          <p14:tracePt t="267475" x="5721350" y="4795838"/>
          <p14:tracePt t="267480" x="5837238" y="4449763"/>
          <p14:tracePt t="267487" x="5919788" y="4137025"/>
          <p14:tracePt t="267498" x="5959475" y="3925888"/>
          <p14:tracePt t="267509" x="6007100" y="3687763"/>
          <p14:tracePt t="267520" x="6021388" y="3476625"/>
          <p14:tracePt t="267532" x="6007100" y="3340100"/>
          <p14:tracePt t="267544" x="5980113" y="3190875"/>
          <p14:tracePt t="267560" x="5938838" y="3054350"/>
          <p14:tracePt t="267569" x="5899150" y="2938463"/>
          <p14:tracePt t="267584" x="5872163" y="2871788"/>
          <p14:tracePt t="267593" x="5837238" y="2789238"/>
          <p14:tracePt t="267608" x="5837238" y="2728913"/>
          <p14:tracePt t="267618" x="5837238" y="2681288"/>
          <p14:tracePt t="267626" x="5837238" y="2640013"/>
          <p14:tracePt t="267634" x="5837238" y="2592388"/>
          <p14:tracePt t="267647" x="5851525" y="2551113"/>
          <p14:tracePt t="267655" x="5851525" y="2530475"/>
          <p14:tracePt t="267667" x="5851525" y="2497138"/>
          <p14:tracePt t="267679" x="5837238" y="2482850"/>
          <p14:tracePt t="267692" x="5830888" y="2462213"/>
          <p14:tracePt t="267702" x="5810250" y="2449513"/>
          <p14:tracePt t="267712" x="5783263" y="2422525"/>
          <p14:tracePt t="267725" x="5741988" y="2387600"/>
          <p14:tracePt t="267736" x="5708650" y="2360613"/>
          <p14:tracePt t="267747" x="5661025" y="2300288"/>
          <p14:tracePt t="267759" x="5605463" y="2238375"/>
          <p14:tracePt t="267769" x="5551488" y="2157413"/>
          <p14:tracePt t="267779" x="5510213" y="2095500"/>
          <p14:tracePt t="267792" x="5449888" y="2000250"/>
          <p14:tracePt t="267803" x="5395913" y="1925638"/>
          <p14:tracePt t="267814" x="5340350" y="1871663"/>
          <p14:tracePt t="267827" x="5300663" y="1836738"/>
          <p14:tracePt t="267837" x="5259388" y="1809750"/>
          <p14:tracePt t="267848" x="5224463" y="1789113"/>
          <p14:tracePt t="267862" x="5205413" y="1776413"/>
          <p14:tracePt t="267872" x="5176838" y="1768475"/>
          <p14:tracePt t="267883" x="5149850" y="1768475"/>
          <p14:tracePt t="267894" x="5116513" y="1768475"/>
          <p14:tracePt t="267903" x="5089525" y="1768475"/>
          <p14:tracePt t="267916" x="5048250" y="1776413"/>
          <p14:tracePt t="267927" x="4994275" y="1795463"/>
          <p14:tracePt t="267937" x="4959350" y="1816100"/>
          <p14:tracePt t="267949" x="4899025" y="1851025"/>
          <p14:tracePt t="267962" x="4843463" y="1884363"/>
          <p14:tracePt t="267982" x="4803775" y="1925638"/>
          <p14:tracePt t="267986" x="4789488" y="1966913"/>
          <p14:tracePt t="267994" x="4776788" y="2006600"/>
          <p14:tracePt t="268009" x="4776788" y="2047875"/>
          <p14:tracePt t="268018" x="4776788" y="2089150"/>
          <p14:tracePt t="268028" x="4795838" y="2109788"/>
          <p14:tracePt t="268038" x="4824413" y="2136775"/>
          <p14:tracePt t="268051" x="4864100" y="2157413"/>
          <p14:tracePt t="268062" x="4919663" y="2170113"/>
          <p14:tracePt t="268072" x="4967288" y="2176463"/>
          <p14:tracePt t="268084" x="5048250" y="2170113"/>
          <p14:tracePt t="268095" x="5129213" y="2157413"/>
          <p14:tracePt t="268106" x="5176838" y="2136775"/>
          <p14:tracePt t="268118" x="5238750" y="2095500"/>
          <p14:tracePt t="268129" x="5286375" y="2047875"/>
          <p14:tracePt t="268141" x="5307013" y="2006600"/>
          <p14:tracePt t="268151" x="5319713" y="1946275"/>
          <p14:tracePt t="268162" x="5319713" y="1898650"/>
          <p14:tracePt t="268174" x="5300663" y="1851025"/>
          <p14:tracePt t="268184" x="5280025" y="1830388"/>
          <p14:tracePt t="268196" x="5238750" y="1795463"/>
          <p14:tracePt t="268208" x="5176838" y="1789113"/>
          <p14:tracePt t="268218" x="5095875" y="1789113"/>
          <p14:tracePt t="268229" x="5014913" y="1789113"/>
          <p14:tracePt t="268241" x="4899025" y="1816100"/>
          <p14:tracePt t="268252" x="4776788" y="1857375"/>
          <p14:tracePt t="268263" x="4708525" y="1898650"/>
          <p14:tracePt t="268275" x="4625975" y="1946275"/>
          <p14:tracePt t="268286" x="4586288" y="2000250"/>
          <p14:tracePt t="268298" x="4565650" y="2041525"/>
          <p14:tracePt t="268309" x="4578350" y="2062163"/>
          <p14:tracePt t="268319" x="4586288" y="2074863"/>
          <p14:tracePt t="268331" x="4605338" y="2089150"/>
          <p14:tracePt t="268343" x="4633913" y="2089150"/>
          <p14:tracePt t="268353" x="4694238" y="2074863"/>
          <p14:tracePt t="268365" x="4768850" y="2068513"/>
          <p14:tracePt t="268377" x="4857750" y="2041525"/>
          <p14:tracePt t="268387" x="4919663" y="2006600"/>
          <p14:tracePt t="268399" x="4979988" y="1958975"/>
          <p14:tracePt t="268410" x="5014913" y="1919288"/>
          <p14:tracePt t="268421" x="5027613" y="1898650"/>
          <p14:tracePt t="268433" x="5027613" y="1878013"/>
          <p14:tracePt t="268444" x="5014913" y="1857375"/>
          <p14:tracePt t="268454" x="4979988" y="1851025"/>
          <p14:tracePt t="268467" x="4926013" y="1851025"/>
          <p14:tracePt t="268478" x="4816475" y="1851025"/>
          <p14:tracePt t="268488" x="4687888" y="1871663"/>
          <p14:tracePt t="268499" x="4586288" y="1884363"/>
          <p14:tracePt t="268511" x="4524375" y="1919288"/>
          <p14:tracePt t="268522" x="4462463" y="1946275"/>
          <p14:tracePt t="268534" x="4422775" y="1985963"/>
          <p14:tracePt t="268545" x="4402138" y="2006600"/>
          <p14:tracePt t="268555" x="4395788" y="2027238"/>
          <p14:tracePt t="268567" x="4402138" y="2047875"/>
          <p14:tracePt t="268579" x="4414838" y="2068513"/>
          <p14:tracePt t="268591" x="4435475" y="2074863"/>
          <p14:tracePt t="268601" x="4476750" y="2095500"/>
          <p14:tracePt t="268612" x="4545013" y="2109788"/>
          <p14:tracePt t="268625" x="4605338" y="2116138"/>
          <p14:tracePt t="268635" x="4694238" y="2109788"/>
          <p14:tracePt t="268646" x="4789488" y="2095500"/>
          <p14:tracePt t="268658" x="4857750" y="2074863"/>
          <p14:tracePt t="268668" x="4899025" y="2068513"/>
          <p14:tracePt t="268679" x="4926013" y="2062163"/>
          <p14:tracePt t="268692" x="4938713" y="2062163"/>
          <p14:tracePt t="268713" x="4905375" y="2062163"/>
          <p14:tracePt t="268927" x="4938713" y="2068513"/>
          <p14:tracePt t="268938" x="4979988" y="2068513"/>
          <p14:tracePt t="268950" x="5054600" y="2074863"/>
          <p14:tracePt t="268962" x="5116513" y="2074863"/>
          <p14:tracePt t="268973" x="5191125" y="2074863"/>
          <p14:tracePt t="268983" x="5280025" y="2068513"/>
          <p14:tracePt t="268995" x="5340350" y="2068513"/>
          <p14:tracePt t="269028" x="5470525" y="2062163"/>
          <p14:tracePt t="269029" x="5557838" y="2047875"/>
          <p14:tracePt t="269041" x="5729288" y="2027238"/>
          <p14:tracePt t="269042" x="5857875" y="2006600"/>
          <p14:tracePt t="269054" x="6069013" y="1958975"/>
          <p14:tracePt t="269063" x="6272213" y="1898650"/>
          <p14:tracePt t="269074" x="6396038" y="1836738"/>
          <p14:tracePt t="269086" x="6551613" y="1755775"/>
          <p14:tracePt t="269096" x="6634163" y="1693863"/>
          <p14:tracePt t="269107" x="6721475" y="1625600"/>
          <p14:tracePt t="269119" x="6777038" y="1577975"/>
          <p14:tracePt t="269130" x="6796088" y="1557338"/>
          <p14:tracePt t="269142" x="6804025" y="1524000"/>
          <p14:tracePt t="269154" x="6804025" y="1503363"/>
          <p14:tracePt t="269163" x="6796088" y="1482725"/>
          <p14:tracePt t="269175" x="6783388" y="1476375"/>
          <p14:tracePt t="269186" x="6762750" y="1435100"/>
          <p14:tracePt t="269197" x="6742113" y="1408113"/>
          <p14:tracePt t="269209" x="6742113" y="1387475"/>
          <p14:tracePt t="269220" x="6735763" y="1366838"/>
          <p14:tracePt t="269230" x="6735763" y="1354138"/>
          <p14:tracePt t="269242" x="6735763" y="1327150"/>
          <p14:tracePt t="269254" x="6735763" y="1306513"/>
          <p14:tracePt t="269264" x="6735763" y="1285875"/>
          <p14:tracePt t="269276" x="6735763" y="1252538"/>
          <p14:tracePt t="269288" x="6735763" y="1238250"/>
          <p14:tracePt t="269298" x="6721475" y="1204913"/>
          <p14:tracePt t="269310" x="6721475" y="1184275"/>
          <p14:tracePt t="269321" x="6700838" y="1163638"/>
          <p14:tracePt t="269332" x="6694488" y="1143000"/>
          <p14:tracePt t="269344" x="6673850" y="1122363"/>
          <p14:tracePt t="269355" x="6653213" y="1116013"/>
          <p14:tracePt t="269365" x="6634163" y="1101725"/>
          <p14:tracePt t="269377" x="6599238" y="1095375"/>
          <p14:tracePt t="269389" x="6586538" y="1095375"/>
          <p14:tracePt t="269399" x="6565900" y="1095375"/>
          <p14:tracePt t="269411" x="6530975" y="1095375"/>
          <p14:tracePt t="269422" x="6503988" y="1095375"/>
          <p14:tracePt t="269434" x="6470650" y="1095375"/>
          <p14:tracePt t="269445" x="6450013" y="1095375"/>
          <p14:tracePt t="269456" x="6423025" y="1095375"/>
          <p14:tracePt t="269468" x="6402388" y="1095375"/>
          <p14:tracePt t="269478" x="6396038" y="1101725"/>
          <p14:tracePt t="269490" x="6381750" y="1101725"/>
          <p14:tracePt t="269502" x="6381750" y="1116013"/>
          <p14:tracePt t="269512" x="6381750" y="1122363"/>
          <p14:tracePt t="269523" x="6381750" y="1136650"/>
          <p14:tracePt t="269536" x="6381750" y="1143000"/>
          <p14:tracePt t="269545" x="6402388" y="1157288"/>
          <p14:tracePt t="269557" x="6408738" y="1157288"/>
          <p14:tracePt t="269569" x="6429375" y="1157288"/>
          <p14:tracePt t="269579" x="6443663" y="1157288"/>
          <p14:tracePt t="269590" x="6450013" y="1157288"/>
          <p14:tracePt t="269602" x="6462713" y="1143000"/>
          <p14:tracePt t="269613" x="6462713" y="1136650"/>
          <p14:tracePt t="269624" x="6462713" y="1116013"/>
          <p14:tracePt t="269636" x="6462713" y="1081088"/>
          <p14:tracePt t="269646" x="6450013" y="1062038"/>
          <p14:tracePt t="269659" x="6423025" y="1041400"/>
          <p14:tracePt t="269670" x="6396038" y="1027113"/>
          <p14:tracePt t="269680" x="6361113" y="1014413"/>
          <p14:tracePt t="269693" x="6334125" y="1014413"/>
          <p14:tracePt t="269704" x="6313488" y="1014413"/>
          <p14:tracePt t="269714" x="6292850" y="1014413"/>
          <p14:tracePt t="269726" x="6272213" y="1033463"/>
          <p14:tracePt t="269738" x="6259513" y="1041400"/>
          <p14:tracePt t="269759" x="6238875" y="1074738"/>
          <p14:tracePt t="269763" x="6232525" y="1101725"/>
          <p14:tracePt t="269773" x="6238875" y="1122363"/>
          <p14:tracePt t="269785" x="6253163" y="1136650"/>
          <p14:tracePt t="269795" x="6272213" y="1143000"/>
          <p14:tracePt t="269806" x="6292850" y="1157288"/>
          <p14:tracePt t="269815" x="6313488" y="1157288"/>
          <p14:tracePt t="269827" x="6354763" y="1143000"/>
          <p14:tracePt t="269839" x="6396038" y="1136650"/>
          <p14:tracePt t="269849" x="6408738" y="1122363"/>
          <p14:tracePt t="269861" x="6443663" y="1101725"/>
          <p14:tracePt t="269873" x="6450013" y="1095375"/>
          <p14:tracePt t="269883" x="6450013" y="1074738"/>
          <p14:tracePt t="269895" x="6450013" y="1054100"/>
          <p14:tracePt t="269906" x="6443663" y="1041400"/>
          <p14:tracePt t="269918" x="6423025" y="1027113"/>
          <p14:tracePt t="269928" x="6402388" y="1014413"/>
          <p14:tracePt t="269940" x="6375400" y="1006475"/>
          <p14:tracePt t="269951" x="6340475" y="993775"/>
          <p14:tracePt t="269962" x="6300788" y="993775"/>
          <p14:tracePt t="269973" x="6272213" y="993775"/>
          <p14:tracePt t="269986" x="6238875" y="1006475"/>
          <p14:tracePt t="269995" x="6211888" y="1014413"/>
          <p14:tracePt t="270007" x="6184900" y="1027113"/>
          <p14:tracePt t="270019" x="6170613" y="1041400"/>
          <p14:tracePt t="270029" x="6164263" y="1062038"/>
          <p14:tracePt t="270040" x="6164263" y="1081088"/>
          <p14:tracePt t="270052" x="6164263" y="1095375"/>
          <p14:tracePt t="270074" x="6170613" y="1101725"/>
          <p14:tracePt t="270078" x="6184900" y="1116013"/>
          <p14:tracePt t="270087" x="6197600" y="1116013"/>
          <p14:tracePt t="270098" x="6232525" y="1116013"/>
          <p14:tracePt t="270109" x="6272213" y="1101725"/>
          <p14:tracePt t="270124" x="6313488" y="1095375"/>
          <p14:tracePt t="270137" x="6334125" y="1081088"/>
          <p14:tracePt t="270144" x="6354763" y="1062038"/>
          <p14:tracePt t="270155" x="6354763" y="1041400"/>
          <p14:tracePt t="270166" x="6354763" y="1027113"/>
          <p14:tracePt t="270177" x="6340475" y="1014413"/>
          <p14:tracePt t="270189" x="6319838" y="993775"/>
          <p14:tracePt t="270199" x="6272213" y="985838"/>
          <p14:tracePt t="270209" x="6218238" y="973138"/>
          <p14:tracePt t="270221" x="6170613" y="973138"/>
          <p14:tracePt t="270232" x="6129338" y="985838"/>
          <p14:tracePt t="270244" x="6102350" y="993775"/>
          <p14:tracePt t="270255" x="6089650" y="993775"/>
          <p14:tracePt t="270265" x="6081713" y="1006475"/>
          <p14:tracePt t="270277" x="6081713" y="1014413"/>
          <p14:tracePt t="270288" x="6081713" y="1033463"/>
          <p14:tracePt t="270299" x="6089650" y="1041400"/>
          <p14:tracePt t="270311" x="6102350" y="1062038"/>
          <p14:tracePt t="270323" x="6129338" y="1081088"/>
          <p14:tracePt t="270334" x="6164263" y="1081088"/>
          <p14:tracePt t="270345" x="6211888" y="1081088"/>
          <p14:tracePt t="270356" x="6280150" y="1074738"/>
          <p14:tracePt t="270367" x="6354763" y="1054100"/>
          <p14:tracePt t="270378" x="6408738" y="1033463"/>
          <p14:tracePt t="270390" x="6470650" y="1006475"/>
          <p14:tracePt t="270403" x="6524625" y="966788"/>
          <p14:tracePt t="270412" x="6530975" y="946150"/>
          <p14:tracePt t="270424" x="6545263" y="925513"/>
          <p14:tracePt t="270436" x="6545263" y="904875"/>
          <p14:tracePt t="270445" x="6530975" y="890588"/>
          <p14:tracePt t="270457" x="6524625" y="890588"/>
          <p14:tracePt t="270469" x="6503988" y="884238"/>
          <p14:tracePt t="270480" x="6483350" y="884238"/>
          <p14:tracePt t="270491" x="6462713" y="890588"/>
          <p14:tracePt t="270503" x="6429375" y="904875"/>
          <p14:tracePt t="270513" x="6402388" y="925513"/>
          <p14:tracePt t="270525" x="6361113" y="966788"/>
          <p14:tracePt t="270537" x="6340475" y="993775"/>
          <p14:tracePt t="270547" x="6319838" y="1027113"/>
          <p14:tracePt t="270559" x="6313488" y="1054100"/>
          <p14:tracePt t="270570" x="6313488" y="1074738"/>
          <p14:tracePt t="270580" x="6319838" y="1081088"/>
          <p14:tracePt t="270603" x="6334125" y="1095375"/>
          <p14:tracePt t="270607" x="6354763" y="1095375"/>
          <p14:tracePt t="270619" x="6361113" y="1095375"/>
          <p14:tracePt t="270628" x="6396038" y="1095375"/>
          <p14:tracePt t="270639" x="6423025" y="1081088"/>
          <p14:tracePt t="270649" x="6462713" y="1062038"/>
          <p14:tracePt t="270659" x="6483350" y="1054100"/>
          <p14:tracePt t="270671" x="6503988" y="1033463"/>
          <p14:tracePt t="270682" x="6510338" y="1014413"/>
          <p14:tracePt t="270694" x="6510338" y="1006475"/>
          <p14:tracePt t="270705" x="6524625" y="993775"/>
          <p14:tracePt t="270715" x="6524625" y="973138"/>
          <p14:tracePt t="270727" x="6510338" y="966788"/>
          <p14:tracePt t="270739" x="6510338" y="952500"/>
          <p14:tracePt t="270749" x="6503988" y="946150"/>
          <p14:tracePt t="270873" x="6491288" y="946150"/>
          <p14:tracePt t="270885" x="6483350" y="931863"/>
          <p14:tracePt t="270896" x="6470650" y="931863"/>
          <p14:tracePt t="270908" x="6462713" y="931863"/>
          <p14:tracePt t="270918" x="6450013" y="931863"/>
          <p14:tracePt t="270929" x="6443663" y="925513"/>
          <p14:tracePt t="270942" x="6429375" y="925513"/>
          <p14:tracePt t="270952" x="6423025" y="925513"/>
          <p14:tracePt t="270975" x="6408738" y="925513"/>
          <p14:tracePt t="270997" x="6408738" y="911225"/>
          <p14:tracePt t="271009" x="6402388" y="911225"/>
          <p14:tracePt t="271030" x="6396038" y="911225"/>
          <p14:tracePt t="271043" x="6381750" y="911225"/>
          <p14:tracePt t="271053" x="6375400" y="911225"/>
          <p14:tracePt t="271064" x="6361113" y="911225"/>
          <p14:tracePt t="271076" x="6354763" y="911225"/>
          <p14:tracePt t="271087" x="6340475" y="911225"/>
          <p14:tracePt t="271098" x="6340475" y="925513"/>
          <p14:tracePt t="271120" x="6334125" y="925513"/>
          <p14:tracePt t="271126" x="6319838" y="925513"/>
          <p14:tracePt t="271135" x="6313488" y="925513"/>
          <p14:tracePt t="271147" x="6300788" y="925513"/>
          <p14:tracePt t="271165" x="6292850" y="925513"/>
          <p14:tracePt t="271178" x="6280150" y="925513"/>
          <p14:tracePt t="271199" x="6272213" y="925513"/>
          <p14:tracePt t="271204" x="6259513" y="931863"/>
          <p14:tracePt t="271212" x="6253163" y="931863"/>
          <p14:tracePt t="271226" x="6238875" y="931863"/>
          <p14:tracePt t="271235" x="6232525" y="931863"/>
          <p14:tracePt t="271246" x="6218238" y="946150"/>
          <p14:tracePt t="271256" x="6211888" y="946150"/>
          <p14:tracePt t="271268" x="6191250" y="952500"/>
          <p14:tracePt t="271279" x="6184900" y="966788"/>
          <p14:tracePt t="271289" x="6170613" y="973138"/>
          <p14:tracePt t="271302" x="6164263" y="985838"/>
          <p14:tracePt t="271313" x="6149975" y="993775"/>
          <p14:tracePt t="271323" x="6143625" y="1006475"/>
          <p14:tracePt t="271336" x="6129338" y="1027113"/>
          <p14:tracePt t="271347" x="6122988" y="1033463"/>
          <p14:tracePt t="271357" x="6122988" y="1041400"/>
          <p14:tracePt t="271369" x="6110288" y="1062038"/>
          <p14:tracePt t="271381" x="6110288" y="1074738"/>
          <p14:tracePt t="271392" x="6102350" y="1095375"/>
          <p14:tracePt t="271402" x="6102350" y="1101725"/>
          <p14:tracePt t="271413" x="6089650" y="1122363"/>
          <p14:tracePt t="271425" x="6089650" y="1143000"/>
          <p14:tracePt t="271435" x="6089650" y="1163638"/>
          <p14:tracePt t="271447" x="6081713" y="1184275"/>
          <p14:tracePt t="271459" x="6081713" y="1204913"/>
          <p14:tracePt t="271469" x="6081713" y="1223963"/>
          <p14:tracePt t="271481" x="6081713" y="1252538"/>
          <p14:tracePt t="271493" x="6081713" y="1285875"/>
          <p14:tracePt t="271503" x="6081713" y="1292225"/>
          <p14:tracePt t="271514" x="6081713" y="1327150"/>
          <p14:tracePt t="271526" x="6069013" y="1347788"/>
          <p14:tracePt t="271536" x="6069013" y="1374775"/>
          <p14:tracePt t="271548" x="6081713" y="1395413"/>
          <p14:tracePt t="271560" x="6081713" y="1428750"/>
          <p14:tracePt t="271570" x="6081713" y="1455738"/>
          <p14:tracePt t="271582" x="6089650" y="1476375"/>
          <p14:tracePt t="271594" x="6089650" y="1497013"/>
          <p14:tracePt t="271604" x="6089650" y="1524000"/>
          <p14:tracePt t="271616" x="6089650" y="1544638"/>
          <p14:tracePt t="271628" x="6089650" y="1565275"/>
          <p14:tracePt t="271638" x="6102350" y="1598613"/>
          <p14:tracePt t="271650" x="6102350" y="1619250"/>
          <p14:tracePt t="271662" x="6102350" y="1639888"/>
          <p14:tracePt t="271672" x="6102350" y="1660525"/>
          <p14:tracePt t="271684" x="6102350" y="1673225"/>
          <p14:tracePt t="271695" x="6102350" y="1693863"/>
          <p14:tracePt t="271705" x="6102350" y="1708150"/>
          <p14:tracePt t="271718" x="6102350" y="1728788"/>
          <p14:tracePt t="271729" x="6102350" y="1747838"/>
          <p14:tracePt t="271739" x="6102350" y="1768475"/>
          <p14:tracePt t="271751" x="6102350" y="1789113"/>
          <p14:tracePt t="271763" x="6102350" y="1809750"/>
          <p14:tracePt t="271773" x="6102350" y="1830388"/>
          <p14:tracePt t="271784" x="6102350" y="1836738"/>
          <p14:tracePt t="271796" x="6102350" y="1857375"/>
          <p14:tracePt t="271807" x="6110288" y="1878013"/>
          <p14:tracePt t="271819" x="6110288" y="1884363"/>
          <p14:tracePt t="271830" x="6110288" y="1905000"/>
          <p14:tracePt t="271842" x="6110288" y="1919288"/>
          <p14:tracePt t="271852" x="6110288" y="1925638"/>
          <p14:tracePt t="271874" x="6122988" y="1938338"/>
          <p14:tracePt t="271885" x="6122988" y="1946275"/>
          <p14:tracePt t="271897" x="6122988" y="1966913"/>
          <p14:tracePt t="271910" x="6122988" y="1979613"/>
          <p14:tracePt t="271919" x="6129338" y="1985963"/>
          <p14:tracePt t="271931" x="6129338" y="2000250"/>
          <p14:tracePt t="271943" x="6129338" y="2006600"/>
          <p14:tracePt t="271953" x="6129338" y="2027238"/>
          <p14:tracePt t="271964" x="6129338" y="2041525"/>
          <p14:tracePt t="271977" x="6129338" y="2062163"/>
          <p14:tracePt t="271987" x="6143625" y="2068513"/>
          <p14:tracePt t="271999" x="6143625" y="2089150"/>
          <p14:tracePt t="272020" x="6143625" y="2095500"/>
          <p14:tracePt t="272028" x="6143625" y="2109788"/>
          <p14:tracePt t="272035" x="6143625" y="2128838"/>
          <p14:tracePt t="272045" x="6149975" y="2136775"/>
          <p14:tracePt t="272056" x="6164263" y="2157413"/>
          <p14:tracePt t="272068" x="6170613" y="2157413"/>
          <p14:tracePt t="272079" x="6170613" y="2170113"/>
          <p14:tracePt t="272088" x="6184900" y="2176463"/>
          <p14:tracePt t="272101" x="6184900" y="2190750"/>
          <p14:tracePt t="272111" x="6191250" y="2197100"/>
          <p14:tracePt t="272122" x="6197600" y="2197100"/>
          <p14:tracePt t="272134" x="6211888" y="2211388"/>
          <p14:tracePt t="272146" x="6218238" y="2217738"/>
          <p14:tracePt t="272167" x="6232525" y="2217738"/>
          <p14:tracePt t="272170" x="6238875" y="2232025"/>
          <p14:tracePt t="272201" x="6253163" y="2232025"/>
          <p14:tracePt t="272201" x="6259513" y="2232025"/>
          <p14:tracePt t="272213" x="6280150" y="2232025"/>
          <p14:tracePt t="272214" x="6292850" y="2232025"/>
          <p14:tracePt t="272223" x="6313488" y="2232025"/>
          <p14:tracePt t="272235" x="6340475" y="2232025"/>
          <p14:tracePt t="272246" x="6361113" y="2232025"/>
          <p14:tracePt t="272257" x="6396038" y="2232025"/>
          <p14:tracePt t="272269" x="6408738" y="2232025"/>
          <p14:tracePt t="272280" x="6429375" y="2232025"/>
          <p14:tracePt t="272292" x="6443663" y="2232025"/>
          <p14:tracePt t="272302" x="6450013" y="2232025"/>
          <p14:tracePt t="272335" x="6462713" y="2217738"/>
          <p14:tracePt t="272380" x="6462713" y="2211388"/>
          <p14:tracePt t="272403" x="6470650" y="2211388"/>
          <p14:tracePt t="272414" x="6470650" y="2197100"/>
          <p14:tracePt t="272426" x="6483350" y="2197100"/>
          <p14:tracePt t="272437" x="6483350" y="2190750"/>
          <p14:tracePt t="272448" x="6491288" y="2190750"/>
          <p14:tracePt t="272460" x="6503988" y="2176463"/>
          <p14:tracePt t="272470" x="6510338" y="2170113"/>
          <p14:tracePt t="272483" x="6524625" y="2157413"/>
          <p14:tracePt t="272495" x="6530975" y="2136775"/>
          <p14:tracePt t="272505" x="6530975" y="2128838"/>
          <p14:tracePt t="272518" x="6545263" y="2116138"/>
          <p14:tracePt t="272529" x="6545263" y="2109788"/>
          <p14:tracePt t="272539" x="6551613" y="2089150"/>
          <p14:tracePt t="272552" x="6551613" y="2074863"/>
          <p14:tracePt t="272562" x="6551613" y="2068513"/>
          <p14:tracePt t="272571" x="6565900" y="2062163"/>
          <p14:tracePt t="272584" x="6565900" y="2041525"/>
          <p14:tracePt t="272595" x="6565900" y="2027238"/>
          <p14:tracePt t="272606" x="6565900" y="2006600"/>
          <p14:tracePt t="272618" x="6565900" y="2000250"/>
          <p14:tracePt t="272629" x="6565900" y="1979613"/>
          <p14:tracePt t="272639" x="6565900" y="1966913"/>
          <p14:tracePt t="272651" x="6565900" y="1946275"/>
          <p14:tracePt t="272662" x="6565900" y="1925638"/>
          <p14:tracePt t="272673" x="6572250" y="1919288"/>
          <p14:tracePt t="272685" x="6572250" y="1898650"/>
          <p14:tracePt t="272697" x="6572250" y="1871663"/>
          <p14:tracePt t="272706" x="6572250" y="1857375"/>
          <p14:tracePt t="272719" x="6572250" y="1836738"/>
          <p14:tracePt t="272730" x="6572250" y="1816100"/>
          <p14:tracePt t="272741" x="6572250" y="1789113"/>
          <p14:tracePt t="272752" x="6572250" y="1768475"/>
          <p14:tracePt t="272764" x="6572250" y="1747838"/>
          <p14:tracePt t="272776" x="6572250" y="1728788"/>
          <p14:tracePt t="272785" x="6572250" y="1708150"/>
          <p14:tracePt t="272797" x="6572250" y="1687513"/>
          <p14:tracePt t="272810" x="6572250" y="1666875"/>
          <p14:tracePt t="272820" x="6572250" y="1646238"/>
          <p14:tracePt t="272831" x="6572250" y="1625600"/>
          <p14:tracePt t="272843" x="6572250" y="1604963"/>
          <p14:tracePt t="272853" x="6572250" y="1585913"/>
          <p14:tracePt t="272865" x="6572250" y="1577975"/>
          <p14:tracePt t="272876" x="6586538" y="1557338"/>
          <p14:tracePt t="272887" x="6586538" y="1544638"/>
          <p14:tracePt t="272898" x="6586538" y="1524000"/>
          <p14:tracePt t="272910" x="6586538" y="1517650"/>
          <p14:tracePt t="272921" x="6586538" y="1497013"/>
          <p14:tracePt t="272933" x="6592888" y="1476375"/>
          <p14:tracePt t="272944" x="6592888" y="1455738"/>
          <p14:tracePt t="272954" x="6592888" y="1435100"/>
          <p14:tracePt t="272966" x="6592888" y="1408113"/>
          <p14:tracePt t="272978" x="6592888" y="1387475"/>
          <p14:tracePt t="272988" x="6592888" y="1366838"/>
          <p14:tracePt t="273000" x="6592888" y="1347788"/>
          <p14:tracePt t="273012" x="6599238" y="1327150"/>
          <p14:tracePt t="273022" x="6599238" y="1312863"/>
          <p14:tracePt t="273034" x="6599238" y="1292225"/>
          <p14:tracePt t="273045" x="6599238" y="1271588"/>
          <p14:tracePt t="273055" x="6592888" y="1252538"/>
          <p14:tracePt t="273068" x="6592888" y="1244600"/>
          <p14:tracePt t="273079" x="6592888" y="1223963"/>
          <p14:tracePt t="273089" x="6592888" y="1217613"/>
          <p14:tracePt t="273101" x="6586538" y="1204913"/>
          <p14:tracePt t="273113" x="6586538" y="1196975"/>
          <p14:tracePt t="273123" x="6586538" y="1184275"/>
          <p14:tracePt t="273135" x="6586538" y="1176338"/>
          <p14:tracePt t="273146" x="6586538" y="1157288"/>
          <p14:tracePt t="273157" x="6572250" y="1136650"/>
          <p14:tracePt t="273169" x="6572250" y="1116013"/>
          <p14:tracePt t="273180" x="6565900" y="1101725"/>
          <p14:tracePt t="273192" x="6565900" y="1095375"/>
          <p14:tracePt t="273224" x="6551613" y="1074738"/>
          <p14:tracePt t="273226" x="6551613" y="1062038"/>
          <p14:tracePt t="273235" x="6551613" y="1054100"/>
          <p14:tracePt t="273239" x="6545263" y="1041400"/>
          <p14:tracePt t="273248" x="6545263" y="1033463"/>
          <p14:tracePt t="273262" x="6545263" y="1027113"/>
          <p14:tracePt t="273271" x="6530975" y="1027113"/>
          <p14:tracePt t="273282" x="6530975" y="1014413"/>
          <p14:tracePt t="273303" x="6524625" y="1006475"/>
          <p14:tracePt t="273336" x="6510338" y="1006475"/>
          <p14:tracePt t="273348" x="6510338" y="993775"/>
          <p14:tracePt t="273360" x="6503988" y="993775"/>
          <p14:tracePt t="273370" x="6491288" y="985838"/>
          <p14:tracePt t="273383" x="6483350" y="985838"/>
          <p14:tracePt t="273394" x="6470650" y="973138"/>
          <p14:tracePt t="273404" x="6450013" y="973138"/>
          <p14:tracePt t="273416" x="6429375" y="966788"/>
          <p14:tracePt t="273428" x="6408738" y="966788"/>
          <p14:tracePt t="273438" x="6381750" y="952500"/>
          <p14:tracePt t="273451" x="6361113" y="952500"/>
          <p14:tracePt t="273461" x="6334125" y="952500"/>
          <p14:tracePt t="273472" x="6313488" y="952500"/>
          <p14:tracePt t="273484" x="6280150" y="952500"/>
          <p14:tracePt t="273495" x="6253163" y="952500"/>
          <p14:tracePt t="273505" x="6232525" y="952500"/>
          <p14:tracePt t="273517" x="6211888" y="952500"/>
          <p14:tracePt t="273529" x="6191250" y="952500"/>
          <p14:tracePt t="273539" x="6170613" y="946150"/>
          <p14:tracePt t="273551" x="6164263" y="946150"/>
          <p14:tracePt t="273562" x="6149975" y="946150"/>
          <p14:tracePt t="273573" x="6143625" y="946150"/>
          <p14:tracePt t="273607" x="6129338" y="946150"/>
          <p14:tracePt t="273798" x="6122988" y="952500"/>
          <p14:tracePt t="273820" x="6122988" y="966788"/>
          <p14:tracePt t="273832" x="6110288" y="973138"/>
          <p14:tracePt t="273843" x="6110288" y="985838"/>
          <p14:tracePt t="273854" x="6110288" y="993775"/>
          <p14:tracePt t="273865" x="6110288" y="1014413"/>
          <p14:tracePt t="273877" x="6110288" y="1027113"/>
          <p14:tracePt t="273888" x="6110288" y="1041400"/>
          <p14:tracePt t="273900" x="6110288" y="1062038"/>
          <p14:tracePt t="273910" x="6110288" y="1081088"/>
          <p14:tracePt t="273922" x="6110288" y="1101725"/>
          <p14:tracePt t="273934" x="6110288" y="1122363"/>
          <p14:tracePt t="273944" x="6110288" y="1143000"/>
          <p14:tracePt t="273956" x="6110288" y="1163638"/>
          <p14:tracePt t="273968" x="6110288" y="1176338"/>
          <p14:tracePt t="273978" x="6110288" y="1196975"/>
          <p14:tracePt t="273990" x="6110288" y="1204913"/>
          <p14:tracePt t="274002" x="6110288" y="1223963"/>
          <p14:tracePt t="274012" x="6110288" y="1244600"/>
          <p14:tracePt t="274023" x="6110288" y="1265238"/>
          <p14:tracePt t="274035" x="6110288" y="1285875"/>
          <p14:tracePt t="274045" x="6110288" y="1306513"/>
          <p14:tracePt t="274057" x="6110288" y="1312863"/>
          <p14:tracePt t="274069" x="6110288" y="1327150"/>
          <p14:tracePt t="274079" x="6110288" y="1333500"/>
          <p14:tracePt t="274091" x="6110288" y="1347788"/>
          <p14:tracePt t="274102" x="6110288" y="1354138"/>
          <p14:tracePt t="274113" x="6102350" y="1366838"/>
          <p14:tracePt t="274125" x="6102350" y="1387475"/>
          <p14:tracePt t="274136" x="6102350" y="1408113"/>
          <p14:tracePt t="274147" x="6102350" y="1428750"/>
          <p14:tracePt t="274159" x="6110288" y="1449388"/>
          <p14:tracePt t="274170" x="6110288" y="1476375"/>
          <p14:tracePt t="274180" x="6110288" y="1497013"/>
          <p14:tracePt t="274193" x="6110288" y="1517650"/>
          <p14:tracePt t="274204" x="6122988" y="1544638"/>
          <p14:tracePt t="274214" x="6122988" y="1565275"/>
          <p14:tracePt t="274226" x="6122988" y="1598613"/>
          <p14:tracePt t="274238" x="6122988" y="1619250"/>
          <p14:tracePt t="274248" x="6129338" y="1646238"/>
          <p14:tracePt t="274270" x="6129338" y="1666875"/>
          <p14:tracePt t="274274" x="6129338" y="1687513"/>
          <p14:tracePt t="274287" x="6129338" y="1708150"/>
          <p14:tracePt t="274296" x="6129338" y="1728788"/>
          <p14:tracePt t="274304" x="6129338" y="1735138"/>
          <p14:tracePt t="274315" x="6129338" y="1755775"/>
          <p14:tracePt t="274327" x="6129338" y="1768475"/>
          <p14:tracePt t="274338" x="6143625" y="1789113"/>
          <p14:tracePt t="274351" x="6143625" y="1809750"/>
          <p14:tracePt t="274360" x="6143625" y="1816100"/>
          <p14:tracePt t="274372" x="6143625" y="1836738"/>
          <p14:tracePt t="274385" x="6143625" y="1851025"/>
          <p14:tracePt t="274394" x="6143625" y="1871663"/>
          <p14:tracePt t="274405" x="6143625" y="1878013"/>
          <p14:tracePt t="274418" x="6143625" y="1898650"/>
          <p14:tracePt t="274428" x="6143625" y="1905000"/>
          <p14:tracePt t="274440" x="6143625" y="1925638"/>
          <p14:tracePt t="274451" x="6143625" y="1938338"/>
          <p14:tracePt t="274462" x="6143625" y="1946275"/>
          <p14:tracePt t="274473" x="6143625" y="1958975"/>
          <p14:tracePt t="274484" x="6143625" y="1966913"/>
          <p14:tracePt t="274506" x="6143625" y="1979613"/>
          <p14:tracePt t="274540" x="6143625" y="1985963"/>
          <p14:tracePt t="274563" x="6143625" y="2006600"/>
          <p14:tracePt t="274575" x="6143625" y="2020888"/>
          <p14:tracePt t="274586" x="6143625" y="2047875"/>
          <p14:tracePt t="274597" x="6143625" y="2068513"/>
          <p14:tracePt t="274609" x="6143625" y="2089150"/>
          <p14:tracePt t="274620" x="6143625" y="2109788"/>
          <p14:tracePt t="274631" x="6143625" y="2128838"/>
          <p14:tracePt t="274643" x="6143625" y="2136775"/>
          <p14:tracePt t="274654" x="6149975" y="2157413"/>
          <p14:tracePt t="274664" x="6149975" y="2170113"/>
          <p14:tracePt t="274677" x="6149975" y="2176463"/>
          <p14:tracePt t="274687" x="6149975" y="2190750"/>
          <p14:tracePt t="274731" x="6164263" y="2197100"/>
          <p14:tracePt t="274776" x="6170613" y="2197100"/>
          <p14:tracePt t="274788" x="6184900" y="2211388"/>
          <p14:tracePt t="274800" x="6197600" y="2217738"/>
          <p14:tracePt t="274811" x="6232525" y="2232025"/>
          <p14:tracePt t="274822" x="6272213" y="2238375"/>
          <p14:tracePt t="274833" x="6300788" y="2238375"/>
          <p14:tracePt t="274845" x="6340475" y="2259013"/>
          <p14:tracePt t="274857" x="6381750" y="2259013"/>
          <p14:tracePt t="274866" x="6423025" y="2279650"/>
          <p14:tracePt t="274879" x="6443663" y="2279650"/>
          <p14:tracePt t="274890" x="6462713" y="2279650"/>
          <p14:tracePt t="274911" x="6470650" y="2279650"/>
          <p14:tracePt t="274979" x="6470650" y="2271713"/>
          <p14:tracePt t="274990" x="6483350" y="2271713"/>
          <p14:tracePt t="275003" x="6491288" y="2259013"/>
          <p14:tracePt t="275013" x="6503988" y="2252663"/>
          <p14:tracePt t="275026" x="6510338" y="2238375"/>
          <p14:tracePt t="275037" x="6524625" y="2217738"/>
          <p14:tracePt t="275047" x="6530975" y="2211388"/>
          <p14:tracePt t="275060" x="6545263" y="2176463"/>
          <p14:tracePt t="275071" x="6565900" y="2136775"/>
          <p14:tracePt t="275081" x="6586538" y="2109788"/>
          <p14:tracePt t="275093" x="6599238" y="2047875"/>
          <p14:tracePt t="275104" x="6619875" y="1979613"/>
          <p14:tracePt t="275115" x="6634163" y="1919288"/>
          <p14:tracePt t="275127" x="6653213" y="1836738"/>
          <p14:tracePt t="275138" x="6673850" y="1755775"/>
          <p14:tracePt t="275149" x="6694488" y="1673225"/>
          <p14:tracePt t="275161" x="6700838" y="1619250"/>
          <p14:tracePt t="275172" x="6721475" y="1524000"/>
          <p14:tracePt t="275182" x="6735763" y="1435100"/>
          <p14:tracePt t="275195" x="6742113" y="1333500"/>
          <p14:tracePt t="275206" x="6742113" y="1271588"/>
          <p14:tracePt t="275216" x="6756400" y="1184275"/>
          <p14:tracePt t="275226" x="6756400" y="1101725"/>
          <p14:tracePt t="275238" x="6756400" y="1054100"/>
          <p14:tracePt t="275249" x="6756400" y="993775"/>
          <p14:tracePt t="275261" x="6756400" y="952500"/>
          <p14:tracePt t="275272" x="6756400" y="925513"/>
          <p14:tracePt t="275283" x="6756400" y="904875"/>
          <p14:tracePt t="275295" x="6742113" y="890588"/>
          <p14:tracePt t="275317" x="6742113" y="884238"/>
          <p14:tracePt t="275320" x="6742113" y="871538"/>
          <p14:tracePt t="275339" x="6742113" y="863600"/>
          <p14:tracePt t="275352" x="6742113" y="850900"/>
          <p14:tracePt t="275362" x="6742113" y="842963"/>
          <p14:tracePt t="275385" x="6742113" y="830263"/>
          <p14:tracePt t="275395" x="6742113" y="823913"/>
          <p14:tracePt t="275429" x="6721475" y="823913"/>
          <p14:tracePt t="275441" x="6700838" y="823913"/>
          <p14:tracePt t="275453" x="6661150" y="823913"/>
          <p14:tracePt t="275463" x="6599238" y="830263"/>
          <p14:tracePt t="275475" x="6545263" y="842963"/>
          <p14:tracePt t="275487" x="6491288" y="850900"/>
          <p14:tracePt t="275497" x="6443663" y="863600"/>
          <p14:tracePt t="275509" x="6408738" y="871538"/>
          <p14:tracePt t="275520" x="6402388" y="871538"/>
          <p14:tracePt t="275530" x="6381750" y="871538"/>
          <p14:tracePt t="275553" x="6375400" y="871538"/>
          <p14:tracePt t="275575" x="6361113" y="871538"/>
          <p14:tracePt t="275587" x="6354763" y="871538"/>
          <p14:tracePt t="275609" x="6319838" y="871538"/>
          <p14:tracePt t="275613" x="6292850" y="871538"/>
          <p14:tracePt t="275622" x="6238875" y="863600"/>
          <p14:tracePt t="275637" x="6197600" y="863600"/>
          <p14:tracePt t="275646" x="6164263" y="863600"/>
          <p14:tracePt t="275656" x="6129338" y="863600"/>
          <p14:tracePt t="275666" x="6110288" y="863600"/>
          <p14:tracePt t="275811" x="6110288" y="884238"/>
          <p14:tracePt t="275823" x="6110288" y="904875"/>
          <p14:tracePt t="275836" x="6102350" y="931863"/>
          <p14:tracePt t="275846" x="6102350" y="966788"/>
          <p14:tracePt t="275868" x="6102350" y="1033463"/>
          <p14:tracePt t="275871" x="6089650" y="1136650"/>
          <p14:tracePt t="275881" x="6089650" y="1238250"/>
          <p14:tracePt t="275892" x="6089650" y="1374775"/>
          <p14:tracePt t="275905" x="6089650" y="1517650"/>
          <p14:tracePt t="275914" x="6089650" y="1625600"/>
          <p14:tracePt t="275925" x="6089650" y="1693863"/>
          <p14:tracePt t="275937" x="6089650" y="1768475"/>
          <p14:tracePt t="275947" x="6102350" y="1816100"/>
          <p14:tracePt t="275959" x="6102350" y="1857375"/>
          <p14:tracePt t="275971" x="6110288" y="1884363"/>
          <p14:tracePt t="275981" x="6110288" y="1919288"/>
          <p14:tracePt t="275994" x="6122988" y="1938338"/>
          <p14:tracePt t="276006" x="6122988" y="1958975"/>
          <p14:tracePt t="276015" x="6122988" y="1985963"/>
          <p14:tracePt t="276027" x="6122988" y="2006600"/>
          <p14:tracePt t="276038" x="6122988" y="2027238"/>
          <p14:tracePt t="276049" x="6122988" y="2047875"/>
          <p14:tracePt t="276061" x="6122988" y="2074863"/>
          <p14:tracePt t="276072" x="6122988" y="2109788"/>
          <p14:tracePt t="276082" x="6122988" y="2128838"/>
          <p14:tracePt t="276094" x="6122988" y="2149475"/>
          <p14:tracePt t="276105" x="6129338" y="2157413"/>
          <p14:tracePt t="276116" x="6129338" y="2170113"/>
          <p14:tracePt t="276318" x="6122988" y="2170113"/>
          <p14:tracePt t="276363" x="6102350" y="2176463"/>
          <p14:tracePt t="276367" x="6081713" y="2176463"/>
          <p14:tracePt t="276375" x="6048375" y="2190750"/>
          <p14:tracePt t="276376" x="6021388" y="2197100"/>
          <p14:tracePt t="276391" x="5980113" y="2197100"/>
          <p14:tracePt t="276399" x="5953125" y="2211388"/>
          <p14:tracePt t="276408" x="5932488" y="2211388"/>
          <p14:tracePt t="276421" x="5911850" y="2217738"/>
          <p14:tracePt t="276431" x="5891213" y="2217738"/>
          <p14:tracePt t="276453" x="5878513" y="2217738"/>
          <p14:tracePt t="276464" x="5872163" y="2211388"/>
          <p14:tracePt t="276476" x="5857875" y="2211388"/>
          <p14:tracePt t="276488" x="5851525" y="2211388"/>
          <p14:tracePt t="276498" x="5837238" y="2211388"/>
          <p14:tracePt t="276510" x="5816600" y="2211388"/>
          <p14:tracePt t="276521" x="5810250" y="2211388"/>
          <p14:tracePt t="276532" x="5789613" y="2197100"/>
          <p14:tracePt t="276544" x="5783263" y="2197100"/>
          <p14:tracePt t="276555" x="5768975" y="2197100"/>
          <p14:tracePt t="276565" x="5748338" y="2197100"/>
          <p14:tracePt t="276577" x="5741988" y="2197100"/>
          <p14:tracePt t="276589" x="5729288" y="2197100"/>
          <p14:tracePt t="276599" x="5721350" y="2197100"/>
          <p14:tracePt t="276621" x="5708650" y="2197100"/>
          <p14:tracePt t="276700" x="5700713" y="2197100"/>
          <p14:tracePt t="276734" x="5688013" y="2197100"/>
          <p14:tracePt t="276746" x="5681663" y="2197100"/>
          <p14:tracePt t="276768" x="5667375" y="2197100"/>
          <p14:tracePt t="276846" x="5681663" y="2197100"/>
          <p14:tracePt t="276858" x="5688013" y="2197100"/>
          <p14:tracePt t="276869" x="5700713" y="2190750"/>
          <p14:tracePt t="276892" x="5708650" y="2190750"/>
          <p14:tracePt t="276903" x="5721350" y="2190750"/>
          <p14:tracePt t="276915" x="5721350" y="2197100"/>
          <p14:tracePt t="276927" x="5729288" y="2197100"/>
          <p14:tracePt t="276936" x="5741988" y="2197100"/>
          <p14:tracePt t="276949" x="5748338" y="2197100"/>
          <p14:tracePt t="276960" x="5762625" y="2211388"/>
          <p14:tracePt t="276970" x="5783263" y="2211388"/>
          <p14:tracePt t="276983" x="5795963" y="2211388"/>
          <p14:tracePt t="276994" x="5830888" y="2217738"/>
          <p14:tracePt t="277004" x="5851525" y="2217738"/>
          <p14:tracePt t="277016" x="5872163" y="2217738"/>
          <p14:tracePt t="277027" x="5891213" y="2217738"/>
          <p14:tracePt t="277039" x="5899150" y="2217738"/>
          <p14:tracePt t="277049" x="5911850" y="2217738"/>
          <p14:tracePt t="277172" x="5919788" y="2217738"/>
          <p14:tracePt t="277195" x="5932488" y="2217738"/>
          <p14:tracePt t="277206" x="5938838" y="2217738"/>
          <p14:tracePt t="277218" x="5953125" y="2217738"/>
          <p14:tracePt t="277240" x="5959475" y="2217738"/>
          <p14:tracePt t="277341" x="5973763" y="2211388"/>
          <p14:tracePt t="277354" x="5980113" y="2211388"/>
          <p14:tracePt t="277375" x="5994400" y="2211388"/>
          <p14:tracePt t="277386" x="6000750" y="2197100"/>
          <p14:tracePt t="277465" x="6000750" y="2190750"/>
          <p14:tracePt t="277488" x="6000750" y="2176463"/>
          <p14:tracePt t="277499" x="6007100" y="2176463"/>
          <p14:tracePt t="277522" x="6007100" y="2170113"/>
          <p14:tracePt t="277544" x="6007100" y="2157413"/>
          <p14:tracePt t="277556" x="6021388" y="2149475"/>
          <p14:tracePt t="277567" x="6021388" y="2136775"/>
          <p14:tracePt t="277579" x="6021388" y="2128838"/>
          <p14:tracePt t="277590" x="6021388" y="2116138"/>
          <p14:tracePt t="277600" x="6021388" y="2109788"/>
          <p14:tracePt t="277623" x="6027738" y="2095500"/>
          <p14:tracePt t="277634" x="6027738" y="2074863"/>
          <p14:tracePt t="277656" x="6027738" y="2068513"/>
          <p14:tracePt t="277668" x="6027738" y="2062163"/>
          <p14:tracePt t="277681" x="6027738" y="2047875"/>
          <p14:tracePt t="277691" x="6027738" y="2041525"/>
          <p14:tracePt t="277702" x="6027738" y="2027238"/>
          <p14:tracePt t="277714" x="6042025" y="2020888"/>
          <p14:tracePt t="277726" x="6042025" y="2006600"/>
          <p14:tracePt t="277736" x="6042025" y="2000250"/>
          <p14:tracePt t="277749" x="6042025" y="1985963"/>
          <p14:tracePt t="277759" x="6048375" y="1979613"/>
          <p14:tracePt t="277769" x="6048375" y="1966913"/>
          <p14:tracePt t="277782" x="6048375" y="1958975"/>
          <p14:tracePt t="277793" x="6062663" y="1938338"/>
          <p14:tracePt t="277803" x="6062663" y="1919288"/>
          <p14:tracePt t="277815" x="6062663" y="1898650"/>
          <p14:tracePt t="277826" x="6069013" y="1871663"/>
          <p14:tracePt t="277838" x="6069013" y="1851025"/>
          <p14:tracePt t="277849" x="6069013" y="1830388"/>
          <p14:tracePt t="277859" x="6069013" y="1809750"/>
          <p14:tracePt t="277871" x="6069013" y="1789113"/>
          <p14:tracePt t="277882" x="6069013" y="1768475"/>
          <p14:tracePt t="277893" x="6069013" y="1755775"/>
          <p14:tracePt t="277906" x="6081713" y="1728788"/>
          <p14:tracePt t="277916" x="6081713" y="1708150"/>
          <p14:tracePt t="277927" x="6081713" y="1687513"/>
          <p14:tracePt t="277939" x="6081713" y="1666875"/>
          <p14:tracePt t="277949" x="6089650" y="1639888"/>
          <p14:tracePt t="277961" x="6089650" y="1604963"/>
          <p14:tracePt t="277973" x="6102350" y="1585913"/>
          <p14:tracePt t="277983" x="6102350" y="1557338"/>
          <p14:tracePt t="277995" x="6110288" y="1517650"/>
          <p14:tracePt t="278006" x="6110288" y="1497013"/>
          <p14:tracePt t="278017" x="6110288" y="1462088"/>
          <p14:tracePt t="278028" x="6110288" y="1449388"/>
          <p14:tracePt t="278040" x="6110288" y="1428750"/>
          <p14:tracePt t="278050" x="6122988" y="1408113"/>
          <p14:tracePt t="278063" x="6122988" y="1395413"/>
          <p14:tracePt t="278074" x="6122988" y="1374775"/>
          <p14:tracePt t="278084" x="6122988" y="1366838"/>
          <p14:tracePt t="278096" x="6122988" y="1354138"/>
          <p14:tracePt t="278108" x="6122988" y="1333500"/>
          <p14:tracePt t="278118" x="6122988" y="1312863"/>
          <p14:tracePt t="278129" x="6129338" y="1292225"/>
          <p14:tracePt t="278141" x="6129338" y="1265238"/>
          <p14:tracePt t="278151" x="6129338" y="1238250"/>
          <p14:tracePt t="278164" x="6129338" y="1204913"/>
          <p14:tracePt t="278175" x="6122988" y="1184275"/>
          <p14:tracePt t="278185" x="6122988" y="1176338"/>
          <p14:tracePt t="278197" x="6122988" y="1163638"/>
          <p14:tracePt t="278209" x="6122988" y="1157288"/>
          <p14:tracePt t="278230" x="6122988" y="1143000"/>
          <p14:tracePt t="278252" x="6122988" y="1136650"/>
          <p14:tracePt t="278264" x="6122988" y="1122363"/>
          <p14:tracePt t="278287" x="6122988" y="1116013"/>
          <p14:tracePt t="278309" x="6122988" y="1101725"/>
          <p14:tracePt t="278322" x="6122988" y="1095375"/>
          <p14:tracePt t="278332" x="6110288" y="1095375"/>
          <p14:tracePt t="278343" x="6110288" y="1074738"/>
          <p14:tracePt t="278355" x="6110288" y="1062038"/>
          <p14:tracePt t="278365" x="6110288" y="1041400"/>
          <p14:tracePt t="278377" x="6110288" y="1033463"/>
          <p14:tracePt t="278389" x="6110288" y="1027113"/>
          <p14:tracePt t="278410" x="6110288" y="1014413"/>
          <p14:tracePt t="278433" x="6110288" y="1006475"/>
          <p14:tracePt t="278467" x="6110288" y="993775"/>
          <p14:tracePt t="278470" x="6102350" y="993775"/>
          <p14:tracePt t="278624" x="6081713" y="993775"/>
          <p14:tracePt t="278635" x="6042025" y="993775"/>
          <p14:tracePt t="278647" x="6021388" y="993775"/>
          <p14:tracePt t="278659" x="5980113" y="993775"/>
          <p14:tracePt t="278669" x="5953125" y="993775"/>
          <p14:tracePt t="278682" x="5932488" y="993775"/>
          <p14:tracePt t="278693" x="5911850" y="993775"/>
          <p14:tracePt t="278703" x="5899150" y="993775"/>
          <p14:tracePt t="278715" x="5891213" y="993775"/>
          <p14:tracePt t="278726" x="5878513" y="993775"/>
          <p14:tracePt t="278736" x="5872163" y="993775"/>
          <p14:tracePt t="278749" x="5851525" y="993775"/>
          <p14:tracePt t="278760" x="5830888" y="993775"/>
          <p14:tracePt t="278770" x="5810250" y="993775"/>
          <p14:tracePt t="278783" x="5789613" y="993775"/>
          <p14:tracePt t="278794" x="5762625" y="993775"/>
          <p14:tracePt t="278804" x="5748338" y="993775"/>
          <p14:tracePt t="278816" x="5729288" y="993775"/>
          <p14:tracePt t="278838" x="5721350" y="993775"/>
          <p14:tracePt t="278961" x="5708650" y="985838"/>
          <p14:tracePt t="278974" x="5700713" y="985838"/>
          <p14:tracePt t="278984" x="5681663" y="985838"/>
          <p14:tracePt t="278995" x="5661025" y="973138"/>
          <p14:tracePt t="279007" x="5640388" y="966788"/>
          <p14:tracePt t="279019" x="5626100" y="966788"/>
          <p14:tracePt t="279030" x="5619750" y="966788"/>
          <p14:tracePt t="279141" x="5619750" y="973138"/>
          <p14:tracePt t="279153" x="5605463" y="993775"/>
          <p14:tracePt t="279164" x="5605463" y="1014413"/>
          <p14:tracePt t="279176" x="5605463" y="1033463"/>
          <p14:tracePt t="279187" x="5605463" y="1074738"/>
          <p14:tracePt t="279199" x="5605463" y="1116013"/>
          <p14:tracePt t="279210" x="5605463" y="1157288"/>
          <p14:tracePt t="279221" x="5605463" y="1196975"/>
          <p14:tracePt t="279233" x="5605463" y="1238250"/>
          <p14:tracePt t="279245" x="5605463" y="1271588"/>
          <p14:tracePt t="279256" x="5619750" y="1306513"/>
          <p14:tracePt t="279281" x="5619750" y="1347788"/>
          <p14:tracePt t="279284" x="5626100" y="1374775"/>
          <p14:tracePt t="279311" x="5626100" y="1414463"/>
          <p14:tracePt t="279312" x="5640388" y="1435100"/>
          <p14:tracePt t="279314" x="5640388" y="1476375"/>
          <p14:tracePt t="279344" x="5640388" y="1503363"/>
          <p14:tracePt t="279345" x="5640388" y="1565275"/>
          <p14:tracePt t="279371" x="5640388" y="1604963"/>
          <p14:tracePt t="279372" x="5640388" y="1660525"/>
          <p14:tracePt t="279386" x="5640388" y="1687513"/>
          <p14:tracePt t="279394" x="5626100" y="1735138"/>
          <p14:tracePt t="279403" x="5626100" y="1776413"/>
          <p14:tracePt t="279415" x="5619750" y="1809750"/>
          <p14:tracePt t="279428" x="5619750" y="1851025"/>
          <p14:tracePt t="279436" x="5619750" y="1884363"/>
          <p14:tracePt t="279451" x="5619750" y="1919288"/>
          <p14:tracePt t="279460" x="5619750" y="1938338"/>
          <p14:tracePt t="279471" x="5626100" y="1958975"/>
          <p14:tracePt t="279513" x="5626100" y="1979613"/>
          <p14:tracePt t="279518" x="5626100" y="1985963"/>
          <p14:tracePt t="279527" x="5626100" y="2006600"/>
          <p14:tracePt t="279537" x="5626100" y="2020888"/>
          <p14:tracePt t="279550" x="5626100" y="2027238"/>
          <p14:tracePt t="279560" x="5626100" y="2041525"/>
          <p14:tracePt t="279571" x="5626100" y="2047875"/>
          <p14:tracePt t="279582" x="5626100" y="2062163"/>
          <p14:tracePt t="279593" x="5626100" y="2074863"/>
          <p14:tracePt t="279605" x="5626100" y="2095500"/>
          <p14:tracePt t="279616" x="5626100" y="2109788"/>
          <p14:tracePt t="279627" x="5626100" y="2136775"/>
          <p14:tracePt t="279639" x="5626100" y="2157413"/>
          <p14:tracePt t="279650" x="5619750" y="2176463"/>
          <p14:tracePt t="279661" x="5619750" y="2197100"/>
          <p14:tracePt t="279673" x="5619750" y="2217738"/>
          <p14:tracePt t="279685" x="5619750" y="2232025"/>
          <p14:tracePt t="279738" x="5619750" y="2238375"/>
          <p14:tracePt t="279794" x="5626100" y="2238375"/>
          <p14:tracePt t="279816" x="5640388" y="2238375"/>
          <p14:tracePt t="279821" x="5646738" y="2238375"/>
          <p14:tracePt t="279831" x="5661025" y="2238375"/>
          <p14:tracePt t="279842" x="5667375" y="2238375"/>
          <p14:tracePt t="279853" x="5681663" y="2252663"/>
          <p14:tracePt t="279863" x="5688013" y="2252663"/>
          <p14:tracePt t="279875" x="5708650" y="2252663"/>
          <p14:tracePt t="279886" x="5729288" y="2259013"/>
          <p14:tracePt t="279896" x="5741988" y="2259013"/>
          <p14:tracePt t="279908" x="5762625" y="2271713"/>
          <p14:tracePt t="279919" x="5783263" y="2271713"/>
          <p14:tracePt t="279929" x="5810250" y="2279650"/>
          <p14:tracePt t="279942" x="5816600" y="2279650"/>
          <p14:tracePt t="279953" x="5837238" y="2279650"/>
          <p14:tracePt t="279963" x="5857875" y="2279650"/>
          <p14:tracePt t="279975" x="5872163" y="2286000"/>
          <p14:tracePt t="279987" x="5891213" y="2286000"/>
          <p14:tracePt t="279997" x="5899150" y="2286000"/>
          <p14:tracePt t="280009" x="5919788" y="2286000"/>
          <p14:tracePt t="280030" x="5932488" y="2286000"/>
          <p14:tracePt t="280042" x="5938838" y="2286000"/>
          <p14:tracePt t="280064" x="5953125" y="2286000"/>
          <p14:tracePt t="280087" x="5959475" y="2286000"/>
          <p14:tracePt t="280099" x="5973763" y="2286000"/>
          <p14:tracePt t="280110" x="5980113" y="2286000"/>
          <p14:tracePt t="280121" x="5994400" y="2286000"/>
          <p14:tracePt t="280143" x="6007100" y="2286000"/>
          <p14:tracePt t="280154" x="6021388" y="2286000"/>
          <p14:tracePt t="280167" x="6042025" y="2279650"/>
          <p14:tracePt t="280177" x="6048375" y="2279650"/>
          <p14:tracePt t="280188" x="6062663" y="2279650"/>
          <p14:tracePt t="280210" x="6069013" y="2279650"/>
          <p14:tracePt t="280244" x="6069013" y="2271713"/>
          <p14:tracePt t="280267" x="6069013" y="2259013"/>
          <p14:tracePt t="280278" x="6069013" y="2252663"/>
          <p14:tracePt t="280290" x="6069013" y="2238375"/>
          <p14:tracePt t="280302" x="6069013" y="2232025"/>
          <p14:tracePt t="280313" x="6069013" y="2217738"/>
          <p14:tracePt t="280324" x="6069013" y="2211388"/>
          <p14:tracePt t="280335" x="6069013" y="2197100"/>
          <p14:tracePt t="280346" x="6069013" y="2176463"/>
          <p14:tracePt t="280358" x="6069013" y="2157413"/>
          <p14:tracePt t="280369" x="6069013" y="2136775"/>
          <p14:tracePt t="280380" x="6069013" y="2116138"/>
          <p14:tracePt t="280392" x="6069013" y="2095500"/>
          <p14:tracePt t="280403" x="6062663" y="2074863"/>
          <p14:tracePt t="280413" x="6062663" y="2068513"/>
          <p14:tracePt t="280425" x="6062663" y="2047875"/>
          <p14:tracePt t="280437" x="6062663" y="2041525"/>
          <p14:tracePt t="280446" x="6062663" y="2027238"/>
          <p14:tracePt t="280459" x="6062663" y="2020888"/>
          <p14:tracePt t="280470" x="6062663" y="2006600"/>
          <p14:tracePt t="280480" x="6069013" y="2000250"/>
          <p14:tracePt t="280493" x="6069013" y="1979613"/>
          <p14:tracePt t="280504" x="6069013" y="1958975"/>
          <p14:tracePt t="280514" x="6069013" y="1938338"/>
          <p14:tracePt t="280526" x="6069013" y="1905000"/>
          <p14:tracePt t="280537" x="6069013" y="1898650"/>
          <p14:tracePt t="280570" x="6069013" y="1878013"/>
          <p14:tracePt t="280574" x="6069013" y="1857375"/>
          <p14:tracePt t="280587" x="6069013" y="1816100"/>
          <p14:tracePt t="280596" x="6062663" y="1789113"/>
          <p14:tracePt t="280607" x="6062663" y="1755775"/>
          <p14:tracePt t="280619" x="6048375" y="1735138"/>
          <p14:tracePt t="280628" x="6048375" y="1708150"/>
          <p14:tracePt t="280640" x="6042025" y="1687513"/>
          <p14:tracePt t="280652" x="6042025" y="1666875"/>
          <p14:tracePt t="280661" x="6042025" y="1660525"/>
          <p14:tracePt t="280673" x="6042025" y="1646238"/>
          <p14:tracePt t="280685" x="6042025" y="1625600"/>
          <p14:tracePt t="280694" x="6042025" y="1604963"/>
          <p14:tracePt t="280706" x="6042025" y="1585913"/>
          <p14:tracePt t="280717" x="6042025" y="1565275"/>
          <p14:tracePt t="280728" x="6042025" y="1557338"/>
          <p14:tracePt t="280739" x="6042025" y="1544638"/>
          <p14:tracePt t="280752" x="6042025" y="1538288"/>
          <p14:tracePt t="280773" x="6042025" y="1524000"/>
          <p14:tracePt t="280785" x="6042025" y="1517650"/>
          <p14:tracePt t="280796" x="6042025" y="1497013"/>
          <p14:tracePt t="280808" x="6042025" y="1476375"/>
          <p14:tracePt t="280819" x="6042025" y="1462088"/>
          <p14:tracePt t="280829" x="6048375" y="1449388"/>
          <p14:tracePt t="280842" x="6048375" y="1428750"/>
          <p14:tracePt t="280853" x="6062663" y="1408113"/>
          <p14:tracePt t="280863" x="6062663" y="1387475"/>
          <p14:tracePt t="280875" x="6069013" y="1354138"/>
          <p14:tracePt t="280886" x="6069013" y="1306513"/>
          <p14:tracePt t="280897" x="6069013" y="1265238"/>
          <p14:tracePt t="280909" x="6069013" y="1217613"/>
          <p14:tracePt t="280920" x="6069013" y="1176338"/>
          <p14:tracePt t="280930" x="6069013" y="1136650"/>
          <p14:tracePt t="280943" x="6069013" y="1116013"/>
          <p14:tracePt t="280954" x="6069013" y="1095375"/>
          <p14:tracePt t="280964" x="6069013" y="1081088"/>
          <p14:tracePt t="280976" x="6069013" y="1074738"/>
          <p14:tracePt t="280987" x="6069013" y="1062038"/>
          <p14:tracePt t="280999" x="6069013" y="1041400"/>
          <p14:tracePt t="281010" x="6069013" y="1033463"/>
          <p14:tracePt t="281021" x="6069013" y="1027113"/>
          <p14:tracePt t="281033" x="6069013" y="1006475"/>
          <p14:tracePt t="281043" x="6069013" y="993775"/>
          <p14:tracePt t="281055" x="6069013" y="985838"/>
          <p14:tracePt t="281088" x="6069013" y="973138"/>
          <p14:tracePt t="281100" x="6069013" y="966788"/>
          <p14:tracePt t="281122" x="6069013" y="952500"/>
          <p14:tracePt t="281144" x="6069013" y="946150"/>
          <p14:tracePt t="281222" x="6062663" y="946150"/>
          <p14:tracePt t="281235" x="6042025" y="946150"/>
          <p14:tracePt t="281245" x="5980113" y="952500"/>
          <p14:tracePt t="281258" x="5932488" y="952500"/>
          <p14:tracePt t="281268" x="5837238" y="966788"/>
          <p14:tracePt t="281280" x="5762625" y="966788"/>
          <p14:tracePt t="281292" x="5700713" y="966788"/>
          <p14:tracePt t="281302" x="5661025" y="966788"/>
          <p14:tracePt t="281314" x="5640388" y="966788"/>
          <p14:tracePt t="281325" x="5619750" y="952500"/>
          <p14:tracePt t="281515" x="5619750" y="966788"/>
          <p14:tracePt t="281527" x="5626100" y="985838"/>
          <p14:tracePt t="281538" x="5640388" y="1006475"/>
          <p14:tracePt t="281551" x="5661025" y="1033463"/>
          <p14:tracePt t="281561" x="5667375" y="1062038"/>
          <p14:tracePt t="281572" x="5688013" y="1116013"/>
          <p14:tracePt t="281584" x="5688013" y="1157288"/>
          <p14:tracePt t="281605" x="5700713" y="1217613"/>
          <p14:tracePt t="281609" x="5700713" y="1285875"/>
          <p14:tracePt t="281620" x="5700713" y="1347788"/>
          <p14:tracePt t="281631" x="5688013" y="1414463"/>
          <p14:tracePt t="281640" x="5681663" y="1482725"/>
          <p14:tracePt t="281654" x="5667375" y="1557338"/>
          <p14:tracePt t="281663" x="5661025" y="1604963"/>
          <p14:tracePt t="281675" x="5640388" y="1646238"/>
          <p14:tracePt t="281686" x="5626100" y="1687513"/>
          <p14:tracePt t="281696" x="5619750" y="1714500"/>
          <p14:tracePt t="281709" x="5619750" y="1735138"/>
          <p14:tracePt t="281720" x="5605463" y="1768475"/>
          <p14:tracePt t="281729" x="5599113" y="1789113"/>
          <p14:tracePt t="281742" x="5599113" y="1809750"/>
          <p14:tracePt t="281753" x="5592763" y="1830388"/>
          <p14:tracePt t="281763" x="5592763" y="1851025"/>
          <p14:tracePt t="281775" x="5592763" y="1871663"/>
          <p14:tracePt t="281787" x="5578475" y="1884363"/>
          <p14:tracePt t="281797" x="5578475" y="1898650"/>
          <p14:tracePt t="281809" x="5578475" y="1919288"/>
          <p14:tracePt t="281820" x="5578475" y="1938338"/>
          <p14:tracePt t="281830" x="5572125" y="1958975"/>
          <p14:tracePt t="281843" x="5572125" y="1979613"/>
          <p14:tracePt t="281854" x="5557838" y="2006600"/>
          <p14:tracePt t="281864" x="5557838" y="2020888"/>
          <p14:tracePt t="281876" x="5557838" y="2041525"/>
          <p14:tracePt t="281888" x="5557838" y="2047875"/>
          <p14:tracePt t="281898" x="5557838" y="2062163"/>
          <p14:tracePt t="281910" x="5557838" y="2068513"/>
          <p14:tracePt t="281921" x="5557838" y="2074863"/>
          <p14:tracePt t="281932" x="5557838" y="2089150"/>
          <p14:tracePt t="281954" x="5557838" y="2095500"/>
          <p14:tracePt t="281999" x="5557838" y="2109788"/>
          <p14:tracePt t="282010" x="5557838" y="2116138"/>
          <p14:tracePt t="282022" x="5572125" y="2128838"/>
          <p14:tracePt t="282034" x="5572125" y="2149475"/>
          <p14:tracePt t="282045" x="5572125" y="2157413"/>
          <p14:tracePt t="282056" x="5572125" y="2170113"/>
          <p14:tracePt t="282068" x="5572125" y="2176463"/>
          <p14:tracePt t="282078" x="5578475" y="2190750"/>
          <p14:tracePt t="282370" x="5592763" y="2190750"/>
          <p14:tracePt t="282381" x="5592763" y="2197100"/>
          <p14:tracePt t="282404" x="5599113" y="2197100"/>
          <p14:tracePt t="282415" x="5605463" y="2197100"/>
          <p14:tracePt t="282427" x="5619750" y="2197100"/>
          <p14:tracePt t="282439" x="5626100" y="2211388"/>
          <p14:tracePt t="282472" x="5626100" y="2217738"/>
          <p14:tracePt t="282494" x="5619750" y="2217738"/>
          <p14:tracePt t="282507" x="5605463" y="2217738"/>
          <p14:tracePt t="282721" x="5619750" y="2217738"/>
          <p14:tracePt t="282730" x="5626100" y="2232025"/>
          <p14:tracePt t="282742" x="5646738" y="2232025"/>
          <p14:tracePt t="282753" x="5681663" y="2232025"/>
          <p14:tracePt t="282765" x="5700713" y="2232025"/>
          <p14:tracePt t="282776" x="5729288" y="2232025"/>
          <p14:tracePt t="282788" x="5762625" y="2232025"/>
          <p14:tracePt t="282799" x="5795963" y="2211388"/>
          <p14:tracePt t="282810" x="5830888" y="2197100"/>
          <p14:tracePt t="282822" x="5899150" y="2170113"/>
          <p14:tracePt t="282832" x="5973763" y="2136775"/>
          <p14:tracePt t="282844" x="6021388" y="2109788"/>
          <p14:tracePt t="282856" x="6089650" y="2062163"/>
          <p14:tracePt t="282866" x="6143625" y="2020888"/>
          <p14:tracePt t="282878" x="6211888" y="1946275"/>
          <p14:tracePt t="282890" x="6259513" y="1898650"/>
          <p14:tracePt t="282900" x="6319838" y="1816100"/>
          <p14:tracePt t="282912" x="6361113" y="1735138"/>
          <p14:tracePt t="282923" x="6396038" y="1673225"/>
          <p14:tracePt t="282933" x="6423025" y="1604963"/>
          <p14:tracePt t="282946" x="6429375" y="1557338"/>
          <p14:tracePt t="282957" x="6429375" y="1476375"/>
          <p14:tracePt t="282967" x="6429375" y="1428750"/>
          <p14:tracePt t="282978" x="6408738" y="1366838"/>
          <p14:tracePt t="282990" x="6396038" y="1306513"/>
          <p14:tracePt t="283001" x="6375400" y="1265238"/>
          <p14:tracePt t="283013" x="6334125" y="1223963"/>
          <p14:tracePt t="283024" x="6300788" y="1196975"/>
          <p14:tracePt t="283034" x="6253163" y="1163638"/>
          <p14:tracePt t="283047" x="6218238" y="1157288"/>
          <p14:tracePt t="283058" x="6170613" y="1143000"/>
          <p14:tracePt t="283068" x="6129338" y="1143000"/>
          <p14:tracePt t="283080" x="6089650" y="1143000"/>
          <p14:tracePt t="283091" x="6048375" y="1143000"/>
          <p14:tracePt t="283102" x="6021388" y="1157288"/>
          <p14:tracePt t="283114" x="5980113" y="1163638"/>
          <p14:tracePt t="283125" x="5932488" y="1196975"/>
          <p14:tracePt t="283135" x="5891213" y="1223963"/>
          <p14:tracePt t="283148" x="5830888" y="1285875"/>
          <p14:tracePt t="283159" x="5789613" y="1347788"/>
          <p14:tracePt t="283169" x="5741988" y="1449388"/>
          <p14:tracePt t="283181" x="5708650" y="1524000"/>
          <p14:tracePt t="283193" x="5681663" y="1660525"/>
          <p14:tracePt t="283203" x="5681663" y="1789113"/>
          <p14:tracePt t="283215" x="5688013" y="1857375"/>
          <p14:tracePt t="283227" x="5708650" y="1966913"/>
          <p14:tracePt t="283238" x="5741988" y="2027238"/>
          <p14:tracePt t="283249" x="5789613" y="2095500"/>
          <p14:tracePt t="283260" x="5830888" y="2128838"/>
          <p14:tracePt t="283272" x="5899150" y="2170113"/>
          <p14:tracePt t="283282" x="5959475" y="2190750"/>
          <p14:tracePt t="283294" x="6000750" y="2197100"/>
          <p14:tracePt t="283306" x="6048375" y="2197100"/>
          <p14:tracePt t="283315" x="6081713" y="2197100"/>
          <p14:tracePt t="283327" x="6143625" y="2190750"/>
          <p14:tracePt t="283339" x="6184900" y="2170113"/>
          <p14:tracePt t="283349" x="6253163" y="2116138"/>
          <p14:tracePt t="283361" x="6319838" y="2068513"/>
          <p14:tracePt t="283373" x="6361113" y="2006600"/>
          <p14:tracePt t="283383" x="6423025" y="1925638"/>
          <p14:tracePt t="283395" x="6450013" y="1871663"/>
          <p14:tracePt t="283406" x="6483350" y="1755775"/>
          <p14:tracePt t="283417" x="6491288" y="1687513"/>
          <p14:tracePt t="283429" x="6483350" y="1577975"/>
          <p14:tracePt t="283440" x="6450013" y="1476375"/>
          <p14:tracePt t="283451" x="6423025" y="1428750"/>
          <p14:tracePt t="283464" x="6375400" y="1374775"/>
          <p14:tracePt t="283474" x="6334125" y="1347788"/>
          <p14:tracePt t="283484" x="6253163" y="1306513"/>
          <p14:tracePt t="283496" x="6184900" y="1285875"/>
          <p14:tracePt t="283508" x="6129338" y="1271588"/>
          <p14:tracePt t="283518" x="6048375" y="1271588"/>
          <p14:tracePt t="283530" x="6000750" y="1271588"/>
          <p14:tracePt t="283541" x="5919788" y="1306513"/>
          <p14:tracePt t="283552" x="5857875" y="1327150"/>
          <p14:tracePt t="283564" x="5768975" y="1387475"/>
          <p14:tracePt t="283576" x="5688013" y="1455738"/>
          <p14:tracePt t="283586" x="5640388" y="1503363"/>
          <p14:tracePt t="283598" x="5578475" y="1604963"/>
          <p14:tracePt t="283609" x="5551488" y="1666875"/>
          <p14:tracePt t="283619" x="5530850" y="1776413"/>
          <p14:tracePt t="283632" x="5530850" y="1836738"/>
          <p14:tracePt t="283643" x="5530850" y="1905000"/>
          <p14:tracePt t="283653" x="5557838" y="1985963"/>
          <p14:tracePt t="283665" x="5592763" y="2027238"/>
          <p14:tracePt t="283676" x="5640388" y="2074863"/>
          <p14:tracePt t="283709" x="5688013" y="2116138"/>
          <p14:tracePt t="283715" x="5768975" y="2149475"/>
          <p14:tracePt t="283725" x="5911850" y="2157413"/>
          <p14:tracePt t="283735" x="6000750" y="2136775"/>
          <p14:tracePt t="283744" x="6062663" y="2116138"/>
          <p14:tracePt t="283757" x="6149975" y="2047875"/>
          <p14:tracePt t="283767" x="6211888" y="1985963"/>
          <p14:tracePt t="283779" x="6292850" y="1871663"/>
          <p14:tracePt t="283790" x="6334125" y="1776413"/>
          <p14:tracePt t="283800" x="6375400" y="1639888"/>
          <p14:tracePt t="283812" x="6375400" y="1476375"/>
          <p14:tracePt t="283823" x="6361113" y="1387475"/>
          <p14:tracePt t="283833" x="6300788" y="1252538"/>
          <p14:tracePt t="283846" x="6238875" y="1176338"/>
          <p14:tracePt t="283857" x="6129338" y="1095375"/>
          <p14:tracePt t="283867" x="6007100" y="1041400"/>
          <p14:tracePt t="283880" x="5919788" y="1027113"/>
          <p14:tracePt t="283890" x="5795963" y="1027113"/>
          <p14:tracePt t="283900" x="5721350" y="1027113"/>
          <p14:tracePt t="283912" x="5619750" y="1054100"/>
          <p14:tracePt t="283924" x="5557838" y="1081088"/>
          <p14:tracePt t="283934" x="5491163" y="1163638"/>
          <p14:tracePt t="283947" x="5435600" y="1265238"/>
          <p14:tracePt t="283960" x="5408613" y="1347788"/>
          <p14:tracePt t="283969" x="5395913" y="1462088"/>
          <p14:tracePt t="283979" x="5395913" y="1544638"/>
          <p14:tracePt t="283991" x="5414963" y="1660525"/>
          <p14:tracePt t="284002" x="5449888" y="1714500"/>
          <p14:tracePt t="284014" x="5497513" y="1809750"/>
          <p14:tracePt t="284025" x="5572125" y="1871663"/>
          <p14:tracePt t="284036" x="5619750" y="1905000"/>
          <p14:tracePt t="284047" x="5708650" y="1938338"/>
          <p14:tracePt t="284059" x="5768975" y="1946275"/>
          <p14:tracePt t="284069" x="5891213" y="1946275"/>
          <p14:tracePt t="284080" x="5973763" y="1938338"/>
          <p14:tracePt t="284094" x="6089650" y="1898650"/>
          <p14:tracePt t="284108" x="6211888" y="1836738"/>
          <p14:tracePt t="284117" x="6280150" y="1789113"/>
          <p14:tracePt t="284126" x="6375400" y="1687513"/>
          <p14:tracePt t="284139" x="6423025" y="1619250"/>
          <p14:tracePt t="284150" x="6450013" y="1517650"/>
          <p14:tracePt t="284161" x="6450013" y="1449388"/>
          <p14:tracePt t="284172" x="6429375" y="1354138"/>
          <p14:tracePt t="284182" x="6381750" y="1271588"/>
          <p14:tracePt t="284194" x="6334125" y="1238250"/>
          <p14:tracePt t="284205" x="6232525" y="1184275"/>
          <p14:tracePt t="284216" x="6164263" y="1163638"/>
          <p14:tracePt t="284227" x="6048375" y="1157288"/>
          <p14:tracePt t="284239" x="5973763" y="1157288"/>
          <p14:tracePt t="284249" x="5857875" y="1176338"/>
          <p14:tracePt t="284261" x="5768975" y="1223963"/>
          <p14:tracePt t="284273" x="5708650" y="1271588"/>
          <p14:tracePt t="284283" x="5646738" y="1366838"/>
          <p14:tracePt t="284296" x="5626100" y="1428750"/>
          <p14:tracePt t="284307" x="5619750" y="1524000"/>
          <p14:tracePt t="284317" x="5626100" y="1604963"/>
          <p14:tracePt t="284329" x="5646738" y="1666875"/>
          <p14:tracePt t="284340" x="5708650" y="1747838"/>
          <p14:tracePt t="284350" x="5762625" y="1795463"/>
          <p14:tracePt t="284363" x="5837238" y="1857375"/>
          <p14:tracePt t="284374" x="5899150" y="1884363"/>
          <p14:tracePt t="284384" x="6000750" y="1905000"/>
          <p14:tracePt t="284397" x="6102350" y="1919288"/>
          <p14:tracePt t="284408" x="6164263" y="1919288"/>
          <p14:tracePt t="284418" x="6232525" y="1905000"/>
          <p14:tracePt t="284430" x="6259513" y="1884363"/>
          <p14:tracePt t="284441" x="6300788" y="1857375"/>
          <p14:tracePt t="284452" x="6313488" y="1836738"/>
          <p14:tracePt t="284464" x="6313488" y="1795463"/>
          <p14:tracePt t="284475" x="6292850" y="1747838"/>
          <p14:tracePt t="284485" x="6280150" y="1708150"/>
          <p14:tracePt t="284498" x="6238875" y="1660525"/>
          <p14:tracePt t="284509" x="6211888" y="1625600"/>
          <p14:tracePt t="284519" x="6149975" y="1577975"/>
          <p14:tracePt t="284532" x="6110288" y="1557338"/>
          <p14:tracePt t="284543" x="6062663" y="1544638"/>
          <p14:tracePt t="284553" x="6021388" y="1538288"/>
          <p14:tracePt t="284565" x="6000750" y="1538288"/>
          <p14:tracePt t="284576" x="5980113" y="1544638"/>
          <p14:tracePt t="284588" x="5959475" y="1565275"/>
          <p14:tracePt t="284598" x="5932488" y="1604963"/>
          <p14:tracePt t="284610" x="5911850" y="1646238"/>
          <p14:tracePt t="284622" x="5878513" y="1714500"/>
          <p14:tracePt t="284632" x="5857875" y="1795463"/>
          <p14:tracePt t="284644" x="5857875" y="1836738"/>
          <p14:tracePt t="284655" x="5872163" y="1884363"/>
          <p14:tracePt t="284666" x="5891213" y="1919288"/>
          <p14:tracePt t="284677" x="5919788" y="1946275"/>
          <p14:tracePt t="284690" x="5953125" y="1966913"/>
          <p14:tracePt t="284700" x="6007100" y="1985963"/>
          <p14:tracePt t="284711" x="6089650" y="2006600"/>
          <p14:tracePt t="284723" x="6143625" y="2006600"/>
          <p14:tracePt t="284733" x="6211888" y="2006600"/>
          <p14:tracePt t="284755" x="6259513" y="2000250"/>
          <p14:tracePt t="284760" x="6313488" y="1979613"/>
          <p14:tracePt t="284789" x="6334125" y="1966913"/>
          <p14:tracePt t="284793" x="6361113" y="1946275"/>
          <p14:tracePt t="284804" x="6375400" y="1925638"/>
          <p14:tracePt t="284808" x="6375400" y="1905000"/>
          <p14:tracePt t="284815" x="6375400" y="1878013"/>
          <p14:tracePt t="284826" x="6375400" y="1871663"/>
          <p14:tracePt t="284836" x="6375400" y="1851025"/>
          <p14:tracePt t="284847" x="6375400" y="1836738"/>
          <p14:tracePt t="284858" x="6354763" y="1830388"/>
          <p14:tracePt t="284868" x="6334125" y="1816100"/>
          <p14:tracePt t="284881" x="6319838" y="1809750"/>
          <p14:tracePt t="284892" x="6292850" y="1795463"/>
          <p14:tracePt t="284902" x="6272213" y="1795463"/>
          <p14:tracePt t="284914" x="6253163" y="1795463"/>
          <p14:tracePt t="284925" x="6238875" y="1795463"/>
          <p14:tracePt t="284936" x="6232525" y="1795463"/>
          <p14:tracePt t="284947" x="6218238" y="1795463"/>
          <p14:tracePt t="284969" x="6211888" y="1809750"/>
          <p14:tracePt t="284980" x="6211888" y="1830388"/>
          <p14:tracePt t="284992" x="6197600" y="1836738"/>
          <p14:tracePt t="285003" x="6197600" y="1857375"/>
          <p14:tracePt t="285015" x="6197600" y="1878013"/>
          <p14:tracePt t="285026" x="6211888" y="1898650"/>
          <p14:tracePt t="285038" x="6232525" y="1919288"/>
          <p14:tracePt t="285049" x="6253163" y="1925638"/>
          <p14:tracePt t="285060" x="6280150" y="1925638"/>
          <p14:tracePt t="285071" x="6300788" y="1925638"/>
          <p14:tracePt t="285082" x="6334125" y="1919288"/>
          <p14:tracePt t="285093" x="6361113" y="1905000"/>
          <p14:tracePt t="285106" x="6396038" y="1878013"/>
          <p14:tracePt t="285116" x="6402388" y="1857375"/>
          <p14:tracePt t="285127" x="6408738" y="1836738"/>
          <p14:tracePt t="285139" x="6408738" y="1809750"/>
          <p14:tracePt t="285149" x="6408738" y="1789113"/>
          <p14:tracePt t="285160" x="6402388" y="1755775"/>
          <p14:tracePt t="285173" x="6381750" y="1735138"/>
          <p14:tracePt t="285183" x="6354763" y="1708150"/>
          <p14:tracePt t="285195" x="6334125" y="1693863"/>
          <p14:tracePt t="285207" x="6300788" y="1687513"/>
          <p14:tracePt t="285217" x="6280150" y="1687513"/>
          <p14:tracePt t="285228" x="6259513" y="1687513"/>
          <p14:tracePt t="285240" x="6253163" y="1687513"/>
          <p14:tracePt t="285262" x="6238875" y="1687513"/>
          <p14:tracePt t="285419" x="6232525" y="1687513"/>
          <p14:tracePt t="285430" x="6218238" y="1693863"/>
          <p14:tracePt t="285442" x="6170613" y="1708150"/>
          <p14:tracePt t="285453" x="6122988" y="1728788"/>
          <p14:tracePt t="285465" x="6042025" y="1755775"/>
          <p14:tracePt t="285477" x="5973763" y="1776413"/>
          <p14:tracePt t="285487" x="5891213" y="1816100"/>
          <p14:tracePt t="285498" x="5816600" y="1857375"/>
          <p14:tracePt t="285510" x="5783263" y="1878013"/>
          <p14:tracePt t="285521" x="5741988" y="1905000"/>
          <p14:tracePt t="285532" x="5721350" y="1919288"/>
          <p14:tracePt t="285544" x="5721350" y="1925638"/>
          <p14:tracePt t="285554" x="5721350" y="1938338"/>
          <p14:tracePt t="285678" x="5729288" y="1938338"/>
          <p14:tracePt t="285689" x="5741988" y="1946275"/>
          <p14:tracePt t="285701" x="5748338" y="1958975"/>
          <p14:tracePt t="285713" x="5762625" y="1958975"/>
          <p14:tracePt t="285723" x="5768975" y="1966913"/>
          <p14:tracePt t="285735" x="5789613" y="1979613"/>
          <p14:tracePt t="285745" x="5810250" y="1979613"/>
          <p14:tracePt t="285757" x="5816600" y="1979613"/>
          <p14:tracePt t="285801" x="5810250" y="1979613"/>
          <p14:tracePt t="286026" x="5816600" y="1979613"/>
          <p14:tracePt t="286060" x="5837238" y="1979613"/>
          <p14:tracePt t="286072" x="5857875" y="1985963"/>
          <p14:tracePt t="286084" x="5878513" y="2000250"/>
          <p14:tracePt t="286094" x="5911850" y="2006600"/>
          <p14:tracePt t="286107" x="5919788" y="2006600"/>
          <p14:tracePt t="286118" x="5959475" y="2027238"/>
          <p14:tracePt t="286128" x="5980113" y="2041525"/>
          <p14:tracePt t="286141" x="6027738" y="2062163"/>
          <p14:tracePt t="286153" x="6081713" y="2074863"/>
          <p14:tracePt t="286162" x="6110288" y="2095500"/>
          <p14:tracePt t="286175" x="6149975" y="2128838"/>
          <p14:tracePt t="286186" x="6170613" y="2149475"/>
          <p14:tracePt t="286197" x="6197600" y="2176463"/>
          <p14:tracePt t="286209" x="6211888" y="2211388"/>
          <p14:tracePt t="286220" x="6211888" y="2217738"/>
          <p14:tracePt t="286241" x="6191250" y="2232025"/>
          <p14:tracePt t="286253" x="6164263" y="2238375"/>
          <p14:tracePt t="286263" x="6110288" y="2238375"/>
          <p14:tracePt t="286275" x="6042025" y="2238375"/>
          <p14:tracePt t="286286" x="5973763" y="2238375"/>
          <p14:tracePt t="286297" x="5911850" y="2238375"/>
          <p14:tracePt t="286309" x="5872163" y="2252663"/>
          <p14:tracePt t="286320" x="5837238" y="2259013"/>
          <p14:tracePt t="286330" x="5810250" y="2271713"/>
          <p14:tracePt t="286342" x="5795963" y="2279650"/>
          <p14:tracePt t="286354" x="5789613" y="2286000"/>
          <p14:tracePt t="286375" x="5789613" y="2300288"/>
          <p14:tracePt t="286409" x="5795963" y="2300288"/>
          <p14:tracePt t="286432" x="5810250" y="2300288"/>
          <p14:tracePt t="286443" x="5816600" y="2300288"/>
          <p14:tracePt t="286454" x="5830888" y="2300288"/>
          <p14:tracePt t="286467" x="5851525" y="2286000"/>
          <p14:tracePt t="286478" x="5857875" y="2286000"/>
          <p14:tracePt t="286489" x="5878513" y="2279650"/>
          <p14:tracePt t="286501" x="5891213" y="2271713"/>
          <p14:tracePt t="286713" x="5891213" y="2259013"/>
          <p14:tracePt t="286870" x="5891213" y="2271713"/>
          <p14:tracePt t="286893" x="5891213" y="2279650"/>
          <p14:tracePt t="286926" x="5891213" y="2286000"/>
          <p14:tracePt t="286949" x="5899150" y="2286000"/>
          <p14:tracePt t="286994" x="5911850" y="2286000"/>
          <p14:tracePt t="287028" x="5919788" y="2286000"/>
          <p14:tracePt t="287050" x="5932488" y="2286000"/>
          <p14:tracePt t="287174" x="5919788" y="2286000"/>
          <p14:tracePt t="287298" x="5911850" y="2286000"/>
          <p14:tracePt t="287322" x="5891213" y="2286000"/>
          <p14:tracePt t="287333" x="5872163" y="2279650"/>
          <p14:tracePt t="287343" x="5837238" y="2271713"/>
          <p14:tracePt t="287355" x="5783263" y="2252663"/>
          <p14:tracePt t="287368" x="5708650" y="2217738"/>
          <p14:tracePt t="287377" x="5640388" y="2190750"/>
          <p14:tracePt t="287399" x="5599113" y="2176463"/>
          <p14:tracePt t="287401" x="5538788" y="2157413"/>
          <p14:tracePt t="287411" x="5491163" y="2149475"/>
          <p14:tracePt t="287421" x="5456238" y="2136775"/>
          <p14:tracePt t="287435" x="5429250" y="2136775"/>
          <p14:tracePt t="287446" x="5408613" y="2128838"/>
          <p14:tracePt t="287455" x="5381625" y="2128838"/>
          <p14:tracePt t="287469" x="5367338" y="2128838"/>
          <p14:tracePt t="287479" x="5348288" y="2128838"/>
          <p14:tracePt t="287489" x="5327650" y="2116138"/>
          <p14:tracePt t="287503" x="5307013" y="2116138"/>
          <p14:tracePt t="287513" x="5280025" y="2116138"/>
          <p14:tracePt t="287523" x="5245100" y="2116138"/>
          <p14:tracePt t="287535" x="5218113" y="2109788"/>
          <p14:tracePt t="287546" x="5197475" y="2109788"/>
          <p14:tracePt t="287558" x="5176838" y="2109788"/>
          <p14:tracePt t="287569" x="5149850" y="2109788"/>
          <p14:tracePt t="287579" x="5116513" y="2109788"/>
          <p14:tracePt t="287592" x="5089525" y="2109788"/>
          <p14:tracePt t="287603" x="5048250" y="2095500"/>
          <p14:tracePt t="287613" x="4994275" y="2095500"/>
          <p14:tracePt t="287626" x="4967288" y="2089150"/>
          <p14:tracePt t="287637" x="4926013" y="2074863"/>
          <p14:tracePt t="287647" x="4884738" y="2068513"/>
          <p14:tracePt t="287660" x="4857750" y="2062163"/>
          <p14:tracePt t="287671" x="4837113" y="2047875"/>
          <p14:tracePt t="287681" x="4816475" y="2041525"/>
          <p14:tracePt t="287694" x="4803775" y="2027238"/>
          <p14:tracePt t="287705" x="4795838" y="2027238"/>
          <p14:tracePt t="287714" x="4795838" y="2020888"/>
          <p14:tracePt t="287918" x="4776788" y="2020888"/>
          <p14:tracePt t="287928" x="4756150" y="2020888"/>
          <p14:tracePt t="287931" x="4729163" y="2020888"/>
          <p14:tracePt t="287939" x="4708525" y="2020888"/>
          <p14:tracePt t="287955" x="4673600" y="2041525"/>
          <p14:tracePt t="287964" x="4646613" y="2068513"/>
          <p14:tracePt t="287973" x="4625975" y="2089150"/>
          <p14:tracePt t="287987" x="4613275" y="2109788"/>
          <p14:tracePt t="287996" x="4605338" y="2128838"/>
          <p14:tracePt t="288008" x="4598988" y="2149475"/>
          <p14:tracePt t="288029" x="4598988" y="2157413"/>
          <p14:tracePt t="288096" x="4598988" y="2170113"/>
          <p14:tracePt t="288108" x="4605338" y="2170113"/>
          <p14:tracePt t="288120" x="4613275" y="2176463"/>
          <p14:tracePt t="288130" x="4625975" y="2190750"/>
          <p14:tracePt t="288143" x="4646613" y="2197100"/>
          <p14:tracePt t="288155" x="4667250" y="2211388"/>
          <p14:tracePt t="288164" x="4687888" y="2217738"/>
          <p14:tracePt t="288176" x="4708525" y="2232025"/>
          <p14:tracePt t="288188" x="4729163" y="2238375"/>
          <p14:tracePt t="288198" x="4756150" y="2259013"/>
          <p14:tracePt t="288210" x="4789488" y="2271713"/>
          <p14:tracePt t="288222" x="4795838" y="2279650"/>
          <p14:tracePt t="288232" x="4816475" y="2279650"/>
          <p14:tracePt t="288243" x="4824413" y="2279650"/>
          <p14:tracePt t="288255" x="4837113" y="2279650"/>
          <p14:tracePt t="288265" x="4843463" y="2279650"/>
          <p14:tracePt t="288277" x="4857750" y="2279650"/>
          <p14:tracePt t="288289" x="4864100" y="2279650"/>
          <p14:tracePt t="288299" x="4878388" y="2279650"/>
          <p14:tracePt t="288310" x="4884738" y="2279650"/>
          <p14:tracePt t="288322" x="4905375" y="2279650"/>
          <p14:tracePt t="288333" x="4926013" y="2279650"/>
          <p14:tracePt t="288345" x="4946650" y="2271713"/>
          <p14:tracePt t="288356" x="4979988" y="2271713"/>
          <p14:tracePt t="288367" x="5006975" y="2259013"/>
          <p14:tracePt t="288379" x="5027613" y="2259013"/>
          <p14:tracePt t="288390" x="5054600" y="2252663"/>
          <p14:tracePt t="288400" x="5089525" y="2238375"/>
          <p14:tracePt t="288413" x="5110163" y="2232025"/>
          <p14:tracePt t="288424" x="5116513" y="2217738"/>
          <p14:tracePt t="288434" x="5129213" y="2197100"/>
          <p14:tracePt t="288446" x="5149850" y="2176463"/>
          <p14:tracePt t="288458" x="5157788" y="2157413"/>
          <p14:tracePt t="288468" x="5170488" y="2149475"/>
          <p14:tracePt t="288480" x="5176838" y="2128838"/>
          <p14:tracePt t="288492" x="5197475" y="2116138"/>
          <p14:tracePt t="288501" x="5197475" y="2109788"/>
          <p14:tracePt t="288513" x="5205413" y="2095500"/>
          <p14:tracePt t="288535" x="5205413" y="2089150"/>
          <p14:tracePt t="288546" x="5205413" y="2074863"/>
          <p14:tracePt t="288558" x="5205413" y="2068513"/>
          <p14:tracePt t="288570" x="5205413" y="2062163"/>
          <p14:tracePt t="288581" x="5205413" y="2047875"/>
          <p14:tracePt t="288592" x="5205413" y="2027238"/>
          <p14:tracePt t="288605" x="5205413" y="2006600"/>
          <p14:tracePt t="288614" x="5197475" y="1985963"/>
          <p14:tracePt t="288626" x="5191125" y="1979613"/>
          <p14:tracePt t="288638" x="5176838" y="1958975"/>
          <p14:tracePt t="288648" x="5170488" y="1946275"/>
          <p14:tracePt t="288660" x="5157788" y="1938338"/>
          <p14:tracePt t="288671" x="5149850" y="1919288"/>
          <p14:tracePt t="288682" x="5137150" y="1905000"/>
          <p14:tracePt t="288694" x="5129213" y="1884363"/>
          <p14:tracePt t="288706" x="5116513" y="1878013"/>
          <p14:tracePt t="288716" x="5095875" y="1871663"/>
          <p14:tracePt t="288728" x="5089525" y="1857375"/>
          <p14:tracePt t="288739" x="5075238" y="1857375"/>
          <p14:tracePt t="288749" x="5054600" y="1851025"/>
          <p14:tracePt t="288762" x="5033963" y="1851025"/>
          <p14:tracePt t="288773" x="5014913" y="1836738"/>
          <p14:tracePt t="288783" x="4994275" y="1836738"/>
          <p14:tracePt t="288795" x="4979988" y="1836738"/>
          <p14:tracePt t="288806" x="4946650" y="1836738"/>
          <p14:tracePt t="288816" x="4919663" y="1836738"/>
          <p14:tracePt t="288828" x="4899025" y="1851025"/>
          <p14:tracePt t="288840" x="4864100" y="1857375"/>
          <p14:tracePt t="288850" x="4837113" y="1871663"/>
          <p14:tracePt t="288863" x="4816475" y="1884363"/>
          <p14:tracePt t="288874" x="4789488" y="1919288"/>
          <p14:tracePt t="288884" x="4756150" y="1938338"/>
          <p14:tracePt t="288896" x="4735513" y="1966913"/>
          <p14:tracePt t="288908" x="4729163" y="1985963"/>
          <p14:tracePt t="288918" x="4714875" y="2000250"/>
          <p14:tracePt t="288951" x="4708525" y="2020888"/>
          <p14:tracePt t="288956" x="4694238" y="2020888"/>
          <p14:tracePt t="288965" x="4694238" y="2027238"/>
          <p14:tracePt t="288968" x="4694238" y="2041525"/>
          <p14:tracePt t="288975" x="4694238" y="2047875"/>
          <p14:tracePt t="288989" x="4694238" y="2062163"/>
          <p14:tracePt t="288998" x="4694238" y="2089150"/>
          <p14:tracePt t="289009" x="4708525" y="2109788"/>
          <p14:tracePt t="289020" x="4708525" y="2128838"/>
          <p14:tracePt t="289030" x="4714875" y="2149475"/>
          <p14:tracePt t="289042" x="4729163" y="2157413"/>
          <p14:tracePt t="289055" x="4729163" y="2176463"/>
          <p14:tracePt t="289064" x="4735513" y="2190750"/>
          <p14:tracePt t="289076" x="4748213" y="2211388"/>
          <p14:tracePt t="289088" x="4756150" y="2217738"/>
          <p14:tracePt t="289098" x="4776788" y="2238375"/>
          <p14:tracePt t="289110" x="4789488" y="2252663"/>
          <p14:tracePt t="289121" x="4803775" y="2259013"/>
          <p14:tracePt t="289132" x="4837113" y="2279650"/>
          <p14:tracePt t="289144" x="4857750" y="2279650"/>
          <p14:tracePt t="289155" x="4878388" y="2286000"/>
          <p14:tracePt t="289165" x="4899025" y="2300288"/>
          <p14:tracePt t="289178" x="4919663" y="2300288"/>
          <p14:tracePt t="289189" x="4938713" y="2300288"/>
          <p14:tracePt t="289199" x="4959350" y="2300288"/>
          <p14:tracePt t="289212" x="4986338" y="2300288"/>
          <p14:tracePt t="289223" x="4994275" y="2300288"/>
          <p14:tracePt t="289233" x="5014913" y="2286000"/>
          <p14:tracePt t="289245" x="5048250" y="2279650"/>
          <p14:tracePt t="289257" x="5075238" y="2259013"/>
          <p14:tracePt t="289267" x="5095875" y="2252663"/>
          <p14:tracePt t="289280" x="5129213" y="2217738"/>
          <p14:tracePt t="289291" x="5157788" y="2190750"/>
          <p14:tracePt t="289301" x="5176838" y="2157413"/>
          <p14:tracePt t="289313" x="5197475" y="2128838"/>
          <p14:tracePt t="289324" x="5205413" y="2089150"/>
          <p14:tracePt t="289334" x="5224463" y="2047875"/>
          <p14:tracePt t="289347" x="5238750" y="2027238"/>
          <p14:tracePt t="289358" x="5238750" y="1985963"/>
          <p14:tracePt t="289368" x="5245100" y="1958975"/>
          <p14:tracePt t="289380" x="5245100" y="1938338"/>
          <p14:tracePt t="289391" x="5245100" y="1905000"/>
          <p14:tracePt t="289402" x="5238750" y="1878013"/>
          <p14:tracePt t="289414" x="5238750" y="1857375"/>
          <p14:tracePt t="289425" x="5224463" y="1851025"/>
          <p14:tracePt t="289447" x="5218113" y="1830388"/>
          <p14:tracePt t="289451" x="5205413" y="1816100"/>
          <p14:tracePt t="289462" x="5197475" y="1809750"/>
          <p14:tracePt t="289474" x="5176838" y="1795463"/>
          <p14:tracePt t="289483" x="5170488" y="1795463"/>
          <p14:tracePt t="289495" x="5149850" y="1789113"/>
          <p14:tracePt t="289507" x="5137150" y="1789113"/>
          <p14:tracePt t="289515" x="5116513" y="1776413"/>
          <p14:tracePt t="289527" x="5110163" y="1776413"/>
          <p14:tracePt t="289538" x="5095875" y="1776413"/>
          <p14:tracePt t="289548" x="5089525" y="1776413"/>
          <p14:tracePt t="289560" x="5075238" y="1776413"/>
          <p14:tracePt t="289571" x="5068888" y="1776413"/>
          <p14:tracePt t="289582" x="5054600" y="1776413"/>
          <p14:tracePt t="289593" x="5033963" y="1789113"/>
          <p14:tracePt t="289605" x="5027613" y="1789113"/>
          <p14:tracePt t="289616" x="5006975" y="1789113"/>
          <p14:tracePt t="289628" x="4994275" y="1795463"/>
          <p14:tracePt t="289639" x="4979988" y="1795463"/>
          <p14:tracePt t="289649" x="4959350" y="1809750"/>
          <p14:tracePt t="289662" x="4938713" y="1809750"/>
          <p14:tracePt t="289673" x="4905375" y="1816100"/>
          <p14:tracePt t="289683" x="4884738" y="1830388"/>
          <p14:tracePt t="289695" x="4864100" y="1836738"/>
          <p14:tracePt t="289706" x="4843463" y="1836738"/>
          <p14:tracePt t="289716" x="4837113" y="1851025"/>
          <p14:tracePt t="289729" x="4824413" y="1857375"/>
          <p14:tracePt t="289740" x="4824413" y="1871663"/>
          <p14:tracePt t="289750" x="4816475" y="1878013"/>
          <p14:tracePt t="289762" x="4803775" y="1884363"/>
          <p14:tracePt t="289774" x="4803775" y="1905000"/>
          <p14:tracePt t="289784" x="4795838" y="1919288"/>
          <p14:tracePt t="289796" x="4795838" y="1946275"/>
          <p14:tracePt t="289808" x="4795838" y="1966913"/>
          <p14:tracePt t="289818" x="4795838" y="1985963"/>
          <p14:tracePt t="289830" x="4789488" y="2020888"/>
          <p14:tracePt t="289841" x="4789488" y="2047875"/>
          <p14:tracePt t="289852" x="4795838" y="2074863"/>
          <p14:tracePt t="289864" x="4795838" y="2089150"/>
          <p14:tracePt t="289875" x="4803775" y="2109788"/>
          <p14:tracePt t="289887" x="4816475" y="2128838"/>
          <p14:tracePt t="289897" x="4816475" y="2136775"/>
          <p14:tracePt t="289909" x="4824413" y="2149475"/>
          <p14:tracePt t="289921" x="4824413" y="2157413"/>
          <p14:tracePt t="289930" x="4837113" y="2157413"/>
          <p14:tracePt t="291607" x="4864100" y="2157413"/>
          <p14:tracePt t="291618" x="4967288" y="2157413"/>
          <p14:tracePt t="291629" x="5068888" y="2157413"/>
          <p14:tracePt t="291642" x="5218113" y="2149475"/>
          <p14:tracePt t="291652" x="5319713" y="2136775"/>
          <p14:tracePt t="291664" x="5449888" y="2116138"/>
          <p14:tracePt t="291675" x="5530850" y="2109788"/>
          <p14:tracePt t="291687" x="5626100" y="2089150"/>
          <p14:tracePt t="291698" x="5708650" y="2068513"/>
          <p14:tracePt t="291709" x="5748338" y="2047875"/>
          <p14:tracePt t="291720" x="5789613" y="2027238"/>
          <p14:tracePt t="291731" x="5816600" y="2020888"/>
          <p14:tracePt t="291744" x="5851525" y="2000250"/>
          <p14:tracePt t="291754" x="5857875" y="1979613"/>
          <p14:tracePt t="291765" x="5878513" y="1938338"/>
          <p14:tracePt t="291777" x="5899150" y="1898650"/>
          <p14:tracePt t="291787" x="5911850" y="1871663"/>
          <p14:tracePt t="291798" x="5932488" y="1830388"/>
          <p14:tracePt t="291810" x="5938838" y="1789113"/>
          <p14:tracePt t="291821" x="5959475" y="1735138"/>
          <p14:tracePt t="291833" x="5973763" y="1693863"/>
          <p14:tracePt t="291845" x="5980113" y="1625600"/>
          <p14:tracePt t="291854" x="5994400" y="1577975"/>
          <p14:tracePt t="291867" x="5994400" y="1538288"/>
          <p14:tracePt t="291878" x="5994400" y="1482725"/>
          <p14:tracePt t="291888" x="5980113" y="1449388"/>
          <p14:tracePt t="291900" x="5980113" y="1395413"/>
          <p14:tracePt t="291911" x="5980113" y="1354138"/>
          <p14:tracePt t="291921" x="5973763" y="1327150"/>
          <p14:tracePt t="291934" x="5959475" y="1292225"/>
          <p14:tracePt t="291945" x="5938838" y="1265238"/>
          <p14:tracePt t="291956" x="5911850" y="1223963"/>
          <p14:tracePt t="291968" x="5891213" y="1204913"/>
          <p14:tracePt t="291980" x="5837238" y="1163638"/>
          <p14:tracePt t="291990" x="5795963" y="1136650"/>
          <p14:tracePt t="292002" x="5768975" y="1122363"/>
          <p14:tracePt t="292013" x="5729288" y="1101725"/>
          <p14:tracePt t="292023" x="5708650" y="1101725"/>
          <p14:tracePt t="292035" x="5681663" y="1101725"/>
          <p14:tracePt t="292046" x="5667375" y="1101725"/>
          <p14:tracePt t="292057" x="5646738" y="1116013"/>
          <p14:tracePt t="292068" x="5626100" y="1122363"/>
          <p14:tracePt t="292090" x="5619750" y="1143000"/>
          <p14:tracePt t="292095" x="5578475" y="1196975"/>
          <p14:tracePt t="292105" x="5557838" y="1244600"/>
          <p14:tracePt t="292116" x="5518150" y="1347788"/>
          <p14:tracePt t="292127" x="5497513" y="1414463"/>
          <p14:tracePt t="292137" x="5476875" y="1538288"/>
          <p14:tracePt t="292148" x="5470525" y="1646238"/>
          <p14:tracePt t="292159" x="5470525" y="1714500"/>
          <p14:tracePt t="292169" x="5497513" y="1809750"/>
          <p14:tracePt t="292181" x="5538788" y="1857375"/>
          <p14:tracePt t="292193" x="5599113" y="1925638"/>
          <p14:tracePt t="292203" x="5681663" y="1979613"/>
          <p14:tracePt t="292215" x="5729288" y="1985963"/>
          <p14:tracePt t="292227" x="5810250" y="1985963"/>
          <p14:tracePt t="292237" x="5878513" y="1979613"/>
          <p14:tracePt t="292248" x="5980113" y="1925638"/>
          <p14:tracePt t="292260" x="6048375" y="1878013"/>
          <p14:tracePt t="292270" x="6149975" y="1789113"/>
          <p14:tracePt t="292282" x="6238875" y="1687513"/>
          <p14:tracePt t="292294" x="6280150" y="1604963"/>
          <p14:tracePt t="292304" x="6340475" y="1482725"/>
          <p14:tracePt t="292316" x="6361113" y="1395413"/>
          <p14:tracePt t="292328" x="6375400" y="1285875"/>
          <p14:tracePt t="292338" x="6361113" y="1217613"/>
          <p14:tracePt t="292350" x="6334125" y="1122363"/>
          <p14:tracePt t="292362" x="6292850" y="1054100"/>
          <p14:tracePt t="292372" x="6253163" y="1014413"/>
          <p14:tracePt t="292384" x="6197600" y="985838"/>
          <p14:tracePt t="292395" x="6170613" y="973138"/>
          <p14:tracePt t="292405" x="6122988" y="966788"/>
          <p14:tracePt t="292418" x="6102350" y="966788"/>
          <p14:tracePt t="292429" x="6062663" y="973138"/>
          <p14:tracePt t="292439" x="6007100" y="1006475"/>
          <p14:tracePt t="292452" x="5973763" y="1033463"/>
          <p14:tracePt t="292464" x="5899150" y="1116013"/>
          <p14:tracePt t="292473" x="5857875" y="1196975"/>
          <p14:tracePt t="292485" x="5795963" y="1333500"/>
          <p14:tracePt t="292497" x="5748338" y="1449388"/>
          <p14:tracePt t="292507" x="5708650" y="1619250"/>
          <p14:tracePt t="292519" x="5700713" y="1789113"/>
          <p14:tracePt t="292530" x="5700713" y="1884363"/>
          <p14:tracePt t="292540" x="5729288" y="2020888"/>
          <p14:tracePt t="292553" x="5762625" y="2089150"/>
          <p14:tracePt t="292564" x="5830888" y="2176463"/>
          <p14:tracePt t="292575" x="5911850" y="2238375"/>
          <p14:tracePt t="292586" x="5973763" y="2259013"/>
          <p14:tracePt t="292598" x="6042025" y="2259013"/>
          <p14:tracePt t="292609" x="6089650" y="2259013"/>
          <p14:tracePt t="292620" x="6170613" y="2217738"/>
          <p14:tracePt t="292632" x="6232525" y="2157413"/>
          <p14:tracePt t="292644" x="6319838" y="2047875"/>
          <p14:tracePt t="292655" x="6402388" y="1884363"/>
          <p14:tracePt t="292664" x="6443663" y="1776413"/>
          <p14:tracePt t="292678" x="6483350" y="1619250"/>
          <p14:tracePt t="292688" x="6483350" y="1517650"/>
          <p14:tracePt t="292699" x="6470650" y="1387475"/>
          <p14:tracePt t="292711" x="6443663" y="1306513"/>
          <p14:tracePt t="292721" x="6361113" y="1223963"/>
          <p14:tracePt t="292733" x="6280150" y="1163638"/>
          <p14:tracePt t="292745" x="6211888" y="1136650"/>
          <p14:tracePt t="292754" x="6089650" y="1116013"/>
          <p14:tracePt t="292767" x="6000750" y="1116013"/>
          <p14:tracePt t="292778" x="5837238" y="1136650"/>
          <p14:tracePt t="292788" x="5721350" y="1163638"/>
          <p14:tracePt t="292800" x="5578475" y="1223963"/>
          <p14:tracePt t="292812" x="5476875" y="1312863"/>
          <p14:tracePt t="292822" x="5429250" y="1387475"/>
          <p14:tracePt t="292835" x="5395913" y="1497013"/>
          <p14:tracePt t="292846" x="5387975" y="1565275"/>
          <p14:tracePt t="292856" x="5395913" y="1666875"/>
          <p14:tracePt t="292868" x="5429250" y="1728788"/>
          <p14:tracePt t="292880" x="5470525" y="1795463"/>
          <p14:tracePt t="292890" x="5538788" y="1857375"/>
          <p14:tracePt t="292902" x="5592763" y="1884363"/>
          <p14:tracePt t="292913" x="5667375" y="1905000"/>
          <p14:tracePt t="292923" x="5741988" y="1919288"/>
          <p14:tracePt t="292936" x="5857875" y="1905000"/>
          <p14:tracePt t="292947" x="6000750" y="1871663"/>
          <p14:tracePt t="292957" x="6102350" y="1816100"/>
          <p14:tracePt t="292970" x="6253163" y="1714500"/>
          <p14:tracePt t="292981" x="6334125" y="1639888"/>
          <p14:tracePt t="292992" x="6408738" y="1517650"/>
          <p14:tracePt t="293003" x="6429375" y="1449388"/>
          <p14:tracePt t="293014" x="6429375" y="1366838"/>
          <p14:tracePt t="293025" x="6408738" y="1292225"/>
          <p14:tracePt t="293036" x="6381750" y="1252538"/>
          <p14:tracePt t="293048" x="6300788" y="1204913"/>
          <p14:tracePt t="293060" x="6232525" y="1176338"/>
          <p14:tracePt t="293070" x="6102350" y="1143000"/>
          <p14:tracePt t="293082" x="6007100" y="1122363"/>
          <p14:tracePt t="293093" x="5899150" y="1122363"/>
          <p14:tracePt t="293103" x="5795963" y="1143000"/>
          <p14:tracePt t="293115" x="5748338" y="1176338"/>
          <p14:tracePt t="293148" x="5681663" y="1244600"/>
          <p14:tracePt t="293152" x="5626100" y="1312863"/>
          <p14:tracePt t="293163" x="5551488" y="1524000"/>
          <p14:tracePt t="293173" x="5538788" y="1660525"/>
          <p14:tracePt t="293184" x="5551488" y="1776413"/>
          <p14:tracePt t="293196" x="5572125" y="1851025"/>
          <p14:tracePt t="293205" x="5619750" y="1938338"/>
          <p14:tracePt t="293218" x="5667375" y="2000250"/>
          <p14:tracePt t="293229" x="5741988" y="2041525"/>
          <p14:tracePt t="293239" x="5789613" y="2062163"/>
          <p14:tracePt t="293251" x="5872163" y="2062163"/>
          <p14:tracePt t="293262" x="5994400" y="2027238"/>
          <p14:tracePt t="293272" x="6069013" y="2000250"/>
          <p14:tracePt t="293294" x="6184900" y="1925638"/>
          <p14:tracePt t="293299" x="6238875" y="1857375"/>
          <p14:tracePt t="293308" x="6300788" y="1755775"/>
          <p14:tracePt t="293319" x="6319838" y="1693863"/>
          <p14:tracePt t="293329" x="6334125" y="1619250"/>
          <p14:tracePt t="293341" x="6319838" y="1557338"/>
          <p14:tracePt t="293351" x="6313488" y="1524000"/>
          <p14:tracePt t="293363" x="6292850" y="1497013"/>
          <p14:tracePt t="293373" x="6272213" y="1482725"/>
          <p14:tracePt t="293947" x="6272213" y="1476375"/>
          <p14:tracePt t="293950" x="6280150" y="1455738"/>
          <p14:tracePt t="293964" x="6292850" y="1449388"/>
          <p14:tracePt t="293972" x="6300788" y="1428750"/>
          <p14:tracePt t="293982" x="6300788" y="1408113"/>
          <p14:tracePt t="293995" x="6300788" y="1374775"/>
          <p14:tracePt t="294004" x="6300788" y="1354138"/>
          <p14:tracePt t="294016" x="6292850" y="1327150"/>
          <p14:tracePt t="294026" x="6272213" y="1306513"/>
          <p14:tracePt t="294038" x="6259513" y="1292225"/>
          <p14:tracePt t="294049" x="6238875" y="1285875"/>
          <p14:tracePt t="294060" x="6232525" y="1271588"/>
          <p14:tracePt t="294071" x="6218238" y="1271588"/>
          <p14:tracePt t="294083" x="6211888" y="1271588"/>
          <p14:tracePt t="294093" x="6197600" y="1271588"/>
          <p14:tracePt t="294115" x="6184900" y="1285875"/>
          <p14:tracePt t="294126" x="6164263" y="1306513"/>
          <p14:tracePt t="294138" x="6149975" y="1312863"/>
          <p14:tracePt t="294150" x="6129338" y="1333500"/>
          <p14:tracePt t="294160" x="6122988" y="1347788"/>
          <p14:tracePt t="294194" x="6110288" y="1354138"/>
          <p14:tracePt t="294202" x="6110288" y="1366838"/>
          <p14:tracePt t="294453" x="6110288" y="1387475"/>
          <p14:tracePt t="294464" x="6110288" y="1428750"/>
          <p14:tracePt t="294476" x="6129338" y="1497013"/>
          <p14:tracePt t="294487" x="6184900" y="1577975"/>
          <p14:tracePt t="294499" x="6232525" y="1625600"/>
          <p14:tracePt t="294510" x="6300788" y="1687513"/>
          <p14:tracePt t="294521" x="6375400" y="1708150"/>
          <p14:tracePt t="294533" x="6443663" y="1693863"/>
          <p14:tracePt t="294544" x="6483350" y="1673225"/>
          <p14:tracePt t="294555" x="6530975" y="1639888"/>
          <p14:tracePt t="294566" x="6565900" y="1585913"/>
          <p14:tracePt t="294578" x="6565900" y="1544638"/>
          <p14:tracePt t="294588" x="6551613" y="1476375"/>
          <p14:tracePt t="294600" x="6524625" y="1408113"/>
          <p14:tracePt t="294612" x="6450013" y="1333500"/>
          <p14:tracePt t="294622" x="6381750" y="1285875"/>
          <p14:tracePt t="294634" x="6259513" y="1223963"/>
          <p14:tracePt t="294645" x="6122988" y="1176338"/>
          <p14:tracePt t="294655" x="6021388" y="1163638"/>
          <p14:tracePt t="294668" x="5899150" y="1163638"/>
          <p14:tracePt t="294679" x="5795963" y="1184275"/>
          <p14:tracePt t="294689" x="5729288" y="1223963"/>
          <p14:tracePt t="294702" x="5688013" y="1271588"/>
          <p14:tracePt t="294713" x="5640388" y="1366838"/>
          <p14:tracePt t="294723" x="5619750" y="1462088"/>
          <p14:tracePt t="294735" x="5619750" y="1538288"/>
          <p14:tracePt t="294747" x="5640388" y="1639888"/>
          <p14:tracePt t="294757" x="5681663" y="1735138"/>
          <p14:tracePt t="294770" x="5729288" y="1816100"/>
          <p14:tracePt t="294781" x="5768975" y="1871663"/>
          <p14:tracePt t="294791" x="5830888" y="1919288"/>
          <p14:tracePt t="294803" x="5891213" y="1946275"/>
          <p14:tracePt t="294814" x="5953125" y="1958975"/>
          <p14:tracePt t="294824" x="5994400" y="1958975"/>
          <p14:tracePt t="294836" x="6048375" y="1946275"/>
          <p14:tracePt t="294848" x="6122988" y="1898650"/>
          <p14:tracePt t="294858" x="6184900" y="1851025"/>
          <p14:tracePt t="294869" x="6238875" y="1755775"/>
          <p14:tracePt t="294883" x="6292850" y="1660525"/>
          <p14:tracePt t="294897" x="6334125" y="1557338"/>
          <p14:tracePt t="294906" x="6340475" y="1476375"/>
          <p14:tracePt t="294915" x="6340475" y="1374775"/>
          <p14:tracePt t="294926" x="6313488" y="1271588"/>
          <p14:tracePt t="294938" x="6272213" y="1217613"/>
          <p14:tracePt t="294949" x="6191250" y="1157288"/>
          <p14:tracePt t="294961" x="6089650" y="1116013"/>
          <p14:tracePt t="294972" x="5994400" y="1095375"/>
          <p14:tracePt t="294983" x="5911850" y="1095375"/>
          <p14:tracePt t="294994" x="5810250" y="1136650"/>
          <p14:tracePt t="295004" x="5700713" y="1217613"/>
          <p14:tracePt t="295016" x="5619750" y="1292225"/>
          <p14:tracePt t="295028" x="5551488" y="1428750"/>
          <p14:tracePt t="295039" x="5510213" y="1557338"/>
          <p14:tracePt t="295050" x="5497513" y="1687513"/>
          <p14:tracePt t="295062" x="5518150" y="1768475"/>
          <p14:tracePt t="295072" x="5557838" y="1857375"/>
          <p14:tracePt t="295083" x="5605463" y="1919288"/>
          <p14:tracePt t="295095" x="5646738" y="1958975"/>
          <p14:tracePt t="295106" x="5700713" y="1979613"/>
          <p14:tracePt t="295117" x="5748338" y="1979613"/>
          <p14:tracePt t="295129" x="5810250" y="1958975"/>
          <p14:tracePt t="295139" x="5872163" y="1925638"/>
          <p14:tracePt t="295151" x="5959475" y="1871663"/>
          <p14:tracePt t="295163" x="6062663" y="1776413"/>
          <p14:tracePt t="295173" x="6143625" y="1673225"/>
          <p14:tracePt t="295185" x="6184900" y="1619250"/>
          <p14:tracePt t="295196" x="6211888" y="1538288"/>
          <p14:tracePt t="295207" x="6218238" y="1476375"/>
          <p14:tracePt t="295220" x="6218238" y="1449388"/>
          <p14:tracePt t="295240" x="6211888" y="1414463"/>
          <p14:tracePt t="295245" x="6191250" y="1408113"/>
          <p14:tracePt t="295254" x="6170613" y="1395413"/>
          <p14:tracePt t="295265" x="6143625" y="1387475"/>
          <p14:tracePt t="295277" x="6089650" y="1387475"/>
          <p14:tracePt t="295287" x="6027738" y="1395413"/>
          <p14:tracePt t="295298" x="5980113" y="1408113"/>
          <p14:tracePt t="295308" x="5891213" y="1455738"/>
          <p14:tracePt t="295320" x="5783263" y="1517650"/>
          <p14:tracePt t="295331" x="5688013" y="1585913"/>
          <p14:tracePt t="295342" x="5626100" y="1639888"/>
          <p14:tracePt t="295354" x="5578475" y="1687513"/>
          <p14:tracePt t="295365" x="5551488" y="1728788"/>
          <p14:tracePt t="295376" x="5538788" y="1747838"/>
          <p14:tracePt t="295388" x="5538788" y="1768475"/>
          <p14:tracePt t="295399" x="5538788" y="1776413"/>
          <p14:tracePt t="295410" x="5557838" y="1795463"/>
          <p14:tracePt t="295421" x="5578475" y="1816100"/>
          <p14:tracePt t="295433" x="5626100" y="1851025"/>
          <p14:tracePt t="295444" x="5688013" y="1871663"/>
          <p14:tracePt t="295455" x="5729288" y="1878013"/>
          <p14:tracePt t="295467" x="5795963" y="1878013"/>
          <p14:tracePt t="295478" x="5872163" y="1878013"/>
          <p14:tracePt t="295488" x="5953125" y="1871663"/>
          <p14:tracePt t="295499" x="6000750" y="1851025"/>
          <p14:tracePt t="295512" x="6048375" y="1816100"/>
          <p14:tracePt t="295522" x="6081713" y="1789113"/>
          <p14:tracePt t="295533" x="6102350" y="1768475"/>
          <p14:tracePt t="295545" x="6102350" y="1747838"/>
          <p14:tracePt t="295556" x="6102350" y="1728788"/>
          <p14:tracePt t="295567" x="6089650" y="1714500"/>
          <p14:tracePt t="295579" x="6081713" y="1708150"/>
          <p14:tracePt t="295590" x="6062663" y="1693863"/>
          <p14:tracePt t="295602" x="6042025" y="1687513"/>
          <p14:tracePt t="295613" x="6021388" y="1687513"/>
          <p14:tracePt t="295623" x="6007100" y="1693863"/>
          <p14:tracePt t="295636" x="5994400" y="1693863"/>
          <p14:tracePt t="295647" x="5980113" y="1708150"/>
          <p14:tracePt t="295657" x="5980113" y="1714500"/>
          <p14:tracePt t="295669" x="5973763" y="1728788"/>
          <p14:tracePt t="295681" x="5973763" y="1735138"/>
          <p14:tracePt t="295701" x="5973763" y="1747838"/>
          <p14:tracePt t="295757" x="5973763" y="1755775"/>
          <p14:tracePt t="295770" x="5980113" y="1755775"/>
          <p14:tracePt t="295781" x="5980113" y="1768475"/>
          <p14:tracePt t="295791" x="6000750" y="1776413"/>
          <p14:tracePt t="295803" x="6021388" y="1776413"/>
          <p14:tracePt t="295815" x="6027738" y="1789113"/>
          <p14:tracePt t="295825" x="6048375" y="1789113"/>
          <p14:tracePt t="295838" x="6069013" y="1795463"/>
          <p14:tracePt t="295859" x="6089650" y="1809750"/>
          <p14:tracePt t="295870" x="6110288" y="1809750"/>
          <p14:tracePt t="295874" x="6110288" y="1816100"/>
          <p14:tracePt t="295882" x="6102350" y="1816100"/>
          <p14:tracePt t="296939" x="6110288" y="1816100"/>
          <p14:tracePt t="296961" x="6122988" y="1816100"/>
          <p14:tracePt t="296973" x="6129338" y="1816100"/>
          <p14:tracePt t="296986" x="6143625" y="1830388"/>
          <p14:tracePt t="296996" x="6149975" y="1830388"/>
          <p14:tracePt t="297007" x="6170613" y="1830388"/>
          <p14:tracePt t="297029" x="6170613" y="1816100"/>
          <p14:tracePt t="297052" x="6184900" y="1809750"/>
          <p14:tracePt t="297164" x="6184900" y="1816100"/>
          <p14:tracePt t="297198" x="6184900" y="1830388"/>
          <p14:tracePt t="297220" x="6184900" y="1836738"/>
          <p14:tracePt t="297265" x="6184900" y="1851025"/>
          <p14:tracePt t="297288" x="6191250" y="1851025"/>
          <p14:tracePt t="297344" x="6197600" y="1857375"/>
          <p14:tracePt t="297355" x="6211888" y="1871663"/>
          <p14:tracePt t="297368" x="6253163" y="1884363"/>
          <p14:tracePt t="297380" x="6313488" y="1925638"/>
          <p14:tracePt t="297390" x="6429375" y="2006600"/>
          <p14:tracePt t="297402" x="6599238" y="2095500"/>
          <p14:tracePt t="297414" x="6756400" y="2170113"/>
          <p14:tracePt t="297424" x="6986588" y="2259013"/>
          <p14:tracePt t="297437" x="7205663" y="2339975"/>
          <p14:tracePt t="297447" x="7415213" y="2401888"/>
          <p14:tracePt t="297457" x="7558088" y="2443163"/>
          <p14:tracePt t="297470" x="7708900" y="2482850"/>
          <p14:tracePt t="297482" x="7816850" y="2509838"/>
          <p14:tracePt t="297492" x="7858125" y="2517775"/>
          <p14:tracePt t="297504" x="7899400" y="2517775"/>
          <p14:tracePt t="297515" x="7905750" y="2517775"/>
          <p14:tracePt t="297524" x="7899400" y="2509838"/>
          <p14:tracePt t="297537" x="7899400" y="2497138"/>
          <p14:tracePt t="297861" x="7885113" y="2497138"/>
          <p14:tracePt t="297873" x="7885113" y="2490788"/>
          <p14:tracePt t="297906" x="7878763" y="2490788"/>
          <p14:tracePt t="297918" x="7878763" y="2497138"/>
          <p14:tracePt t="297940" x="7864475" y="2497138"/>
          <p14:tracePt t="297952" x="7864475" y="2509838"/>
          <p14:tracePt t="297964" x="7858125" y="2509838"/>
          <p14:tracePt t="297975" x="7843838" y="2517775"/>
          <p14:tracePt t="297987" x="7843838" y="2530475"/>
          <p14:tracePt t="297998" x="7837488" y="2538413"/>
          <p14:tracePt t="298008" x="7824788" y="2557463"/>
          <p14:tracePt t="298021" x="7804150" y="2578100"/>
          <p14:tracePt t="298032" x="7789863" y="2598738"/>
          <p14:tracePt t="298042" x="7756525" y="2652713"/>
          <p14:tracePt t="298054" x="7708900" y="2708275"/>
          <p14:tracePt t="298066" x="7653338" y="2789238"/>
          <p14:tracePt t="298075" x="7566025" y="2959100"/>
          <p14:tracePt t="298088" x="7483475" y="3149600"/>
          <p14:tracePt t="298099" x="7396163" y="3360738"/>
          <p14:tracePt t="298109" x="7348538" y="3524250"/>
          <p14:tracePt t="298122" x="7292975" y="3735388"/>
          <p14:tracePt t="298133" x="7272338" y="3938588"/>
          <p14:tracePt t="298143" x="7265988" y="4075113"/>
          <p14:tracePt t="298155" x="7272338" y="4244975"/>
          <p14:tracePt t="298166" x="7286625" y="4395788"/>
          <p14:tracePt t="298177" x="7307263" y="4538663"/>
          <p14:tracePt t="298189" x="7307263" y="4619625"/>
          <p14:tracePt t="298200" x="7313613" y="4721225"/>
          <p14:tracePt t="298210" x="7307263" y="4810125"/>
          <p14:tracePt t="298223" x="7292975" y="4878388"/>
          <p14:tracePt t="298234" x="7265988" y="4959350"/>
          <p14:tracePt t="298244" x="7232650" y="5048250"/>
          <p14:tracePt t="298255" x="7185025" y="5149850"/>
          <p14:tracePt t="298268" x="7143750" y="5218113"/>
          <p14:tracePt t="298278" x="7096125" y="5334000"/>
          <p14:tracePt t="298290" x="7042150" y="5429250"/>
          <p14:tracePt t="298302" x="7000875" y="5510213"/>
          <p14:tracePt t="298312" x="6973888" y="5551488"/>
          <p14:tracePt t="298324" x="6932613" y="5605463"/>
          <p14:tracePt t="298335" x="6905625" y="5634038"/>
          <p14:tracePt t="298346" x="6884988" y="5653088"/>
          <p14:tracePt t="298357" x="6851650" y="5661025"/>
          <p14:tracePt t="298390" x="6810375" y="5673725"/>
          <p14:tracePt t="298400" x="6756400" y="5681663"/>
          <p14:tracePt t="298405" x="6715125" y="5681663"/>
          <p14:tracePt t="298408" x="6634163" y="5681663"/>
          <p14:tracePt t="298417" x="6565900" y="5694363"/>
          <p14:tracePt t="298427" x="6510338" y="5715000"/>
          <p14:tracePt t="298437" x="6443663" y="5735638"/>
          <p14:tracePt t="298450" x="6381750" y="5776913"/>
          <p14:tracePt t="298459" x="6319838" y="5816600"/>
          <p14:tracePt t="298471" x="6292850" y="5851525"/>
          <p14:tracePt t="298483" x="6253163" y="5905500"/>
          <p14:tracePt t="298492" x="6211888" y="5953125"/>
          <p14:tracePt t="298505" x="6170613" y="5994400"/>
          <p14:tracePt t="298516" x="6122988" y="6054725"/>
          <p14:tracePt t="298526" x="6069013" y="6116638"/>
          <p14:tracePt t="298538" x="6007100" y="6184900"/>
          <p14:tracePt t="298549" x="5980113" y="6224588"/>
          <p14:tracePt t="298559" x="5932488" y="6286500"/>
          <p14:tracePt t="298572" x="5899150" y="6334125"/>
          <p14:tracePt t="298583" x="5878513" y="6367463"/>
          <p14:tracePt t="298593" x="5857875" y="6396038"/>
          <p14:tracePt t="298606" x="5851525" y="6415088"/>
          <p14:tracePt t="298616" x="5851525" y="6429375"/>
          <p14:tracePt t="298627" x="5857875" y="6435725"/>
          <p14:tracePt t="298639" x="5872163" y="6435725"/>
          <p14:tracePt t="298650" x="5899150" y="6429375"/>
          <p14:tracePt t="298661" x="5980113" y="6408738"/>
          <p14:tracePt t="298673" x="6184900" y="6307138"/>
          <p14:tracePt t="298684" x="6524625" y="6081713"/>
          <p14:tracePt t="298694" x="7015163" y="5762625"/>
          <p14:tracePt t="298707" x="7396163" y="5483225"/>
          <p14:tracePt t="298718" x="7967663" y="5041900"/>
          <p14:tracePt t="298728" x="8572500" y="4551363"/>
          <p14:tracePt t="298740" x="9218613" y="4033838"/>
          <p14:tracePt t="298751" x="9634538" y="3714750"/>
          <p14:tracePt t="298762" x="10102850" y="3333750"/>
          <p14:tracePt t="298774" x="10415588" y="3074988"/>
          <p14:tracePt t="298785" x="10545763" y="2952750"/>
          <p14:tracePt t="298796" x="10634663" y="2863850"/>
          <p14:tracePt t="298807" x="10668000" y="2809875"/>
          <p14:tracePt t="298818" x="10668000" y="2782888"/>
          <p14:tracePt t="298831" x="10653713" y="2762250"/>
          <p14:tracePt t="298841" x="10634663" y="2728913"/>
          <p14:tracePt t="298852" x="10593388" y="2693988"/>
          <p14:tracePt t="298864" x="10566400" y="2681288"/>
          <p14:tracePt t="298874" x="10545763" y="2660650"/>
          <p14:tracePt t="298886" x="10525125" y="2640013"/>
          <p14:tracePt t="298898" x="10504488" y="2633663"/>
          <p14:tracePt t="298908" x="10504488" y="2619375"/>
          <p14:tracePt t="298920" x="10483850" y="2598738"/>
          <p14:tracePt t="298932" x="10477500" y="2592388"/>
          <p14:tracePt t="298942" x="10463213" y="2557463"/>
          <p14:tracePt t="298955" x="10456863" y="2530475"/>
          <p14:tracePt t="298968" x="10423525" y="2482850"/>
          <p14:tracePt t="298977" x="10367963" y="2428875"/>
          <p14:tracePt t="298989" x="10293350" y="2387600"/>
          <p14:tracePt t="299001" x="10158413" y="2347913"/>
          <p14:tracePt t="299010" x="10015538" y="2339975"/>
          <p14:tracePt t="299023" x="9906000" y="2339975"/>
          <p14:tracePt t="299033" x="9756775" y="2347913"/>
          <p14:tracePt t="299043" x="9620250" y="2381250"/>
          <p14:tracePt t="299056" x="9510713" y="2422525"/>
          <p14:tracePt t="299082" x="9450388" y="2449513"/>
          <p14:tracePt t="299084" x="9396413" y="2490788"/>
          <p14:tracePt t="299094" x="9355138" y="2530475"/>
          <p14:tracePt t="299105" x="9334500" y="2571750"/>
          <p14:tracePt t="299119" x="9320213" y="2598738"/>
          <p14:tracePt t="299133" x="9313863" y="2633663"/>
          <p14:tracePt t="299134" x="9313863" y="2660650"/>
          <p14:tracePt t="299145" x="9313863" y="2693988"/>
          <p14:tracePt t="299157" x="9313863" y="2708275"/>
          <p14:tracePt t="299168" x="9313863" y="2720975"/>
          <p14:tracePt t="299189" x="9313863" y="2728913"/>
          <p14:tracePt t="299193" x="9320213" y="2728913"/>
          <p14:tracePt t="299201" x="9334500" y="2741613"/>
          <p14:tracePt t="299216" x="9340850" y="2741613"/>
          <p14:tracePt t="299225" x="9355138" y="2741613"/>
          <p14:tracePt t="299236" x="9382125" y="2747963"/>
          <p14:tracePt t="299247" x="9402763" y="2747963"/>
          <p14:tracePt t="299257" x="9423400" y="2747963"/>
          <p14:tracePt t="299268" x="9444038" y="2741613"/>
          <p14:tracePt t="299281" x="9450388" y="2741613"/>
          <p14:tracePt t="299290" x="9463088" y="2728913"/>
          <p14:tracePt t="299302" x="9463088" y="2720975"/>
          <p14:tracePt t="299314" x="9463088" y="2708275"/>
          <p14:tracePt t="299324" x="9471025" y="2681288"/>
          <p14:tracePt t="299336" x="9463088" y="2652713"/>
          <p14:tracePt t="299348" x="9450388" y="2619375"/>
          <p14:tracePt t="299358" x="9429750" y="2592388"/>
          <p14:tracePt t="299370" x="9382125" y="2557463"/>
          <p14:tracePt t="299382" x="9334500" y="2538413"/>
          <p14:tracePt t="299392" x="9272588" y="2530475"/>
          <p14:tracePt t="299404" x="9212263" y="2530475"/>
          <p14:tracePt t="299436" x="9150350" y="2538413"/>
          <p14:tracePt t="299440" x="9123363" y="2551113"/>
          <p14:tracePt t="299450" x="9069388" y="2592388"/>
          <p14:tracePt t="299461" x="9063038" y="2613025"/>
          <p14:tracePt t="299472" x="9048750" y="2652713"/>
          <p14:tracePt t="299485" x="9063038" y="2693988"/>
          <p14:tracePt t="299494" x="9082088" y="2728913"/>
          <p14:tracePt t="299506" x="9102725" y="2762250"/>
          <p14:tracePt t="299517" x="9144000" y="2789238"/>
          <p14:tracePt t="299527" x="9191625" y="2830513"/>
          <p14:tracePt t="299539" x="9232900" y="2851150"/>
          <p14:tracePt t="299551" x="9293225" y="2863850"/>
          <p14:tracePt t="299561" x="9361488" y="2863850"/>
          <p14:tracePt t="299573" x="9444038" y="2851150"/>
          <p14:tracePt t="299584" x="9504363" y="2843213"/>
          <p14:tracePt t="299594" x="9572625" y="2803525"/>
          <p14:tracePt t="299607" x="9634538" y="2741613"/>
          <p14:tracePt t="299618" x="9661525" y="2681288"/>
          <p14:tracePt t="299628" x="9674225" y="2640013"/>
          <p14:tracePt t="299640" x="9674225" y="2592388"/>
          <p14:tracePt t="299652" x="9653588" y="2551113"/>
          <p14:tracePt t="299662" x="9620250" y="2530475"/>
          <p14:tracePt t="299674" x="9572625" y="2517775"/>
          <p14:tracePt t="299685" x="9525000" y="2509838"/>
          <p14:tracePt t="299695" x="9471025" y="2509838"/>
          <p14:tracePt t="299707" x="9450388" y="2517775"/>
          <p14:tracePt t="299718" x="9409113" y="2538413"/>
          <p14:tracePt t="299730" x="9396413" y="2571750"/>
          <p14:tracePt t="299741" x="9375775" y="2598738"/>
          <p14:tracePt t="299752" x="9361488" y="2652713"/>
          <p14:tracePt t="299765" x="9375775" y="2708275"/>
          <p14:tracePt t="299774" x="9382125" y="2762250"/>
          <p14:tracePt t="299786" x="9402763" y="2803525"/>
          <p14:tracePt t="299798" x="9444038" y="2843213"/>
          <p14:tracePt t="299808" x="9483725" y="2871788"/>
          <p14:tracePt t="299819" x="9510713" y="2890838"/>
          <p14:tracePt t="299832" x="9572625" y="2905125"/>
          <p14:tracePt t="299853" x="9620250" y="2911475"/>
          <p14:tracePt t="299857" x="9694863" y="2905125"/>
          <p14:tracePt t="299868" x="9742488" y="2890838"/>
          <p14:tracePt t="299879" x="9804400" y="2863850"/>
          <p14:tracePt t="299890" x="9852025" y="2824163"/>
          <p14:tracePt t="299901" x="9864725" y="2789238"/>
          <p14:tracePt t="299911" x="9872663" y="2768600"/>
          <p14:tracePt t="299923" x="9872663" y="2741613"/>
          <p14:tracePt t="299933" x="9852025" y="2728913"/>
          <p14:tracePt t="299943" x="9825038" y="2708275"/>
          <p14:tracePt t="299955" x="9756775" y="2700338"/>
          <p14:tracePt t="299967" x="9682163" y="2693988"/>
          <p14:tracePt t="299977" x="9599613" y="2700338"/>
          <p14:tracePt t="299989" x="9551988" y="2708275"/>
          <p14:tracePt t="300000" x="9483725" y="2741613"/>
          <p14:tracePt t="300010" x="9429750" y="2782888"/>
          <p14:tracePt t="300023" x="9409113" y="2809875"/>
          <p14:tracePt t="300034" x="9402763" y="2843213"/>
          <p14:tracePt t="300044" x="9402763" y="2871788"/>
          <p14:tracePt t="300055" x="9423400" y="2905125"/>
          <p14:tracePt t="300067" x="9450388" y="2919413"/>
          <p14:tracePt t="300078" x="9491663" y="2938463"/>
          <p14:tracePt t="300089" x="9566275" y="2952750"/>
          <p14:tracePt t="300102" x="9613900" y="2959100"/>
          <p14:tracePt t="300116" x="9682163" y="2952750"/>
          <p14:tracePt t="300126" x="9742488" y="2938463"/>
          <p14:tracePt t="300135" x="9783763" y="2911475"/>
          <p14:tracePt t="300147" x="9810750" y="2890838"/>
          <p14:tracePt t="300157" x="9825038" y="2871788"/>
          <p14:tracePt t="300169" x="9825038" y="2851150"/>
          <p14:tracePt t="300181" x="9810750" y="2830513"/>
          <p14:tracePt t="300191" x="9804400" y="2809875"/>
          <p14:tracePt t="300202" x="9763125" y="2782888"/>
          <p14:tracePt t="300214" x="9694863" y="2747963"/>
          <p14:tracePt t="300224" x="9620250" y="2741613"/>
          <p14:tracePt t="300236" x="9545638" y="2728913"/>
          <p14:tracePt t="300248" x="9463088" y="2741613"/>
          <p14:tracePt t="300258" x="9423400" y="2747963"/>
          <p14:tracePt t="300269" x="9382125" y="2768600"/>
          <p14:tracePt t="300281" x="9361488" y="2809875"/>
          <p14:tracePt t="300292" x="9355138" y="2851150"/>
          <p14:tracePt t="300303" x="9361488" y="2884488"/>
          <p14:tracePt t="300315" x="9382125" y="2919413"/>
          <p14:tracePt t="300326" x="9409113" y="2952750"/>
          <p14:tracePt t="300337" x="9444038" y="2973388"/>
          <p14:tracePt t="300349" x="9491663" y="2979738"/>
          <p14:tracePt t="300359" x="9531350" y="2979738"/>
          <p14:tracePt t="300371" x="9586913" y="2979738"/>
          <p14:tracePt t="300383" x="9613900" y="2973388"/>
          <p14:tracePt t="300393" x="9640888" y="2952750"/>
          <p14:tracePt t="300405" x="9661525" y="2919413"/>
          <p14:tracePt t="300417" x="9674225" y="2884488"/>
          <p14:tracePt t="300426" x="9674225" y="2843213"/>
          <p14:tracePt t="300438" x="9661525" y="2782888"/>
          <p14:tracePt t="300450" x="9634538" y="2728913"/>
          <p14:tracePt t="300482" x="9593263" y="2693988"/>
          <p14:tracePt t="300489" x="9504363" y="2652713"/>
          <p14:tracePt t="300500" x="9409113" y="2640013"/>
          <p14:tracePt t="300502" x="9361488" y="2640013"/>
          <p14:tracePt t="300508" x="9320213" y="2652713"/>
          <p14:tracePt t="300518" x="9301163" y="2673350"/>
          <p14:tracePt t="300531" x="9293225" y="2700338"/>
          <p14:tracePt t="300541" x="9293225" y="2741613"/>
          <p14:tracePt t="300552" x="9301163" y="2789238"/>
          <p14:tracePt t="300562" x="9340850" y="2851150"/>
          <p14:tracePt t="300574" x="9402763" y="2911475"/>
          <p14:tracePt t="300585" x="9463088" y="2952750"/>
          <p14:tracePt t="300597" x="9566275" y="2979738"/>
          <p14:tracePt t="300608" x="9661525" y="3000375"/>
          <p14:tracePt t="300619" x="9736138" y="3000375"/>
          <p14:tracePt t="300630" x="9825038" y="2994025"/>
          <p14:tracePt t="300641" x="9906000" y="2973388"/>
          <p14:tracePt t="300653" x="9947275" y="2932113"/>
          <p14:tracePt t="300664" x="9967913" y="2905125"/>
          <p14:tracePt t="300674" x="9974263" y="2863850"/>
          <p14:tracePt t="300686" x="9953625" y="2803525"/>
          <p14:tracePt t="300698" x="9912350" y="2747963"/>
          <p14:tracePt t="300708" x="9810750" y="2681288"/>
          <p14:tracePt t="300720" x="9674225" y="2619375"/>
          <p14:tracePt t="300732" x="9510713" y="2598738"/>
          <p14:tracePt t="300742" x="9429750" y="2598738"/>
          <p14:tracePt t="300753" x="9355138" y="2613025"/>
          <p14:tracePt t="300765" x="9293225" y="2640013"/>
          <p14:tracePt t="300776" x="9259888" y="2673350"/>
          <p14:tracePt t="300787" x="9239250" y="2708275"/>
          <p14:tracePt t="300799" x="9239250" y="2762250"/>
          <p14:tracePt t="300809" x="9253538" y="2809875"/>
          <p14:tracePt t="300821" x="9272588" y="2843213"/>
          <p14:tracePt t="300833" x="9313863" y="2871788"/>
          <p14:tracePt t="300843" x="9355138" y="2905125"/>
          <p14:tracePt t="300855" x="9396413" y="2911475"/>
          <p14:tracePt t="300866" x="9444038" y="2911475"/>
          <p14:tracePt t="300877" x="9504363" y="2905125"/>
          <p14:tracePt t="300889" x="9566275" y="2884488"/>
          <p14:tracePt t="300901" x="9599613" y="2863850"/>
          <p14:tracePt t="300910" x="9640888" y="2824163"/>
          <p14:tracePt t="300923" x="9674225" y="2762250"/>
          <p14:tracePt t="300934" x="9694863" y="2700338"/>
          <p14:tracePt t="300944" x="9694863" y="2660650"/>
          <p14:tracePt t="300956" x="9682163" y="2613025"/>
          <p14:tracePt t="300968" x="9653588" y="2571750"/>
          <p14:tracePt t="300978" x="9613900" y="2557463"/>
          <p14:tracePt t="300990" x="9551988" y="2538413"/>
          <p14:tracePt t="301002" x="9491663" y="2538413"/>
          <p14:tracePt t="301023" x="9429750" y="2557463"/>
          <p14:tracePt t="301027" x="9382125" y="2578100"/>
          <p14:tracePt t="301035" x="9334500" y="2613025"/>
          <p14:tracePt t="301051" x="9293225" y="2652713"/>
          <p14:tracePt t="301060" x="9272588" y="2693988"/>
          <p14:tracePt t="301069" x="9259888" y="2741613"/>
          <p14:tracePt t="301083" x="9272588" y="2789238"/>
          <p14:tracePt t="301092" x="9301163" y="2830513"/>
          <p14:tracePt t="301103" x="9334500" y="2863850"/>
          <p14:tracePt t="301114" x="9396413" y="2905125"/>
          <p14:tracePt t="301124" x="9463088" y="2911475"/>
          <p14:tracePt t="301136" x="9510713" y="2919413"/>
          <p14:tracePt t="301149" x="9599613" y="2911475"/>
          <p14:tracePt t="301159" x="9682163" y="2905125"/>
          <p14:tracePt t="301171" x="9742488" y="2871788"/>
          <p14:tracePt t="301183" x="9777413" y="2843213"/>
          <p14:tracePt t="301193" x="9790113" y="2789238"/>
          <p14:tracePt t="301205" x="9804400" y="2741613"/>
          <p14:tracePt t="301216" x="9790113" y="2700338"/>
          <p14:tracePt t="301227" x="9777413" y="2660650"/>
          <p14:tracePt t="301238" x="9742488" y="2633663"/>
          <p14:tracePt t="301250" x="9701213" y="2619375"/>
          <p14:tracePt t="301260" x="9661525" y="2613025"/>
          <p14:tracePt t="301272" x="9613900" y="2619375"/>
          <p14:tracePt t="301284" x="9566275" y="2633663"/>
          <p14:tracePt t="301294" x="9510713" y="2652713"/>
          <p14:tracePt t="301306" x="9491663" y="2673350"/>
          <p14:tracePt t="301317" x="9463088" y="2700338"/>
          <p14:tracePt t="301327" x="9444038" y="2741613"/>
          <p14:tracePt t="301340" x="9429750" y="2762250"/>
          <p14:tracePt t="301351" x="9429750" y="2789238"/>
          <p14:tracePt t="301361" x="9444038" y="2824163"/>
          <p14:tracePt t="301373" x="9450388" y="2843213"/>
          <p14:tracePt t="301384" x="9450388" y="2851150"/>
          <p14:tracePt t="301394" x="9471025" y="2871788"/>
          <p14:tracePt t="301407" x="9504363" y="2884488"/>
          <p14:tracePt t="301418" x="9531350" y="2890838"/>
          <p14:tracePt t="301428" x="9566275" y="2905125"/>
          <p14:tracePt t="301440" x="9599613" y="2905125"/>
          <p14:tracePt t="301451" x="9634538" y="2890838"/>
          <p14:tracePt t="301462" x="9661525" y="2890838"/>
          <p14:tracePt t="301474" x="9682163" y="2884488"/>
          <p14:tracePt t="301485" x="9694863" y="2871788"/>
          <p14:tracePt t="301497" x="9701213" y="2851150"/>
          <p14:tracePt t="301508" x="9701213" y="2830513"/>
          <p14:tracePt t="301530" x="9694863" y="2809875"/>
          <p14:tracePt t="301531" x="9661525" y="2782888"/>
          <p14:tracePt t="301541" x="9634538" y="2762250"/>
          <p14:tracePt t="301553" x="9566275" y="2741613"/>
          <p14:tracePt t="301565" x="9491663" y="2728913"/>
          <p14:tracePt t="301575" x="9429750" y="2728913"/>
          <p14:tracePt t="301587" x="9375775" y="2747963"/>
          <p14:tracePt t="301599" x="9320213" y="2782888"/>
          <p14:tracePt t="301609" x="9272588" y="2809875"/>
          <p14:tracePt t="301621" x="9253538" y="2830513"/>
          <p14:tracePt t="301633" x="9232900" y="2884488"/>
          <p14:tracePt t="301643" x="9232900" y="2919413"/>
          <p14:tracePt t="301655" x="9239250" y="2973388"/>
          <p14:tracePt t="301667" x="9259888" y="3000375"/>
          <p14:tracePt t="301677" x="9293225" y="3033713"/>
          <p14:tracePt t="301689" x="9334500" y="3054350"/>
          <p14:tracePt t="301701" x="9375775" y="3074988"/>
          <p14:tracePt t="301711" x="9429750" y="3074988"/>
          <p14:tracePt t="301721" x="9491663" y="3074988"/>
          <p14:tracePt t="301733" x="9572625" y="3054350"/>
          <p14:tracePt t="301743" x="9613900" y="3033713"/>
          <p14:tracePt t="301756" x="9674225" y="2979738"/>
          <p14:tracePt t="301768" x="9715500" y="2932113"/>
          <p14:tracePt t="301778" x="9736138" y="2884488"/>
          <p14:tracePt t="301791" x="9736138" y="2824163"/>
          <p14:tracePt t="301801" x="9715500" y="2768600"/>
          <p14:tracePt t="301813" x="9674225" y="2720975"/>
          <p14:tracePt t="301825" x="9634538" y="2693988"/>
          <p14:tracePt t="301837" x="9566275" y="2673350"/>
          <p14:tracePt t="301849" x="9491663" y="2673350"/>
          <p14:tracePt t="301859" x="9444038" y="2673350"/>
          <p14:tracePt t="301870" x="9396413" y="2693988"/>
          <p14:tracePt t="301883" x="9355138" y="2741613"/>
          <p14:tracePt t="301892" x="9313863" y="2789238"/>
          <p14:tracePt t="301902" x="9293225" y="2830513"/>
          <p14:tracePt t="301916" x="9280525" y="2890838"/>
          <p14:tracePt t="301926" x="9293225" y="2932113"/>
          <p14:tracePt t="301935" x="9301163" y="2952750"/>
          <p14:tracePt t="301950" x="9320213" y="2979738"/>
          <p14:tracePt t="301960" x="9355138" y="2994025"/>
          <p14:tracePt t="301970" x="9402763" y="3000375"/>
          <p14:tracePt t="301986" x="9429750" y="3000375"/>
          <p14:tracePt t="301995" x="9491663" y="2994025"/>
          <p14:tracePt t="302004" x="9572625" y="2979738"/>
          <p14:tracePt t="302019" x="9620250" y="2952750"/>
          <p14:tracePt t="302028" x="9694863" y="2919413"/>
          <p14:tracePt t="302041" x="9756775" y="2871788"/>
          <p14:tracePt t="302053" x="9783763" y="2830513"/>
          <p14:tracePt t="302066" x="9790113" y="2789238"/>
          <p14:tracePt t="302076" x="9783763" y="2747963"/>
          <p14:tracePt t="302084" x="9763125" y="2708275"/>
          <p14:tracePt t="302094" x="9715500" y="2681288"/>
          <p14:tracePt t="302107" x="9682163" y="2660650"/>
          <p14:tracePt t="302117" x="9640888" y="2652713"/>
          <p14:tracePt t="302129" x="9599613" y="2652713"/>
          <p14:tracePt t="302140" x="9572625" y="2660650"/>
          <p14:tracePt t="302152" x="9551988" y="2673350"/>
          <p14:tracePt t="302162" x="9525000" y="2693988"/>
          <p14:tracePt t="302174" x="9504363" y="2720975"/>
          <p14:tracePt t="302185" x="9491663" y="2762250"/>
          <p14:tracePt t="302197" x="9483725" y="2809875"/>
          <p14:tracePt t="302207" x="9483725" y="2851150"/>
          <p14:tracePt t="302219" x="9483725" y="2884488"/>
          <p14:tracePt t="302229" x="9504363" y="2911475"/>
          <p14:tracePt t="302241" x="9525000" y="2932113"/>
          <p14:tracePt t="302252" x="9551988" y="2952750"/>
          <p14:tracePt t="302264" x="9593263" y="2959100"/>
          <p14:tracePt t="302275" x="9640888" y="2973388"/>
          <p14:tracePt t="302286" x="9701213" y="2973388"/>
          <p14:tracePt t="302297" x="9756775" y="2973388"/>
          <p14:tracePt t="302307" x="9810750" y="2959100"/>
          <p14:tracePt t="302319" x="9864725" y="2938463"/>
          <p14:tracePt t="302331" x="9891713" y="2911475"/>
          <p14:tracePt t="302342" x="9912350" y="2884488"/>
          <p14:tracePt t="302351" x="9912350" y="2843213"/>
          <p14:tracePt t="302365" x="9912350" y="2789238"/>
          <p14:tracePt t="302375" x="9891713" y="2762250"/>
          <p14:tracePt t="302386" x="9872663" y="2708275"/>
          <p14:tracePt t="302399" x="9844088" y="2673350"/>
          <p14:tracePt t="302409" x="9810750" y="2640013"/>
          <p14:tracePt t="302419" x="9783763" y="2619375"/>
          <p14:tracePt t="302433" x="9742488" y="2592388"/>
          <p14:tracePt t="302444" x="9682163" y="2578100"/>
          <p14:tracePt t="302453" x="9640888" y="2578100"/>
          <p14:tracePt t="302467" x="9593263" y="2578100"/>
          <p14:tracePt t="302477" x="9545638" y="2578100"/>
          <p14:tracePt t="302488" x="9491663" y="2592388"/>
          <p14:tracePt t="302501" x="9450388" y="2598738"/>
          <p14:tracePt t="302511" x="9402763" y="2633663"/>
          <p14:tracePt t="302522" x="9361488" y="2673350"/>
          <p14:tracePt t="302535" x="9334500" y="2720975"/>
          <p14:tracePt t="302545" x="9313863" y="2762250"/>
          <p14:tracePt t="302556" x="9301163" y="2803525"/>
          <p14:tracePt t="302576" x="9293225" y="2843213"/>
          <p14:tracePt t="302577" x="9301163" y="2863850"/>
          <p14:tracePt t="302589" x="9301163" y="2890838"/>
          <p14:tracePt t="302600" x="9320213" y="2911475"/>
          <p14:tracePt t="302610" x="9334500" y="2932113"/>
          <p14:tracePt t="302623" x="9355138" y="2952750"/>
          <p14:tracePt t="302635" x="9382125" y="2959100"/>
          <p14:tracePt t="302647" x="9409113" y="2973388"/>
          <p14:tracePt t="302657" x="9444038" y="2979738"/>
          <p14:tracePt t="302669" x="9491663" y="2979738"/>
          <p14:tracePt t="302679" x="9551988" y="2979738"/>
          <p14:tracePt t="302691" x="9620250" y="2959100"/>
          <p14:tracePt t="302703" x="9661525" y="2952750"/>
          <p14:tracePt t="302715" x="9721850" y="2911475"/>
          <p14:tracePt t="302725" x="9783763" y="2863850"/>
          <p14:tracePt t="302736" x="9810750" y="2824163"/>
          <p14:tracePt t="302748" x="9825038" y="2762250"/>
          <p14:tracePt t="302758" x="9825038" y="2700338"/>
          <p14:tracePt t="302769" x="9825038" y="2660650"/>
          <p14:tracePt t="302780" x="9810750" y="2633663"/>
          <p14:tracePt t="302791" x="9804400" y="2613025"/>
          <p14:tracePt t="302803" x="9790113" y="2592388"/>
          <p14:tracePt t="302815" x="9783763" y="2578100"/>
          <p14:tracePt t="302825" x="9777413" y="2571750"/>
          <p14:tracePt t="302836" x="9763125" y="2557463"/>
          <p14:tracePt t="302847" x="9756775" y="2557463"/>
          <p14:tracePt t="302858" x="9742488" y="2557463"/>
          <p14:tracePt t="302869" x="9715500" y="2551113"/>
          <p14:tracePt t="302880" x="9682163" y="2551113"/>
          <p14:tracePt t="302891" x="9653588" y="2551113"/>
          <p14:tracePt t="302902" x="9620250" y="2551113"/>
          <p14:tracePt t="302915" x="9586913" y="2551113"/>
          <p14:tracePt t="302924" x="9545638" y="2551113"/>
          <p14:tracePt t="302935" x="9510713" y="2557463"/>
          <p14:tracePt t="302948" x="9483725" y="2578100"/>
          <p14:tracePt t="302959" x="9450388" y="2598738"/>
          <p14:tracePt t="302970" x="9423400" y="2619375"/>
          <p14:tracePt t="302983" x="9402763" y="2652713"/>
          <p14:tracePt t="302992" x="9375775" y="2681288"/>
          <p14:tracePt t="303004" x="9355138" y="2720975"/>
          <p14:tracePt t="303016" x="9340850" y="2762250"/>
          <p14:tracePt t="303025" x="9320213" y="2803525"/>
          <p14:tracePt t="303038" x="9320213" y="2830513"/>
          <p14:tracePt t="303049" x="9320213" y="2863850"/>
          <p14:tracePt t="303059" x="9320213" y="2884488"/>
          <p14:tracePt t="303071" x="9320213" y="2911475"/>
          <p14:tracePt t="303083" x="9334500" y="2932113"/>
          <p14:tracePt t="303093" x="9340850" y="2938463"/>
          <p14:tracePt t="303106" x="9361488" y="2959100"/>
          <p14:tracePt t="303117" x="9382125" y="2973388"/>
          <p14:tracePt t="303128" x="9402763" y="2994025"/>
          <p14:tracePt t="303140" x="9423400" y="2994025"/>
          <p14:tracePt t="303151" x="9450388" y="3000375"/>
          <p14:tracePt t="303161" x="9483725" y="3000375"/>
          <p14:tracePt t="303173" x="9504363" y="3000375"/>
          <p14:tracePt t="303184" x="9525000" y="3000375"/>
          <p14:tracePt t="303194" x="9551988" y="3000375"/>
          <p14:tracePt t="303206" x="9572625" y="2994025"/>
          <p14:tracePt t="303218" x="9593263" y="2994025"/>
          <p14:tracePt t="303228" x="9613900" y="2979738"/>
          <p14:tracePt t="303241" x="9634538" y="2959100"/>
          <p14:tracePt t="303252" x="9640888" y="2938463"/>
          <p14:tracePt t="303262" x="9653588" y="2911475"/>
          <p14:tracePt t="303274" x="9653588" y="2884488"/>
          <p14:tracePt t="303285" x="9661525" y="2851150"/>
          <p14:tracePt t="303296" x="9661525" y="2824163"/>
          <p14:tracePt t="303307" x="9661525" y="2782888"/>
          <p14:tracePt t="303319" x="9661525" y="2747963"/>
          <p14:tracePt t="303331" x="9653588" y="2720975"/>
          <p14:tracePt t="303341" x="9640888" y="2700338"/>
          <p14:tracePt t="303352" x="9620250" y="2693988"/>
          <p14:tracePt t="303364" x="9599613" y="2681288"/>
          <p14:tracePt t="303374" x="9586913" y="2681288"/>
          <p14:tracePt t="303386" x="9566275" y="2681288"/>
          <p14:tracePt t="303398" x="9545638" y="2681288"/>
          <p14:tracePt t="303408" x="9531350" y="2681288"/>
          <p14:tracePt t="303420" x="9525000" y="2693988"/>
          <p14:tracePt t="303432" x="9504363" y="2693988"/>
          <p14:tracePt t="303442" x="9504363" y="2700338"/>
          <p14:tracePt t="303464" x="9491663" y="2708275"/>
          <p14:tracePt t="303542" x="9491663" y="2720975"/>
          <p14:tracePt t="303711" x="9491663" y="2747963"/>
          <p14:tracePt t="303722" x="9483725" y="2782888"/>
          <p14:tracePt t="303735" x="9471025" y="2809875"/>
          <p14:tracePt t="303747" x="9463088" y="2843213"/>
          <p14:tracePt t="303757" x="9463088" y="2863850"/>
          <p14:tracePt t="303769" x="9463088" y="2871788"/>
          <p14:tracePt t="303779" x="9471025" y="2871788"/>
          <p14:tracePt t="303791" x="9483725" y="2884488"/>
          <p14:tracePt t="303803" x="9504363" y="2890838"/>
          <p14:tracePt t="303814" x="9525000" y="2890838"/>
          <p14:tracePt t="303824" x="9551988" y="2905125"/>
          <p14:tracePt t="303837" x="9586913" y="2905125"/>
          <p14:tracePt t="303847" x="9613900" y="2905125"/>
          <p14:tracePt t="303858" x="9640888" y="2905125"/>
          <p14:tracePt t="303871" x="9674225" y="2905125"/>
          <p14:tracePt t="303881" x="9701213" y="2890838"/>
          <p14:tracePt t="303892" x="9721850" y="2884488"/>
          <p14:tracePt t="303904" x="9742488" y="2851150"/>
          <p14:tracePt t="303914" x="9756775" y="2803525"/>
          <p14:tracePt t="303926" x="9756775" y="2762250"/>
          <p14:tracePt t="303938" x="9742488" y="2720975"/>
          <p14:tracePt t="303948" x="9736138" y="2681288"/>
          <p14:tracePt t="303961" x="9715500" y="2652713"/>
          <p14:tracePt t="303972" x="9694863" y="2633663"/>
          <p14:tracePt t="303982" x="9661525" y="2619375"/>
          <p14:tracePt t="303994" x="9640888" y="2619375"/>
          <p14:tracePt t="304005" x="9620250" y="2619375"/>
          <p14:tracePt t="304016" x="9599613" y="2619375"/>
          <p14:tracePt t="304028" x="9593263" y="2633663"/>
          <p14:tracePt t="304039" x="9572625" y="2640013"/>
          <p14:tracePt t="304049" x="9551988" y="2660650"/>
          <p14:tracePt t="304063" x="9531350" y="2681288"/>
          <p14:tracePt t="304074" x="9510713" y="2700338"/>
          <p14:tracePt t="304083" x="9504363" y="2728913"/>
          <p14:tracePt t="304096" x="9504363" y="2741613"/>
          <p14:tracePt t="304106" x="9491663" y="2768600"/>
          <p14:tracePt t="304117" x="9504363" y="2803525"/>
          <p14:tracePt t="304129" x="9504363" y="2830513"/>
          <p14:tracePt t="304140" x="9525000" y="2851150"/>
          <p14:tracePt t="304151" x="9545638" y="2884488"/>
          <p14:tracePt t="304163" x="9572625" y="2905125"/>
          <p14:tracePt t="304174" x="9593263" y="2911475"/>
          <p14:tracePt t="304184" x="9620250" y="2919413"/>
          <p14:tracePt t="304196" x="9653588" y="2932113"/>
          <p14:tracePt t="304207" x="9682163" y="2932113"/>
          <p14:tracePt t="304218" x="9715500" y="2932113"/>
          <p14:tracePt t="304229" x="9736138" y="2932113"/>
          <p14:tracePt t="304241" x="9756775" y="2919413"/>
          <p14:tracePt t="304253" x="9777413" y="2911475"/>
          <p14:tracePt t="304263" x="9783763" y="2890838"/>
          <p14:tracePt t="304275" x="9790113" y="2863850"/>
          <p14:tracePt t="304287" x="9790113" y="2824163"/>
          <p14:tracePt t="304297" x="9790113" y="2789238"/>
          <p14:tracePt t="304308" x="9790113" y="2747963"/>
          <p14:tracePt t="304321" x="9777413" y="2720975"/>
          <p14:tracePt t="304330" x="9756775" y="2693988"/>
          <p14:tracePt t="304342" x="9721850" y="2681288"/>
          <p14:tracePt t="304354" x="9682163" y="2673350"/>
          <p14:tracePt t="304364" x="9640888" y="2673350"/>
          <p14:tracePt t="304376" x="9613900" y="2673350"/>
          <p14:tracePt t="304387" x="9586913" y="2673350"/>
          <p14:tracePt t="304398" x="9551988" y="2681288"/>
          <p14:tracePt t="304410" x="9531350" y="2700338"/>
          <p14:tracePt t="304422" x="9510713" y="2720975"/>
          <p14:tracePt t="304432" x="9491663" y="2747963"/>
          <p14:tracePt t="304444" x="9483725" y="2782888"/>
          <p14:tracePt t="304456" x="9483725" y="2803525"/>
          <p14:tracePt t="304465" x="9471025" y="2824163"/>
          <p14:tracePt t="304478" x="9471025" y="2843213"/>
          <p14:tracePt t="304489" x="9471025" y="2851150"/>
          <p14:tracePt t="304499" x="9471025" y="2863850"/>
          <p14:tracePt t="304511" x="9491663" y="2884488"/>
          <p14:tracePt t="304523" x="9525000" y="2890838"/>
          <p14:tracePt t="304533" x="9545638" y="2905125"/>
          <p14:tracePt t="304545" x="9593263" y="2905125"/>
          <p14:tracePt t="304557" x="9653588" y="2911475"/>
          <p14:tracePt t="304567" x="9694863" y="2911475"/>
          <p14:tracePt t="304579" x="9736138" y="2905125"/>
          <p14:tracePt t="304590" x="9763125" y="2890838"/>
          <p14:tracePt t="304601" x="9783763" y="2884488"/>
          <p14:tracePt t="304613" x="9790113" y="2863850"/>
          <p14:tracePt t="304624" x="9804400" y="2830513"/>
          <p14:tracePt t="304634" x="9810750" y="2789238"/>
          <p14:tracePt t="304646" x="9804400" y="2741613"/>
          <p14:tracePt t="304657" x="9790113" y="2708275"/>
          <p14:tracePt t="304679" x="9763125" y="2673350"/>
          <p14:tracePt t="304683" x="9721850" y="2633663"/>
          <p14:tracePt t="304691" x="9674225" y="2613025"/>
          <p14:tracePt t="304707" x="9613900" y="2592388"/>
          <p14:tracePt t="304715" x="9566275" y="2578100"/>
          <p14:tracePt t="304727" x="9531350" y="2578100"/>
          <p14:tracePt t="304738" x="9510713" y="2578100"/>
          <p14:tracePt t="304747" x="9491663" y="2578100"/>
          <p14:tracePt t="304758" x="9483725" y="2592388"/>
          <p14:tracePt t="304771" x="9471025" y="2598738"/>
          <p14:tracePt t="304781" x="9463088" y="2619375"/>
          <p14:tracePt t="304792" x="9444038" y="2652713"/>
          <p14:tracePt t="304804" x="9423400" y="2693988"/>
          <p14:tracePt t="304814" x="9402763" y="2720975"/>
          <p14:tracePt t="304826" x="9396413" y="2762250"/>
          <p14:tracePt t="304837" x="9382125" y="2789238"/>
          <p14:tracePt t="304848" x="9375775" y="2809875"/>
          <p14:tracePt t="304860" x="9375775" y="2843213"/>
          <p14:tracePt t="304882" x="9375775" y="2871788"/>
          <p14:tracePt t="304887" x="9375775" y="2890838"/>
          <p14:tracePt t="304895" x="9382125" y="2911475"/>
          <p14:tracePt t="304906" x="9402763" y="2932113"/>
          <p14:tracePt t="304918" x="9423400" y="2938463"/>
          <p14:tracePt t="304930" x="9444038" y="2952750"/>
          <p14:tracePt t="304949" x="9463088" y="2959100"/>
          <p14:tracePt t="304953" x="9491663" y="2959100"/>
          <p14:tracePt t="304965" x="9525000" y="2959100"/>
          <p14:tracePt t="304973" x="9551988" y="2952750"/>
          <p14:tracePt t="304986" x="9586913" y="2938463"/>
          <p14:tracePt t="304996" x="9620250" y="2919413"/>
          <p14:tracePt t="305007" x="9640888" y="2905125"/>
          <p14:tracePt t="305017" x="9682163" y="2863850"/>
          <p14:tracePt t="305029" x="9701213" y="2803525"/>
          <p14:tracePt t="305040" x="9721850" y="2747963"/>
          <p14:tracePt t="305050" x="9736138" y="2700338"/>
          <p14:tracePt t="305063" x="9736138" y="2652713"/>
          <p14:tracePt t="305084" x="9721850" y="2613025"/>
          <p14:tracePt t="305089" x="9701213" y="2578100"/>
          <p14:tracePt t="305098" x="9661525" y="2557463"/>
          <p14:tracePt t="305108" x="9613900" y="2530475"/>
          <p14:tracePt t="305122" x="9566275" y="2517775"/>
          <p14:tracePt t="305131" x="9531350" y="2517775"/>
          <p14:tracePt t="305142" x="9491663" y="2517775"/>
          <p14:tracePt t="305153" x="9450388" y="2530475"/>
          <p14:tracePt t="305164" x="9429750" y="2538413"/>
          <p14:tracePt t="305176" x="9409113" y="2551113"/>
          <p14:tracePt t="305187" x="9382125" y="2578100"/>
          <p14:tracePt t="305197" x="9355138" y="2619375"/>
          <p14:tracePt t="305209" x="9334500" y="2640013"/>
          <p14:tracePt t="305220" x="9313863" y="2693988"/>
          <p14:tracePt t="305231" x="9301163" y="2720975"/>
          <p14:tracePt t="305243" x="9293225" y="2762250"/>
          <p14:tracePt t="305255" x="9293225" y="2789238"/>
          <p14:tracePt t="305264" x="9301163" y="2843213"/>
          <p14:tracePt t="305277" x="9313863" y="2871788"/>
          <p14:tracePt t="305288" x="9320213" y="2905125"/>
          <p14:tracePt t="305298" x="9340850" y="2932113"/>
          <p14:tracePt t="305310" x="9375775" y="2952750"/>
          <p14:tracePt t="305322" x="9402763" y="2979738"/>
          <p14:tracePt t="305332" x="9429750" y="3000375"/>
          <p14:tracePt t="305344" x="9471025" y="3014663"/>
          <p14:tracePt t="305356" x="9510713" y="3021013"/>
          <p14:tracePt t="305365" x="9545638" y="3021013"/>
          <p14:tracePt t="305378" x="9593263" y="3021013"/>
          <p14:tracePt t="305389" x="9634538" y="3021013"/>
          <p14:tracePt t="305399" x="9661525" y="3014663"/>
          <p14:tracePt t="305412" x="9674225" y="3000375"/>
          <p14:tracePt t="305423" x="9694863" y="2979738"/>
          <p14:tracePt t="305433" x="9701213" y="2959100"/>
          <p14:tracePt t="305445" x="9701213" y="2938463"/>
          <p14:tracePt t="305456" x="9715500" y="2890838"/>
          <p14:tracePt t="305467" x="9715500" y="2851150"/>
          <p14:tracePt t="305479" x="9715500" y="2803525"/>
          <p14:tracePt t="305490" x="9715500" y="2762250"/>
          <p14:tracePt t="305500" x="9701213" y="2720975"/>
          <p14:tracePt t="305513" x="9694863" y="2693988"/>
          <p14:tracePt t="305524" x="9682163" y="2673350"/>
          <p14:tracePt t="305534" x="9661525" y="2652713"/>
          <p14:tracePt t="305547" x="9640888" y="2640013"/>
          <p14:tracePt t="305558" x="9599613" y="2633663"/>
          <p14:tracePt t="305570" x="9572625" y="2633663"/>
          <p14:tracePt t="305580" x="9531350" y="2633663"/>
          <p14:tracePt t="305591" x="9491663" y="2640013"/>
          <p14:tracePt t="305603" x="9450388" y="2673350"/>
          <p14:tracePt t="305613" x="9423400" y="2700338"/>
          <p14:tracePt t="305625" x="9375775" y="2762250"/>
          <p14:tracePt t="305637" x="9355138" y="2809875"/>
          <p14:tracePt t="305647" x="9340850" y="2843213"/>
          <p14:tracePt t="305659" x="9340850" y="2884488"/>
          <p14:tracePt t="305671" x="9340850" y="2905125"/>
          <p14:tracePt t="305681" x="9355138" y="2932113"/>
          <p14:tracePt t="305692" x="9375775" y="2952750"/>
          <p14:tracePt t="305704" x="9396413" y="2973388"/>
          <p14:tracePt t="305726" x="9409113" y="2979738"/>
          <p14:tracePt t="305730" x="9429750" y="2994025"/>
          <p14:tracePt t="305739" x="9450388" y="2994025"/>
          <p14:tracePt t="305750" x="9483725" y="2994025"/>
          <p14:tracePt t="305762" x="9504363" y="2994025"/>
          <p14:tracePt t="305773" x="9510713" y="2994025"/>
          <p14:tracePt t="305782" x="9531350" y="2979738"/>
          <p14:tracePt t="305795" x="9545638" y="2973388"/>
          <p14:tracePt t="305806" x="9551988" y="2959100"/>
          <p14:tracePt t="305816" x="9551988" y="2952750"/>
          <p14:tracePt t="305828" x="9551988" y="2938463"/>
          <p14:tracePt t="305839" x="9551988" y="2932113"/>
          <p14:tracePt t="305849" x="9551988" y="2919413"/>
          <p14:tracePt t="305905" x="9551988" y="2911475"/>
          <p14:tracePt t="305928" x="9551988" y="2905125"/>
          <p14:tracePt t="305939" x="9545638" y="2884488"/>
          <p14:tracePt t="305950" x="9531350" y="2863850"/>
          <p14:tracePt t="305963" x="9525000" y="2830513"/>
          <p14:tracePt t="305974" x="9504363" y="2809875"/>
          <p14:tracePt t="305984" x="9471025" y="2768600"/>
          <p14:tracePt t="305997" x="9444038" y="2741613"/>
          <p14:tracePt t="306008" x="9429750" y="2720975"/>
          <p14:tracePt t="306019" x="9429750" y="2708275"/>
          <p14:tracePt t="306186" x="9429750" y="2700338"/>
          <p14:tracePt t="306209" x="9423400" y="2700338"/>
          <p14:tracePt t="306231" x="9402763" y="2700338"/>
          <p14:tracePt t="306244" x="9382125" y="2693988"/>
          <p14:tracePt t="306255" x="9334500" y="2681288"/>
          <p14:tracePt t="306266" x="9272588" y="2673350"/>
          <p14:tracePt t="306536" x="9280525" y="2673350"/>
          <p14:tracePt t="306547" x="9293225" y="2673350"/>
          <p14:tracePt t="306569" x="9301163" y="2673350"/>
          <p14:tracePt t="306692" x="9313863" y="2673350"/>
          <p14:tracePt t="306715" x="9301163" y="2673350"/>
          <p14:tracePt t="306827" x="9301163" y="2660650"/>
          <p14:tracePt t="306861" x="9301163" y="2652713"/>
          <p14:tracePt t="306873" x="9293225" y="2652713"/>
          <p14:tracePt t="306895" x="9293225" y="2640013"/>
          <p14:tracePt t="306918" x="9280525" y="2633663"/>
          <p14:tracePt t="306951" x="9272588" y="2619375"/>
          <p14:tracePt t="306975" x="9259888" y="2613025"/>
          <p14:tracePt t="306996" x="9253538" y="2598738"/>
          <p14:tracePt t="307009" x="9239250" y="2592388"/>
          <p14:tracePt t="307020" x="9232900" y="2578100"/>
          <p14:tracePt t="307032" x="9212263" y="2578100"/>
          <p14:tracePt t="307044" x="9197975" y="2557463"/>
          <p14:tracePt t="307054" x="9185275" y="2551113"/>
          <p14:tracePt t="307064" x="9164638" y="2538413"/>
          <p14:tracePt t="307077" x="9144000" y="2517775"/>
          <p14:tracePt t="307087" x="9129713" y="2497138"/>
          <p14:tracePt t="307099" x="9110663" y="2482850"/>
          <p14:tracePt t="307110" x="9102725" y="2470150"/>
          <p14:tracePt t="307121" x="9090025" y="2443163"/>
          <p14:tracePt t="307133" x="9082088" y="2408238"/>
          <p14:tracePt t="307145" x="9063038" y="2387600"/>
          <p14:tracePt t="307155" x="9048750" y="2360613"/>
          <p14:tracePt t="307167" x="9042400" y="2327275"/>
          <p14:tracePt t="307178" x="9028113" y="2300288"/>
          <p14:tracePt t="307188" x="9021763" y="2279650"/>
          <p14:tracePt t="307201" x="9007475" y="2259013"/>
          <p14:tracePt t="307212" x="8994775" y="2238375"/>
          <p14:tracePt t="307222" x="8980488" y="2232025"/>
          <p14:tracePt t="307235" x="8974138" y="2217738"/>
          <p14:tracePt t="307246" x="8959850" y="2211388"/>
          <p14:tracePt t="307256" x="8939213" y="2197100"/>
          <p14:tracePt t="307268" x="8939213" y="2190750"/>
          <p14:tracePt t="307279" x="8932863" y="2170113"/>
          <p14:tracePt t="307289" x="8920163" y="2149475"/>
          <p14:tracePt t="307302" x="8912225" y="2128838"/>
          <p14:tracePt t="307313" x="8891588" y="2116138"/>
          <p14:tracePt t="307323" x="8872538" y="2095500"/>
          <p14:tracePt t="307335" x="8851900" y="2074863"/>
          <p14:tracePt t="307347" x="8816975" y="2062163"/>
          <p14:tracePt t="307357" x="8789988" y="2047875"/>
          <p14:tracePt t="307368" x="8769350" y="2027238"/>
          <p14:tracePt t="307380" x="8763000" y="2027238"/>
          <p14:tracePt t="307392" x="8763000" y="2020888"/>
          <p14:tracePt t="307402" x="8742363" y="2006600"/>
          <p14:tracePt t="307413" x="8729663" y="2006600"/>
          <p14:tracePt t="307425" x="8709025" y="2000250"/>
          <p14:tracePt t="307436" x="8701088" y="2000250"/>
          <p14:tracePt t="307458" x="8682038" y="1985963"/>
          <p14:tracePt t="307462" x="8667750" y="1985963"/>
          <p14:tracePt t="307472" x="8661400" y="1985963"/>
          <p14:tracePt t="307484" x="8647113" y="1985963"/>
          <p14:tracePt t="307495" x="8626475" y="1979613"/>
          <p14:tracePt t="307504" x="8599488" y="1966913"/>
          <p14:tracePt t="307517" x="8558213" y="1966913"/>
          <p14:tracePt t="307527" x="8491538" y="1946275"/>
          <p14:tracePt t="307537" x="8396288" y="1946275"/>
          <p14:tracePt t="307549" x="8320088" y="1938338"/>
          <p14:tracePt t="307560" x="8218488" y="1919288"/>
          <p14:tracePt t="307571" x="8129588" y="1905000"/>
          <p14:tracePt t="307583" x="8054975" y="1898650"/>
          <p14:tracePt t="307594" x="7994650" y="1884363"/>
          <p14:tracePt t="307604" x="7939088" y="1878013"/>
          <p14:tracePt t="307616" x="7878763" y="1871663"/>
          <p14:tracePt t="307628" x="7837488" y="1871663"/>
          <p14:tracePt t="307638" x="7804150" y="1857375"/>
          <p14:tracePt t="307650" x="7777163" y="1857375"/>
          <p14:tracePt t="307662" x="7769225" y="1857375"/>
          <p14:tracePt t="307672" x="7756525" y="1857375"/>
          <p14:tracePt t="307684" x="7748588" y="1857375"/>
          <p14:tracePt t="307695" x="7729538" y="1857375"/>
          <p14:tracePt t="307706" x="7715250" y="1857375"/>
          <p14:tracePt t="307976" x="7729538" y="1857375"/>
          <p14:tracePt t="308009" x="7715250" y="1857375"/>
          <p14:tracePt t="308031" x="7708900" y="1871663"/>
          <p14:tracePt t="308044" x="7708900" y="1884363"/>
          <p14:tracePt t="308054" x="7708900" y="1905000"/>
          <p14:tracePt t="308066" x="7735888" y="1985963"/>
          <p14:tracePt t="308078" x="7796213" y="2128838"/>
          <p14:tracePt t="308088" x="7864475" y="2306638"/>
          <p14:tracePt t="308100" x="7905750" y="2449513"/>
          <p14:tracePt t="308111" x="7939088" y="2640013"/>
          <p14:tracePt t="308122" x="7939088" y="2809875"/>
          <p14:tracePt t="308133" x="7926388" y="2932113"/>
          <p14:tracePt t="308145" x="7899400" y="3081338"/>
          <p14:tracePt t="308155" x="7858125" y="3244850"/>
          <p14:tracePt t="308167" x="7804150" y="3395663"/>
          <p14:tracePt t="308179" x="7756525" y="3503613"/>
          <p14:tracePt t="308189" x="7667625" y="3646488"/>
          <p14:tracePt t="308201" x="7566025" y="3783013"/>
          <p14:tracePt t="308213" x="7462838" y="3884613"/>
          <p14:tracePt t="308223" x="7327900" y="4027488"/>
          <p14:tracePt t="308235" x="7177088" y="4157663"/>
          <p14:tracePt t="308246" x="7000875" y="4286250"/>
          <p14:tracePt t="308257" x="6884988" y="4367213"/>
          <p14:tracePt t="308269" x="6721475" y="4476750"/>
          <p14:tracePt t="308281" x="6592888" y="4578350"/>
          <p14:tracePt t="308291" x="6510338" y="4640263"/>
          <p14:tracePt t="308303" x="6429375" y="4721225"/>
          <p14:tracePt t="308314" x="6375400" y="4768850"/>
          <p14:tracePt t="308324" x="6334125" y="4816475"/>
          <p14:tracePt t="308337" x="6300788" y="4857750"/>
          <p14:tracePt t="308348" x="6253163" y="4953000"/>
          <p14:tracePt t="308358" x="6184900" y="5068888"/>
          <p14:tracePt t="308369" x="6129338" y="5170488"/>
          <p14:tracePt t="308381" x="6048375" y="5300663"/>
          <p14:tracePt t="308392" x="5994400" y="5408613"/>
          <p14:tracePt t="308404" x="5953125" y="5503863"/>
          <p14:tracePt t="308415" x="5932488" y="5551488"/>
          <p14:tracePt t="308425" x="5911850" y="5613400"/>
          <p14:tracePt t="308438" x="5891213" y="5673725"/>
          <p14:tracePt t="308449" x="5878513" y="5741988"/>
          <p14:tracePt t="308460" x="5872163" y="5795963"/>
          <p14:tracePt t="308471" x="5857875" y="5851525"/>
          <p14:tracePt t="308482" x="5851525" y="5911850"/>
          <p14:tracePt t="308494" x="5837238" y="5953125"/>
          <p14:tracePt t="308504" x="5830888" y="6015038"/>
          <p14:tracePt t="308516" x="5810250" y="6075363"/>
          <p14:tracePt t="308528" x="5789613" y="6137275"/>
          <p14:tracePt t="308538" x="5783263" y="6205538"/>
          <p14:tracePt t="308549" x="5768975" y="6272213"/>
          <p14:tracePt t="308562" x="5762625" y="6348413"/>
          <p14:tracePt t="308572" x="5748338" y="6396038"/>
          <p14:tracePt t="308583" x="5748338" y="6456363"/>
          <p14:tracePt t="308595" x="5748338" y="6503988"/>
          <p14:tracePt t="308606" x="5748338" y="6557963"/>
          <p14:tracePt t="308617" x="5748338" y="6586538"/>
          <p14:tracePt t="308629" x="5748338" y="6619875"/>
          <p14:tracePt t="308639" x="5762625" y="6653213"/>
          <p14:tracePt t="308651" x="5762625" y="6673850"/>
          <p14:tracePt t="308663" x="5762625" y="6708775"/>
          <p14:tracePt t="308673" x="5762625" y="6735763"/>
          <p14:tracePt t="308685" x="5768975" y="6756400"/>
          <p14:tracePt t="308697" x="5768975" y="6777038"/>
          <p14:tracePt t="308707" x="5789613" y="6796088"/>
          <p14:tracePt t="308719" x="5795963" y="6816725"/>
          <p14:tracePt t="308731" x="5816600" y="6831013"/>
          <p14:tracePt t="308741" x="5830888" y="6837363"/>
          <p14:tracePt t="309373" x="0" y="0"/>
        </p14:tracePtLst>
        <p14:tracePtLst>
          <p14:tracePt t="345316" x="4776788" y="6837363"/>
          <p14:tracePt t="345328" x="5089525" y="6605588"/>
          <p14:tracePt t="345337" x="5408613" y="6354763"/>
          <p14:tracePt t="345348" x="5973763" y="5926138"/>
          <p14:tracePt t="345361" x="6592888" y="5429250"/>
          <p14:tracePt t="345371" x="7265988" y="4919663"/>
          <p14:tracePt t="345382" x="7735888" y="4572000"/>
          <p14:tracePt t="345395" x="8328025" y="4095750"/>
          <p14:tracePt t="345405" x="8763000" y="3714750"/>
          <p14:tracePt t="345416" x="9082088" y="3414713"/>
          <p14:tracePt t="345429" x="9253538" y="3244850"/>
          <p14:tracePt t="345438" x="9409113" y="3062288"/>
          <p14:tracePt t="345450" x="9525000" y="2919413"/>
          <p14:tracePt t="345462" x="9572625" y="2843213"/>
          <p14:tracePt t="345473" x="9613900" y="2747963"/>
          <p14:tracePt t="345484" x="9620250" y="2660650"/>
          <p14:tracePt t="345495" x="9620250" y="2571750"/>
          <p14:tracePt t="345508" x="9620250" y="2497138"/>
          <p14:tracePt t="345518" x="9599613" y="2422525"/>
          <p14:tracePt t="345529" x="9572625" y="2360613"/>
          <p14:tracePt t="345541" x="9545638" y="2319338"/>
          <p14:tracePt t="345574" x="9510713" y="2286000"/>
          <p14:tracePt t="345578" x="9483725" y="2279650"/>
          <p14:tracePt t="345585" x="9463088" y="2279650"/>
          <p14:tracePt t="345588" x="9444038" y="2279650"/>
          <p14:tracePt t="345597" x="9423400" y="2286000"/>
          <p14:tracePt t="345609" x="9409113" y="2300288"/>
          <p14:tracePt t="345620" x="9402763" y="2319338"/>
          <p14:tracePt t="345630" x="9382125" y="2319338"/>
          <p14:tracePt t="345642" x="9375775" y="2327275"/>
          <p14:tracePt t="345653" x="9355138" y="2327275"/>
          <p14:tracePt t="345664" x="9313863" y="2327275"/>
          <p14:tracePt t="345677" x="9212263" y="2300288"/>
          <p14:tracePt t="345688" x="9063038" y="2259013"/>
          <p14:tracePt t="345698" x="8953500" y="2211388"/>
          <p14:tracePt t="345710" x="8796338" y="2128838"/>
          <p14:tracePt t="345722" x="8667750" y="2027238"/>
          <p14:tracePt t="345731" x="8551863" y="1925638"/>
          <p14:tracePt t="345744" x="8456613" y="1851025"/>
          <p14:tracePt t="345754" x="8348663" y="1747838"/>
          <p14:tracePt t="345766" x="8259763" y="1693863"/>
          <p14:tracePt t="345777" x="8218488" y="1673225"/>
          <p14:tracePt t="345788" x="8170863" y="1666875"/>
          <p14:tracePt t="345799" x="8150225" y="1660525"/>
          <p14:tracePt t="345812" x="8129588" y="1660525"/>
          <p14:tracePt t="345822" x="8116888" y="1660525"/>
          <p14:tracePt t="345833" x="8089900" y="1660525"/>
          <p14:tracePt t="345845" x="8015288" y="1660525"/>
          <p14:tracePt t="346192" x="8007350" y="1660525"/>
          <p14:tracePt t="346248" x="8015288" y="1660525"/>
          <p14:tracePt t="346282" x="8015288" y="1646238"/>
          <p14:tracePt t="346315" x="8007350" y="1646238"/>
          <p14:tracePt t="346360" x="8015288" y="1646238"/>
          <p14:tracePt t="346416" x="8027988" y="1646238"/>
          <p14:tracePt t="346529" x="8015288" y="1646238"/>
          <p14:tracePt t="346540" x="8015288" y="1639888"/>
          <p14:tracePt t="346563" x="8007350" y="1639888"/>
          <p14:tracePt t="346574" x="8007350" y="1625600"/>
          <p14:tracePt t="346631" x="7994650" y="1625600"/>
          <p14:tracePt t="346698" x="7994650" y="1619250"/>
          <p14:tracePt t="346721" x="7994650" y="1604963"/>
          <p14:tracePt t="346743" x="7994650" y="1598613"/>
          <p14:tracePt t="346755" x="7994650" y="1585913"/>
          <p14:tracePt t="346767" x="7994650" y="1577975"/>
          <p14:tracePt t="346781" x="8007350" y="1565275"/>
          <p14:tracePt t="346789" x="8007350" y="1557338"/>
          <p14:tracePt t="346800" x="8007350" y="1544638"/>
          <p14:tracePt t="346811" x="8015288" y="1544638"/>
          <p14:tracePt t="346823" x="8015288" y="1538288"/>
          <p14:tracePt t="346834" x="8027988" y="1524000"/>
          <p14:tracePt t="346846" x="8034338" y="1517650"/>
          <p14:tracePt t="346857" x="8048625" y="1517650"/>
          <p14:tracePt t="346868" x="8069263" y="1503363"/>
          <p14:tracePt t="346882" x="8075613" y="1482725"/>
          <p14:tracePt t="346892" x="8089900" y="1476375"/>
          <p14:tracePt t="346901" x="8096250" y="1455738"/>
          <p14:tracePt t="346915" x="8096250" y="1449388"/>
          <p14:tracePt t="346925" x="8096250" y="1435100"/>
          <p14:tracePt t="346936" x="8096250" y="1428750"/>
          <p14:tracePt t="346946" x="8096250" y="1414463"/>
          <p14:tracePt t="347013" x="8089900" y="1414463"/>
          <p14:tracePt t="347047" x="8075613" y="1414463"/>
          <p14:tracePt t="347081" x="8075613" y="1428750"/>
          <p14:tracePt t="347092" x="8075613" y="1435100"/>
          <p14:tracePt t="347103" x="8089900" y="1449388"/>
          <p14:tracePt t="347115" x="8110538" y="1462088"/>
          <p14:tracePt t="347127" x="8137525" y="1482725"/>
          <p14:tracePt t="347137" x="8158163" y="1482725"/>
          <p14:tracePt t="347150" x="8191500" y="1497013"/>
          <p14:tracePt t="347161" x="8224838" y="1497013"/>
          <p14:tracePt t="347171" x="8259763" y="1482725"/>
          <p14:tracePt t="347184" x="8301038" y="1476375"/>
          <p14:tracePt t="347195" x="8328025" y="1455738"/>
          <p14:tracePt t="347205" x="8340725" y="1435100"/>
          <p14:tracePt t="347218" x="8340725" y="1414463"/>
          <p14:tracePt t="347228" x="8340725" y="1387475"/>
          <p14:tracePt t="347240" x="8320088" y="1354138"/>
          <p14:tracePt t="347251" x="8301038" y="1327150"/>
          <p14:tracePt t="347261" x="8266113" y="1292225"/>
          <p14:tracePt t="347274" x="8239125" y="1271588"/>
          <p14:tracePt t="347285" x="8191500" y="1265238"/>
          <p14:tracePt t="347295" x="8170863" y="1265238"/>
          <p14:tracePt t="347307" x="8150225" y="1271588"/>
          <p14:tracePt t="347318" x="8129588" y="1271588"/>
          <p14:tracePt t="347328" x="8129588" y="1285875"/>
          <p14:tracePt t="347340" x="8116888" y="1292225"/>
          <p14:tracePt t="347352" x="8116888" y="1306513"/>
          <p14:tracePt t="347362" x="8116888" y="1312863"/>
          <p14:tracePt t="347374" x="8116888" y="1333500"/>
          <p14:tracePt t="347385" x="8129588" y="1354138"/>
          <p14:tracePt t="347396" x="8150225" y="1374775"/>
          <p14:tracePt t="347408" x="8158163" y="1387475"/>
          <p14:tracePt t="347419" x="8177213" y="1395413"/>
          <p14:tracePt t="347431" x="8197850" y="1408113"/>
          <p14:tracePt t="347442" x="8224838" y="1408113"/>
          <p14:tracePt t="347453" x="8245475" y="1408113"/>
          <p14:tracePt t="347464" x="8280400" y="1395413"/>
          <p14:tracePt t="347475" x="8301038" y="1387475"/>
          <p14:tracePt t="347486" x="8301038" y="1374775"/>
          <p14:tracePt t="347498" x="8307388" y="1366838"/>
          <p14:tracePt t="347508" x="8307388" y="1347788"/>
          <p14:tracePt t="347520" x="8286750" y="1327150"/>
          <p14:tracePt t="347533" x="8266113" y="1306513"/>
          <p14:tracePt t="347543" x="8218488" y="1271588"/>
          <p14:tracePt t="347555" x="8150225" y="1238250"/>
          <p14:tracePt t="347567" x="8048625" y="1217613"/>
          <p14:tracePt t="347577" x="7986713" y="1217613"/>
          <p14:tracePt t="347589" x="7926388" y="1217613"/>
          <p14:tracePt t="347600" x="7885113" y="1217613"/>
          <p14:tracePt t="347609" x="7864475" y="1223963"/>
          <p14:tracePt t="347622" x="7858125" y="1244600"/>
          <p14:tracePt t="347633" x="7858125" y="1265238"/>
          <p14:tracePt t="347643" x="7858125" y="1285875"/>
          <p14:tracePt t="347666" x="7864475" y="1312863"/>
          <p14:tracePt t="347670" x="7899400" y="1347788"/>
          <p14:tracePt t="347679" x="7939088" y="1354138"/>
          <p14:tracePt t="347692" x="7967663" y="1354138"/>
          <p14:tracePt t="347702" x="8007350" y="1354138"/>
          <p14:tracePt t="347711" x="8034338" y="1347788"/>
          <p14:tracePt t="347724" x="8054975" y="1333500"/>
          <p14:tracePt t="347735" x="8075613" y="1327150"/>
          <p14:tracePt t="347745" x="8075613" y="1312863"/>
          <p14:tracePt t="347756" x="8075613" y="1292225"/>
          <p14:tracePt t="347768" x="8075613" y="1285875"/>
          <p14:tracePt t="347778" x="8054975" y="1271588"/>
          <p14:tracePt t="347790" x="8027988" y="1271588"/>
          <p14:tracePt t="347802" x="7994650" y="1271588"/>
          <p14:tracePt t="347812" x="7980363" y="1285875"/>
          <p14:tracePt t="347823" x="7959725" y="1306513"/>
          <p14:tracePt t="347835" x="7939088" y="1347788"/>
          <p14:tracePt t="347846" x="7920038" y="1374775"/>
          <p14:tracePt t="347858" x="7920038" y="1428750"/>
          <p14:tracePt t="347869" x="7926388" y="1455738"/>
          <p14:tracePt t="347881" x="7947025" y="1476375"/>
          <p14:tracePt t="347891" x="7980363" y="1482725"/>
          <p14:tracePt t="347903" x="8015288" y="1482725"/>
          <p14:tracePt t="347914" x="8075613" y="1476375"/>
          <p14:tracePt t="347935" x="8116888" y="1462088"/>
          <p14:tracePt t="347940" x="8177213" y="1449388"/>
          <p14:tracePt t="347951" x="8205788" y="1414463"/>
          <p14:tracePt t="347964" x="8239125" y="1387475"/>
          <p14:tracePt t="347971" x="8239125" y="1366838"/>
          <p14:tracePt t="347984" x="8239125" y="1347788"/>
          <p14:tracePt t="347993" x="8224838" y="1327150"/>
          <p14:tracePt t="348005" x="8205788" y="1312863"/>
          <p14:tracePt t="348017" x="8170863" y="1306513"/>
          <p14:tracePt t="348026" x="8129588" y="1306513"/>
          <p14:tracePt t="348038" x="8089900" y="1312863"/>
          <p14:tracePt t="348050" x="8069263" y="1327150"/>
          <p14:tracePt t="348059" x="8048625" y="1354138"/>
          <p14:tracePt t="348071" x="8027988" y="1387475"/>
          <p14:tracePt t="348083" x="8027988" y="1408113"/>
          <p14:tracePt t="348093" x="8034338" y="1435100"/>
          <p14:tracePt t="348105" x="8054975" y="1476375"/>
          <p14:tracePt t="348117" x="8110538" y="1497013"/>
          <p14:tracePt t="348127" x="8150225" y="1503363"/>
          <p14:tracePt t="348140" x="8218488" y="1517650"/>
          <p14:tracePt t="348151" x="8280400" y="1517650"/>
          <p14:tracePt t="348161" x="8320088" y="1503363"/>
          <p14:tracePt t="348174" x="8361363" y="1482725"/>
          <p14:tracePt t="348185" x="8367713" y="1462088"/>
          <p14:tracePt t="348206" x="8382000" y="1435100"/>
          <p14:tracePt t="348210" x="8367713" y="1408113"/>
          <p14:tracePt t="348218" x="8340725" y="1366838"/>
          <p14:tracePt t="348233" x="8280400" y="1312863"/>
          <p14:tracePt t="348243" x="8224838" y="1292225"/>
          <p14:tracePt t="348253" x="8158163" y="1271588"/>
          <p14:tracePt t="348263" x="8096250" y="1271588"/>
          <p14:tracePt t="348275" x="8069263" y="1285875"/>
          <p14:tracePt t="348286" x="8048625" y="1292225"/>
          <p14:tracePt t="348296" x="8027988" y="1312863"/>
          <p14:tracePt t="348308" x="8027988" y="1347788"/>
          <p14:tracePt t="348319" x="8027988" y="1366838"/>
          <p14:tracePt t="348331" x="8048625" y="1395413"/>
          <p14:tracePt t="348342" x="8075613" y="1414463"/>
          <p14:tracePt t="348353" x="8116888" y="1428750"/>
          <p14:tracePt t="348364" x="8150225" y="1435100"/>
          <p14:tracePt t="348375" x="8191500" y="1435100"/>
          <p14:tracePt t="348386" x="8218488" y="1435100"/>
          <p14:tracePt t="348398" x="8224838" y="1428750"/>
          <p14:tracePt t="348409" x="8239125" y="1414463"/>
          <p14:tracePt t="348420" x="8245475" y="1395413"/>
          <p14:tracePt t="348432" x="8245475" y="1374775"/>
          <p14:tracePt t="348442" x="8239125" y="1354138"/>
          <p14:tracePt t="348453" x="8224838" y="1327150"/>
          <p14:tracePt t="348465" x="8205788" y="1306513"/>
          <p14:tracePt t="348476" x="8191500" y="1292225"/>
          <p14:tracePt t="348488" x="8170863" y="1292225"/>
          <p14:tracePt t="348499" x="8150225" y="1292225"/>
          <p14:tracePt t="348509" x="8129588" y="1292225"/>
          <p14:tracePt t="348521" x="8116888" y="1306513"/>
          <p14:tracePt t="348533" x="8096250" y="1312863"/>
          <p14:tracePt t="348543" x="8089900" y="1347788"/>
          <p14:tracePt t="348555" x="8089900" y="1366838"/>
          <p14:tracePt t="348567" x="8089900" y="1395413"/>
          <p14:tracePt t="348577" x="8089900" y="1414463"/>
          <p14:tracePt t="348589" x="8110538" y="1435100"/>
          <p14:tracePt t="348600" x="8116888" y="1449388"/>
          <p14:tracePt t="348611" x="8137525" y="1449388"/>
          <p14:tracePt t="348623" x="8158163" y="1449388"/>
          <p14:tracePt t="348634" x="8177213" y="1435100"/>
          <p14:tracePt t="348644" x="8197850" y="1428750"/>
          <p14:tracePt t="348657" x="8218488" y="1408113"/>
          <p14:tracePt t="348668" x="8224838" y="1387475"/>
          <p14:tracePt t="348678" x="8239125" y="1366838"/>
          <p14:tracePt t="348690" x="8239125" y="1347788"/>
          <p14:tracePt t="348723" x="8224838" y="1327150"/>
          <p14:tracePt t="348730" x="8218488" y="1312863"/>
          <p14:tracePt t="348738" x="8197850" y="1306513"/>
          <p14:tracePt t="348740" x="8158163" y="1292225"/>
          <p14:tracePt t="348751" x="8116888" y="1285875"/>
          <p14:tracePt t="348759" x="8075613" y="1292225"/>
          <p14:tracePt t="348768" x="8048625" y="1306513"/>
          <p14:tracePt t="348784" x="8015288" y="1327150"/>
          <p14:tracePt t="348793" x="7994650" y="1347788"/>
          <p14:tracePt t="348803" x="7994650" y="1374775"/>
          <p14:tracePt t="348815" x="8007350" y="1395413"/>
          <p14:tracePt t="348825" x="8027988" y="1414463"/>
          <p14:tracePt t="348837" x="8048625" y="1428750"/>
          <p14:tracePt t="348848" x="8075613" y="1435100"/>
          <p14:tracePt t="348859" x="8116888" y="1435100"/>
          <p14:tracePt t="348870" x="8137525" y="1435100"/>
          <p14:tracePt t="348882" x="8170863" y="1428750"/>
          <p14:tracePt t="348892" x="8197850" y="1408113"/>
          <p14:tracePt t="348904" x="8218488" y="1374775"/>
          <p14:tracePt t="348916" x="8218488" y="1354138"/>
          <p14:tracePt t="348926" x="8218488" y="1327150"/>
          <p14:tracePt t="348937" x="8218488" y="1292225"/>
          <p14:tracePt t="348949" x="8205788" y="1271588"/>
          <p14:tracePt t="348959" x="8191500" y="1252538"/>
          <p14:tracePt t="348971" x="8150225" y="1244600"/>
          <p14:tracePt t="348983" x="8110538" y="1238250"/>
          <p14:tracePt t="348993" x="8089900" y="1244600"/>
          <p14:tracePt t="349006" x="8054975" y="1252538"/>
          <p14:tracePt t="349017" x="8034338" y="1271588"/>
          <p14:tracePt t="349027" x="8007350" y="1306513"/>
          <p14:tracePt t="349039" x="7994650" y="1327150"/>
          <p14:tracePt t="349051" x="7986713" y="1366838"/>
          <p14:tracePt t="349061" x="7994650" y="1395413"/>
          <p14:tracePt t="349073" x="8007350" y="1408113"/>
          <p14:tracePt t="349084" x="8015288" y="1414463"/>
          <p14:tracePt t="349095" x="8048625" y="1428750"/>
          <p14:tracePt t="349107" x="8069263" y="1428750"/>
          <p14:tracePt t="349118" x="8089900" y="1414463"/>
          <p14:tracePt t="349128" x="8116888" y="1408113"/>
          <p14:tracePt t="349140" x="8129588" y="1387475"/>
          <p14:tracePt t="349152" x="8137525" y="1374775"/>
          <p14:tracePt t="349162" x="8150225" y="1354138"/>
          <p14:tracePt t="349173" x="8150225" y="1327150"/>
          <p14:tracePt t="349185" x="8137525" y="1306513"/>
          <p14:tracePt t="349196" x="8129588" y="1292225"/>
          <p14:tracePt t="349208" x="8110538" y="1285875"/>
          <p14:tracePt t="349219" x="8069263" y="1271588"/>
          <p14:tracePt t="349229" x="8048625" y="1285875"/>
          <p14:tracePt t="349241" x="8027988" y="1292225"/>
          <p14:tracePt t="349253" x="8015288" y="1312863"/>
          <p14:tracePt t="349264" x="8007350" y="1333500"/>
          <p14:tracePt t="349275" x="8007350" y="1354138"/>
          <p14:tracePt t="349286" x="8007350" y="1387475"/>
          <p14:tracePt t="349298" x="8027988" y="1414463"/>
          <p14:tracePt t="349309" x="8048625" y="1428750"/>
          <p14:tracePt t="349320" x="8089900" y="1449388"/>
          <p14:tracePt t="349332" x="8116888" y="1449388"/>
          <p14:tracePt t="349342" x="8137525" y="1449388"/>
          <p14:tracePt t="349353" x="8158163" y="1449388"/>
          <p14:tracePt t="349366" x="8170863" y="1435100"/>
          <p14:tracePt t="349375" x="8170863" y="1428750"/>
          <p14:tracePt t="349387" x="8170863" y="1414463"/>
          <p14:tracePt t="349399" x="8170863" y="1408113"/>
          <p14:tracePt t="349409" x="8170863" y="1395413"/>
          <p14:tracePt t="349421" x="8158163" y="1395413"/>
          <p14:tracePt t="349477" x="8158163" y="1408113"/>
          <p14:tracePt t="349488" x="8150225" y="1408113"/>
          <p14:tracePt t="349500" x="8150225" y="1414463"/>
          <p14:tracePt t="349511" x="8150225" y="1428750"/>
          <p14:tracePt t="349523" x="8137525" y="1455738"/>
          <p14:tracePt t="349534" x="8137525" y="1497013"/>
          <p14:tracePt t="349544" x="8150225" y="1538288"/>
          <p14:tracePt t="349557" x="8150225" y="1625600"/>
          <p14:tracePt t="349568" x="8137525" y="1755775"/>
          <p14:tracePt t="349578" x="8137525" y="1919288"/>
          <p14:tracePt t="349590" x="8137525" y="2062163"/>
          <p14:tracePt t="349602" x="8137525" y="2271713"/>
          <p14:tracePt t="349612" x="8116888" y="2462213"/>
          <p14:tracePt t="349624" x="8089900" y="2592388"/>
          <p14:tracePt t="349635" x="8034338" y="2747963"/>
          <p14:tracePt t="349646" x="7986713" y="2905125"/>
          <p14:tracePt t="349658" x="7947025" y="3021013"/>
          <p14:tracePt t="349669" x="7920038" y="3095625"/>
          <p14:tracePt t="349681" x="7899400" y="3163888"/>
          <p14:tracePt t="349692" x="7885113" y="3224213"/>
          <p14:tracePt t="349703" x="7878763" y="3265488"/>
          <p14:tracePt t="349714" x="7878763" y="3327400"/>
          <p14:tracePt t="349725" x="7885113" y="3375025"/>
          <p14:tracePt t="349737" x="7905750" y="3414713"/>
          <p14:tracePt t="349769" x="7926388" y="3455988"/>
          <p14:tracePt t="349773" x="7967663" y="3497263"/>
          <p14:tracePt t="349785" x="8034338" y="3565525"/>
          <p14:tracePt t="349794" x="8075613" y="3592513"/>
          <p14:tracePt t="349804" x="8110538" y="3613150"/>
          <p14:tracePt t="349818" x="8129588" y="3625850"/>
          <p14:tracePt t="349828" x="8137525" y="3625850"/>
          <p14:tracePt t="349839" x="8150225" y="3625850"/>
          <p14:tracePt t="349850" x="8158163" y="3625850"/>
          <p14:tracePt t="349860" x="8170863" y="3625850"/>
          <p14:tracePt t="349872" x="8177213" y="3613150"/>
          <p14:tracePt t="349883" x="8191500" y="3613150"/>
          <p14:tracePt t="349893" x="8205788" y="3613150"/>
          <p14:tracePt t="349905" x="8218488" y="3605213"/>
          <p14:tracePt t="349917" x="8224838" y="3605213"/>
          <p14:tracePt t="349949" x="8218488" y="3605213"/>
          <p14:tracePt t="349960" x="8191500" y="3605213"/>
          <p14:tracePt t="349973" x="8110538" y="3605213"/>
          <p14:tracePt t="349984" x="8015288" y="3613150"/>
          <p14:tracePt t="349994" x="7905750" y="3633788"/>
          <p14:tracePt t="350007" x="7804150" y="3687763"/>
          <p14:tracePt t="350018" x="7735888" y="3741738"/>
          <p14:tracePt t="350028" x="7694613" y="3783013"/>
          <p14:tracePt t="350041" x="7667625" y="3836988"/>
          <p14:tracePt t="350052" x="7646988" y="3878263"/>
          <p14:tracePt t="350062" x="7634288" y="3905250"/>
          <p14:tracePt t="350073" x="7634288" y="3938588"/>
          <p14:tracePt t="350085" x="7634288" y="3973513"/>
          <p14:tracePt t="350096" x="7646988" y="3994150"/>
          <p14:tracePt t="350108" x="7653338" y="4014788"/>
          <p14:tracePt t="350119" x="7673975" y="4027488"/>
          <p14:tracePt t="350131" x="7708900" y="4048125"/>
          <p14:tracePt t="350142" x="7729538" y="4048125"/>
          <p14:tracePt t="350153" x="7789863" y="4068763"/>
          <p14:tracePt t="350165" x="7843838" y="4075113"/>
          <p14:tracePt t="350175" x="7905750" y="4075113"/>
          <p14:tracePt t="350186" x="7959725" y="4075113"/>
          <p14:tracePt t="350198" x="8015288" y="4068763"/>
          <p14:tracePt t="350209" x="8096250" y="4048125"/>
          <p14:tracePt t="350220" x="8158163" y="4027488"/>
          <p14:tracePt t="350232" x="8259763" y="3994150"/>
          <p14:tracePt t="350242" x="8361363" y="3952875"/>
          <p14:tracePt t="350253" x="8450263" y="3905250"/>
          <p14:tracePt t="350266" x="8497888" y="3863975"/>
          <p14:tracePt t="350276" x="8551863" y="3816350"/>
          <p14:tracePt t="350287" x="8558213" y="3762375"/>
          <p14:tracePt t="350299" x="8558213" y="3729038"/>
          <p14:tracePt t="350309" x="8531225" y="3667125"/>
          <p14:tracePt t="350322" x="8477250" y="3605213"/>
          <p14:tracePt t="350333" x="8415338" y="3565525"/>
          <p14:tracePt t="350343" x="8361363" y="3544888"/>
          <p14:tracePt t="350356" x="8280400" y="3530600"/>
          <p14:tracePt t="350367" x="8205788" y="3544888"/>
          <p14:tracePt t="350377" x="8158163" y="3551238"/>
          <p14:tracePt t="350389" x="8096250" y="3592513"/>
          <p14:tracePt t="350400" x="8048625" y="3652838"/>
          <p14:tracePt t="350411" x="7994650" y="3741738"/>
          <p14:tracePt t="350423" x="7986713" y="3816350"/>
          <p14:tracePt t="350434" x="7986713" y="3925888"/>
          <p14:tracePt t="350444" x="8034338" y="4054475"/>
          <p14:tracePt t="350457" x="8110538" y="4157663"/>
          <p14:tracePt t="350468" x="8239125" y="4300538"/>
          <p14:tracePt t="350478" x="8361363" y="4395788"/>
          <p14:tracePt t="350491" x="8477250" y="4476750"/>
          <p14:tracePt t="350502" x="8558213" y="4510088"/>
          <p14:tracePt t="350512" x="8661400" y="4530725"/>
          <p14:tracePt t="350524" x="8763000" y="4530725"/>
          <p14:tracePt t="350536" x="8831263" y="4530725"/>
          <p14:tracePt t="350546" x="8899525" y="4518025"/>
          <p14:tracePt t="350558" x="8953500" y="4491038"/>
          <p14:tracePt t="350569" x="8994775" y="4456113"/>
          <p14:tracePt t="350579" x="9007475" y="4414838"/>
          <p14:tracePt t="350591" x="9021763" y="4360863"/>
          <p14:tracePt t="350603" x="9007475" y="4286250"/>
          <p14:tracePt t="350614" x="8994775" y="4217988"/>
          <p14:tracePt t="350625" x="8953500" y="4129088"/>
          <p14:tracePt t="350636" x="8899525" y="4033838"/>
          <p14:tracePt t="350648" x="8837613" y="3973513"/>
          <p14:tracePt t="350659" x="8789988" y="3938588"/>
          <p14:tracePt t="350670" x="8701088" y="3905250"/>
          <p14:tracePt t="350682" x="8605838" y="3898900"/>
          <p14:tracePt t="350692" x="8510588" y="3905250"/>
          <p14:tracePt t="350704" x="8450263" y="3925888"/>
          <p14:tracePt t="350716" x="8361363" y="3967163"/>
          <p14:tracePt t="350726" x="8266113" y="4033838"/>
          <p14:tracePt t="350737" x="8205788" y="4095750"/>
          <p14:tracePt t="350749" x="8150225" y="4205288"/>
          <p14:tracePt t="350759" x="8110538" y="4306888"/>
          <p14:tracePt t="350771" x="8110538" y="4375150"/>
          <p14:tracePt t="350783" x="8116888" y="4435475"/>
          <p14:tracePt t="350816" x="8150225" y="4491038"/>
          <p14:tracePt t="350820" x="8191500" y="4530725"/>
          <p14:tracePt t="350830" x="8224838" y="4551363"/>
          <p14:tracePt t="350834" x="8307388" y="4557713"/>
          <p14:tracePt t="350840" x="8388350" y="4551363"/>
          <p14:tracePt t="350851" x="8491538" y="4530725"/>
          <p14:tracePt t="350862" x="8558213" y="4491038"/>
          <p14:tracePt t="350874" x="8661400" y="4414838"/>
          <p14:tracePt t="350886" x="8748713" y="4327525"/>
          <p14:tracePt t="350895" x="8789988" y="4244975"/>
          <p14:tracePt t="350906" x="8810625" y="4137025"/>
          <p14:tracePt t="350918" x="8810625" y="4027488"/>
          <p14:tracePt t="350928" x="8763000" y="3925888"/>
          <p14:tracePt t="350941" x="8721725" y="3878263"/>
          <p14:tracePt t="350952" x="8647113" y="3824288"/>
          <p14:tracePt t="350962" x="8558213" y="3816350"/>
          <p14:tracePt t="350975" x="8491538" y="3803650"/>
          <p14:tracePt t="350986" x="8388350" y="3816350"/>
          <p14:tracePt t="350996" x="8286750" y="3843338"/>
          <p14:tracePt t="351008" x="8205788" y="3898900"/>
          <p14:tracePt t="351019" x="8158163" y="3946525"/>
          <p14:tracePt t="351031" x="8096250" y="4027488"/>
          <p14:tracePt t="351041" x="8069263" y="4095750"/>
          <p14:tracePt t="351053" x="8054975" y="4149725"/>
          <p14:tracePt t="351064" x="8054975" y="4184650"/>
          <p14:tracePt t="351075" x="8069263" y="4217988"/>
          <p14:tracePt t="351086" x="8089900" y="4244975"/>
          <p14:tracePt t="351098" x="8110538" y="4265613"/>
          <p14:tracePt t="351108" x="8170863" y="4300538"/>
          <p14:tracePt t="351120" x="8245475" y="4306888"/>
          <p14:tracePt t="351133" x="8320088" y="4306888"/>
          <p14:tracePt t="351142" x="8415338" y="4300538"/>
          <p14:tracePt t="351154" x="8518525" y="4279900"/>
          <p14:tracePt t="351166" x="8620125" y="4224338"/>
          <p14:tracePt t="351176" x="8682038" y="4184650"/>
          <p14:tracePt t="351187" x="8742363" y="4116388"/>
          <p14:tracePt t="351199" x="8769350" y="4033838"/>
          <p14:tracePt t="351210" x="8769350" y="3967163"/>
          <p14:tracePt t="351221" x="8748713" y="3878263"/>
          <p14:tracePt t="351233" x="8701088" y="3776663"/>
          <p14:tracePt t="351243" x="8640763" y="3708400"/>
          <p14:tracePt t="351256" x="8593138" y="3667125"/>
          <p14:tracePt t="351267" x="8539163" y="3633788"/>
          <p14:tracePt t="351277" x="8477250" y="3613150"/>
          <p14:tracePt t="351290" x="8435975" y="3613150"/>
          <p14:tracePt t="351300" x="8382000" y="3625850"/>
          <p14:tracePt t="351311" x="8320088" y="3646488"/>
          <p14:tracePt t="351323" x="8259763" y="3687763"/>
          <p14:tracePt t="351334" x="8205788" y="3735388"/>
          <p14:tracePt t="351344" x="8150225" y="3803650"/>
          <p14:tracePt t="351357" x="8110538" y="3878263"/>
          <p14:tracePt t="351368" x="8089900" y="3938588"/>
          <p14:tracePt t="351378" x="8069263" y="4014788"/>
          <p14:tracePt t="351391" x="8069263" y="4089400"/>
          <p14:tracePt t="351402" x="8075613" y="4137025"/>
          <p14:tracePt t="351412" x="8096250" y="4164013"/>
          <p14:tracePt t="351424" x="8137525" y="4197350"/>
          <p14:tracePt t="351457" x="8197850" y="4224338"/>
          <p14:tracePt t="351462" x="8245475" y="4238625"/>
          <p14:tracePt t="351472" x="8470900" y="4244975"/>
          <p14:tracePt t="351486" x="8605838" y="4238625"/>
          <p14:tracePt t="351494" x="8709025" y="4224338"/>
          <p14:tracePt t="351502" x="8831263" y="4184650"/>
          <p14:tracePt t="351516" x="8932863" y="4129088"/>
          <p14:tracePt t="351526" x="9001125" y="4068763"/>
          <p14:tracePt t="351538" x="9063038" y="3986213"/>
          <p14:tracePt t="351549" x="9069388" y="3898900"/>
          <p14:tracePt t="351559" x="9048750" y="3803650"/>
          <p14:tracePt t="351570" x="9021763" y="3741738"/>
          <p14:tracePt t="351583" x="8959850" y="3673475"/>
          <p14:tracePt t="351592" x="8899525" y="3625850"/>
          <p14:tracePt t="351604" x="8837613" y="3605213"/>
          <p14:tracePt t="351616" x="8748713" y="3571875"/>
          <p14:tracePt t="351626" x="8661400" y="3571875"/>
          <p14:tracePt t="351637" x="8572500" y="3571875"/>
          <p14:tracePt t="351649" x="8510588" y="3592513"/>
          <p14:tracePt t="351660" x="8435975" y="3625850"/>
          <p14:tracePt t="351672" x="8361363" y="3687763"/>
          <p14:tracePt t="351683" x="8307388" y="3741738"/>
          <p14:tracePt t="351693" x="8224838" y="3824288"/>
          <p14:tracePt t="351706" x="8170863" y="3919538"/>
          <p14:tracePt t="351717" x="8129588" y="4006850"/>
          <p14:tracePt t="351727" x="8110538" y="4075113"/>
          <p14:tracePt t="351740" x="8096250" y="4149725"/>
          <p14:tracePt t="351751" x="8096250" y="4205288"/>
          <p14:tracePt t="351761" x="8116888" y="4238625"/>
          <p14:tracePt t="351773" x="8137525" y="4265613"/>
          <p14:tracePt t="351785" x="8170863" y="4286250"/>
          <p14:tracePt t="351795" x="8205788" y="4300538"/>
          <p14:tracePt t="351807" x="8245475" y="4300538"/>
          <p14:tracePt t="351818" x="8307388" y="4306888"/>
          <p14:tracePt t="351828" x="8382000" y="4306888"/>
          <p14:tracePt t="351841" x="8450263" y="4306888"/>
          <p14:tracePt t="351852" x="8531225" y="4300538"/>
          <p14:tracePt t="351873" x="8605838" y="4279900"/>
          <p14:tracePt t="351877" x="8682038" y="4259263"/>
          <p14:tracePt t="351886" x="8721725" y="4238625"/>
          <p14:tracePt t="351901" x="8748713" y="4205288"/>
          <p14:tracePt t="351910" x="8763000" y="4164013"/>
          <p14:tracePt t="351919" x="8763000" y="4116388"/>
          <p14:tracePt t="351932" x="8742363" y="4054475"/>
          <p14:tracePt t="351942" x="8709025" y="3973513"/>
          <p14:tracePt t="351953" x="8667750" y="3905250"/>
          <p14:tracePt t="351964" x="8647113" y="3863975"/>
          <p14:tracePt t="351975" x="8626475" y="3836988"/>
          <p14:tracePt t="351987" x="8620125" y="3803650"/>
          <p14:tracePt t="351999" x="8605838" y="3795713"/>
          <p14:tracePt t="352009" x="8599488" y="3795713"/>
          <p14:tracePt t="352020" x="8593138" y="3783013"/>
          <p14:tracePt t="352032" x="8558213" y="3783013"/>
          <p14:tracePt t="352042" x="8518525" y="3783013"/>
          <p14:tracePt t="352053" x="8435975" y="3795713"/>
          <p14:tracePt t="352066" x="8340725" y="3824288"/>
          <p14:tracePt t="352076" x="8245475" y="3884613"/>
          <p14:tracePt t="352088" x="8110538" y="4014788"/>
          <p14:tracePt t="352100" x="7967663" y="4176713"/>
          <p14:tracePt t="352110" x="7843838" y="4340225"/>
          <p14:tracePt t="352122" x="7789863" y="4435475"/>
          <p14:tracePt t="352133" x="7756525" y="4518025"/>
          <p14:tracePt t="352144" x="7756525" y="4572000"/>
          <p14:tracePt t="352155" x="7769225" y="4598988"/>
          <p14:tracePt t="352168" x="7796213" y="4640263"/>
          <p14:tracePt t="352178" x="7858125" y="4681538"/>
          <p14:tracePt t="352190" x="7939088" y="4708525"/>
          <p14:tracePt t="352201" x="7994650" y="4729163"/>
          <p14:tracePt t="352211" x="8075613" y="4741863"/>
          <p14:tracePt t="352224" x="8158163" y="4729163"/>
          <p14:tracePt t="352235" x="8205788" y="4721225"/>
          <p14:tracePt t="352245" x="8286750" y="4700588"/>
          <p14:tracePt t="352257" x="8361363" y="4667250"/>
          <p14:tracePt t="352269" x="8429625" y="4619625"/>
          <p14:tracePt t="352279" x="8470900" y="4572000"/>
          <p14:tracePt t="352291" x="8518525" y="4497388"/>
          <p14:tracePt t="352302" x="8539163" y="4395788"/>
          <p14:tracePt t="352312" x="8551863" y="4279900"/>
          <p14:tracePt t="352324" x="8551863" y="4164013"/>
          <p14:tracePt t="352335" x="8531225" y="4033838"/>
          <p14:tracePt t="352346" x="8497888" y="3905250"/>
          <p14:tracePt t="352358" x="8491538" y="3843338"/>
          <p14:tracePt t="352369" x="8456613" y="3795713"/>
          <p14:tracePt t="352379" x="8435975" y="3762375"/>
          <p14:tracePt t="352390" x="8415338" y="3756025"/>
          <p14:tracePt t="352404" x="8408988" y="3741738"/>
          <p14:tracePt t="352417" x="8388350" y="3741738"/>
          <p14:tracePt t="352426" x="8367713" y="3741738"/>
          <p14:tracePt t="352437" x="8340725" y="3741738"/>
          <p14:tracePt t="352449" x="8307388" y="3741738"/>
          <p14:tracePt t="352458" x="8259763" y="3756025"/>
          <p14:tracePt t="352470" x="8197850" y="3783013"/>
          <p14:tracePt t="352483" x="8150225" y="3803650"/>
          <p14:tracePt t="352493" x="8075613" y="3857625"/>
          <p14:tracePt t="352505" x="8027988" y="3919538"/>
          <p14:tracePt t="352516" x="7986713" y="3952875"/>
          <p14:tracePt t="352526" x="7959725" y="4006850"/>
          <p14:tracePt t="352539" x="7947025" y="4068763"/>
          <p14:tracePt t="352550" x="7939088" y="4137025"/>
          <p14:tracePt t="352560" x="7947025" y="4184650"/>
          <p14:tracePt t="352572" x="7986713" y="4259263"/>
          <p14:tracePt t="352584" x="8048625" y="4319588"/>
          <p14:tracePt t="352593" x="8110538" y="4348163"/>
          <p14:tracePt t="352606" x="8191500" y="4387850"/>
          <p14:tracePt t="352617" x="8286750" y="4408488"/>
          <p14:tracePt t="352627" x="8382000" y="4408488"/>
          <p14:tracePt t="352639" x="8456613" y="4395788"/>
          <p14:tracePt t="352650" x="8551863" y="4387850"/>
          <p14:tracePt t="352661" x="8620125" y="4360863"/>
          <p14:tracePt t="352673" x="8661400" y="4319588"/>
          <p14:tracePt t="352684" x="8688388" y="4265613"/>
          <p14:tracePt t="352694" x="8721725" y="4217988"/>
          <p14:tracePt t="352707" x="8729663" y="4157663"/>
          <p14:tracePt t="352718" x="8729663" y="4116388"/>
          <p14:tracePt t="352728" x="8729663" y="4075113"/>
          <p14:tracePt t="352740" x="8729663" y="4054475"/>
          <p14:tracePt t="352752" x="8729663" y="4033838"/>
          <p14:tracePt t="352762" x="8721725" y="4033838"/>
          <p14:tracePt t="354022" x="8729663" y="4033838"/>
          <p14:tracePt t="354134" x="8729663" y="4027488"/>
          <p14:tracePt t="354147" x="8721725" y="4014788"/>
          <p14:tracePt t="354168" x="8721725" y="4006850"/>
          <p14:tracePt t="354179" x="8709025" y="3994150"/>
          <p14:tracePt t="354191" x="8709025" y="3986213"/>
          <p14:tracePt t="354203" x="8709025" y="3973513"/>
          <p14:tracePt t="354214" x="8701088" y="3967163"/>
          <p14:tracePt t="354225" x="8701088" y="3946525"/>
          <p14:tracePt t="354237" x="8701088" y="3938588"/>
          <p14:tracePt t="354248" x="8709025" y="3919538"/>
          <p14:tracePt t="354260" x="8721725" y="3905250"/>
          <p14:tracePt t="354271" x="8729663" y="3884613"/>
          <p14:tracePt t="354282" x="8729663" y="3863975"/>
          <p14:tracePt t="354292" x="8742363" y="3843338"/>
          <p14:tracePt t="354305" x="8742363" y="3824288"/>
          <p14:tracePt t="354315" x="8729663" y="3803650"/>
          <p14:tracePt t="354326" x="8729663" y="3783013"/>
          <p14:tracePt t="354338" x="8721725" y="3762375"/>
          <p14:tracePt t="354348" x="8709025" y="3741738"/>
          <p14:tracePt t="354361" x="8709025" y="3729038"/>
          <p14:tracePt t="354372" x="8709025" y="3714750"/>
          <p14:tracePt t="354382" x="8701088" y="3694113"/>
          <p14:tracePt t="354394" x="8688388" y="3667125"/>
          <p14:tracePt t="354406" x="8682038" y="3625850"/>
          <p14:tracePt t="354416" x="8647113" y="3565525"/>
          <p14:tracePt t="354429" x="8599488" y="3482975"/>
          <p14:tracePt t="354440" x="8551863" y="3395663"/>
          <p14:tracePt t="354450" x="8510588" y="3327400"/>
          <p14:tracePt t="354463" x="8450263" y="3211513"/>
          <p14:tracePt t="354474" x="8382000" y="3101975"/>
          <p14:tracePt t="354484" x="8320088" y="3014663"/>
          <p14:tracePt t="354497" x="8224838" y="2884488"/>
          <p14:tracePt t="354508" x="8116888" y="2741613"/>
          <p14:tracePt t="354518" x="8015288" y="2619375"/>
          <p14:tracePt t="354528" x="7959725" y="2538413"/>
          <p14:tracePt t="354540" x="7885113" y="2449513"/>
          <p14:tracePt t="354551" x="7816850" y="2366963"/>
          <p14:tracePt t="354562" x="7769225" y="2306638"/>
          <p14:tracePt t="354574" x="7708900" y="2238375"/>
          <p14:tracePt t="354585" x="7653338" y="2176463"/>
          <p14:tracePt t="354597" x="7613650" y="2116138"/>
          <p14:tracePt t="354608" x="7586663" y="2089150"/>
          <p14:tracePt t="354619" x="7566025" y="2047875"/>
          <p14:tracePt t="354631" x="7545388" y="2041525"/>
          <p14:tracePt t="354642" x="7545388" y="2027238"/>
          <p14:tracePt t="354652" x="7539038" y="2027238"/>
          <p14:tracePt t="354664" x="7524750" y="2027238"/>
          <p14:tracePt t="354675" x="7497763" y="2027238"/>
          <p14:tracePt t="354687" x="7462838" y="2027238"/>
          <p14:tracePt t="354698" x="7348538" y="2041525"/>
          <p14:tracePt t="354922" x="7354888" y="2027238"/>
          <p14:tracePt t="354933" x="7388225" y="2000250"/>
          <p14:tracePt t="354944" x="7396163" y="1966913"/>
          <p14:tracePt t="354956" x="7415213" y="1925638"/>
          <p14:tracePt t="354967" x="7415213" y="1898650"/>
          <p14:tracePt t="354979" x="7415213" y="1871663"/>
          <p14:tracePt t="355012" x="7415213" y="1830388"/>
          <p14:tracePt t="355016" x="7415213" y="1809750"/>
          <p14:tracePt t="355029" x="7402513" y="1755775"/>
          <p14:tracePt t="355038" x="7402513" y="1728788"/>
          <p14:tracePt t="355047" x="7396163" y="1708150"/>
          <p14:tracePt t="355060" x="7396163" y="1687513"/>
          <p14:tracePt t="355069" x="7388225" y="1666875"/>
          <p14:tracePt t="355081" x="7388225" y="1646238"/>
          <p14:tracePt t="355093" x="7375525" y="1619250"/>
          <p14:tracePt t="355103" x="7375525" y="1585913"/>
          <p14:tracePt t="355114" x="7375525" y="1557338"/>
          <p14:tracePt t="355126" x="7375525" y="1524000"/>
          <p14:tracePt t="355136" x="7367588" y="1497013"/>
          <p14:tracePt t="355147" x="7367588" y="1462088"/>
          <p14:tracePt t="355159" x="7354888" y="1449388"/>
          <p14:tracePt t="355181" x="7354888" y="1428750"/>
          <p14:tracePt t="355193" x="7348538" y="1408113"/>
          <p14:tracePt t="355203" x="7334250" y="1374775"/>
          <p14:tracePt t="355216" x="7327900" y="1366838"/>
          <p14:tracePt t="355216" x="7313613" y="1354138"/>
          <p14:tracePt t="355228" x="7307263" y="1347788"/>
          <p14:tracePt t="355248" x="7292975" y="1347788"/>
          <p14:tracePt t="355260" x="7286625" y="1347788"/>
          <p14:tracePt t="355271" x="7265988" y="1347788"/>
          <p14:tracePt t="355283" x="7253288" y="1347788"/>
          <p14:tracePt t="355295" x="7232650" y="1347788"/>
          <p14:tracePt t="355316" x="7212013" y="1354138"/>
          <p14:tracePt t="355321" x="7212013" y="1366838"/>
          <p14:tracePt t="355330" x="7205663" y="1374775"/>
          <p14:tracePt t="355344" x="7205663" y="1387475"/>
          <p14:tracePt t="355353" x="7205663" y="1408113"/>
          <p14:tracePt t="355363" x="7212013" y="1428750"/>
          <p14:tracePt t="355374" x="7224713" y="1449388"/>
          <p14:tracePt t="355385" x="7232650" y="1462088"/>
          <p14:tracePt t="355396" x="7253288" y="1476375"/>
          <p14:tracePt t="355406" x="7265988" y="1476375"/>
          <p14:tracePt t="355418" x="7292975" y="1476375"/>
          <p14:tracePt t="355429" x="7313613" y="1476375"/>
          <p14:tracePt t="355441" x="7334250" y="1476375"/>
          <p14:tracePt t="355451" x="7354888" y="1462088"/>
          <p14:tracePt t="355463" x="7367588" y="1449388"/>
          <p14:tracePt t="355475" x="7388225" y="1414463"/>
          <p14:tracePt t="355485" x="7396163" y="1387475"/>
          <p14:tracePt t="355497" x="7415213" y="1347788"/>
          <p14:tracePt t="355509" x="7415213" y="1306513"/>
          <p14:tracePt t="355519" x="7415213" y="1265238"/>
          <p14:tracePt t="355530" x="7402513" y="1238250"/>
          <p14:tracePt t="355542" x="7396163" y="1217613"/>
          <p14:tracePt t="355553" x="7388225" y="1184275"/>
          <p14:tracePt t="355565" x="7375525" y="1176338"/>
          <p14:tracePt t="355576" x="7375525" y="1163638"/>
          <p14:tracePt t="355586" x="7367588" y="1163638"/>
          <p14:tracePt t="355619" x="7354888" y="1163638"/>
          <p14:tracePt t="355631" x="7348538" y="1163638"/>
          <p14:tracePt t="355643" x="7327900" y="1163638"/>
          <p14:tracePt t="355654" x="7292975" y="1163638"/>
          <p14:tracePt t="355667" x="7265988" y="1176338"/>
          <p14:tracePt t="355678" x="7224713" y="1184275"/>
          <p14:tracePt t="355687" x="7205663" y="1196975"/>
          <p14:tracePt t="355700" x="7185025" y="1217613"/>
          <p14:tracePt t="355712" x="7164388" y="1238250"/>
          <p14:tracePt t="355721" x="7158038" y="1252538"/>
          <p14:tracePt t="355733" x="7158038" y="1285875"/>
          <p14:tracePt t="355744" x="7158038" y="1312863"/>
          <p14:tracePt t="355755" x="7164388" y="1347788"/>
          <p14:tracePt t="355767" x="7177088" y="1366838"/>
          <p14:tracePt t="355778" x="7205663" y="1387475"/>
          <p14:tracePt t="355788" x="7232650" y="1408113"/>
          <p14:tracePt t="355801" x="7265988" y="1428750"/>
          <p14:tracePt t="355812" x="7307263" y="1435100"/>
          <p14:tracePt t="355822" x="7348538" y="1449388"/>
          <p14:tracePt t="355834" x="7396163" y="1449388"/>
          <p14:tracePt t="355846" x="7423150" y="1449388"/>
          <p14:tracePt t="355856" x="7462838" y="1449388"/>
          <p14:tracePt t="355868" x="7497763" y="1435100"/>
          <p14:tracePt t="355879" x="7504113" y="1428750"/>
          <p14:tracePt t="355891" x="7524750" y="1408113"/>
          <p14:tracePt t="355901" x="7539038" y="1374775"/>
          <p14:tracePt t="355913" x="7539038" y="1333500"/>
          <p14:tracePt t="355925" x="7539038" y="1306513"/>
          <p14:tracePt t="355935" x="7518400" y="1252538"/>
          <p14:tracePt t="355946" x="7483475" y="1217613"/>
          <p14:tracePt t="355959" x="7456488" y="1184275"/>
          <p14:tracePt t="355971" x="7415213" y="1157288"/>
          <p14:tracePt t="355981" x="7375525" y="1136650"/>
          <p14:tracePt t="355994" x="7327900" y="1136650"/>
          <p14:tracePt t="356003" x="7292975" y="1136650"/>
          <p14:tracePt t="356015" x="7245350" y="1136650"/>
          <p14:tracePt t="356027" x="7205663" y="1136650"/>
          <p14:tracePt t="356036" x="7177088" y="1143000"/>
          <p14:tracePt t="356058" x="7143750" y="1163638"/>
          <p14:tracePt t="356063" x="7123113" y="1196975"/>
          <p14:tracePt t="356072" x="7116763" y="1223963"/>
          <p14:tracePt t="356083" x="7102475" y="1265238"/>
          <p14:tracePt t="356096" x="7102475" y="1306513"/>
          <p14:tracePt t="356106" x="7116763" y="1347788"/>
          <p14:tracePt t="356117" x="7137400" y="1374775"/>
          <p14:tracePt t="356129" x="7158038" y="1395413"/>
          <p14:tracePt t="356148" x="7185025" y="1414463"/>
          <p14:tracePt t="356152" x="7212013" y="1428750"/>
          <p14:tracePt t="356161" x="7245350" y="1435100"/>
          <p14:tracePt t="356175" x="7286625" y="1449388"/>
          <p14:tracePt t="356185" x="7327900" y="1449388"/>
          <p14:tracePt t="356196" x="7367588" y="1449388"/>
          <p14:tracePt t="356205" x="7402513" y="1435100"/>
          <p14:tracePt t="356218" x="7443788" y="1428750"/>
          <p14:tracePt t="356229" x="7477125" y="1408113"/>
          <p14:tracePt t="356239" x="7497763" y="1387475"/>
          <p14:tracePt t="356251" x="7518400" y="1354138"/>
          <p14:tracePt t="356262" x="7518400" y="1312863"/>
          <p14:tracePt t="356272" x="7518400" y="1285875"/>
          <p14:tracePt t="356284" x="7504113" y="1244600"/>
          <p14:tracePt t="356296" x="7477125" y="1217613"/>
          <p14:tracePt t="356306" x="7443788" y="1196975"/>
          <p14:tracePt t="356318" x="7423150" y="1176338"/>
          <p14:tracePt t="356329" x="7396163" y="1157288"/>
          <p14:tracePt t="356341" x="7375525" y="1157288"/>
          <p14:tracePt t="356353" x="7367588" y="1157288"/>
          <p14:tracePt t="356380" x="7354888" y="1157288"/>
          <p14:tracePt t="356397" x="7348538" y="1163638"/>
          <p14:tracePt t="356412" x="7327900" y="1176338"/>
          <p14:tracePt t="356421" x="7292975" y="1196975"/>
          <p14:tracePt t="356430" x="7272338" y="1204913"/>
          <p14:tracePt t="356445" x="7245350" y="1238250"/>
          <p14:tracePt t="356456" x="7212013" y="1252538"/>
          <p14:tracePt t="356466" x="7185025" y="1285875"/>
          <p14:tracePt t="356479" x="7164388" y="1312863"/>
          <p14:tracePt t="356488" x="7158038" y="1354138"/>
          <p14:tracePt t="356502" x="7158038" y="1387475"/>
          <p14:tracePt t="356512" x="7158038" y="1414463"/>
          <p14:tracePt t="356522" x="7164388" y="1449388"/>
          <p14:tracePt t="356534" x="7177088" y="1462088"/>
          <p14:tracePt t="356547" x="7197725" y="1497013"/>
          <p14:tracePt t="356558" x="7205663" y="1503363"/>
          <p14:tracePt t="356568" x="7245350" y="1538288"/>
          <p14:tracePt t="356580" x="7286625" y="1544638"/>
          <p14:tracePt t="356589" x="7313613" y="1557338"/>
          <p14:tracePt t="356602" x="7348538" y="1565275"/>
          <p14:tracePt t="356611" x="7388225" y="1557338"/>
          <p14:tracePt t="356623" x="7402513" y="1544638"/>
          <p14:tracePt t="356634" x="7423150" y="1538288"/>
          <p14:tracePt t="356646" x="7456488" y="1517650"/>
          <p14:tracePt t="356659" x="7462838" y="1482725"/>
          <p14:tracePt t="356668" x="7483475" y="1455738"/>
          <p14:tracePt t="356680" x="7497763" y="1414463"/>
          <p14:tracePt t="356691" x="7497763" y="1374775"/>
          <p14:tracePt t="356703" x="7497763" y="1347788"/>
          <p14:tracePt t="356713" x="7497763" y="1327150"/>
          <p14:tracePt t="356724" x="7497763" y="1292225"/>
          <p14:tracePt t="356735" x="7483475" y="1271588"/>
          <p14:tracePt t="356746" x="7477125" y="1252538"/>
          <p14:tracePt t="356758" x="7477125" y="1244600"/>
          <p14:tracePt t="356768" x="7456488" y="1238250"/>
          <p14:tracePt t="356780" x="7443788" y="1223963"/>
          <p14:tracePt t="356792" x="7443788" y="1217613"/>
          <p14:tracePt t="356803" x="7435850" y="1217613"/>
          <p14:tracePt t="356813" x="7423150" y="1217613"/>
          <p14:tracePt t="356825" x="7415213" y="1217613"/>
          <p14:tracePt t="356835" x="7396163" y="1217613"/>
          <p14:tracePt t="356847" x="7388225" y="1217613"/>
          <p14:tracePt t="356859" x="7354888" y="1217613"/>
          <p14:tracePt t="356869" x="7334250" y="1223963"/>
          <p14:tracePt t="356880" x="7313613" y="1223963"/>
          <p14:tracePt t="356892" x="7286625" y="1238250"/>
          <p14:tracePt t="356903" x="7265988" y="1244600"/>
          <p14:tracePt t="356915" x="7245350" y="1265238"/>
          <p14:tracePt t="356927" x="7224713" y="1271588"/>
          <p14:tracePt t="356937" x="7212013" y="1285875"/>
          <p14:tracePt t="356949" x="7205663" y="1292225"/>
          <p14:tracePt t="356963" x="7205663" y="1312863"/>
          <p14:tracePt t="356972" x="7197725" y="1333500"/>
          <p14:tracePt t="356983" x="7197725" y="1354138"/>
          <p14:tracePt t="356995" x="7205663" y="1387475"/>
          <p14:tracePt t="357005" x="7212013" y="1408113"/>
          <p14:tracePt t="357017" x="7232650" y="1435100"/>
          <p14:tracePt t="357028" x="7245350" y="1449388"/>
          <p14:tracePt t="357038" x="7272338" y="1462088"/>
          <p14:tracePt t="357051" x="7292975" y="1476375"/>
          <p14:tracePt t="357062" x="7327900" y="1482725"/>
          <p14:tracePt t="357072" x="7354888" y="1482725"/>
          <p14:tracePt t="357082" x="7388225" y="1497013"/>
          <p14:tracePt t="357104" x="7423150" y="1497013"/>
          <p14:tracePt t="357108" x="7443788" y="1482725"/>
          <p14:tracePt t="357118" x="7483475" y="1482725"/>
          <p14:tracePt t="357128" x="7504113" y="1462088"/>
          <p14:tracePt t="357139" x="7524750" y="1449388"/>
          <p14:tracePt t="357152" x="7539038" y="1428750"/>
          <p14:tracePt t="357163" x="7558088" y="1395413"/>
          <p14:tracePt t="357173" x="7558088" y="1366838"/>
          <p14:tracePt t="357184" x="7558088" y="1333500"/>
          <p14:tracePt t="357196" x="7545388" y="1306513"/>
          <p14:tracePt t="357206" x="7539038" y="1265238"/>
          <p14:tracePt t="357218" x="7518400" y="1238250"/>
          <p14:tracePt t="357229" x="7483475" y="1204913"/>
          <p14:tracePt t="357241" x="7443788" y="1184275"/>
          <p14:tracePt t="357252" x="7415213" y="1184275"/>
          <p14:tracePt t="357263" x="7396163" y="1176338"/>
          <p14:tracePt t="357274" x="7375525" y="1176338"/>
          <p14:tracePt t="357285" x="7354888" y="1184275"/>
          <p14:tracePt t="357297" x="7348538" y="1184275"/>
          <p14:tracePt t="357309" x="7313613" y="1196975"/>
          <p14:tracePt t="357320" x="7286625" y="1217613"/>
          <p14:tracePt t="357332" x="7253288" y="1238250"/>
          <p14:tracePt t="357344" x="7232650" y="1252538"/>
          <p14:tracePt t="357356" x="7212013" y="1271588"/>
          <p14:tracePt t="357366" x="7205663" y="1306513"/>
          <p14:tracePt t="357379" x="7197725" y="1327150"/>
          <p14:tracePt t="357389" x="7185025" y="1347788"/>
          <p14:tracePt t="357403" x="7197725" y="1366838"/>
          <p14:tracePt t="357410" x="7205663" y="1387475"/>
          <p14:tracePt t="357421" x="7212013" y="1395413"/>
          <p14:tracePt t="357435" x="7232650" y="1414463"/>
          <p14:tracePt t="357445" x="7272338" y="1428750"/>
          <p14:tracePt t="357456" x="7292975" y="1435100"/>
          <p14:tracePt t="357468" x="7334250" y="1449388"/>
          <p14:tracePt t="357481" x="7367588" y="1449388"/>
          <p14:tracePt t="357491" x="7396163" y="1449388"/>
          <p14:tracePt t="357502" x="7415213" y="1449388"/>
          <p14:tracePt t="357513" x="7423150" y="1449388"/>
          <p14:tracePt t="357522" x="7443788" y="1435100"/>
          <p14:tracePt t="357535" x="7456488" y="1428750"/>
          <p14:tracePt t="357546" x="7477125" y="1408113"/>
          <p14:tracePt t="357558" x="7483475" y="1374775"/>
          <p14:tracePt t="357568" x="7497763" y="1347788"/>
          <p14:tracePt t="357581" x="7497763" y="1312863"/>
          <p14:tracePt t="357593" x="7497763" y="1285875"/>
          <p14:tracePt t="357603" x="7483475" y="1244600"/>
          <p14:tracePt t="357622" x="7477125" y="1223963"/>
          <p14:tracePt t="357624" x="7456488" y="1204913"/>
          <p14:tracePt t="357634" x="7423150" y="1184275"/>
          <p14:tracePt t="357646" x="7402513" y="1176338"/>
          <p14:tracePt t="357657" x="7388225" y="1176338"/>
          <p14:tracePt t="357668" x="7354888" y="1176338"/>
          <p14:tracePt t="357680" x="7334250" y="1184275"/>
          <p14:tracePt t="357692" x="7313613" y="1184275"/>
          <p14:tracePt t="357702" x="7292975" y="1204913"/>
          <p14:tracePt t="357714" x="7265988" y="1223963"/>
          <p14:tracePt t="357725" x="7253288" y="1244600"/>
          <p14:tracePt t="357736" x="7245350" y="1265238"/>
          <p14:tracePt t="357749" x="7224713" y="1292225"/>
          <p14:tracePt t="357761" x="7212013" y="1327150"/>
          <p14:tracePt t="357771" x="7212013" y="1354138"/>
          <p14:tracePt t="357780" x="7224713" y="1387475"/>
          <p14:tracePt t="357793" x="7245350" y="1414463"/>
          <p14:tracePt t="357804" x="7286625" y="1449388"/>
          <p14:tracePt t="357816" x="7327900" y="1462088"/>
          <p14:tracePt t="357829" x="7375525" y="1476375"/>
          <p14:tracePt t="357838" x="7423150" y="1482725"/>
          <p14:tracePt t="357849" x="7462838" y="1497013"/>
          <p14:tracePt t="357860" x="7504113" y="1497013"/>
          <p14:tracePt t="357870" x="7539038" y="1497013"/>
          <p14:tracePt t="357881" x="7566025" y="1497013"/>
          <p14:tracePt t="357893" x="7578725" y="1482725"/>
          <p14:tracePt t="357903" x="7586663" y="1476375"/>
          <p14:tracePt t="357916" x="7593013" y="1449388"/>
          <p14:tracePt t="357927" x="7593013" y="1428750"/>
          <p14:tracePt t="357937" x="7586663" y="1395413"/>
          <p14:tracePt t="357950" x="7578725" y="1354138"/>
          <p14:tracePt t="357963" x="7545388" y="1327150"/>
          <p14:tracePt t="357972" x="7524750" y="1306513"/>
          <p14:tracePt t="357984" x="7462838" y="1285875"/>
          <p14:tracePt t="357996" x="7396163" y="1271588"/>
          <p14:tracePt t="358005" x="7348538" y="1271588"/>
          <p14:tracePt t="358017" x="7292975" y="1285875"/>
          <p14:tracePt t="358028" x="7253288" y="1306513"/>
          <p14:tracePt t="358038" x="7224713" y="1327150"/>
          <p14:tracePt t="358051" x="7205663" y="1347788"/>
          <p14:tracePt t="358062" x="7197725" y="1374775"/>
          <p14:tracePt t="358072" x="7185025" y="1408113"/>
          <p14:tracePt t="358084" x="7185025" y="1428750"/>
          <p14:tracePt t="358095" x="7185025" y="1449388"/>
          <p14:tracePt t="358106" x="7197725" y="1455738"/>
          <p14:tracePt t="358118" x="7205663" y="1462088"/>
          <p14:tracePt t="358129" x="7212013" y="1476375"/>
          <p14:tracePt t="358151" x="7232650" y="1476375"/>
          <p14:tracePt t="358154" x="7245350" y="1482725"/>
          <p14:tracePt t="358163" x="7265988" y="1482725"/>
          <p14:tracePt t="358178" x="7286625" y="1476375"/>
          <p14:tracePt t="358188" x="7307263" y="1476375"/>
          <p14:tracePt t="358197" x="7327900" y="1462088"/>
          <p14:tracePt t="358210" x="7334250" y="1455738"/>
          <p14:tracePt t="358219" x="7354888" y="1449388"/>
          <p14:tracePt t="358231" x="7367588" y="1435100"/>
          <p14:tracePt t="358243" x="7367588" y="1428750"/>
          <p14:tracePt t="358252" x="7375525" y="1408113"/>
          <p14:tracePt t="358274" x="7375525" y="1395413"/>
          <p14:tracePt t="358278" x="7375525" y="1366838"/>
          <p14:tracePt t="358289" x="7375525" y="1354138"/>
          <p14:tracePt t="358301" x="7367588" y="1333500"/>
          <p14:tracePt t="358312" x="7354888" y="1312863"/>
          <p14:tracePt t="358322" x="7348538" y="1306513"/>
          <p14:tracePt t="358332" x="7327900" y="1292225"/>
          <p14:tracePt t="358343" x="7307263" y="1285875"/>
          <p14:tracePt t="358353" x="7292975" y="1285875"/>
          <p14:tracePt t="358365" x="7272338" y="1271588"/>
          <p14:tracePt t="358377" x="7253288" y="1271588"/>
          <p14:tracePt t="358387" x="7232650" y="1271588"/>
          <p14:tracePt t="358399" x="7212013" y="1285875"/>
          <p14:tracePt t="358411" x="7197725" y="1285875"/>
          <p14:tracePt t="358421" x="7177088" y="1306513"/>
          <p14:tracePt t="358433" x="7143750" y="1327150"/>
          <p14:tracePt t="358444" x="7137400" y="1347788"/>
          <p14:tracePt t="358455" x="7116763" y="1374775"/>
          <p14:tracePt t="358468" x="7102475" y="1395413"/>
          <p14:tracePt t="358479" x="7102475" y="1414463"/>
          <p14:tracePt t="358488" x="7102475" y="1449388"/>
          <p14:tracePt t="358500" x="7102475" y="1462088"/>
          <p14:tracePt t="358512" x="7116763" y="1482725"/>
          <p14:tracePt t="358522" x="7123113" y="1497013"/>
          <p14:tracePt t="358535" x="7143750" y="1503363"/>
          <p14:tracePt t="358546" x="7177088" y="1517650"/>
          <p14:tracePt t="358556" x="7205663" y="1517650"/>
          <p14:tracePt t="358567" x="7232650" y="1517650"/>
          <p14:tracePt t="358580" x="7265988" y="1517650"/>
          <p14:tracePt t="358591" x="7307263" y="1517650"/>
          <p14:tracePt t="358601" x="7334250" y="1503363"/>
          <p14:tracePt t="358613" x="7367588" y="1497013"/>
          <p14:tracePt t="358624" x="7402513" y="1462088"/>
          <p14:tracePt t="358635" x="7443788" y="1414463"/>
          <p14:tracePt t="358646" x="7462838" y="1374775"/>
          <p14:tracePt t="358659" x="7477125" y="1312863"/>
          <p14:tracePt t="358669" x="7477125" y="1252538"/>
          <p14:tracePt t="358680" x="7477125" y="1217613"/>
          <p14:tracePt t="358692" x="7456488" y="1176338"/>
          <p14:tracePt t="358702" x="7423150" y="1143000"/>
          <p14:tracePt t="358715" x="7402513" y="1136650"/>
          <p14:tracePt t="358726" x="7388225" y="1122363"/>
          <p14:tracePt t="358736" x="7367588" y="1122363"/>
          <p14:tracePt t="358747" x="7334250" y="1136650"/>
          <p14:tracePt t="358759" x="7313613" y="1143000"/>
          <p14:tracePt t="358770" x="7286625" y="1176338"/>
          <p14:tracePt t="358782" x="7253288" y="1204913"/>
          <p14:tracePt t="358794" x="7224713" y="1244600"/>
          <p14:tracePt t="358804" x="7197725" y="1285875"/>
          <p14:tracePt t="358816" x="7185025" y="1333500"/>
          <p14:tracePt t="358827" x="7177088" y="1387475"/>
          <p14:tracePt t="358837" x="7177088" y="1428750"/>
          <p14:tracePt t="358850" x="7185025" y="1462088"/>
          <p14:tracePt t="358861" x="7205663" y="1503363"/>
          <p14:tracePt t="358871" x="7224713" y="1524000"/>
          <p14:tracePt t="358884" x="7253288" y="1544638"/>
          <p14:tracePt t="358895" x="7286625" y="1557338"/>
          <p14:tracePt t="358905" x="7313613" y="1557338"/>
          <p14:tracePt t="358917" x="7327900" y="1557338"/>
          <p14:tracePt t="358928" x="7354888" y="1544638"/>
          <p14:tracePt t="358938" x="7367588" y="1538288"/>
          <p14:tracePt t="358951" x="7375525" y="1538288"/>
          <p14:tracePt t="358963" x="7396163" y="1517650"/>
          <p14:tracePt t="358972" x="7415213" y="1497013"/>
          <p14:tracePt t="358985" x="7435850" y="1476375"/>
          <p14:tracePt t="358996" x="7456488" y="1449388"/>
          <p14:tracePt t="359008" x="7477125" y="1414463"/>
          <p14:tracePt t="359018" x="7497763" y="1374775"/>
          <p14:tracePt t="359029" x="7504113" y="1333500"/>
          <p14:tracePt t="359041" x="7504113" y="1306513"/>
          <p14:tracePt t="359051" x="7504113" y="1271588"/>
          <p14:tracePt t="359063" x="7497763" y="1252538"/>
          <p14:tracePt t="359075" x="7483475" y="1244600"/>
          <p14:tracePt t="359085" x="7456488" y="1223963"/>
          <p14:tracePt t="359097" x="7415213" y="1204913"/>
          <p14:tracePt t="359108" x="7367588" y="1184275"/>
          <p14:tracePt t="359119" x="7327900" y="1184275"/>
          <p14:tracePt t="359130" x="7265988" y="1176338"/>
          <p14:tracePt t="359142" x="7224713" y="1176338"/>
          <p14:tracePt t="359152" x="7205663" y="1184275"/>
          <p14:tracePt t="359164" x="7177088" y="1204913"/>
          <p14:tracePt t="359176" x="7158038" y="1238250"/>
          <p14:tracePt t="359208" x="7137400" y="1265238"/>
          <p14:tracePt t="359213" x="7137400" y="1306513"/>
          <p14:tracePt t="359221" x="7137400" y="1347788"/>
          <p14:tracePt t="359226" x="7143750" y="1395413"/>
          <p14:tracePt t="359233" x="7143750" y="1428750"/>
          <p14:tracePt t="359245" x="7164388" y="1462088"/>
          <p14:tracePt t="359255" x="7197725" y="1497013"/>
          <p14:tracePt t="359276" x="7224713" y="1524000"/>
          <p14:tracePt t="359281" x="7253288" y="1544638"/>
          <p14:tracePt t="359293" x="7286625" y="1557338"/>
          <p14:tracePt t="359300" x="7313613" y="1565275"/>
          <p14:tracePt t="359312" x="7334250" y="1565275"/>
          <p14:tracePt t="359322" x="7367588" y="1565275"/>
          <p14:tracePt t="359334" x="7396163" y="1557338"/>
          <p14:tracePt t="359345" x="7423150" y="1544638"/>
          <p14:tracePt t="359355" x="7443788" y="1517650"/>
          <p14:tracePt t="359367" x="7477125" y="1476375"/>
          <p14:tracePt t="359379" x="7483475" y="1435100"/>
          <p14:tracePt t="359389" x="7497763" y="1395413"/>
          <p14:tracePt t="359399" x="7497763" y="1354138"/>
          <p14:tracePt t="359413" x="7483475" y="1312863"/>
          <p14:tracePt t="359426" x="7462838" y="1271588"/>
          <p14:tracePt t="359436" x="7423150" y="1238250"/>
          <p14:tracePt t="359446" x="7367588" y="1204913"/>
          <p14:tracePt t="359457" x="7292975" y="1176338"/>
          <p14:tracePt t="359468" x="7253288" y="1163638"/>
          <p14:tracePt t="359480" x="7205663" y="1157288"/>
          <p14:tracePt t="359491" x="7164388" y="1157288"/>
          <p14:tracePt t="359501" x="7137400" y="1163638"/>
          <p14:tracePt t="359513" x="7116763" y="1184275"/>
          <p14:tracePt t="359524" x="7096125" y="1204913"/>
          <p14:tracePt t="359535" x="7075488" y="1252538"/>
          <p14:tracePt t="359547" x="7062788" y="1285875"/>
          <p14:tracePt t="359558" x="7054850" y="1347788"/>
          <p14:tracePt t="359568" x="7054850" y="1408113"/>
          <p14:tracePt t="359580" x="7062788" y="1455738"/>
          <p14:tracePt t="359592" x="7075488" y="1476375"/>
          <p14:tracePt t="359602" x="7096125" y="1503363"/>
          <p14:tracePt t="359614" x="7116763" y="1517650"/>
          <p14:tracePt t="359626" x="7123113" y="1517650"/>
          <p14:tracePt t="359636" x="7158038" y="1503363"/>
          <p14:tracePt t="359648" x="7197725" y="1503363"/>
          <p14:tracePt t="359659" x="7224713" y="1482725"/>
          <p14:tracePt t="359670" x="7253288" y="1476375"/>
          <p14:tracePt t="359682" x="7286625" y="1455738"/>
          <p14:tracePt t="359693" x="7313613" y="1435100"/>
          <p14:tracePt t="359703" x="7327900" y="1414463"/>
          <p14:tracePt t="359716" x="7348538" y="1387475"/>
          <p14:tracePt t="359727" x="7354888" y="1366838"/>
          <p14:tracePt t="359737" x="7354888" y="1347788"/>
          <p14:tracePt t="359749" x="7367588" y="1327150"/>
          <p14:tracePt t="359761" x="7367588" y="1312863"/>
          <p14:tracePt t="359771" x="7367588" y="1306513"/>
          <p14:tracePt t="360052" x="7375525" y="1292225"/>
          <p14:tracePt t="360065" x="7388225" y="1285875"/>
          <p14:tracePt t="360075" x="7396163" y="1265238"/>
          <p14:tracePt t="360089" x="7402513" y="1252538"/>
          <p14:tracePt t="360100" x="7415213" y="1238250"/>
          <p14:tracePt t="360109" x="7415213" y="1223963"/>
          <p14:tracePt t="360122" x="7415213" y="1217613"/>
          <p14:tracePt t="360132" x="7402513" y="1196975"/>
          <p14:tracePt t="360144" x="7396163" y="1184275"/>
          <p14:tracePt t="360157" x="7354888" y="1163638"/>
          <p14:tracePt t="360167" x="7292975" y="1143000"/>
          <p14:tracePt t="360177" x="7232650" y="1122363"/>
          <p14:tracePt t="360190" x="7158038" y="1116013"/>
          <p14:tracePt t="360201" x="7081838" y="1116013"/>
          <p14:tracePt t="360211" x="7034213" y="1116013"/>
          <p14:tracePt t="360223" x="7000875" y="1122363"/>
          <p14:tracePt t="360255" x="6967538" y="1157288"/>
          <p14:tracePt t="360259" x="6932613" y="1196975"/>
          <p14:tracePt t="360268" x="6926263" y="1238250"/>
          <p14:tracePt t="360273" x="6911975" y="1285875"/>
          <p14:tracePt t="360282" x="6911975" y="1333500"/>
          <p14:tracePt t="360292" x="6911975" y="1387475"/>
          <p14:tracePt t="360301" x="6926263" y="1414463"/>
          <p14:tracePt t="360314" x="6953250" y="1455738"/>
          <p14:tracePt t="360325" x="6986588" y="1497013"/>
          <p14:tracePt t="360335" x="7015163" y="1517650"/>
          <p14:tracePt t="360347" x="7054850" y="1544638"/>
          <p14:tracePt t="360358" x="7096125" y="1577975"/>
          <p14:tracePt t="360368" x="7143750" y="1585913"/>
          <p14:tracePt t="360381" x="7185025" y="1598613"/>
          <p14:tracePt t="360401" x="7232650" y="1604963"/>
          <p14:tracePt t="360405" x="7292975" y="1619250"/>
          <p14:tracePt t="360415" x="7334250" y="1619250"/>
          <p14:tracePt t="360424" x="7388225" y="1604963"/>
          <p14:tracePt t="360437" x="7435850" y="1585913"/>
          <p14:tracePt t="360448" x="7477125" y="1565275"/>
          <p14:tracePt t="360460" x="7504113" y="1544638"/>
          <p14:tracePt t="360469" x="7539038" y="1517650"/>
          <p14:tracePt t="360481" x="7558088" y="1476375"/>
          <p14:tracePt t="360492" x="7566025" y="1449388"/>
          <p14:tracePt t="360502" x="7578725" y="1408113"/>
          <p14:tracePt t="360515" x="7586663" y="1387475"/>
          <p14:tracePt t="360526" x="7586663" y="1374775"/>
          <p14:tracePt t="360536" x="7586663" y="1366838"/>
          <p14:tracePt t="360693" x="7586663" y="1354138"/>
          <p14:tracePt t="360705" x="7578725" y="1333500"/>
          <p14:tracePt t="360716" x="7566025" y="1327150"/>
          <p14:tracePt t="360728" x="7558088" y="1306513"/>
          <p14:tracePt t="360739" x="7539038" y="1265238"/>
          <p14:tracePt t="360751" x="7504113" y="1238250"/>
          <p14:tracePt t="360761" x="7477125" y="1196975"/>
          <p14:tracePt t="360773" x="7456488" y="1176338"/>
          <p14:tracePt t="360784" x="7423150" y="1157288"/>
          <p14:tracePt t="360795" x="7396163" y="1143000"/>
          <p14:tracePt t="360806" x="7388225" y="1136650"/>
          <p14:tracePt t="360819" x="7367588" y="1136650"/>
          <p14:tracePt t="360829" x="7354888" y="1136650"/>
          <p14:tracePt t="360851" x="7354888" y="1143000"/>
          <p14:tracePt t="360873" x="7348538" y="1143000"/>
          <p14:tracePt t="361998" x="7348538" y="1157288"/>
          <p14:tracePt t="362010" x="7348538" y="1163638"/>
          <p14:tracePt t="362021" x="7348538" y="1184275"/>
          <p14:tracePt t="362032" x="7354888" y="1204913"/>
          <p14:tracePt t="362044" x="7354888" y="1238250"/>
          <p14:tracePt t="362055" x="7367588" y="1252538"/>
          <p14:tracePt t="362067" x="7367588" y="1285875"/>
          <p14:tracePt t="362078" x="7375525" y="1312863"/>
          <p14:tracePt t="362088" x="7375525" y="1327150"/>
          <p14:tracePt t="362101" x="7375525" y="1333500"/>
          <p14:tracePt t="362112" x="7388225" y="1333500"/>
          <p14:tracePt t="362122" x="7388225" y="1347788"/>
          <p14:tracePt t="362302" x="7388225" y="1333500"/>
          <p14:tracePt t="362425" x="7388225" y="1347788"/>
          <p14:tracePt t="362459" x="7388225" y="1354138"/>
          <p14:tracePt t="362572" x="7396163" y="1354138"/>
          <p14:tracePt t="362594" x="7402513" y="1354138"/>
          <p14:tracePt t="362606" x="7415213" y="1354138"/>
          <p14:tracePt t="362617" x="7423150" y="1354138"/>
          <p14:tracePt t="362629" x="7435850" y="1354138"/>
          <p14:tracePt t="362639" x="7443788" y="1354138"/>
          <p14:tracePt t="362652" x="7456488" y="1354138"/>
          <p14:tracePt t="362674" x="7462838" y="1354138"/>
          <p14:tracePt t="362842" x="7462838" y="1366838"/>
          <p14:tracePt t="362853" x="7462838" y="1374775"/>
          <p14:tracePt t="362866" x="7462838" y="1387475"/>
          <p14:tracePt t="362876" x="7462838" y="1395413"/>
          <p14:tracePt t="362887" x="7462838" y="1408113"/>
          <p14:tracePt t="362910" x="7477125" y="1414463"/>
          <p14:tracePt t="364406" x="7462838" y="1408113"/>
          <p14:tracePt t="364450" x="7462838" y="1395413"/>
          <p14:tracePt t="364454" x="7462838" y="1387475"/>
          <p14:tracePt t="364462" x="7462838" y="1374775"/>
          <p14:tracePt t="364467" x="7462838" y="1366838"/>
          <p14:tracePt t="364474" x="7462838" y="1354138"/>
          <p14:tracePt t="364485" x="7456488" y="1347788"/>
          <p14:tracePt t="364508" x="7456488" y="1333500"/>
          <p14:tracePt t="364518" x="7456488" y="1327150"/>
          <p14:tracePt t="364533" x="7456488" y="1312863"/>
          <p14:tracePt t="364543" x="7456488" y="1306513"/>
          <p14:tracePt t="364553" x="7443788" y="1306513"/>
          <p14:tracePt t="364566" x="7443788" y="1292225"/>
          <p14:tracePt t="364788" x="7443788" y="1306513"/>
          <p14:tracePt t="364800" x="7443788" y="1312863"/>
          <p14:tracePt t="364811" x="7443788" y="1327150"/>
          <p14:tracePt t="364824" x="7443788" y="1333500"/>
          <p14:tracePt t="364833" x="7435850" y="1354138"/>
          <p14:tracePt t="364846" x="7443788" y="1414463"/>
          <p14:tracePt t="364858" x="7443788" y="1482725"/>
          <p14:tracePt t="364867" x="7456488" y="1544638"/>
          <p14:tracePt t="364889" x="7456488" y="1619250"/>
          <p14:tracePt t="364893" x="7456488" y="1646238"/>
          <p14:tracePt t="364902" x="7462838" y="1666875"/>
          <p14:tracePt t="364916" x="7462838" y="1673225"/>
          <p14:tracePt t="364934" x="7456488" y="1673225"/>
          <p14:tracePt t="364947" x="7443788" y="1673225"/>
          <p14:tracePt t="364959" x="7435850" y="1666875"/>
          <p14:tracePt t="365114" x="7443788" y="1660525"/>
          <p14:tracePt t="365137" x="7443788" y="1666875"/>
          <p14:tracePt t="365148" x="7443788" y="1660525"/>
          <p14:tracePt t="365193" x="7435850" y="1660525"/>
          <p14:tracePt t="365205" x="7423150" y="1660525"/>
          <p14:tracePt t="365271" x="7423150" y="1666875"/>
          <p14:tracePt t="365284" x="7435850" y="1666875"/>
          <p14:tracePt t="365306" x="7443788" y="1673225"/>
          <p14:tracePt t="365373" x="7443788" y="1666875"/>
          <p14:tracePt t="365395" x="7435850" y="1660525"/>
          <p14:tracePt t="365407" x="7435850" y="1646238"/>
          <p14:tracePt t="365419" x="7423150" y="1639888"/>
          <p14:tracePt t="365431" x="7415213" y="1625600"/>
          <p14:tracePt t="365441" x="7402513" y="1619250"/>
          <p14:tracePt t="365452" x="7402513" y="1604963"/>
          <p14:tracePt t="365464" x="7396163" y="1598613"/>
          <p14:tracePt t="365475" x="7388225" y="1585913"/>
          <p14:tracePt t="365497" x="7375525" y="1585913"/>
          <p14:tracePt t="365501" x="7367588" y="1577975"/>
          <p14:tracePt t="365509" x="7354888" y="1577975"/>
          <p14:tracePt t="365520" x="7348538" y="1577975"/>
          <p14:tracePt t="365531" x="7334250" y="1565275"/>
          <p14:tracePt t="365554" x="7327900" y="1565275"/>
          <p14:tracePt t="365643" x="7313613" y="1577975"/>
          <p14:tracePt t="365744" x="7313613" y="1565275"/>
          <p14:tracePt t="365778" x="7307263" y="1565275"/>
          <p14:tracePt t="365790" x="7307263" y="1557338"/>
          <p14:tracePt t="365802" x="7292975" y="1557338"/>
          <p14:tracePt t="365814" x="7286625" y="1557338"/>
          <p14:tracePt t="365823" x="7272338" y="1544638"/>
          <p14:tracePt t="365836" x="7265988" y="1544638"/>
          <p14:tracePt t="365857" x="7253288" y="1544638"/>
          <p14:tracePt t="365869" x="7245350" y="1544638"/>
          <p14:tracePt t="366104" x="7232650" y="1538288"/>
          <p14:tracePt t="366127" x="7224713" y="1524000"/>
          <p14:tracePt t="366138" x="7212013" y="1524000"/>
          <p14:tracePt t="366151" x="7205663" y="1524000"/>
          <p14:tracePt t="366161" x="7205663" y="1517650"/>
          <p14:tracePt t="366174" x="7197725" y="1517650"/>
          <p14:tracePt t="366195" x="7185025" y="1517650"/>
          <p14:tracePt t="366633" x="7177088" y="1517650"/>
          <p14:tracePt t="366656" x="7164388" y="1503363"/>
          <p14:tracePt t="366723" x="7164388" y="1517650"/>
          <p14:tracePt t="366734" x="7164388" y="1524000"/>
          <p14:tracePt t="366749" x="7177088" y="1544638"/>
          <p14:tracePt t="366757" x="7185025" y="1557338"/>
          <p14:tracePt t="366769" x="7205663" y="1557338"/>
          <p14:tracePt t="366781" x="7212013" y="1565275"/>
          <p14:tracePt t="366791" x="7224713" y="1577975"/>
          <p14:tracePt t="366803" x="7232650" y="1577975"/>
          <p14:tracePt t="366816" x="7245350" y="1585913"/>
          <p14:tracePt t="366836" x="7253288" y="1585913"/>
          <p14:tracePt t="366858" x="7265988" y="1585913"/>
          <p14:tracePt t="366870" x="7272338" y="1577975"/>
          <p14:tracePt t="366882" x="7307263" y="1577975"/>
          <p14:tracePt t="366893" x="7327900" y="1565275"/>
          <p14:tracePt t="366904" x="7367588" y="1557338"/>
          <p14:tracePt t="366917" x="7415213" y="1538288"/>
          <p14:tracePt t="366928" x="7456488" y="1524000"/>
          <p14:tracePt t="366938" x="7483475" y="1503363"/>
          <p14:tracePt t="366952" x="7518400" y="1497013"/>
          <p14:tracePt t="366962" x="7539038" y="1476375"/>
          <p14:tracePt t="366983" x="7539038" y="1462088"/>
          <p14:tracePt t="366993" x="7539038" y="1455738"/>
          <p14:tracePt t="366998" x="7539038" y="1435100"/>
          <p14:tracePt t="367006" x="7539038" y="1428750"/>
          <p14:tracePt t="367017" x="7524750" y="1408113"/>
          <p14:tracePt t="367028" x="7524750" y="1395413"/>
          <p14:tracePt t="367039" x="7518400" y="1374775"/>
          <p14:tracePt t="367051" x="7504113" y="1366838"/>
          <p14:tracePt t="367064" x="7497763" y="1354138"/>
          <p14:tracePt t="367074" x="7483475" y="1333500"/>
          <p14:tracePt t="367086" x="7477125" y="1327150"/>
          <p14:tracePt t="367096" x="7462838" y="1312863"/>
          <p14:tracePt t="367108" x="7443788" y="1306513"/>
          <p14:tracePt t="367119" x="7435850" y="1292225"/>
          <p14:tracePt t="367129" x="7423150" y="1292225"/>
          <p14:tracePt t="367141" x="7415213" y="1285875"/>
          <p14:tracePt t="367152" x="7396163" y="1271588"/>
          <p14:tracePt t="367162" x="7375525" y="1265238"/>
          <p14:tracePt t="367173" x="7367588" y="1265238"/>
          <p14:tracePt t="367185" x="7354888" y="1252538"/>
          <p14:tracePt t="367196" x="7334250" y="1252538"/>
          <p14:tracePt t="367208" x="7327900" y="1244600"/>
          <p14:tracePt t="367220" x="7313613" y="1244600"/>
          <p14:tracePt t="367231" x="7307263" y="1244600"/>
          <p14:tracePt t="367252" x="7292975" y="1244600"/>
          <p14:tracePt t="367264" x="7286625" y="1244600"/>
          <p14:tracePt t="367275" x="7265988" y="1244600"/>
          <p14:tracePt t="367287" x="7253288" y="1244600"/>
          <p14:tracePt t="367298" x="7232650" y="1244600"/>
          <p14:tracePt t="367308" x="7212013" y="1252538"/>
          <p14:tracePt t="367320" x="7205663" y="1252538"/>
          <p14:tracePt t="367332" x="7197725" y="1265238"/>
          <p14:tracePt t="367342" x="7185025" y="1265238"/>
          <p14:tracePt t="367354" x="7177088" y="1271588"/>
          <p14:tracePt t="367365" x="7177088" y="1285875"/>
          <p14:tracePt t="367376" x="7164388" y="1292225"/>
          <p14:tracePt t="367389" x="7164388" y="1306513"/>
          <p14:tracePt t="367399" x="7158038" y="1312863"/>
          <p14:tracePt t="367410" x="7158038" y="1327150"/>
          <p14:tracePt t="367421" x="7158038" y="1333500"/>
          <p14:tracePt t="367433" x="7158038" y="1347788"/>
          <p14:tracePt t="367443" x="7158038" y="1354138"/>
          <p14:tracePt t="367455" x="7158038" y="1366838"/>
          <p14:tracePt t="367467" x="7158038" y="1374775"/>
          <p14:tracePt t="367477" x="7158038" y="1387475"/>
          <p14:tracePt t="367489" x="7158038" y="1395413"/>
          <p14:tracePt t="367511" x="7164388" y="1408113"/>
          <p14:tracePt t="367524" x="7164388" y="1414463"/>
          <p14:tracePt t="367535" x="7177088" y="1428750"/>
          <p14:tracePt t="367545" x="7197725" y="1435100"/>
          <p14:tracePt t="367557" x="7212013" y="1455738"/>
          <p14:tracePt t="367569" x="7232650" y="1462088"/>
          <p14:tracePt t="367590" x="7253288" y="1476375"/>
          <p14:tracePt t="367594" x="7272338" y="1476375"/>
          <p14:tracePt t="367602" x="7292975" y="1482725"/>
          <p14:tracePt t="367617" x="7307263" y="1482725"/>
          <p14:tracePt t="367626" x="7327900" y="1482725"/>
          <p14:tracePt t="367636" x="7334250" y="1482725"/>
          <p14:tracePt t="367646" x="7348538" y="1482725"/>
          <p14:tracePt t="367658" x="7354888" y="1482725"/>
          <p14:tracePt t="367669" x="7367588" y="1476375"/>
          <p14:tracePt t="367681" x="7375525" y="1476375"/>
          <p14:tracePt t="367702" x="7396163" y="1462088"/>
          <p14:tracePt t="367715" x="7402513" y="1455738"/>
          <p14:tracePt t="367725" x="7423150" y="1449388"/>
          <p14:tracePt t="367736" x="7443788" y="1435100"/>
          <p14:tracePt t="367749" x="7462838" y="1428750"/>
          <p14:tracePt t="367758" x="7477125" y="1414463"/>
          <p14:tracePt t="367770" x="7477125" y="1395413"/>
          <p14:tracePt t="367782" x="7477125" y="1387475"/>
          <p14:tracePt t="367792" x="7477125" y="1366838"/>
          <p14:tracePt t="367804" x="7477125" y="1354138"/>
          <p14:tracePt t="367816" x="7462838" y="1333500"/>
          <p14:tracePt t="367826" x="7456488" y="1327150"/>
          <p14:tracePt t="367839" x="7443788" y="1312863"/>
          <p14:tracePt t="367850" x="7435850" y="1306513"/>
          <p14:tracePt t="367860" x="7415213" y="1292225"/>
          <p14:tracePt t="367872" x="7402513" y="1285875"/>
          <p14:tracePt t="367884" x="7396163" y="1271588"/>
          <p14:tracePt t="367894" x="7388225" y="1271588"/>
          <p14:tracePt t="367906" x="7375525" y="1265238"/>
          <p14:tracePt t="367917" x="7367588" y="1265238"/>
          <p14:tracePt t="367927" x="7354888" y="1265238"/>
          <p14:tracePt t="367939" x="7348538" y="1265238"/>
          <p14:tracePt t="367950" x="7334250" y="1265238"/>
          <p14:tracePt t="367961" x="7327900" y="1265238"/>
          <p14:tracePt t="367973" x="7313613" y="1265238"/>
          <p14:tracePt t="367984" x="7307263" y="1265238"/>
          <p14:tracePt t="367995" x="7292975" y="1271588"/>
          <p14:tracePt t="368007" x="7286625" y="1271588"/>
          <p14:tracePt t="368018" x="7272338" y="1285875"/>
          <p14:tracePt t="368028" x="7265988" y="1292225"/>
          <p14:tracePt t="368051" x="7253288" y="1306513"/>
          <p14:tracePt t="368062" x="7253288" y="1312863"/>
          <p14:tracePt t="368074" x="7245350" y="1327150"/>
          <p14:tracePt t="368087" x="7245350" y="1347788"/>
          <p14:tracePt t="368100" x="7232650" y="1354138"/>
          <p14:tracePt t="368110" x="7232650" y="1374775"/>
          <p14:tracePt t="368120" x="7232650" y="1387475"/>
          <p14:tracePt t="368130" x="7232650" y="1408113"/>
          <p14:tracePt t="368142" x="7232650" y="1414463"/>
          <p14:tracePt t="368153" x="7232650" y="1428750"/>
          <p14:tracePt t="368165" x="7232650" y="1435100"/>
          <p14:tracePt t="368175" x="7245350" y="1449388"/>
          <p14:tracePt t="368186" x="7253288" y="1455738"/>
          <p14:tracePt t="368199" x="7253288" y="1462088"/>
          <p14:tracePt t="368208" x="7265988" y="1476375"/>
          <p14:tracePt t="368220" x="7286625" y="1476375"/>
          <p14:tracePt t="368233" x="7292975" y="1482725"/>
          <p14:tracePt t="368253" x="7307263" y="1482725"/>
          <p14:tracePt t="368265" x="7313613" y="1482725"/>
          <p14:tracePt t="368287" x="7327900" y="1482725"/>
          <p14:tracePt t="368299" x="7327900" y="1476375"/>
          <p14:tracePt t="368310" x="7334250" y="1476375"/>
          <p14:tracePt t="368322" x="7348538" y="1462088"/>
          <p14:tracePt t="368334" x="7367588" y="1449388"/>
          <p14:tracePt t="368344" x="7388225" y="1435100"/>
          <p14:tracePt t="368356" x="7402513" y="1414463"/>
          <p14:tracePt t="368367" x="7423150" y="1408113"/>
          <p14:tracePt t="368377" x="7443788" y="1387475"/>
          <p14:tracePt t="368390" x="7462838" y="1387475"/>
          <p14:tracePt t="368401" x="7483475" y="1374775"/>
          <p14:tracePt t="368411" x="7504113" y="1374775"/>
          <p14:tracePt t="368423" x="7518400" y="1366838"/>
          <p14:tracePt t="368500" x="7518400" y="1374775"/>
          <p14:tracePt t="368512" x="7518400" y="1387475"/>
          <p14:tracePt t="368524" x="7524750" y="1387475"/>
          <p14:tracePt t="368536" x="7524750" y="1395413"/>
          <p14:tracePt t="368568" x="7524750" y="1408113"/>
          <p14:tracePt t="368681" x="7518400" y="1408113"/>
          <p14:tracePt t="368692" x="7497763" y="1414463"/>
          <p14:tracePt t="368704" x="7483475" y="1428750"/>
          <p14:tracePt t="368716" x="7462838" y="1449388"/>
          <p14:tracePt t="368727" x="7443788" y="1476375"/>
          <p14:tracePt t="368738" x="7423150" y="1497013"/>
          <p14:tracePt t="368749" x="7415213" y="1517650"/>
          <p14:tracePt t="368760" x="7402513" y="1538288"/>
          <p14:tracePt t="368772" x="7402513" y="1544638"/>
          <p14:tracePt t="368783" x="7402513" y="1557338"/>
          <p14:tracePt t="368794" x="7396163" y="1565275"/>
          <p14:tracePt t="368806" x="7396163" y="1577975"/>
          <p14:tracePt t="368816" x="7396163" y="1585913"/>
          <p14:tracePt t="368928" x="7388225" y="1585913"/>
          <p14:tracePt t="368940" x="7375525" y="1585913"/>
          <p14:tracePt t="368951" x="7354888" y="1585913"/>
          <p14:tracePt t="368963" x="7334250" y="1585913"/>
          <p14:tracePt t="368974" x="7292975" y="1577975"/>
          <p14:tracePt t="368986" x="7253288" y="1577975"/>
          <p14:tracePt t="368997" x="7197725" y="1565275"/>
          <p14:tracePt t="369008" x="7137400" y="1557338"/>
          <p14:tracePt t="369019" x="7096125" y="1544638"/>
          <p14:tracePt t="369031" x="7034213" y="1538288"/>
          <p14:tracePt t="369042" x="6986588" y="1538288"/>
          <p14:tracePt t="369052" x="6926263" y="1524000"/>
          <p14:tracePt t="369064" x="6891338" y="1524000"/>
          <p14:tracePt t="369076" x="6851650" y="1517650"/>
          <p14:tracePt t="369086" x="6810375" y="1503363"/>
          <p14:tracePt t="369099" x="6796088" y="1503363"/>
          <p14:tracePt t="369109" x="6762750" y="1503363"/>
          <p14:tracePt t="369119" x="6742113" y="1497013"/>
          <p14:tracePt t="369131" x="6715125" y="1497013"/>
          <p14:tracePt t="369143" x="6694488" y="1497013"/>
          <p14:tracePt t="369154" x="6653213" y="1482725"/>
          <p14:tracePt t="369166" x="6592888" y="1476375"/>
          <p14:tracePt t="369177" x="6545263" y="1462088"/>
          <p14:tracePt t="369187" x="6462713" y="1455738"/>
          <p14:tracePt t="369200" x="6375400" y="1435100"/>
          <p14:tracePt t="369211" x="6300788" y="1428750"/>
          <p14:tracePt t="369221" x="6259513" y="1428750"/>
          <p14:tracePt t="369233" x="6211888" y="1414463"/>
          <p14:tracePt t="369245" x="6170613" y="1408113"/>
          <p14:tracePt t="369255" x="6149975" y="1408113"/>
          <p14:tracePt t="369267" x="6122988" y="1395413"/>
          <p14:tracePt t="369279" x="6102350" y="1395413"/>
          <p14:tracePt t="369289" x="6089650" y="1395413"/>
          <p14:tracePt t="369301" x="6081713" y="1395413"/>
          <p14:tracePt t="369312" x="6069013" y="1395413"/>
          <p14:tracePt t="369322" x="6062663" y="1395413"/>
          <p14:tracePt t="369334" x="6048375" y="1395413"/>
          <p14:tracePt t="369346" x="6042025" y="1395413"/>
          <p14:tracePt t="369356" x="6007100" y="1408113"/>
          <p14:tracePt t="369368" x="5994400" y="1408113"/>
          <p14:tracePt t="369380" x="5973763" y="1414463"/>
          <p14:tracePt t="369390" x="5938838" y="1428750"/>
          <p14:tracePt t="369402" x="5911850" y="1435100"/>
          <p14:tracePt t="369413" x="5891213" y="1449388"/>
          <p14:tracePt t="369424" x="5857875" y="1455738"/>
          <p14:tracePt t="369435" x="5837238" y="1462088"/>
          <p14:tracePt t="369447" x="5830888" y="1482725"/>
          <p14:tracePt t="369459" x="5816600" y="1497013"/>
          <p14:tracePt t="369469" x="5816600" y="1517650"/>
          <p14:tracePt t="369480" x="5816600" y="1538288"/>
          <p14:tracePt t="369492" x="5816600" y="1557338"/>
          <p14:tracePt t="369502" x="5816600" y="1577975"/>
          <p14:tracePt t="369514" x="5830888" y="1585913"/>
          <p14:tracePt t="369526" x="5851525" y="1604963"/>
          <p14:tracePt t="369536" x="5857875" y="1604963"/>
          <p14:tracePt t="369548" x="5872163" y="1604963"/>
          <p14:tracePt t="369560" x="5878513" y="1604963"/>
          <p14:tracePt t="369570" x="5891213" y="1604963"/>
          <p14:tracePt t="369581" x="5911850" y="1604963"/>
          <p14:tracePt t="369593" x="5938838" y="1604963"/>
          <p14:tracePt t="369603" x="5959475" y="1604963"/>
          <p14:tracePt t="369615" x="5980113" y="1598613"/>
          <p14:tracePt t="369627" x="6000750" y="1585913"/>
          <p14:tracePt t="369637" x="6021388" y="1565275"/>
          <p14:tracePt t="369650" x="6027738" y="1544638"/>
          <p14:tracePt t="369661" x="6042025" y="1503363"/>
          <p14:tracePt t="369671" x="6042025" y="1462088"/>
          <p14:tracePt t="369695" x="6027738" y="1428750"/>
          <p14:tracePt t="369705" x="6027738" y="1408113"/>
          <p14:tracePt t="369710" x="6007100" y="1374775"/>
          <p14:tracePt t="369718" x="5994400" y="1354138"/>
          <p14:tracePt t="369728" x="5973763" y="1333500"/>
          <p14:tracePt t="369742" x="5938838" y="1327150"/>
          <p14:tracePt t="369752" x="5919788" y="1312863"/>
          <p14:tracePt t="369763" x="5911850" y="1312863"/>
          <p14:tracePt t="369773" x="5899150" y="1312863"/>
          <p14:tracePt t="369785" x="5878513" y="1327150"/>
          <p14:tracePt t="369796" x="5872163" y="1327150"/>
          <p14:tracePt t="369806" x="5857875" y="1333500"/>
          <p14:tracePt t="369819" x="5851525" y="1347788"/>
          <p14:tracePt t="369830" x="5851525" y="1354138"/>
          <p14:tracePt t="369840" x="5837238" y="1366838"/>
          <p14:tracePt t="369862" x="5837238" y="1374775"/>
          <p14:tracePt t="369874" x="5837238" y="1387475"/>
          <p14:tracePt t="369885" x="5837238" y="1395413"/>
          <p14:tracePt t="369897" x="5837238" y="1408113"/>
          <p14:tracePt t="369910" x="5851525" y="1428750"/>
          <p14:tracePt t="369930" x="5851525" y="1435100"/>
          <p14:tracePt t="369931" x="5872163" y="1455738"/>
          <p14:tracePt t="369943" x="5891213" y="1462088"/>
          <p14:tracePt t="369953" x="5911850" y="1482725"/>
          <p14:tracePt t="369965" x="5919788" y="1482725"/>
          <p14:tracePt t="369976" x="5938838" y="1482725"/>
          <p14:tracePt t="369986" x="5959475" y="1482725"/>
          <p14:tracePt t="369998" x="5973763" y="1482725"/>
          <p14:tracePt t="370009" x="5980113" y="1482725"/>
          <p14:tracePt t="370020" x="5994400" y="1476375"/>
          <p14:tracePt t="370032" x="5994400" y="1462088"/>
          <p14:tracePt t="370043" x="5994400" y="1455738"/>
          <p14:tracePt t="370054" x="5994400" y="1435100"/>
          <p14:tracePt t="370066" x="5980113" y="1414463"/>
          <p14:tracePt t="370077" x="5973763" y="1408113"/>
          <p14:tracePt t="370087" x="5953125" y="1387475"/>
          <p14:tracePt t="370100" x="5932488" y="1374775"/>
          <p14:tracePt t="370113" x="5911850" y="1374775"/>
          <p14:tracePt t="370122" x="5899150" y="1374775"/>
          <p14:tracePt t="370135" x="5891213" y="1374775"/>
          <p14:tracePt t="370147" x="5878513" y="1387475"/>
          <p14:tracePt t="370159" x="5872163" y="1387475"/>
          <p14:tracePt t="370169" x="5857875" y="1408113"/>
          <p14:tracePt t="370181" x="5851525" y="1428750"/>
          <p14:tracePt t="370193" x="5830888" y="1455738"/>
          <p14:tracePt t="370203" x="5816600" y="1476375"/>
          <p14:tracePt t="370213" x="5810250" y="1503363"/>
          <p14:tracePt t="370227" x="5810250" y="1538288"/>
          <p14:tracePt t="370237" x="5810250" y="1565275"/>
          <p14:tracePt t="370248" x="5810250" y="1585913"/>
          <p14:tracePt t="370260" x="5816600" y="1604963"/>
          <p14:tracePt t="370271" x="5830888" y="1639888"/>
          <p14:tracePt t="370283" x="5837238" y="1646238"/>
          <p14:tracePt t="370295" x="5857875" y="1660525"/>
          <p14:tracePt t="370304" x="5878513" y="1666875"/>
          <p14:tracePt t="370312" x="5899150" y="1666875"/>
          <p14:tracePt t="370326" x="5919788" y="1666875"/>
          <p14:tracePt t="370336" x="5938838" y="1660525"/>
          <p14:tracePt t="370347" x="5959475" y="1660525"/>
          <p14:tracePt t="370359" x="5973763" y="1646238"/>
          <p14:tracePt t="370369" x="5980113" y="1646238"/>
          <p14:tracePt t="370380" x="5980113" y="1639888"/>
          <p14:tracePt t="370393" x="5980113" y="1619250"/>
          <p14:tracePt t="370402" x="5973763" y="1604963"/>
          <p14:tracePt t="370414" x="5959475" y="1598613"/>
          <p14:tracePt t="370426" x="5953125" y="1585913"/>
          <p14:tracePt t="370436" x="5932488" y="1577975"/>
          <p14:tracePt t="370448" x="5911850" y="1577975"/>
          <p14:tracePt t="370459" x="5899150" y="1577975"/>
          <p14:tracePt t="370470" x="5878513" y="1577975"/>
          <p14:tracePt t="370481" x="5872163" y="1577975"/>
          <p14:tracePt t="370493" x="5851525" y="1585913"/>
          <p14:tracePt t="370503" x="5837238" y="1598613"/>
          <p14:tracePt t="370516" x="5816600" y="1619250"/>
          <p14:tracePt t="370527" x="5810250" y="1639888"/>
          <p14:tracePt t="370537" x="5795963" y="1646238"/>
          <p14:tracePt t="370549" x="5795963" y="1666875"/>
          <p14:tracePt t="370561" x="5795963" y="1673225"/>
          <p14:tracePt t="370582" x="5810250" y="1687513"/>
          <p14:tracePt t="370594" x="5816600" y="1693863"/>
          <p14:tracePt t="370605" x="5830888" y="1693863"/>
          <p14:tracePt t="370617" x="5851525" y="1693863"/>
          <p14:tracePt t="370628" x="5872163" y="1693863"/>
          <p14:tracePt t="370639" x="5919788" y="1693863"/>
          <p14:tracePt t="370650" x="5959475" y="1693863"/>
          <p14:tracePt t="370662" x="6000750" y="1687513"/>
          <p14:tracePt t="370672" x="6021388" y="1673225"/>
          <p14:tracePt t="370684" x="6042025" y="1666875"/>
          <p14:tracePt t="370695" x="6048375" y="1660525"/>
          <p14:tracePt t="370706" x="6048375" y="1646238"/>
          <p14:tracePt t="370740" x="6042025" y="1625600"/>
          <p14:tracePt t="370744" x="6021388" y="1619250"/>
          <p14:tracePt t="370754" x="5994400" y="1598613"/>
          <p14:tracePt t="370756" x="5938838" y="1585913"/>
          <p14:tracePt t="370765" x="5891213" y="1577975"/>
          <p14:tracePt t="370778" x="5830888" y="1577975"/>
          <p14:tracePt t="370787" x="5795963" y="1577975"/>
          <p14:tracePt t="370797" x="5768975" y="1585913"/>
          <p14:tracePt t="370809" x="5748338" y="1604963"/>
          <p14:tracePt t="370819" x="5741988" y="1625600"/>
          <p14:tracePt t="370831" x="5741988" y="1646238"/>
          <p14:tracePt t="370842" x="5748338" y="1666875"/>
          <p14:tracePt t="370853" x="5768975" y="1687513"/>
          <p14:tracePt t="370864" x="5795963" y="1708150"/>
          <p14:tracePt t="370876" x="5837238" y="1728788"/>
          <p14:tracePt t="370886" x="5891213" y="1735138"/>
          <p14:tracePt t="370899" x="5938838" y="1747838"/>
          <p14:tracePt t="370910" x="5980113" y="1747838"/>
          <p14:tracePt t="370920" x="6042025" y="1747838"/>
          <p14:tracePt t="370931" x="6069013" y="1747838"/>
          <p14:tracePt t="370943" x="6089650" y="1735138"/>
          <p14:tracePt t="370954" x="6102350" y="1728788"/>
          <p14:tracePt t="370966" x="6102350" y="1714500"/>
          <p14:tracePt t="370977" x="6089650" y="1708150"/>
          <p14:tracePt t="370987" x="6081713" y="1693863"/>
          <p14:tracePt t="371000" x="6062663" y="1673225"/>
          <p14:tracePt t="371011" x="6007100" y="1660525"/>
          <p14:tracePt t="371021" x="5973763" y="1646238"/>
          <p14:tracePt t="371034" x="5919788" y="1639888"/>
          <p14:tracePt t="371046" x="5857875" y="1639888"/>
          <p14:tracePt t="371055" x="5816600" y="1646238"/>
          <p14:tracePt t="371067" x="5795963" y="1660525"/>
          <p14:tracePt t="371078" x="5789613" y="1673225"/>
          <p14:tracePt t="371089" x="5789613" y="1693863"/>
          <p14:tracePt t="371101" x="5789613" y="1708150"/>
          <p14:tracePt t="371112" x="5795963" y="1728788"/>
          <p14:tracePt t="371122" x="5830888" y="1735138"/>
          <p14:tracePt t="371135" x="5872163" y="1755775"/>
          <p14:tracePt t="371146" x="5891213" y="1755775"/>
          <p14:tracePt t="371156" x="5919788" y="1755775"/>
          <p14:tracePt t="371168" x="5953125" y="1755775"/>
          <p14:tracePt t="371179" x="5959475" y="1755775"/>
          <p14:tracePt t="371190" x="5973763" y="1755775"/>
          <p14:tracePt t="371202" x="5973763" y="1747838"/>
          <p14:tracePt t="371224" x="5973763" y="1735138"/>
          <p14:tracePt t="371235" x="5959475" y="1714500"/>
          <p14:tracePt t="371247" x="5938838" y="1693863"/>
          <p14:tracePt t="371259" x="5919788" y="1687513"/>
          <p14:tracePt t="371269" x="5878513" y="1666875"/>
          <p14:tracePt t="371280" x="5851525" y="1660525"/>
          <p14:tracePt t="371293" x="5816600" y="1660525"/>
          <p14:tracePt t="371303" x="5810250" y="1660525"/>
          <p14:tracePt t="371314" x="5795963" y="1666875"/>
          <p14:tracePt t="371326" x="5789613" y="1666875"/>
          <p14:tracePt t="371336" x="5789613" y="1673225"/>
          <p14:tracePt t="371348" x="5789613" y="1687513"/>
          <p14:tracePt t="371359" x="5795963" y="1693863"/>
          <p14:tracePt t="371370" x="5810250" y="1693863"/>
          <p14:tracePt t="371392" x="5816600" y="1708150"/>
          <p14:tracePt t="371403" x="5830888" y="1708150"/>
          <p14:tracePt t="371416" x="5837238" y="1708150"/>
          <p14:tracePt t="371427" x="5851525" y="1708150"/>
          <p14:tracePt t="371437" x="5857875" y="1708150"/>
          <p14:tracePt t="371449" x="5872163" y="1708150"/>
          <p14:tracePt t="371461" x="5872163" y="1693863"/>
          <p14:tracePt t="371471" x="5878513" y="1687513"/>
          <p14:tracePt t="371484" x="5878513" y="1673225"/>
          <p14:tracePt t="371494" x="5878513" y="1666875"/>
          <p14:tracePt t="371505" x="5878513" y="1660525"/>
          <p14:tracePt t="371517" x="5872163" y="1646238"/>
          <p14:tracePt t="371529" x="5857875" y="1639888"/>
          <p14:tracePt t="371539" x="5837238" y="1639888"/>
          <p14:tracePt t="371551" x="5816600" y="1625600"/>
          <p14:tracePt t="371562" x="5795963" y="1625600"/>
          <p14:tracePt t="371572" x="5783263" y="1625600"/>
          <p14:tracePt t="371583" x="5762625" y="1625600"/>
          <p14:tracePt t="371595" x="5748338" y="1639888"/>
          <p14:tracePt t="371606" x="5741988" y="1646238"/>
          <p14:tracePt t="371618" x="5729288" y="1660525"/>
          <p14:tracePt t="371630" x="5729288" y="1666875"/>
          <p14:tracePt t="371640" x="5741988" y="1673225"/>
          <p14:tracePt t="371652" x="5741988" y="1687513"/>
          <p14:tracePt t="371663" x="5748338" y="1693863"/>
          <p14:tracePt t="371674" x="5768975" y="1693863"/>
          <p14:tracePt t="371685" x="5789613" y="1708150"/>
          <p14:tracePt t="371697" x="5810250" y="1708150"/>
          <p14:tracePt t="371708" x="5830888" y="1708150"/>
          <p14:tracePt t="371718" x="5851525" y="1708150"/>
          <p14:tracePt t="371730" x="5857875" y="1693863"/>
          <p14:tracePt t="371743" x="5872163" y="1693863"/>
          <p14:tracePt t="371763" x="5872163" y="1687513"/>
          <p14:tracePt t="371787" x="5872163" y="1673225"/>
          <p14:tracePt t="371798" x="5857875" y="1666875"/>
          <p14:tracePt t="371810" x="5851525" y="1660525"/>
          <p14:tracePt t="371820" x="5830888" y="1660525"/>
          <p14:tracePt t="371831" x="5810250" y="1646238"/>
          <p14:tracePt t="371843" x="5789613" y="1646238"/>
          <p14:tracePt t="371854" x="5783263" y="1646238"/>
          <p14:tracePt t="371865" x="5768975" y="1646238"/>
          <p14:tracePt t="371877" x="5762625" y="1646238"/>
          <p14:tracePt t="371966" x="5768975" y="1660525"/>
          <p14:tracePt t="371978" x="5783263" y="1660525"/>
          <p14:tracePt t="371988" x="5795963" y="1660525"/>
          <p14:tracePt t="372000" x="5810250" y="1660525"/>
          <p14:tracePt t="372012" x="5830888" y="1666875"/>
          <p14:tracePt t="372022" x="5851525" y="1666875"/>
          <p14:tracePt t="372034" x="5872163" y="1666875"/>
          <p14:tracePt t="372045" x="5878513" y="1666875"/>
          <p14:tracePt t="372056" x="5891213" y="1666875"/>
          <p14:tracePt t="372068" x="5891213" y="1660525"/>
          <p14:tracePt t="372090" x="5891213" y="1646238"/>
          <p14:tracePt t="372112" x="5872163" y="1625600"/>
          <p14:tracePt t="372123" x="5857875" y="1619250"/>
          <p14:tracePt t="372136" x="5837238" y="1604963"/>
          <p14:tracePt t="372148" x="5810250" y="1598613"/>
          <p14:tracePt t="372158" x="5789613" y="1598613"/>
          <p14:tracePt t="372169" x="5783263" y="1598613"/>
          <p14:tracePt t="372180" x="5768975" y="1598613"/>
          <p14:tracePt t="372191" x="5748338" y="1598613"/>
          <p14:tracePt t="372213" x="5741988" y="1604963"/>
          <p14:tracePt t="372225" x="5741988" y="1619250"/>
          <p14:tracePt t="372236" x="5741988" y="1625600"/>
          <p14:tracePt t="372247" x="5748338" y="1625600"/>
          <p14:tracePt t="372260" x="5762625" y="1639888"/>
          <p14:tracePt t="372270" x="5768975" y="1646238"/>
          <p14:tracePt t="372281" x="5783263" y="1646238"/>
          <p14:tracePt t="372294" x="5795963" y="1646238"/>
          <p14:tracePt t="372304" x="5816600" y="1646238"/>
          <p14:tracePt t="372315" x="5830888" y="1646238"/>
          <p14:tracePt t="372327" x="5837238" y="1639888"/>
          <p14:tracePt t="372348" x="5851525" y="1625600"/>
          <p14:tracePt t="372361" x="5851525" y="1619250"/>
          <p14:tracePt t="372371" x="5837238" y="1619250"/>
          <p14:tracePt t="372382" x="5837238" y="1604963"/>
          <p14:tracePt t="372394" x="5816600" y="1598613"/>
          <p14:tracePt t="372405" x="5810250" y="1598613"/>
          <p14:tracePt t="372416" x="5783263" y="1598613"/>
          <p14:tracePt t="372428" x="5748338" y="1598613"/>
          <p14:tracePt t="372438" x="5729288" y="1598613"/>
          <p14:tracePt t="372450" x="5721350" y="1604963"/>
          <p14:tracePt t="372462" x="5700713" y="1625600"/>
          <p14:tracePt t="372472" x="5700713" y="1639888"/>
          <p14:tracePt t="372484" x="5700713" y="1646238"/>
          <p14:tracePt t="372496" x="5700713" y="1666875"/>
          <p14:tracePt t="372517" x="5708650" y="1673225"/>
          <p14:tracePt t="372529" x="5721350" y="1673225"/>
          <p14:tracePt t="372539" x="5729288" y="1687513"/>
          <p14:tracePt t="372552" x="5741988" y="1687513"/>
          <p14:tracePt t="372573" x="5748338" y="1673225"/>
          <p14:tracePt t="372585" x="5762625" y="1673225"/>
          <p14:tracePt t="372607" x="5762625" y="1666875"/>
          <p14:tracePt t="372629" x="5762625" y="1660525"/>
          <p14:tracePt t="372641" x="5762625" y="1646238"/>
          <p14:tracePt t="372653" x="5748338" y="1646238"/>
          <p14:tracePt t="372664" x="5741988" y="1646238"/>
          <p14:tracePt t="372686" x="5729288" y="1646238"/>
          <p14:tracePt t="372719" x="5729288" y="1660525"/>
          <p14:tracePt t="372731" x="5741988" y="1666875"/>
          <p14:tracePt t="372744" x="5741988" y="1673225"/>
          <p14:tracePt t="372753" x="5748338" y="1673225"/>
          <p14:tracePt t="372765" x="5762625" y="1673225"/>
          <p14:tracePt t="372777" x="5783263" y="1687513"/>
          <p14:tracePt t="372787" x="5789613" y="1687513"/>
          <p14:tracePt t="372798" x="5810250" y="1687513"/>
          <p14:tracePt t="372811" x="5830888" y="1673225"/>
          <p14:tracePt t="372832" x="5837238" y="1673225"/>
          <p14:tracePt t="372846" x="5837238" y="1666875"/>
          <p14:tracePt t="372857" x="5837238" y="1660525"/>
          <p14:tracePt t="372878" x="5837238" y="1646238"/>
          <p14:tracePt t="372888" x="5830888" y="1639888"/>
          <p14:tracePt t="372901" x="5810250" y="1625600"/>
          <p14:tracePt t="372912" x="5795963" y="1619250"/>
          <p14:tracePt t="372922" x="5789613" y="1619250"/>
          <p14:tracePt t="372934" x="5783263" y="1604963"/>
          <p14:tracePt t="372956" x="5768975" y="1604963"/>
          <p14:tracePt t="372967" x="5768975" y="1619250"/>
          <p14:tracePt t="372980" x="5768975" y="1625600"/>
          <p14:tracePt t="372990" x="5762625" y="1639888"/>
          <p14:tracePt t="373003" x="5748338" y="1660525"/>
          <p14:tracePt t="373013" x="5729288" y="1673225"/>
          <p14:tracePt t="373023" x="5729288" y="1693863"/>
          <p14:tracePt t="373036" x="5721350" y="1708150"/>
          <p14:tracePt t="373057" x="5721350" y="1714500"/>
          <p14:tracePt t="373068" x="5729288" y="1728788"/>
          <p14:tracePt t="373091" x="5741988" y="1735138"/>
          <p14:tracePt t="373102" x="5748338" y="1735138"/>
          <p14:tracePt t="373125" x="5762625" y="1735138"/>
          <p14:tracePt t="373159" x="5762625" y="1728788"/>
          <p14:tracePt t="373192" x="5762625" y="1714500"/>
          <p14:tracePt t="373215" x="5762625" y="1708150"/>
          <p14:tracePt t="373237" x="5748338" y="1708150"/>
          <p14:tracePt t="373249" x="5748338" y="1693863"/>
          <p14:tracePt t="373260" x="5741988" y="1693863"/>
          <p14:tracePt t="373440" x="5748338" y="1693863"/>
          <p14:tracePt t="373452" x="5762625" y="1693863"/>
          <p14:tracePt t="373473" x="5768975" y="1693863"/>
          <p14:tracePt t="373507" x="5783263" y="1693863"/>
          <p14:tracePt t="373575" x="5783263" y="1708150"/>
          <p14:tracePt t="373586" x="5768975" y="1708150"/>
          <p14:tracePt t="373597" x="5768975" y="1728788"/>
          <p14:tracePt t="373610" x="5768975" y="1735138"/>
          <p14:tracePt t="373620" x="5783263" y="1735138"/>
          <p14:tracePt t="373631" x="5789613" y="1747838"/>
          <p14:tracePt t="373643" x="5795963" y="1755775"/>
          <p14:tracePt t="373655" x="5816600" y="1755775"/>
          <p14:tracePt t="373665" x="5837238" y="1755775"/>
          <p14:tracePt t="373678" x="5857875" y="1755775"/>
          <p14:tracePt t="373688" x="5878513" y="1755775"/>
          <p14:tracePt t="373700" x="5891213" y="1755775"/>
          <p14:tracePt t="373721" x="5899150" y="1747838"/>
          <p14:tracePt t="373754" x="5899150" y="1735138"/>
          <p14:tracePt t="373788" x="5899150" y="1728788"/>
          <p14:tracePt t="374193" x="5899150" y="1735138"/>
          <p14:tracePt t="374216" x="5911850" y="1735138"/>
          <p14:tracePt t="374227" x="5911850" y="1747838"/>
          <p14:tracePt t="374486" x="5911850" y="1735138"/>
          <p14:tracePt t="374508" x="5919788" y="1728788"/>
          <p14:tracePt t="375577" x="5959475" y="1728788"/>
          <p14:tracePt t="375580" x="6007100" y="1728788"/>
          <p14:tracePt t="375589" x="6069013" y="1714500"/>
          <p14:tracePt t="375600" x="6170613" y="1714500"/>
          <p14:tracePt t="375612" x="6300788" y="1708150"/>
          <p14:tracePt t="375623" x="6443663" y="1708150"/>
          <p14:tracePt t="375634" x="6545263" y="1693863"/>
          <p14:tracePt t="375646" x="6673850" y="1687513"/>
          <p14:tracePt t="375658" x="6783388" y="1673225"/>
          <p14:tracePt t="375669" x="6884988" y="1660525"/>
          <p14:tracePt t="375680" x="6953250" y="1646238"/>
          <p14:tracePt t="375691" x="7021513" y="1619250"/>
          <p14:tracePt t="375701" x="7075488" y="1598613"/>
          <p14:tracePt t="375713" x="7116763" y="1585913"/>
          <p14:tracePt t="375724" x="7143750" y="1577975"/>
          <p14:tracePt t="375735" x="7158038" y="1565275"/>
          <p14:tracePt t="375747" x="7164388" y="1557338"/>
          <p14:tracePt t="375768" x="7177088" y="1557338"/>
          <p14:tracePt t="375781" x="7177088" y="1544638"/>
          <p14:tracePt t="375813" x="7164388" y="1544638"/>
          <p14:tracePt t="375824" x="7143750" y="1557338"/>
          <p14:tracePt t="375838" x="7102475" y="1565275"/>
          <p14:tracePt t="375849" x="7054850" y="1585913"/>
          <p14:tracePt t="375860" x="6986588" y="1646238"/>
          <p14:tracePt t="375872" x="6926263" y="1708150"/>
          <p14:tracePt t="375883" x="6810375" y="1857375"/>
          <p14:tracePt t="375893" x="6661150" y="2041525"/>
          <p14:tracePt t="375906" x="6462713" y="2232025"/>
          <p14:tracePt t="375917" x="6334125" y="2360613"/>
          <p14:tracePt t="375926" x="6143625" y="2517775"/>
          <p14:tracePt t="375939" x="5938838" y="2693988"/>
          <p14:tracePt t="375950" x="5810250" y="2809875"/>
          <p14:tracePt t="375963" x="5667375" y="2973388"/>
          <p14:tracePt t="375982" x="5592763" y="3101975"/>
          <p14:tracePt t="375986" x="5557838" y="3170238"/>
          <p14:tracePt t="375998" x="5557838" y="3184525"/>
          <p14:tracePt t="376184" x="5572125" y="3184525"/>
          <p14:tracePt t="376196" x="5578475" y="3190875"/>
          <p14:tracePt t="376207" x="5572125" y="3205163"/>
          <p14:tracePt t="376220" x="5572125" y="3252788"/>
          <p14:tracePt t="376231" x="5572125" y="3327400"/>
          <p14:tracePt t="376241" x="5605463" y="3503613"/>
          <p14:tracePt t="376253" x="5661025" y="3756025"/>
          <p14:tracePt t="376264" x="5708650" y="3967163"/>
          <p14:tracePt t="376276" x="5789613" y="4300538"/>
          <p14:tracePt t="376286" x="5872163" y="4646613"/>
          <p14:tracePt t="376297" x="5953125" y="4986338"/>
          <p14:tracePt t="376310" x="5994400" y="5191125"/>
          <p14:tracePt t="376320" x="6007100" y="5422900"/>
          <p14:tracePt t="376331" x="6021388" y="5586413"/>
          <p14:tracePt t="376344" x="6007100" y="5673725"/>
          <p14:tracePt t="376354" x="5973763" y="5795963"/>
          <p14:tracePt t="376365" x="5899150" y="5905500"/>
          <p14:tracePt t="376377" x="5810250" y="6007100"/>
          <p14:tracePt t="376387" x="5762625" y="6081713"/>
          <p14:tracePt t="376399" x="5688013" y="6164263"/>
          <p14:tracePt t="376410" x="5646738" y="6232525"/>
          <p14:tracePt t="376421" x="5626100" y="6272213"/>
          <p14:tracePt t="376432" x="5626100" y="6313488"/>
          <p14:tracePt t="376444" x="5619750" y="6348413"/>
          <p14:tracePt t="376455" x="5619750" y="6367463"/>
          <p14:tracePt t="376466" x="5626100" y="6408738"/>
          <p14:tracePt t="376478" x="5626100" y="6462713"/>
          <p14:tracePt t="376489" x="5646738" y="6557963"/>
          <p14:tracePt t="376501" x="5661025" y="6626225"/>
          <p14:tracePt t="376512" x="5700713" y="6729413"/>
          <p14:tracePt t="376522" x="5721350" y="6796088"/>
          <p14:tracePt t="376534" x="5748338" y="6837363"/>
          <p14:tracePt t="376979" x="0" y="0"/>
        </p14:tracePtLst>
        <p14:tracePtLst>
          <p14:tracePt t="439805" x="4211638" y="6837363"/>
          <p14:tracePt t="439815" x="4143375" y="6653213"/>
          <p14:tracePt t="439828" x="4081463" y="6429375"/>
          <p14:tracePt t="439838" x="4033838" y="6143625"/>
          <p14:tracePt t="439849" x="4021138" y="5932488"/>
          <p14:tracePt t="439861" x="4033838" y="5640388"/>
          <p14:tracePt t="439872" x="4081463" y="5354638"/>
          <p14:tracePt t="439883" x="4137025" y="5143500"/>
          <p14:tracePt t="439895" x="4224338" y="4857750"/>
          <p14:tracePt t="439906" x="4327525" y="4578350"/>
          <p14:tracePt t="439916" x="4414838" y="4319588"/>
          <p14:tracePt t="439950" x="4483100" y="4137025"/>
          <p14:tracePt t="439954" x="4565650" y="3919538"/>
          <p14:tracePt t="439964" x="4625975" y="3694113"/>
          <p14:tracePt t="439966" x="4667250" y="3530600"/>
          <p14:tracePt t="439973" x="4714875" y="3333750"/>
          <p14:tracePt t="439984" x="4748213" y="3143250"/>
          <p14:tracePt t="439996" x="4756150" y="2959100"/>
          <p14:tracePt t="440007" x="4756150" y="2830513"/>
          <p14:tracePt t="440019" x="4756150" y="2673350"/>
          <p14:tracePt t="440029" x="4748213" y="2517775"/>
          <p14:tracePt t="440040" x="4735513" y="2408238"/>
          <p14:tracePt t="440052" x="4729163" y="2271713"/>
          <p14:tracePt t="440065" x="4708525" y="2116138"/>
          <p14:tracePt t="440074" x="4673600" y="1966913"/>
          <p14:tracePt t="440085" x="4646613" y="1851025"/>
          <p14:tracePt t="440097" x="4605338" y="1687513"/>
          <p14:tracePt t="440111" x="4565650" y="1544638"/>
          <p14:tracePt t="440120" x="4538663" y="1449388"/>
          <p14:tracePt t="440131" x="4497388" y="1306513"/>
          <p14:tracePt t="440142" x="4443413" y="1157288"/>
          <p14:tracePt t="440153" x="4395788" y="1033463"/>
          <p14:tracePt t="440165" x="4313238" y="871538"/>
          <p14:tracePt t="440178" x="4232275" y="720725"/>
          <p14:tracePt t="440188" x="4157663" y="604838"/>
          <p14:tracePt t="440198" x="4102100" y="530225"/>
          <p14:tracePt t="440211" x="4041775" y="469900"/>
          <p14:tracePt t="440221" x="3994150" y="422275"/>
          <p14:tracePt t="440231" x="3952875" y="395288"/>
          <p14:tracePt t="440244" x="3925888" y="381000"/>
          <p14:tracePt t="440255" x="3905250" y="374650"/>
          <p14:tracePt t="440266" x="3884613" y="374650"/>
          <p14:tracePt t="440278" x="3871913" y="381000"/>
          <p14:tracePt t="440288" x="3843338" y="414338"/>
          <p14:tracePt t="440299" x="3803650" y="469900"/>
          <p14:tracePt t="440312" x="3756025" y="530225"/>
          <p14:tracePt t="440322" x="3681413" y="652463"/>
          <p14:tracePt t="440334" x="3619500" y="776288"/>
          <p14:tracePt t="440345" x="3565525" y="871538"/>
          <p14:tracePt t="440355" x="3530600" y="952500"/>
          <p14:tracePt t="440368" x="3509963" y="1041400"/>
          <p14:tracePt t="440380" x="3503613" y="1136650"/>
          <p14:tracePt t="440389" x="3509963" y="1184275"/>
          <p14:tracePt t="440402" x="3544888" y="1244600"/>
          <p14:tracePt t="440413" x="3592513" y="1292225"/>
          <p14:tracePt t="440423" x="3660775" y="1327150"/>
          <p14:tracePt t="440435" x="3714750" y="1333500"/>
          <p14:tracePt t="440446" x="3810000" y="1333500"/>
          <p14:tracePt t="440467" x="3905250" y="1333500"/>
          <p14:tracePt t="440471" x="3973513" y="1327150"/>
          <p14:tracePt t="440480" x="4033838" y="1312863"/>
          <p14:tracePt t="440495" x="4062413" y="1306513"/>
          <p14:tracePt t="440504" x="4081463" y="1306513"/>
          <p14:tracePt t="440546" x="4075113" y="1306513"/>
          <p14:tracePt t="440558" x="4054475" y="1306513"/>
          <p14:tracePt t="440569" x="4021138" y="1306513"/>
          <p14:tracePt t="440581" x="3986213" y="1306513"/>
          <p14:tracePt t="440591" x="3932238" y="1312863"/>
          <p14:tracePt t="440602" x="3863975" y="1327150"/>
          <p14:tracePt t="440614" x="3762375" y="1333500"/>
          <p14:tracePt t="440625" x="3694113" y="1354138"/>
          <p14:tracePt t="440637" x="3571875" y="1374775"/>
          <p14:tracePt t="440649" x="3449638" y="1408113"/>
          <p14:tracePt t="440660" x="3360738" y="1435100"/>
          <p14:tracePt t="440671" x="3238500" y="1476375"/>
          <p14:tracePt t="440682" x="3143250" y="1517650"/>
          <p14:tracePt t="440694" x="3062288" y="1565275"/>
          <p14:tracePt t="440704" x="3006725" y="1604963"/>
          <p14:tracePt t="440716" x="2952750" y="1660525"/>
          <p14:tracePt t="440727" x="2898775" y="1714500"/>
          <p14:tracePt t="440738" x="2878138" y="1768475"/>
          <p14:tracePt t="440749" x="2851150" y="1830388"/>
          <p14:tracePt t="440762" x="2836863" y="1871663"/>
          <p14:tracePt t="440771" x="2836863" y="1905000"/>
          <p14:tracePt t="440783" x="2836863" y="1938338"/>
          <p14:tracePt t="440795" x="2836863" y="1958975"/>
          <p14:tracePt t="440805" x="2851150" y="1966913"/>
          <p14:tracePt t="440818" x="2851150" y="1979613"/>
          <p14:tracePt t="440828" x="2857500" y="1985963"/>
          <p14:tracePt t="440839" x="2871788" y="1985963"/>
          <p14:tracePt t="440851" x="2878138" y="1985963"/>
          <p14:tracePt t="440863" x="2890838" y="1985963"/>
          <p14:tracePt t="440872" x="2898775" y="1985963"/>
          <p14:tracePt t="440884" x="2911475" y="1985963"/>
          <p14:tracePt t="440929" x="2919413" y="2000250"/>
          <p14:tracePt t="440951" x="2938463" y="2000250"/>
          <p14:tracePt t="440963" x="2973388" y="2006600"/>
          <p14:tracePt t="440996" x="2994025" y="2027238"/>
          <p14:tracePt t="441001" x="3021013" y="2047875"/>
          <p14:tracePt t="441014" x="3062288" y="2068513"/>
          <p14:tracePt t="441015" x="3081338" y="2074863"/>
          <p14:tracePt t="441021" x="3122613" y="2095500"/>
          <p14:tracePt t="441030" x="3149600" y="2109788"/>
          <p14:tracePt t="441045" x="3170238" y="2128838"/>
          <p14:tracePt t="441055" x="3190875" y="2128838"/>
          <p14:tracePt t="441065" x="3197225" y="2136775"/>
          <p14:tracePt t="441077" x="3211513" y="2136775"/>
          <p14:tracePt t="441109" x="3197225" y="2136775"/>
          <p14:tracePt t="441120" x="3190875" y="2136775"/>
          <p14:tracePt t="441132" x="3184525" y="2136775"/>
          <p14:tracePt t="441144" x="3149600" y="2136775"/>
          <p14:tracePt t="441154" x="3109913" y="2149475"/>
          <p14:tracePt t="441166" x="3068638" y="2170113"/>
          <p14:tracePt t="441177" x="3006725" y="2211388"/>
          <p14:tracePt t="441188" x="2938463" y="2259013"/>
          <p14:tracePt t="441199" x="2871788" y="2319338"/>
          <p14:tracePt t="441212" x="2809875" y="2381250"/>
          <p14:tracePt t="441221" x="2747963" y="2462213"/>
          <p14:tracePt t="441233" x="2708275" y="2530475"/>
          <p14:tracePt t="441245" x="2687638" y="2578100"/>
          <p14:tracePt t="441255" x="2681288" y="2633663"/>
          <p14:tracePt t="441267" x="2681288" y="2673350"/>
          <p14:tracePt t="441278" x="2687638" y="2700338"/>
          <p14:tracePt t="441289" x="2700338" y="2720975"/>
          <p14:tracePt t="441301" x="2708275" y="2747963"/>
          <p14:tracePt t="441313" x="2720975" y="2768600"/>
          <p14:tracePt t="441322" x="2728913" y="2789238"/>
          <p14:tracePt t="441335" x="2741613" y="2824163"/>
          <p14:tracePt t="441346" x="2762250" y="2843213"/>
          <p14:tracePt t="441356" x="2782888" y="2851150"/>
          <p14:tracePt t="441369" x="2795588" y="2863850"/>
          <p14:tracePt t="441381" x="2830513" y="2884488"/>
          <p14:tracePt t="441390" x="2857500" y="2884488"/>
          <p14:tracePt t="441402" x="2878138" y="2890838"/>
          <p14:tracePt t="441414" x="2911475" y="2890838"/>
          <p14:tracePt t="441424" x="2938463" y="2884488"/>
          <p14:tracePt t="441436" x="2952750" y="2871788"/>
          <p14:tracePt t="441448" x="2959100" y="2863850"/>
          <p14:tracePt t="441458" x="2959100" y="2843213"/>
          <p14:tracePt t="441470" x="2952750" y="2809875"/>
          <p14:tracePt t="441481" x="2932113" y="2782888"/>
          <p14:tracePt t="441492" x="2871788" y="2728913"/>
          <p14:tracePt t="441504" x="2789238" y="2673350"/>
          <p14:tracePt t="441515" x="2720975" y="2640013"/>
          <p14:tracePt t="441525" x="2625725" y="2619375"/>
          <p14:tracePt t="441537" x="2551113" y="2619375"/>
          <p14:tracePt t="441548" x="2490788" y="2640013"/>
          <p14:tracePt t="441560" x="2449513" y="2660650"/>
          <p14:tracePt t="441571" x="2414588" y="2693988"/>
          <p14:tracePt t="441582" x="2401888" y="2728913"/>
          <p14:tracePt t="441594" x="2401888" y="2768600"/>
          <p14:tracePt t="441604" x="2401888" y="2809875"/>
          <p14:tracePt t="441615" x="2414588" y="2851150"/>
          <p14:tracePt t="441627" x="2449513" y="2884488"/>
          <p14:tracePt t="441637" x="2476500" y="2911475"/>
          <p14:tracePt t="441649" x="2530475" y="2938463"/>
          <p14:tracePt t="441671" x="2592388" y="2959100"/>
          <p14:tracePt t="441672" x="2640013" y="2959100"/>
          <p14:tracePt t="441684" x="2728913" y="2973388"/>
          <p14:tracePt t="441696" x="2816225" y="2973388"/>
          <p14:tracePt t="441705" x="2911475" y="2959100"/>
          <p14:tracePt t="441718" x="2959100" y="2938463"/>
          <p14:tracePt t="441729" x="2994025" y="2919413"/>
          <p14:tracePt t="441739" x="3000375" y="2911475"/>
          <p14:tracePt t="441750" x="3000375" y="2905125"/>
          <p14:tracePt t="441762" x="2994025" y="2890838"/>
          <p14:tracePt t="441773" x="2973388" y="2871788"/>
          <p14:tracePt t="441785" x="2938463" y="2871788"/>
          <p14:tracePt t="441798" x="2919413" y="2871788"/>
          <p14:tracePt t="441807" x="2911475" y="2884488"/>
          <p14:tracePt t="441819" x="2898775" y="2890838"/>
          <p14:tracePt t="441831" x="2898775" y="2905125"/>
          <p14:tracePt t="441840" x="2919413" y="2938463"/>
          <p14:tracePt t="441853" x="2952750" y="2994025"/>
          <p14:tracePt t="441864" x="3006725" y="3062288"/>
          <p14:tracePt t="441874" x="3081338" y="3116263"/>
          <p14:tracePt t="441886" x="3190875" y="3184525"/>
          <p14:tracePt t="441897" x="3340100" y="3244850"/>
          <p14:tracePt t="441908" x="3462338" y="3286125"/>
          <p14:tracePt t="441920" x="3633788" y="3340100"/>
          <p14:tracePt t="441931" x="3783013" y="3381375"/>
          <p14:tracePt t="441941" x="3871913" y="3414713"/>
          <p14:tracePt t="441954" x="3986213" y="3422650"/>
          <p14:tracePt t="441965" x="4062413" y="3435350"/>
          <p14:tracePt t="441975" x="4116388" y="3435350"/>
          <p14:tracePt t="441987" x="4137025" y="3422650"/>
          <p14:tracePt t="441999" x="4143375" y="3414713"/>
          <p14:tracePt t="442010" x="4137025" y="3402013"/>
          <p14:tracePt t="442021" x="4122738" y="3381375"/>
          <p14:tracePt t="442043" x="4081463" y="3340100"/>
          <p14:tracePt t="442047" x="4021138" y="3313113"/>
          <p14:tracePt t="442057" x="3973513" y="3292475"/>
          <p14:tracePt t="442066" x="3932238" y="3286125"/>
          <p14:tracePt t="442081" x="3890963" y="3292475"/>
          <p14:tracePt t="442090" x="3863975" y="3313113"/>
          <p14:tracePt t="442102" x="3830638" y="3333750"/>
          <p14:tracePt t="442113" x="3803650" y="3375025"/>
          <p14:tracePt t="442123" x="3783013" y="3422650"/>
          <p14:tracePt t="442134" x="3776663" y="3476625"/>
          <p14:tracePt t="442146" x="3776663" y="3503613"/>
          <p14:tracePt t="442156" x="3795713" y="3544888"/>
          <p14:tracePt t="442168" x="3824288" y="3571875"/>
          <p14:tracePt t="442180" x="3863975" y="3592513"/>
          <p14:tracePt t="442190" x="3925888" y="3605213"/>
          <p14:tracePt t="442202" x="4000500" y="3605213"/>
          <p14:tracePt t="442213" x="4095750" y="3586163"/>
          <p14:tracePt t="442223" x="4164013" y="3565525"/>
          <p14:tracePt t="442235" x="4265613" y="3524250"/>
          <p14:tracePt t="442247" x="4367213" y="3462338"/>
          <p14:tracePt t="442256" x="4414838" y="3414713"/>
          <p14:tracePt t="442269" x="4462463" y="3327400"/>
          <p14:tracePt t="442280" x="4483100" y="3232150"/>
          <p14:tracePt t="442290" x="4476750" y="3163888"/>
          <p14:tracePt t="442303" x="4443413" y="3062288"/>
          <p14:tracePt t="442313" x="4387850" y="2959100"/>
          <p14:tracePt t="442324" x="4271963" y="2871788"/>
          <p14:tracePt t="442336" x="4184650" y="2809875"/>
          <p14:tracePt t="442348" x="4033838" y="2741613"/>
          <p14:tracePt t="442358" x="3905250" y="2700338"/>
          <p14:tracePt t="442370" x="3810000" y="2693988"/>
          <p14:tracePt t="442381" x="3694113" y="2681288"/>
          <p14:tracePt t="442391" x="3571875" y="2673350"/>
          <p14:tracePt t="442404" x="3443288" y="2673350"/>
          <p14:tracePt t="442415" x="3360738" y="2681288"/>
          <p14:tracePt t="442425" x="3232150" y="2700338"/>
          <p14:tracePt t="442437" x="3089275" y="2720975"/>
          <p14:tracePt t="442448" x="2994025" y="2747963"/>
          <p14:tracePt t="442459" x="2890838" y="2789238"/>
          <p14:tracePt t="442471" x="2809875" y="2830513"/>
          <p14:tracePt t="442482" x="2762250" y="2871788"/>
          <p14:tracePt t="442494" x="2728913" y="2905125"/>
          <p14:tracePt t="442504" x="2700338" y="2932113"/>
          <p14:tracePt t="442516" x="2681288" y="2959100"/>
          <p14:tracePt t="442528" x="2667000" y="2979738"/>
          <p14:tracePt t="442538" x="2660650" y="3014663"/>
          <p14:tracePt t="442549" x="2660650" y="3041650"/>
          <p14:tracePt t="442562" x="2660650" y="3081338"/>
          <p14:tracePt t="442571" x="2667000" y="3116263"/>
          <p14:tracePt t="442594" x="2687638" y="3128963"/>
          <p14:tracePt t="442598" x="2708275" y="3149600"/>
          <p14:tracePt t="442607" x="2728913" y="3149600"/>
          <p14:tracePt t="442619" x="2747963" y="3163888"/>
          <p14:tracePt t="442631" x="2782888" y="3149600"/>
          <p14:tracePt t="442641" x="2795588" y="3149600"/>
          <p14:tracePt t="442652" x="2816225" y="3128963"/>
          <p14:tracePt t="442664" x="2830513" y="3116263"/>
          <p14:tracePt t="442673" x="2836863" y="3074988"/>
          <p14:tracePt t="442686" x="2851150" y="3041650"/>
          <p14:tracePt t="442697" x="2851150" y="2979738"/>
          <p14:tracePt t="442707" x="2830513" y="2919413"/>
          <p14:tracePt t="442719" x="2809875" y="2884488"/>
          <p14:tracePt t="442730" x="2762250" y="2809875"/>
          <p14:tracePt t="442740" x="2687638" y="2741613"/>
          <p14:tracePt t="442752" x="2605088" y="2693988"/>
          <p14:tracePt t="442763" x="2551113" y="2660650"/>
          <p14:tracePt t="442774" x="2470150" y="2640013"/>
          <p14:tracePt t="442786" x="2408238" y="2640013"/>
          <p14:tracePt t="442797" x="2360613" y="2640013"/>
          <p14:tracePt t="442807" x="2306638" y="2660650"/>
          <p14:tracePt t="442820" x="2244725" y="2700338"/>
          <p14:tracePt t="442831" x="2205038" y="2747963"/>
          <p14:tracePt t="442844" x="2190750" y="2789238"/>
          <p14:tracePt t="442855" x="2176463" y="2843213"/>
          <p14:tracePt t="442864" x="2190750" y="2884488"/>
          <p14:tracePt t="442877" x="2197100" y="2911475"/>
          <p14:tracePt t="442888" x="2217738" y="2932113"/>
          <p14:tracePt t="442899" x="2244725" y="2952750"/>
          <p14:tracePt t="442910" x="2286000" y="2973388"/>
          <p14:tracePt t="442921" x="2327275" y="2973388"/>
          <p14:tracePt t="442932" x="2366963" y="2979738"/>
          <p14:tracePt t="442944" x="2414588" y="2979738"/>
          <p14:tracePt t="442954" x="2455863" y="2979738"/>
          <p14:tracePt t="442966" x="2530475" y="2973388"/>
          <p14:tracePt t="442978" x="2605088" y="2959100"/>
          <p14:tracePt t="442988" x="2667000" y="2932113"/>
          <p14:tracePt t="443000" x="2700338" y="2911475"/>
          <p14:tracePt t="443012" x="2728913" y="2871788"/>
          <p14:tracePt t="443022" x="2741613" y="2843213"/>
          <p14:tracePt t="443036" x="2741613" y="2824163"/>
          <p14:tracePt t="443047" x="2720975" y="2782888"/>
          <p14:tracePt t="443056" x="2681288" y="2747963"/>
          <p14:tracePt t="443068" x="2625725" y="2708275"/>
          <p14:tracePt t="443089" x="2592388" y="2693988"/>
          <p14:tracePt t="443095" x="2517775" y="2673350"/>
          <p14:tracePt t="443104" x="2449513" y="2660650"/>
          <p14:tracePt t="443115" x="2408238" y="2660650"/>
          <p14:tracePt t="443127" x="2366963" y="2660650"/>
          <p14:tracePt t="443137" x="2327275" y="2681288"/>
          <p14:tracePt t="443148" x="2306638" y="2700338"/>
          <p14:tracePt t="443168" x="2286000" y="2747963"/>
          <p14:tracePt t="443168" x="2279650" y="2803525"/>
          <p14:tracePt t="443181" x="2279650" y="2851150"/>
          <p14:tracePt t="443190" x="2300288" y="2890838"/>
          <p14:tracePt t="443203" x="2327275" y="2938463"/>
          <p14:tracePt t="443213" x="2381250" y="2973388"/>
          <p14:tracePt t="443224" x="2414588" y="2994025"/>
          <p14:tracePt t="443236" x="2476500" y="3000375"/>
          <p14:tracePt t="443247" x="2538413" y="3014663"/>
          <p14:tracePt t="443257" x="2598738" y="3021013"/>
          <p14:tracePt t="443270" x="2640013" y="3021013"/>
          <p14:tracePt t="443281" x="2687638" y="3014663"/>
          <p14:tracePt t="443291" x="2720975" y="3000375"/>
          <p14:tracePt t="443302" x="2741613" y="2994025"/>
          <p14:tracePt t="443314" x="2747963" y="2959100"/>
          <p14:tracePt t="443325" x="2747963" y="2919413"/>
          <p14:tracePt t="443337" x="2747963" y="2884488"/>
          <p14:tracePt t="443348" x="2741613" y="2851150"/>
          <p14:tracePt t="443359" x="2720975" y="2809875"/>
          <p14:tracePt t="443371" x="2687638" y="2768600"/>
          <p14:tracePt t="443382" x="2646363" y="2741613"/>
          <p14:tracePt t="443394" x="2592388" y="2708275"/>
          <p14:tracePt t="443404" x="2517775" y="2693988"/>
          <p14:tracePt t="443416" x="2455863" y="2693988"/>
          <p14:tracePt t="443427" x="2414588" y="2700338"/>
          <p14:tracePt t="443438" x="2381250" y="2720975"/>
          <p14:tracePt t="443449" x="2339975" y="2747963"/>
          <p14:tracePt t="443461" x="2319338" y="2782888"/>
          <p14:tracePt t="443471" x="2306638" y="2830513"/>
          <p14:tracePt t="443483" x="2319338" y="2871788"/>
          <p14:tracePt t="443495" x="2327275" y="2905125"/>
          <p14:tracePt t="443505" x="2360613" y="2932113"/>
          <p14:tracePt t="443517" x="2401888" y="2952750"/>
          <p14:tracePt t="443528" x="2455863" y="2973388"/>
          <p14:tracePt t="443539" x="2509838" y="2979738"/>
          <p14:tracePt t="443551" x="2571750" y="2979738"/>
          <p14:tracePt t="443562" x="2625725" y="2979738"/>
          <p14:tracePt t="443572" x="2681288" y="2979738"/>
          <p14:tracePt t="443584" x="2741613" y="2973388"/>
          <p14:tracePt t="443596" x="2768600" y="2938463"/>
          <p14:tracePt t="443606" x="2795588" y="2919413"/>
          <p14:tracePt t="443619" x="2795588" y="2905125"/>
          <p14:tracePt t="443630" x="2795588" y="2871788"/>
          <p14:tracePt t="443640" x="2789238" y="2830513"/>
          <p14:tracePt t="443652" x="2768600" y="2803525"/>
          <p14:tracePt t="443664" x="2720975" y="2768600"/>
          <p14:tracePt t="443673" x="2646363" y="2741613"/>
          <p14:tracePt t="443686" x="2557463" y="2720975"/>
          <p14:tracePt t="443697" x="2490788" y="2720975"/>
          <p14:tracePt t="443707" x="2408238" y="2728913"/>
          <p14:tracePt t="443720" x="2339975" y="2762250"/>
          <p14:tracePt t="443731" x="2306638" y="2782888"/>
          <p14:tracePt t="443741" x="2279650" y="2809875"/>
          <p14:tracePt t="443754" x="2259013" y="2843213"/>
          <p14:tracePt t="443765" x="2259013" y="2871788"/>
          <p14:tracePt t="443775" x="2265363" y="2890838"/>
          <p14:tracePt t="443787" x="2300288" y="2911475"/>
          <p14:tracePt t="443798" x="2327275" y="2932113"/>
          <p14:tracePt t="443809" x="2360613" y="2952750"/>
          <p14:tracePt t="443821" x="2401888" y="2959100"/>
          <p14:tracePt t="443832" x="2449513" y="2973388"/>
          <p14:tracePt t="443843" x="2490788" y="2973388"/>
          <p14:tracePt t="443854" x="2517775" y="2973388"/>
          <p14:tracePt t="443866" x="2571750" y="2959100"/>
          <p14:tracePt t="443877" x="2619375" y="2952750"/>
          <p14:tracePt t="443888" x="2660650" y="2938463"/>
          <p14:tracePt t="443899" x="2687638" y="2919413"/>
          <p14:tracePt t="443911" x="2708275" y="2890838"/>
          <p14:tracePt t="443922" x="2720975" y="2863850"/>
          <p14:tracePt t="443934" x="2720975" y="2843213"/>
          <p14:tracePt t="443945" x="2708275" y="2803525"/>
          <p14:tracePt t="443956" x="2687638" y="2768600"/>
          <p14:tracePt t="443978" x="2667000" y="2747963"/>
          <p14:tracePt t="443979" x="2640013" y="2728913"/>
          <p14:tracePt t="443989" x="2598738" y="2708275"/>
          <p14:tracePt t="444001" x="2571750" y="2700338"/>
          <p14:tracePt t="444013" x="2530475" y="2700338"/>
          <p14:tracePt t="444023" x="2497138" y="2693988"/>
          <p14:tracePt t="444035" x="2470150" y="2693988"/>
          <p14:tracePt t="444046" x="2449513" y="2700338"/>
          <p14:tracePt t="444057" x="2414588" y="2720975"/>
          <p14:tracePt t="444069" x="2401888" y="2741613"/>
          <p14:tracePt t="444081" x="2387600" y="2768600"/>
          <p14:tracePt t="444091" x="2381250" y="2789238"/>
          <p14:tracePt t="444103" x="2387600" y="2824163"/>
          <p14:tracePt t="444114" x="2401888" y="2851150"/>
          <p14:tracePt t="444135" x="2428875" y="2871788"/>
          <p14:tracePt t="444139" x="2476500" y="2911475"/>
          <p14:tracePt t="444147" x="2551113" y="2932113"/>
          <p14:tracePt t="444163" x="2598738" y="2952750"/>
          <p14:tracePt t="444172" x="2667000" y="2959100"/>
          <p14:tracePt t="444181" x="2747963" y="2959100"/>
          <p14:tracePt t="444193" x="2816225" y="2959100"/>
          <p14:tracePt t="444204" x="2871788" y="2952750"/>
          <p14:tracePt t="444215" x="2932113" y="2938463"/>
          <p14:tracePt t="444225" x="2973388" y="2919413"/>
          <p14:tracePt t="444238" x="2994025" y="2911475"/>
          <p14:tracePt t="444249" x="3006725" y="2884488"/>
          <p14:tracePt t="444259" x="3021013" y="2863850"/>
          <p14:tracePt t="444271" x="3006725" y="2830513"/>
          <p14:tracePt t="444282" x="3000375" y="2809875"/>
          <p14:tracePt t="444294" x="2959100" y="2782888"/>
          <p14:tracePt t="444304" x="2911475" y="2762250"/>
          <p14:tracePt t="444316" x="2871788" y="2747963"/>
          <p14:tracePt t="444327" x="2795588" y="2728913"/>
          <p14:tracePt t="444338" x="2728913" y="2728913"/>
          <p14:tracePt t="444349" x="2660650" y="2728913"/>
          <p14:tracePt t="444361" x="2605088" y="2728913"/>
          <p14:tracePt t="444371" x="2557463" y="2741613"/>
          <p14:tracePt t="444383" x="2538413" y="2768600"/>
          <p14:tracePt t="444395" x="2538413" y="2803525"/>
          <p14:tracePt t="444405" x="2551113" y="2871788"/>
          <p14:tracePt t="444417" x="2578100" y="2938463"/>
          <p14:tracePt t="444428" x="2640013" y="3014663"/>
          <p14:tracePt t="444439" x="2687638" y="3054350"/>
          <p14:tracePt t="444451" x="2768600" y="3095625"/>
          <p14:tracePt t="444462" x="2857500" y="3128963"/>
          <p14:tracePt t="444472" x="2932113" y="3143250"/>
          <p14:tracePt t="444485" x="3041650" y="3163888"/>
          <p14:tracePt t="444496" x="3149600" y="3163888"/>
          <p14:tracePt t="444506" x="3252788" y="3170238"/>
          <p14:tracePt t="444519" x="3408363" y="3170238"/>
          <p14:tracePt t="444530" x="3598863" y="3170238"/>
          <p14:tracePt t="444540" x="3810000" y="3149600"/>
          <p14:tracePt t="444552" x="3967163" y="3122613"/>
          <p14:tracePt t="444564" x="4143375" y="3062288"/>
          <p14:tracePt t="444574" x="4292600" y="3000375"/>
          <p14:tracePt t="444586" x="4387850" y="2959100"/>
          <p14:tracePt t="444597" x="4476750" y="2905125"/>
          <p14:tracePt t="444608" x="4524375" y="2863850"/>
          <p14:tracePt t="444620" x="4557713" y="2830513"/>
          <p14:tracePt t="444631" x="4557713" y="2809875"/>
          <p14:tracePt t="444641" x="4557713" y="2782888"/>
          <p14:tracePt t="444653" x="4538663" y="2762250"/>
          <p14:tracePt t="444666" x="4518025" y="2741613"/>
          <p14:tracePt t="444680" x="4476750" y="2728913"/>
          <p14:tracePt t="444689" x="4422775" y="2720975"/>
          <p14:tracePt t="444698" x="4367213" y="2720975"/>
          <p14:tracePt t="444710" x="4327525" y="2720975"/>
          <p14:tracePt t="444720" x="4271963" y="2741613"/>
          <p14:tracePt t="444732" x="4211638" y="2789238"/>
          <p14:tracePt t="444744" x="4164013" y="2843213"/>
          <p14:tracePt t="444754" x="4102100" y="2938463"/>
          <p14:tracePt t="444766" x="4081463" y="3041650"/>
          <p14:tracePt t="444778" x="4095750" y="3122613"/>
          <p14:tracePt t="444788" x="4116388" y="3163888"/>
          <p14:tracePt t="444799" x="4157663" y="3211513"/>
          <p14:tracePt t="444812" x="4205288" y="3244850"/>
          <p14:tracePt t="444822" x="4244975" y="3252788"/>
          <p14:tracePt t="444833" x="4306888" y="3252788"/>
          <p14:tracePt t="444845" x="4375150" y="3252788"/>
          <p14:tracePt t="444855" x="4422775" y="3244850"/>
          <p14:tracePt t="444866" x="4462463" y="3232150"/>
          <p14:tracePt t="444878" x="4503738" y="3205163"/>
          <p14:tracePt t="444889" x="4545013" y="3163888"/>
          <p14:tracePt t="444901" x="4565650" y="3122613"/>
          <p14:tracePt t="444913" x="4586288" y="3074988"/>
          <p14:tracePt t="444922" x="4598988" y="3021013"/>
          <p14:tracePt t="444935" x="4598988" y="2979738"/>
          <p14:tracePt t="444946" x="4586288" y="2938463"/>
          <p14:tracePt t="444956" x="4565650" y="2911475"/>
          <p14:tracePt t="444969" x="4524375" y="2890838"/>
          <p14:tracePt t="444981" x="4483100" y="2871788"/>
          <p14:tracePt t="444991" x="4414838" y="2863850"/>
          <p14:tracePt t="445003" x="4354513" y="2871788"/>
          <p14:tracePt t="445014" x="4313238" y="2884488"/>
          <p14:tracePt t="445024" x="4286250" y="2911475"/>
          <p14:tracePt t="445037" x="4252913" y="2952750"/>
          <p14:tracePt t="445048" x="4252913" y="3014663"/>
          <p14:tracePt t="445057" x="4252913" y="3041650"/>
          <p14:tracePt t="445069" x="4286250" y="3095625"/>
          <p14:tracePt t="445081" x="4333875" y="3122613"/>
          <p14:tracePt t="445091" x="4375150" y="3143250"/>
          <p14:tracePt t="445103" x="4435475" y="3149600"/>
          <p14:tracePt t="445115" x="4497388" y="3149600"/>
          <p14:tracePt t="445125" x="4565650" y="3149600"/>
          <p14:tracePt t="445137" x="4605338" y="3143250"/>
          <p14:tracePt t="445149" x="4646613" y="3128963"/>
          <p14:tracePt t="445160" x="4673600" y="3101975"/>
          <p14:tracePt t="445193" x="4694238" y="3081338"/>
          <p14:tracePt t="445204" x="4708525" y="3054350"/>
          <p14:tracePt t="445208" x="4694238" y="3021013"/>
          <p14:tracePt t="445219" x="4673600" y="2973388"/>
          <p14:tracePt t="445231" x="4667250" y="2952750"/>
          <p14:tracePt t="445239" x="4646613" y="2932113"/>
          <p14:tracePt t="445250" x="4633913" y="2919413"/>
          <p14:tracePt t="445264" x="4613275" y="2919413"/>
          <p14:tracePt t="445273" x="4605338" y="2919413"/>
          <p14:tracePt t="445284" x="4586288" y="2919413"/>
          <p14:tracePt t="445296" x="4565650" y="2932113"/>
          <p14:tracePt t="445306" x="4545013" y="2952750"/>
          <p14:tracePt t="445318" x="4524375" y="2994025"/>
          <p14:tracePt t="445329" x="4503738" y="3021013"/>
          <p14:tracePt t="445340" x="4503738" y="3041650"/>
          <p14:tracePt t="445351" x="4503738" y="3074988"/>
          <p14:tracePt t="445363" x="4518025" y="3081338"/>
          <p14:tracePt t="445373" x="4545013" y="3101975"/>
          <p14:tracePt t="445385" x="4605338" y="3116263"/>
          <p14:tracePt t="445396" x="4673600" y="3122613"/>
          <p14:tracePt t="445406" x="4735513" y="3116263"/>
          <p14:tracePt t="445419" x="4816475" y="3101975"/>
          <p14:tracePt t="445430" x="4899025" y="3081338"/>
          <p14:tracePt t="445440" x="4946650" y="3054350"/>
          <p14:tracePt t="445452" x="4979988" y="3014663"/>
          <p14:tracePt t="445464" x="4994275" y="2973388"/>
          <p14:tracePt t="445474" x="4986338" y="2932113"/>
          <p14:tracePt t="445486" x="4967288" y="2890838"/>
          <p14:tracePt t="445498" x="4884738" y="2830513"/>
          <p14:tracePt t="445508" x="4768850" y="2789238"/>
          <p14:tracePt t="445520" x="4667250" y="2768600"/>
          <p14:tracePt t="445531" x="4545013" y="2768600"/>
          <p14:tracePt t="445541" x="4443413" y="2803525"/>
          <p14:tracePt t="445552" x="4367213" y="2843213"/>
          <p14:tracePt t="445564" x="4327525" y="2890838"/>
          <p14:tracePt t="445575" x="4292600" y="2959100"/>
          <p14:tracePt t="445587" x="4292600" y="3021013"/>
          <p14:tracePt t="445598" x="4306888" y="3062288"/>
          <p14:tracePt t="445609" x="4333875" y="3101975"/>
          <p14:tracePt t="445620" x="4375150" y="3128963"/>
          <p14:tracePt t="445632" x="4422775" y="3149600"/>
          <p14:tracePt t="445643" x="4462463" y="3163888"/>
          <p14:tracePt t="445654" x="4524375" y="3163888"/>
          <p14:tracePt t="445666" x="4578350" y="3149600"/>
          <p14:tracePt t="445678" x="4613275" y="3143250"/>
          <p14:tracePt t="445688" x="4652963" y="3122613"/>
          <p14:tracePt t="445700" x="4694238" y="3081338"/>
          <p14:tracePt t="445711" x="4708525" y="3033713"/>
          <p14:tracePt t="445721" x="4708525" y="3000375"/>
          <p14:tracePt t="445733" x="4687888" y="2952750"/>
          <p14:tracePt t="445745" x="4646613" y="2890838"/>
          <p14:tracePt t="445755" x="4598988" y="2851150"/>
          <p14:tracePt t="445767" x="4538663" y="2809875"/>
          <p14:tracePt t="445779" x="4483100" y="2803525"/>
          <p14:tracePt t="445789" x="4456113" y="2803525"/>
          <p14:tracePt t="445800" x="4443413" y="2809875"/>
          <p14:tracePt t="445812" x="4435475" y="2824163"/>
          <p14:tracePt t="445823" x="4435475" y="2851150"/>
          <p14:tracePt t="445834" x="4435475" y="2905125"/>
          <p14:tracePt t="445846" x="4462463" y="2973388"/>
          <p14:tracePt t="445856" x="4518025" y="3041650"/>
          <p14:tracePt t="445868" x="4565650" y="3095625"/>
          <p14:tracePt t="445880" x="4633913" y="3143250"/>
          <p14:tracePt t="445890" x="4694238" y="3163888"/>
          <p14:tracePt t="445902" x="4768850" y="3170238"/>
          <p14:tracePt t="445914" x="4803775" y="3170238"/>
          <p14:tracePt t="445924" x="4857750" y="3170238"/>
          <p14:tracePt t="445936" x="4899025" y="3163888"/>
          <p14:tracePt t="445947" x="4919663" y="3143250"/>
          <p14:tracePt t="445960" x="4926013" y="3116263"/>
          <p14:tracePt t="445971" x="4926013" y="3074988"/>
          <p14:tracePt t="445982" x="4905375" y="3033713"/>
          <p14:tracePt t="445992" x="4878388" y="2994025"/>
          <p14:tracePt t="446004" x="4803775" y="2938463"/>
          <p14:tracePt t="446016" x="4667250" y="2884488"/>
          <p14:tracePt t="446027" x="4565650" y="2851150"/>
          <p14:tracePt t="446038" x="4462463" y="2851150"/>
          <p14:tracePt t="446049" x="4375150" y="2863850"/>
          <p14:tracePt t="446059" x="4313238" y="2884488"/>
          <p14:tracePt t="446071" x="4271963" y="2919413"/>
          <p14:tracePt t="446083" x="4244975" y="2973388"/>
          <p14:tracePt t="446094" x="4232275" y="3014663"/>
          <p14:tracePt t="446105" x="4244975" y="3033713"/>
          <p14:tracePt t="446116" x="4252913" y="3062288"/>
          <p14:tracePt t="446128" x="4271963" y="3081338"/>
          <p14:tracePt t="446138" x="4306888" y="3101975"/>
          <p14:tracePt t="446151" x="4327525" y="3101975"/>
          <p14:tracePt t="446162" x="4375150" y="3116263"/>
          <p14:tracePt t="446172" x="4414838" y="3116263"/>
          <p14:tracePt t="446183" x="4443413" y="3101975"/>
          <p14:tracePt t="446195" x="4483100" y="3101975"/>
          <p14:tracePt t="446205" x="4503738" y="3095625"/>
          <p14:tracePt t="446238" x="4524375" y="3081338"/>
          <p14:tracePt t="446246" x="4538663" y="3074988"/>
          <p14:tracePt t="446362" x="4538663" y="3062288"/>
          <p14:tracePt t="446520" x="4545013" y="3062288"/>
          <p14:tracePt t="446531" x="4557713" y="3062288"/>
          <p14:tracePt t="446542" x="4565650" y="3062288"/>
          <p14:tracePt t="446553" x="4586288" y="3054350"/>
          <p14:tracePt t="446565" x="4605338" y="3054350"/>
          <p14:tracePt t="446576" x="4625975" y="3033713"/>
          <p14:tracePt t="446588" x="4652963" y="3014663"/>
          <p14:tracePt t="446600" x="4708525" y="2973388"/>
          <p14:tracePt t="446611" x="4748213" y="2938463"/>
          <p14:tracePt t="446622" x="4803775" y="2905125"/>
          <p14:tracePt t="446633" x="4864100" y="2851150"/>
          <p14:tracePt t="446645" x="4926013" y="2803525"/>
          <p14:tracePt t="446655" x="4967288" y="2762250"/>
          <p14:tracePt t="446667" x="4994275" y="2708275"/>
          <p14:tracePt t="446679" x="5014913" y="2673350"/>
          <p14:tracePt t="446689" x="5006975" y="2640013"/>
          <p14:tracePt t="446700" x="4938713" y="2592388"/>
          <p14:tracePt t="446902" x="4946650" y="2592388"/>
          <p14:tracePt t="446925" x="4959350" y="2592388"/>
          <p14:tracePt t="446936" x="4967288" y="2592388"/>
          <p14:tracePt t="446948" x="4986338" y="2592388"/>
          <p14:tracePt t="446960" x="4994275" y="2592388"/>
          <p14:tracePt t="446970" x="5014913" y="2592388"/>
          <p14:tracePt t="446982" x="5033963" y="2592388"/>
          <p14:tracePt t="446993" x="5068888" y="2578100"/>
          <p14:tracePt t="447005" x="5137150" y="2578100"/>
          <p14:tracePt t="447015" x="5238750" y="2578100"/>
          <p14:tracePt t="447027" x="5367338" y="2557463"/>
          <p14:tracePt t="447039" x="5470525" y="2530475"/>
          <p14:tracePt t="447049" x="5626100" y="2482850"/>
          <p14:tracePt t="447060" x="5789613" y="2408238"/>
          <p14:tracePt t="447073" x="5911850" y="2339975"/>
          <p14:tracePt t="447083" x="6081713" y="2211388"/>
          <p14:tracePt t="447094" x="6211888" y="2074863"/>
          <p14:tracePt t="447106" x="6313488" y="1958975"/>
          <p14:tracePt t="447116" x="6375400" y="1871663"/>
          <p14:tracePt t="447129" x="6423025" y="1755775"/>
          <p14:tracePt t="447140" x="6450013" y="1660525"/>
          <p14:tracePt t="447150" x="6462713" y="1585913"/>
          <p14:tracePt t="447163" x="6470650" y="1503363"/>
          <p14:tracePt t="447174" x="6483350" y="1428750"/>
          <p14:tracePt t="447184" x="6483350" y="1354138"/>
          <p14:tracePt t="447197" x="6483350" y="1306513"/>
          <p14:tracePt t="447208" x="6483350" y="1244600"/>
          <p14:tracePt t="447218" x="6470650" y="1196975"/>
          <p14:tracePt t="447230" x="6470650" y="1163638"/>
          <p14:tracePt t="447241" x="6450013" y="1122363"/>
          <p14:tracePt t="447251" x="6443663" y="1095375"/>
          <p14:tracePt t="447264" x="6423025" y="1054100"/>
          <p14:tracePt t="447285" x="6408738" y="1027113"/>
          <p14:tracePt t="447289" x="6381750" y="993775"/>
          <p14:tracePt t="447299" x="6354763" y="966788"/>
          <p14:tracePt t="447308" x="6313488" y="946150"/>
          <p14:tracePt t="447321" x="6259513" y="911225"/>
          <p14:tracePt t="447332" x="6191250" y="890588"/>
          <p14:tracePt t="447343" x="6143625" y="884238"/>
          <p14:tracePt t="447353" x="6069013" y="871538"/>
          <p14:tracePt t="447365" x="6007100" y="871538"/>
          <p14:tracePt t="447376" x="5953125" y="871538"/>
          <p14:tracePt t="447386" x="5919788" y="884238"/>
          <p14:tracePt t="447399" x="5872163" y="890588"/>
          <p14:tracePt t="447410" x="5830888" y="925513"/>
          <p14:tracePt t="447421" x="5795963" y="952500"/>
          <p14:tracePt t="447432" x="5748338" y="1014413"/>
          <p14:tracePt t="447444" x="5708650" y="1081088"/>
          <p14:tracePt t="447455" x="5667375" y="1163638"/>
          <p14:tracePt t="447466" x="5640388" y="1238250"/>
          <p14:tracePt t="447477" x="5605463" y="1312863"/>
          <p14:tracePt t="447489" x="5592763" y="1395413"/>
          <p14:tracePt t="447499" x="5592763" y="1455738"/>
          <p14:tracePt t="447510" x="5592763" y="1557338"/>
          <p14:tracePt t="447523" x="5599113" y="1660525"/>
          <p14:tracePt t="447532" x="5619750" y="1755775"/>
          <p14:tracePt t="447544" x="5640388" y="1816100"/>
          <p14:tracePt t="447556" x="5667375" y="1884363"/>
          <p14:tracePt t="447566" x="5700713" y="1938338"/>
          <p14:tracePt t="447578" x="5721350" y="1966913"/>
          <p14:tracePt t="447590" x="5748338" y="1985963"/>
          <p14:tracePt t="447600" x="5783263" y="2006600"/>
          <p14:tracePt t="447613" x="5810250" y="2027238"/>
          <p14:tracePt t="447624" x="5837238" y="2047875"/>
          <p14:tracePt t="447634" x="5878513" y="2047875"/>
          <p14:tracePt t="447646" x="5919788" y="2062163"/>
          <p14:tracePt t="447658" x="5953125" y="2068513"/>
          <p14:tracePt t="447668" x="6000750" y="2068513"/>
          <p14:tracePt t="447680" x="6048375" y="2074863"/>
          <p14:tracePt t="447691" x="6089650" y="2074863"/>
          <p14:tracePt t="447701" x="6149975" y="2068513"/>
          <p14:tracePt t="447714" x="6211888" y="2047875"/>
          <p14:tracePt t="447725" x="6280150" y="1985963"/>
          <p14:tracePt t="447735" x="6334125" y="1925638"/>
          <p14:tracePt t="447748" x="6408738" y="1809750"/>
          <p14:tracePt t="447759" x="6483350" y="1673225"/>
          <p14:tracePt t="447769" x="6524625" y="1577975"/>
          <p14:tracePt t="447780" x="6551613" y="1435100"/>
          <p14:tracePt t="447792" x="6565900" y="1312863"/>
          <p14:tracePt t="447803" x="6551613" y="1223963"/>
          <p14:tracePt t="447815" x="6545263" y="1163638"/>
          <p14:tracePt t="447826" x="6510338" y="1095375"/>
          <p14:tracePt t="447836" x="6470650" y="1041400"/>
          <p14:tracePt t="447849" x="6443663" y="1006475"/>
          <p14:tracePt t="447860" x="6381750" y="973138"/>
          <p14:tracePt t="447871" x="6319838" y="946150"/>
          <p14:tracePt t="447882" x="6253163" y="925513"/>
          <p14:tracePt t="447893" x="6197600" y="925513"/>
          <p14:tracePt t="447905" x="6110288" y="911225"/>
          <p14:tracePt t="447915" x="6027738" y="911225"/>
          <p14:tracePt t="447927" x="5980113" y="911225"/>
          <p14:tracePt t="447939" x="5932488" y="931863"/>
          <p14:tracePt t="447949" x="5878513" y="952500"/>
          <p14:tracePt t="447962" x="5837238" y="973138"/>
          <p14:tracePt t="447974" x="5795963" y="993775"/>
          <p14:tracePt t="447983" x="5741988" y="1033463"/>
          <p14:tracePt t="447995" x="5688013" y="1074738"/>
          <p14:tracePt t="448007" x="5661025" y="1116013"/>
          <p14:tracePt t="448017" x="5640388" y="1176338"/>
          <p14:tracePt t="448029" x="5626100" y="1223963"/>
          <p14:tracePt t="448040" x="5619750" y="1285875"/>
          <p14:tracePt t="448050" x="5605463" y="1333500"/>
          <p14:tracePt t="448063" x="5605463" y="1414463"/>
          <p14:tracePt t="448073" x="5599113" y="1503363"/>
          <p14:tracePt t="448084" x="5599113" y="1577975"/>
          <p14:tracePt t="448096" x="5599113" y="1646238"/>
          <p14:tracePt t="448107" x="5599113" y="1708150"/>
          <p14:tracePt t="448117" x="5599113" y="1755775"/>
          <p14:tracePt t="448130" x="5599113" y="1809750"/>
          <p14:tracePt t="448141" x="5599113" y="1878013"/>
          <p14:tracePt t="448151" x="5605463" y="1938338"/>
          <p14:tracePt t="448164" x="5619750" y="1985963"/>
          <p14:tracePt t="448175" x="5640388" y="2041525"/>
          <p14:tracePt t="448185" x="5667375" y="2074863"/>
          <p14:tracePt t="448198" x="5688013" y="2109788"/>
          <p14:tracePt t="448209" x="5721350" y="2136775"/>
          <p14:tracePt t="448219" x="5748338" y="2157413"/>
          <p14:tracePt t="448231" x="5789613" y="2170113"/>
          <p14:tracePt t="448242" x="5816600" y="2176463"/>
          <p14:tracePt t="448252" x="5878513" y="2190750"/>
          <p14:tracePt t="448265" x="5932488" y="2190750"/>
          <p14:tracePt t="448276" x="5980113" y="2190750"/>
          <p14:tracePt t="448286" x="6062663" y="2190750"/>
          <p14:tracePt t="448298" x="6143625" y="2170113"/>
          <p14:tracePt t="448309" x="6211888" y="2157413"/>
          <p14:tracePt t="448331" x="6272213" y="2128838"/>
          <p14:tracePt t="448335" x="6340475" y="2089150"/>
          <p14:tracePt t="448344" x="6402388" y="2020888"/>
          <p14:tracePt t="448359" x="6443663" y="1946275"/>
          <p14:tracePt t="448368" x="6491288" y="1836738"/>
          <p14:tracePt t="448378" x="6530975" y="1714500"/>
          <p14:tracePt t="448391" x="6565900" y="1577975"/>
          <p14:tracePt t="448400" x="6572250" y="1462088"/>
          <p14:tracePt t="448412" x="6572250" y="1333500"/>
          <p14:tracePt t="448423" x="6551613" y="1204913"/>
          <p14:tracePt t="448433" x="6545263" y="1136650"/>
          <p14:tracePt t="448445" x="6510338" y="1041400"/>
          <p14:tracePt t="448456" x="6491288" y="993775"/>
          <p14:tracePt t="448467" x="6470650" y="966788"/>
          <p14:tracePt t="448480" x="6450013" y="952500"/>
          <p14:tracePt t="448491" x="6443663" y="946150"/>
          <p14:tracePt t="448501" x="6429375" y="931863"/>
          <p14:tracePt t="448513" x="6423025" y="931863"/>
          <p14:tracePt t="448534" x="6408738" y="931863"/>
          <p14:tracePt t="448545" x="6402388" y="931863"/>
          <p14:tracePt t="448557" x="6381750" y="946150"/>
          <p14:tracePt t="448568" x="6334125" y="966788"/>
          <p14:tracePt t="448581" x="6272213" y="985838"/>
          <p14:tracePt t="448592" x="6218238" y="1006475"/>
          <p14:tracePt t="448602" x="6129338" y="1033463"/>
          <p14:tracePt t="448615" x="6027738" y="1074738"/>
          <p14:tracePt t="448625" x="5959475" y="1095375"/>
          <p14:tracePt t="448635" x="5872163" y="1122363"/>
          <p14:tracePt t="448649" x="5789613" y="1163638"/>
          <p14:tracePt t="448660" x="5741988" y="1217613"/>
          <p14:tracePt t="448670" x="5700713" y="1244600"/>
          <p14:tracePt t="448682" x="5667375" y="1306513"/>
          <p14:tracePt t="448693" x="5646738" y="1374775"/>
          <p14:tracePt t="448705" x="5640388" y="1428750"/>
          <p14:tracePt t="448715" x="5626100" y="1524000"/>
          <p14:tracePt t="448727" x="5640388" y="1625600"/>
          <p14:tracePt t="448736" x="5661025" y="1714500"/>
          <p14:tracePt t="448749" x="5681663" y="1795463"/>
          <p14:tracePt t="448760" x="5708650" y="1898650"/>
          <p14:tracePt t="448771" x="5741988" y="1985963"/>
          <p14:tracePt t="448782" x="5768975" y="2047875"/>
          <p14:tracePt t="448793" x="5810250" y="2116138"/>
          <p14:tracePt t="448805" x="5851525" y="2170113"/>
          <p14:tracePt t="448815" x="5878513" y="2211388"/>
          <p14:tracePt t="448827" x="5911850" y="2217738"/>
          <p14:tracePt t="448839" x="5932488" y="2238375"/>
          <p14:tracePt t="448850" x="5953125" y="2238375"/>
          <p14:tracePt t="448861" x="5973763" y="2252663"/>
          <p14:tracePt t="448873" x="6000750" y="2252663"/>
          <p14:tracePt t="448883" x="6021388" y="2238375"/>
          <p14:tracePt t="448894" x="6069013" y="2232025"/>
          <p14:tracePt t="448906" x="6110288" y="2217738"/>
          <p14:tracePt t="448916" x="6170613" y="2190750"/>
          <p14:tracePt t="448929" x="6238875" y="2136775"/>
          <p14:tracePt t="448940" x="6300788" y="2089150"/>
          <p14:tracePt t="448950" x="6375400" y="2020888"/>
          <p14:tracePt t="448973" x="6443663" y="1938338"/>
          <p14:tracePt t="448974" x="6470650" y="1878013"/>
          <p14:tracePt t="448984" x="6510338" y="1795463"/>
          <p14:tracePt t="448997" x="6530975" y="1708150"/>
          <p14:tracePt t="449008" x="6545263" y="1604963"/>
          <p14:tracePt t="449018" x="6545263" y="1538288"/>
          <p14:tracePt t="449030" x="6524625" y="1449388"/>
          <p14:tracePt t="449041" x="6503988" y="1354138"/>
          <p14:tracePt t="449051" x="6470650" y="1306513"/>
          <p14:tracePt t="449064" x="6443663" y="1252538"/>
          <p14:tracePt t="449075" x="6408738" y="1204913"/>
          <p14:tracePt t="449085" x="6381750" y="1176338"/>
          <p14:tracePt t="449098" x="6375400" y="1157288"/>
          <p14:tracePt t="449109" x="6354763" y="1143000"/>
          <p14:tracePt t="449119" x="6334125" y="1136650"/>
          <p14:tracePt t="449131" x="6313488" y="1122363"/>
          <p14:tracePt t="449143" x="6292850" y="1116013"/>
          <p14:tracePt t="449153" x="6259513" y="1116013"/>
          <p14:tracePt t="449165" x="6218238" y="1101725"/>
          <p14:tracePt t="449176" x="6184900" y="1095375"/>
          <p14:tracePt t="449186" x="6129338" y="1081088"/>
          <p14:tracePt t="449199" x="6081713" y="1081088"/>
          <p14:tracePt t="449210" x="6042025" y="1081088"/>
          <p14:tracePt t="449221" x="5994400" y="1095375"/>
          <p14:tracePt t="449232" x="5953125" y="1101725"/>
          <p14:tracePt t="449243" x="5911850" y="1122363"/>
          <p14:tracePt t="449255" x="5891213" y="1143000"/>
          <p14:tracePt t="449265" x="5857875" y="1176338"/>
          <p14:tracePt t="449277" x="5837238" y="1223963"/>
          <p14:tracePt t="449289" x="5816600" y="1271588"/>
          <p14:tracePt t="449299" x="5795963" y="1347788"/>
          <p14:tracePt t="449311" x="5783263" y="1435100"/>
          <p14:tracePt t="449323" x="5768975" y="1503363"/>
          <p14:tracePt t="449333" x="5762625" y="1598613"/>
          <p14:tracePt t="449344" x="5762625" y="1693863"/>
          <p14:tracePt t="449356" x="5762625" y="1809750"/>
          <p14:tracePt t="449377" x="5768975" y="1878013"/>
          <p14:tracePt t="449382" x="5789613" y="1979613"/>
          <p14:tracePt t="449391" x="5810250" y="2047875"/>
          <p14:tracePt t="449402" x="5816600" y="2089150"/>
          <p14:tracePt t="449415" x="5851525" y="2128838"/>
          <p14:tracePt t="449426" x="5878513" y="2157413"/>
          <p14:tracePt t="449435" x="5911850" y="2190750"/>
          <p14:tracePt t="449447" x="5932488" y="2197100"/>
          <p14:tracePt t="449459" x="5959475" y="2211388"/>
          <p14:tracePt t="449469" x="5994400" y="2211388"/>
          <p14:tracePt t="449481" x="6021388" y="2211388"/>
          <p14:tracePt t="449492" x="6062663" y="2197100"/>
          <p14:tracePt t="449501" x="6122988" y="2190750"/>
          <p14:tracePt t="449514" x="6191250" y="2149475"/>
          <p14:tracePt t="449525" x="6238875" y="2116138"/>
          <p14:tracePt t="449535" x="6313488" y="2047875"/>
          <p14:tracePt t="449548" x="6381750" y="1966913"/>
          <p14:tracePt t="449558" x="6423025" y="1884363"/>
          <p14:tracePt t="449569" x="6462713" y="1776413"/>
          <p14:tracePt t="449581" x="6491288" y="1687513"/>
          <p14:tracePt t="449592" x="6503988" y="1604963"/>
          <p14:tracePt t="449602" x="6503988" y="1557338"/>
          <p14:tracePt t="449614" x="6503988" y="1476375"/>
          <p14:tracePt t="449625" x="6503988" y="1414463"/>
          <p14:tracePt t="449636" x="6491288" y="1374775"/>
          <p14:tracePt t="449649" x="6462713" y="1327150"/>
          <p14:tracePt t="449660" x="6429375" y="1265238"/>
          <p14:tracePt t="449672" x="6375400" y="1217613"/>
          <p14:tracePt t="449682" x="6319838" y="1176338"/>
          <p14:tracePt t="449694" x="6253163" y="1122363"/>
          <p14:tracePt t="449705" x="6191250" y="1101725"/>
          <p14:tracePt t="449715" x="6164263" y="1095375"/>
          <p14:tracePt t="449727" x="6122988" y="1095375"/>
          <p14:tracePt t="449739" x="6089650" y="1095375"/>
          <p14:tracePt t="449749" x="6062663" y="1095375"/>
          <p14:tracePt t="449760" x="6021388" y="1095375"/>
          <p14:tracePt t="449773" x="5973763" y="1116013"/>
          <p14:tracePt t="449783" x="5911850" y="1143000"/>
          <p14:tracePt t="449794" x="5872163" y="1176338"/>
          <p14:tracePt t="449806" x="5810250" y="1244600"/>
          <p14:tracePt t="449816" x="5748338" y="1327150"/>
          <p14:tracePt t="449828" x="5708650" y="1395413"/>
          <p14:tracePt t="449839" x="5667375" y="1503363"/>
          <p14:tracePt t="449850" x="5640388" y="1598613"/>
          <p14:tracePt t="449862" x="5619750" y="1687513"/>
          <p14:tracePt t="449874" x="5605463" y="1755775"/>
          <p14:tracePt t="449884" x="5605463" y="1851025"/>
          <p14:tracePt t="449895" x="5619750" y="1938338"/>
          <p14:tracePt t="449907" x="5626100" y="1985963"/>
          <p14:tracePt t="449917" x="5646738" y="2047875"/>
          <p14:tracePt t="449930" x="5681663" y="2095500"/>
          <p14:tracePt t="449941" x="5721350" y="2149475"/>
          <p14:tracePt t="449951" x="5762625" y="2170113"/>
          <p14:tracePt t="449964" x="5810250" y="2197100"/>
          <p14:tracePt t="449975" x="5872163" y="2211388"/>
          <p14:tracePt t="449985" x="5911850" y="2211388"/>
          <p14:tracePt t="449997" x="5973763" y="2217738"/>
          <p14:tracePt t="450009" x="6042025" y="2211388"/>
          <p14:tracePt t="450019" x="6102350" y="2197100"/>
          <p14:tracePt t="450031" x="6164263" y="2176463"/>
          <p14:tracePt t="450042" x="6253163" y="2128838"/>
          <p14:tracePt t="450053" x="6319838" y="2047875"/>
          <p14:tracePt t="450065" x="6381750" y="1958975"/>
          <p14:tracePt t="450077" x="6429375" y="1816100"/>
          <p14:tracePt t="450087" x="6483350" y="1660525"/>
          <p14:tracePt t="450099" x="6510338" y="1503363"/>
          <p14:tracePt t="450110" x="6524625" y="1408113"/>
          <p14:tracePt t="450121" x="6524625" y="1292225"/>
          <p14:tracePt t="450132" x="6503988" y="1204913"/>
          <p14:tracePt t="450144" x="6483350" y="1157288"/>
          <p14:tracePt t="450155" x="6429375" y="1101725"/>
          <p14:tracePt t="450166" x="6361113" y="1054100"/>
          <p14:tracePt t="450177" x="6300788" y="1027113"/>
          <p14:tracePt t="450189" x="6211888" y="985838"/>
          <p14:tracePt t="450199" x="6110288" y="952500"/>
          <p14:tracePt t="450211" x="6042025" y="946150"/>
          <p14:tracePt t="450223" x="5994400" y="931863"/>
          <p14:tracePt t="450233" x="5932488" y="946150"/>
          <p14:tracePt t="450244" x="5872163" y="952500"/>
          <p14:tracePt t="450256" x="5837238" y="973138"/>
          <p14:tracePt t="450266" x="5789613" y="1014413"/>
          <p14:tracePt t="450279" x="5748338" y="1081088"/>
          <p14:tracePt t="450291" x="5700713" y="1184275"/>
          <p14:tracePt t="450300" x="5661025" y="1271588"/>
          <p14:tracePt t="450313" x="5619750" y="1395413"/>
          <p14:tracePt t="450324" x="5599113" y="1524000"/>
          <p14:tracePt t="450334" x="5599113" y="1619250"/>
          <p14:tracePt t="450346" x="5619750" y="1747838"/>
          <p14:tracePt t="450358" x="5667375" y="1871663"/>
          <p14:tracePt t="450368" x="5729288" y="1979613"/>
          <p14:tracePt t="450381" x="5789613" y="2041525"/>
          <p14:tracePt t="450392" x="5878513" y="2116138"/>
          <p14:tracePt t="450402" x="5973763" y="2170113"/>
          <p14:tracePt t="450435" x="6027738" y="2190750"/>
          <p14:tracePt t="450439" x="6110288" y="2211388"/>
          <p14:tracePt t="450449" x="6184900" y="2217738"/>
          <p14:tracePt t="450459" x="6238875" y="2211388"/>
          <p14:tracePt t="450461" x="6300788" y="2190750"/>
          <p14:tracePt t="450473" x="6361113" y="2136775"/>
          <p14:tracePt t="450483" x="6423025" y="2047875"/>
          <p14:tracePt t="450492" x="6462713" y="1946275"/>
          <p14:tracePt t="450503" x="6510338" y="1789113"/>
          <p14:tracePt t="450515" x="6551613" y="1604963"/>
          <p14:tracePt t="450526" x="6586538" y="1428750"/>
          <p14:tracePt t="450537" x="6586538" y="1327150"/>
          <p14:tracePt t="450548" x="6586538" y="1204913"/>
          <p14:tracePt t="450560" x="6565900" y="1136650"/>
          <p14:tracePt t="450571" x="6530975" y="1095375"/>
          <p14:tracePt t="450583" x="6503988" y="1054100"/>
          <p14:tracePt t="450594" x="6450013" y="1027113"/>
          <p14:tracePt t="450605" x="6396038" y="1006475"/>
          <p14:tracePt t="450616" x="6354763" y="993775"/>
          <p14:tracePt t="450627" x="6280150" y="973138"/>
          <p14:tracePt t="450639" x="6218238" y="973138"/>
          <p14:tracePt t="450649" x="6184900" y="985838"/>
          <p14:tracePt t="450661" x="6122988" y="1014413"/>
          <p14:tracePt t="450672" x="6069013" y="1054100"/>
          <p14:tracePt t="450683" x="6027738" y="1095375"/>
          <p14:tracePt t="450695" x="5973763" y="1176338"/>
          <p14:tracePt t="450707" x="5919788" y="1265238"/>
          <p14:tracePt t="450716" x="5878513" y="1354138"/>
          <p14:tracePt t="450729" x="5857875" y="1435100"/>
          <p14:tracePt t="450741" x="5830888" y="1544638"/>
          <p14:tracePt t="450751" x="5816600" y="1673225"/>
          <p14:tracePt t="450763" x="5816600" y="1789113"/>
          <p14:tracePt t="450774" x="5837238" y="1925638"/>
          <p14:tracePt t="450784" x="5891213" y="2047875"/>
          <p14:tracePt t="450796" x="5932488" y="2136775"/>
          <p14:tracePt t="450808" x="5959475" y="2176463"/>
          <p14:tracePt t="450818" x="5994400" y="2211388"/>
          <p14:tracePt t="450830" x="6021388" y="2232025"/>
          <p14:tracePt t="450842" x="6042025" y="2238375"/>
          <p14:tracePt t="450852" x="6062663" y="2252663"/>
          <p14:tracePt t="450864" x="6081713" y="2252663"/>
          <p14:tracePt t="450875" x="6110288" y="2259013"/>
          <p14:tracePt t="450885" x="6122988" y="2259013"/>
          <p14:tracePt t="450897" x="6149975" y="2259013"/>
          <p14:tracePt t="450909" x="6191250" y="2252663"/>
          <p14:tracePt t="450919" x="6218238" y="2238375"/>
          <p14:tracePt t="450931" x="6259513" y="2211388"/>
          <p14:tracePt t="450943" x="6300788" y="2157413"/>
          <p14:tracePt t="450952" x="6340475" y="2095500"/>
          <p14:tracePt t="450965" x="6375400" y="2047875"/>
          <p14:tracePt t="450976" x="6402388" y="1966913"/>
          <p14:tracePt t="450986" x="6429375" y="1898650"/>
          <p14:tracePt t="450998" x="6443663" y="1836738"/>
          <p14:tracePt t="451010" x="6450013" y="1768475"/>
          <p14:tracePt t="451020" x="6450013" y="1693863"/>
          <p14:tracePt t="451032" x="6443663" y="1660525"/>
          <p14:tracePt t="451043" x="6423025" y="1598613"/>
          <p14:tracePt t="451055" x="6396038" y="1524000"/>
          <p14:tracePt t="451065" x="6361113" y="1462088"/>
          <p14:tracePt t="451077" x="6334125" y="1428750"/>
          <p14:tracePt t="451089" x="6292850" y="1374775"/>
          <p14:tracePt t="451100" x="6253163" y="1347788"/>
          <p14:tracePt t="451112" x="6232525" y="1333500"/>
          <p14:tracePt t="451124" x="6211888" y="1327150"/>
          <p14:tracePt t="451134" x="6197600" y="1327150"/>
          <p14:tracePt t="451146" x="6191250" y="1327150"/>
          <p14:tracePt t="451166" x="6184900" y="1327150"/>
          <p14:tracePt t="451178" x="6164263" y="1347788"/>
          <p14:tracePt t="451189" x="6143625" y="1354138"/>
          <p14:tracePt t="451200" x="6122988" y="1374775"/>
          <p14:tracePt t="451212" x="6081713" y="1408113"/>
          <p14:tracePt t="451224" x="6048375" y="1435100"/>
          <p14:tracePt t="451234" x="6021388" y="1455738"/>
          <p14:tracePt t="451246" x="5994400" y="1482725"/>
          <p14:tracePt t="451258" x="5959475" y="1517650"/>
          <p14:tracePt t="451267" x="5938838" y="1538288"/>
          <p14:tracePt t="451280" x="5919788" y="1557338"/>
          <p14:tracePt t="451291" x="5899150" y="1585913"/>
          <p14:tracePt t="451301" x="5891213" y="1604963"/>
          <p14:tracePt t="451314" x="5878513" y="1625600"/>
          <p14:tracePt t="451325" x="5872163" y="1660525"/>
          <p14:tracePt t="451335" x="5857875" y="1687513"/>
          <p14:tracePt t="451348" x="5851525" y="1708150"/>
          <p14:tracePt t="451359" x="5851525" y="1735138"/>
          <p14:tracePt t="451369" x="5837238" y="1768475"/>
          <p14:tracePt t="451381" x="5837238" y="1795463"/>
          <p14:tracePt t="451393" x="5837238" y="1816100"/>
          <p14:tracePt t="451402" x="5851525" y="1851025"/>
          <p14:tracePt t="451415" x="5857875" y="1871663"/>
          <p14:tracePt t="451426" x="5872163" y="1884363"/>
          <p14:tracePt t="451436" x="5878513" y="1905000"/>
          <p14:tracePt t="451448" x="5899150" y="1925638"/>
          <p14:tracePt t="451481" x="5919788" y="1938338"/>
          <p14:tracePt t="451487" x="5938838" y="1946275"/>
          <p14:tracePt t="451497" x="5994400" y="1958975"/>
          <p14:tracePt t="451508" x="6021388" y="1958975"/>
          <p14:tracePt t="451518" x="6048375" y="1946275"/>
          <p14:tracePt t="451528" x="6081713" y="1938338"/>
          <p14:tracePt t="451541" x="6110288" y="1925638"/>
          <p14:tracePt t="451551" x="6149975" y="1884363"/>
          <p14:tracePt t="451561" x="6197600" y="1836738"/>
          <p14:tracePt t="451574" x="6253163" y="1755775"/>
          <p14:tracePt t="451584" x="6280150" y="1687513"/>
          <p14:tracePt t="451596" x="6334125" y="1565275"/>
          <p14:tracePt t="451607" x="6375400" y="1435100"/>
          <p14:tracePt t="451617" x="6402388" y="1333500"/>
          <p14:tracePt t="451629" x="6408738" y="1223963"/>
          <p14:tracePt t="451640" x="6402388" y="1136650"/>
          <p14:tracePt t="451650" x="6381750" y="1074738"/>
          <p14:tracePt t="451663" x="6361113" y="1041400"/>
          <p14:tracePt t="451674" x="6313488" y="1014413"/>
          <p14:tracePt t="451684" x="6253163" y="993775"/>
          <p14:tracePt t="451696" x="6197600" y="985838"/>
          <p14:tracePt t="451707" x="6149975" y="973138"/>
          <p14:tracePt t="451718" x="6110288" y="973138"/>
          <p14:tracePt t="451730" x="6081713" y="973138"/>
          <p14:tracePt t="451741" x="6062663" y="985838"/>
          <p14:tracePt t="451752" x="6027738" y="1006475"/>
          <p14:tracePt t="451764" x="6000750" y="1041400"/>
          <p14:tracePt t="451775" x="5980113" y="1074738"/>
          <p14:tracePt t="451785" x="5953125" y="1136650"/>
          <p14:tracePt t="451797" x="5932488" y="1204913"/>
          <p14:tracePt t="451809" x="5899150" y="1306513"/>
          <p14:tracePt t="451819" x="5872163" y="1374775"/>
          <p14:tracePt t="451832" x="5857875" y="1503363"/>
          <p14:tracePt t="451843" x="5851525" y="1625600"/>
          <p14:tracePt t="451852" x="5851525" y="1714500"/>
          <p14:tracePt t="451864" x="5878513" y="1836738"/>
          <p14:tracePt t="451876" x="5911850" y="1938338"/>
          <p14:tracePt t="451886" x="5938838" y="1985963"/>
          <p14:tracePt t="451899" x="5994400" y="2062163"/>
          <p14:tracePt t="451910" x="6027738" y="2109788"/>
          <p14:tracePt t="451920" x="6069013" y="2136775"/>
          <p14:tracePt t="451932" x="6102350" y="2157413"/>
          <p14:tracePt t="451943" x="6129338" y="2170113"/>
          <p14:tracePt t="451955" x="6149975" y="2170113"/>
          <p14:tracePt t="451965" x="6170613" y="2170113"/>
          <p14:tracePt t="451977" x="6191250" y="2170113"/>
          <p14:tracePt t="451989" x="6211888" y="2149475"/>
          <p14:tracePt t="451999" x="6232525" y="2116138"/>
          <p14:tracePt t="452012" x="6238875" y="2074863"/>
          <p14:tracePt t="452024" x="6253163" y="2000250"/>
          <p14:tracePt t="452034" x="6272213" y="1919288"/>
          <p14:tracePt t="452046" x="6280150" y="1836738"/>
          <p14:tracePt t="452057" x="6292850" y="1747838"/>
          <p14:tracePt t="452067" x="6300788" y="1646238"/>
          <p14:tracePt t="452080" x="6313488" y="1565275"/>
          <p14:tracePt t="452091" x="6313488" y="1524000"/>
          <p14:tracePt t="452100" x="6300788" y="1482725"/>
          <p14:tracePt t="452113" x="6292850" y="1462088"/>
          <p14:tracePt t="452124" x="6280150" y="1455738"/>
          <p14:tracePt t="452135" x="6259513" y="1449388"/>
          <p14:tracePt t="452148" x="6253163" y="1449388"/>
          <p14:tracePt t="452158" x="6238875" y="1449388"/>
          <p14:tracePt t="452190" x="6232525" y="1449388"/>
          <p14:tracePt t="452324" x="6218238" y="1449388"/>
          <p14:tracePt t="452460" x="6218238" y="1455738"/>
          <p14:tracePt t="452482" x="6218238" y="1462088"/>
          <p14:tracePt t="452505" x="6191250" y="1462088"/>
          <p14:tracePt t="452809" x="6197600" y="1462088"/>
          <p14:tracePt t="452831" x="6197600" y="1455738"/>
          <p14:tracePt t="452853" x="6197600" y="1449388"/>
          <p14:tracePt t="452876" x="6211888" y="1449388"/>
          <p14:tracePt t="452898" x="6211888" y="1455738"/>
          <p14:tracePt t="452932" x="6211888" y="1462088"/>
          <p14:tracePt t="452945" x="6218238" y="1462088"/>
          <p14:tracePt t="452956" x="6232525" y="1476375"/>
          <p14:tracePt t="452966" x="6238875" y="1482725"/>
          <p14:tracePt t="452980" x="6253163" y="1503363"/>
          <p14:tracePt t="452990" x="6259513" y="1524000"/>
          <p14:tracePt t="453000" x="6280150" y="1544638"/>
          <p14:tracePt t="453013" x="6319838" y="1585913"/>
          <p14:tracePt t="453023" x="6423025" y="1687513"/>
          <p14:tracePt t="453036" x="6592888" y="1836738"/>
          <p14:tracePt t="453047" x="6762750" y="1958975"/>
          <p14:tracePt t="453057" x="7015163" y="2116138"/>
          <p14:tracePt t="453069" x="7232650" y="2232025"/>
          <p14:tracePt t="453080" x="7367588" y="2279650"/>
          <p14:tracePt t="453090" x="7497763" y="2319338"/>
          <p14:tracePt t="453103" x="7566025" y="2327275"/>
          <p14:tracePt t="453115" x="7578725" y="2319338"/>
          <p14:tracePt t="453405" x="7578725" y="2327275"/>
          <p14:tracePt t="453428" x="7586663" y="2327275"/>
          <p14:tracePt t="453483" x="7586663" y="2319338"/>
          <p14:tracePt t="453529" x="7586663" y="2306638"/>
          <p14:tracePt t="453640" x="7593013" y="2306638"/>
          <p14:tracePt t="453664" x="7605713" y="2319338"/>
          <p14:tracePt t="453675" x="7613650" y="2319338"/>
          <p14:tracePt t="453688" x="7634288" y="2339975"/>
          <p14:tracePt t="453698" x="7653338" y="2347913"/>
          <p14:tracePt t="453710" x="7694613" y="2366963"/>
          <p14:tracePt t="453722" x="7715250" y="2387600"/>
          <p14:tracePt t="453733" x="7735888" y="2387600"/>
          <p14:tracePt t="453743" x="7756525" y="2401888"/>
          <p14:tracePt t="453756" x="7769225" y="2401888"/>
          <p14:tracePt t="453766" x="7777163" y="2401888"/>
          <p14:tracePt t="453776" x="7789863" y="2387600"/>
          <p14:tracePt t="453789" x="7796213" y="2387600"/>
          <p14:tracePt t="453800" x="7796213" y="2381250"/>
          <p14:tracePt t="453810" x="7804150" y="2366963"/>
          <p14:tracePt t="453823" x="7816850" y="2360613"/>
          <p14:tracePt t="453834" x="7824788" y="2339975"/>
          <p14:tracePt t="453844" x="7843838" y="2319338"/>
          <p14:tracePt t="453856" x="7878763" y="2286000"/>
          <p14:tracePt t="453868" x="7905750" y="2259013"/>
          <p14:tracePt t="453878" x="7939088" y="2232025"/>
          <p14:tracePt t="453890" x="7959725" y="2197100"/>
          <p14:tracePt t="453901" x="7986713" y="2170113"/>
          <p14:tracePt t="453912" x="8015288" y="2149475"/>
          <p14:tracePt t="453923" x="8034338" y="2128838"/>
          <p14:tracePt t="453935" x="8048625" y="2109788"/>
          <p14:tracePt t="453946" x="8069263" y="2089150"/>
          <p14:tracePt t="453957" x="8089900" y="2068513"/>
          <p14:tracePt t="453969" x="8096250" y="2062163"/>
          <p14:tracePt t="453981" x="8116888" y="2041525"/>
          <p14:tracePt t="453991" x="8129588" y="2020888"/>
          <p14:tracePt t="454003" x="8137525" y="2006600"/>
          <p14:tracePt t="454015" x="8150225" y="1985963"/>
          <p14:tracePt t="454024" x="8158163" y="1979613"/>
          <p14:tracePt t="454037" x="8177213" y="1958975"/>
          <p14:tracePt t="454048" x="8191500" y="1938338"/>
          <p14:tracePt t="454058" x="8197850" y="1925638"/>
          <p14:tracePt t="454070" x="8197850" y="1905000"/>
          <p14:tracePt t="454082" x="8205788" y="1898650"/>
          <p14:tracePt t="454092" x="8205788" y="1884363"/>
          <p14:tracePt t="454103" x="8218488" y="1871663"/>
          <p14:tracePt t="454115" x="8218488" y="1851025"/>
          <p14:tracePt t="454125" x="8218488" y="1836738"/>
          <p14:tracePt t="454137" x="8218488" y="1830388"/>
          <p14:tracePt t="454148" x="8218488" y="1816100"/>
          <p14:tracePt t="454170" x="8218488" y="1809750"/>
          <p14:tracePt t="456149" x="8205788" y="1795463"/>
          <p14:tracePt t="456163" x="8197850" y="1795463"/>
          <p14:tracePt t="456173" x="8191500" y="1795463"/>
          <p14:tracePt t="456184" x="8158163" y="1809750"/>
          <p14:tracePt t="456196" x="8110538" y="1830388"/>
          <p14:tracePt t="456206" x="8075613" y="1851025"/>
          <p14:tracePt t="456218" x="8015288" y="1884363"/>
          <p14:tracePt t="456230" x="7939088" y="1958975"/>
          <p14:tracePt t="456242" x="7878763" y="2027238"/>
          <p14:tracePt t="456252" x="7777163" y="2157413"/>
          <p14:tracePt t="456263" x="7673975" y="2319338"/>
          <p14:tracePt t="456275" x="7605713" y="2490788"/>
          <p14:tracePt t="456286" x="7578725" y="2598738"/>
          <p14:tracePt t="456297" x="7566025" y="2747963"/>
          <p14:tracePt t="456309" x="7578725" y="2884488"/>
          <p14:tracePt t="456319" x="7593013" y="2959100"/>
          <p14:tracePt t="456331" x="7634288" y="3054350"/>
          <p14:tracePt t="456342" x="7688263" y="3122613"/>
          <p14:tracePt t="456353" x="7748588" y="3170238"/>
          <p14:tracePt t="456365" x="7789863" y="3205163"/>
          <p14:tracePt t="456377" x="7843838" y="3232150"/>
          <p14:tracePt t="456386" x="7905750" y="3252788"/>
          <p14:tracePt t="456399" x="7959725" y="3265488"/>
          <p14:tracePt t="456410" x="8015288" y="3271838"/>
          <p14:tracePt t="456420" x="8075613" y="3286125"/>
          <p14:tracePt t="456433" x="8158163" y="3286125"/>
          <p14:tracePt t="456444" x="8224838" y="3286125"/>
          <p14:tracePt t="456454" x="8320088" y="3271838"/>
          <p14:tracePt t="456467" x="8435975" y="3265488"/>
          <p14:tracePt t="456478" x="8531225" y="3252788"/>
          <p14:tracePt t="456488" x="8661400" y="3244850"/>
          <p14:tracePt t="456501" x="8789988" y="3224213"/>
          <p14:tracePt t="456511" x="8920163" y="3205163"/>
          <p14:tracePt t="456532" x="9007475" y="3170238"/>
          <p14:tracePt t="456537" x="9123363" y="3128963"/>
          <p14:tracePt t="456545" x="9197975" y="3081338"/>
          <p14:tracePt t="456560" x="9253538" y="3054350"/>
          <p14:tracePt t="456569" x="9301163" y="3000375"/>
          <p14:tracePt t="456578" x="9320213" y="2959100"/>
          <p14:tracePt t="456589" x="9334500" y="2919413"/>
          <p14:tracePt t="456601" x="9340850" y="2905125"/>
          <p14:tracePt t="456613" x="9340850" y="2884488"/>
          <p14:tracePt t="456623" x="9340850" y="2863850"/>
          <p14:tracePt t="456634" x="9340850" y="2851150"/>
          <p14:tracePt t="456645" x="9334500" y="2843213"/>
          <p14:tracePt t="456657" x="9334500" y="2830513"/>
          <p14:tracePt t="456668" x="9320213" y="2824163"/>
          <p14:tracePt t="456680" x="9313863" y="2803525"/>
          <p14:tracePt t="456692" x="9301163" y="2789238"/>
          <p14:tracePt t="456724" x="9293225" y="2782888"/>
          <p14:tracePt t="456728" x="9280525" y="2768600"/>
          <p14:tracePt t="456737" x="9259888" y="2762250"/>
          <p14:tracePt t="456741" x="9253538" y="2747963"/>
          <p14:tracePt t="456769" x="9239250" y="2747963"/>
          <p14:tracePt t="456772" x="9218613" y="2747963"/>
          <p14:tracePt t="456783" x="9185275" y="2747963"/>
          <p14:tracePt t="456796" x="9170988" y="2747963"/>
          <p14:tracePt t="456805" x="9164638" y="2762250"/>
          <p14:tracePt t="456817" x="9150350" y="2782888"/>
          <p14:tracePt t="456828" x="9129713" y="2809875"/>
          <p14:tracePt t="456838" x="9123363" y="2843213"/>
          <p14:tracePt t="456850" x="9102725" y="2884488"/>
          <p14:tracePt t="456861" x="9082088" y="2919413"/>
          <p14:tracePt t="456871" x="9082088" y="2938463"/>
          <p14:tracePt t="456883" x="9069388" y="2973388"/>
          <p14:tracePt t="456894" x="9069388" y="2979738"/>
          <p14:tracePt t="456904" x="9082088" y="2994025"/>
          <p14:tracePt t="456916" x="9082088" y="3014663"/>
          <p14:tracePt t="456927" x="9090025" y="3021013"/>
          <p14:tracePt t="456938" x="9110663" y="3041650"/>
          <p14:tracePt t="456950" x="9129713" y="3062288"/>
          <p14:tracePt t="456963" x="9150350" y="3081338"/>
          <p14:tracePt t="456973" x="9185275" y="3095625"/>
          <p14:tracePt t="456983" x="9191625" y="3101975"/>
          <p14:tracePt t="456995" x="9218613" y="3116263"/>
          <p14:tracePt t="457005" x="9239250" y="3116263"/>
          <p14:tracePt t="457016" x="9272588" y="3116263"/>
          <p14:tracePt t="457028" x="9293225" y="3116263"/>
          <p14:tracePt t="457039" x="9334500" y="3101975"/>
          <p14:tracePt t="457050" x="9375775" y="3101975"/>
          <p14:tracePt t="457062" x="9402763" y="3095625"/>
          <p14:tracePt t="457072" x="9444038" y="3074988"/>
          <p14:tracePt t="457085" x="9471025" y="3062288"/>
          <p14:tracePt t="457096" x="9504363" y="3054350"/>
          <p14:tracePt t="457107" x="9531350" y="3041650"/>
          <p14:tracePt t="457118" x="9566275" y="3033713"/>
          <p14:tracePt t="457130" x="9593263" y="3014663"/>
          <p14:tracePt t="457142" x="9613900" y="2994025"/>
          <p14:tracePt t="457152" x="9634538" y="2959100"/>
          <p14:tracePt t="457164" x="9640888" y="2932113"/>
          <p14:tracePt t="457175" x="9653588" y="2911475"/>
          <p14:tracePt t="457186" x="9653588" y="2884488"/>
          <p14:tracePt t="457197" x="9640888" y="2863850"/>
          <p14:tracePt t="457209" x="9634538" y="2830513"/>
          <p14:tracePt t="457219" x="9613900" y="2809875"/>
          <p14:tracePt t="457231" x="9586913" y="2782888"/>
          <p14:tracePt t="457242" x="9531350" y="2747963"/>
          <p14:tracePt t="457252" x="9483725" y="2708275"/>
          <p14:tracePt t="457264" x="9444038" y="2700338"/>
          <p14:tracePt t="457276" x="9382125" y="2693988"/>
          <p14:tracePt t="457286" x="9355138" y="2693988"/>
          <p14:tracePt t="457298" x="9334500" y="2700338"/>
          <p14:tracePt t="457310" x="9293225" y="2708275"/>
          <p14:tracePt t="457320" x="9259888" y="2741613"/>
          <p14:tracePt t="457333" x="9218613" y="2803525"/>
          <p14:tracePt t="457344" x="9197975" y="2851150"/>
          <p14:tracePt t="457354" x="9185275" y="2952750"/>
          <p14:tracePt t="457366" x="9185275" y="3054350"/>
          <p14:tracePt t="457378" x="9191625" y="3122613"/>
          <p14:tracePt t="457388" x="9232900" y="3211513"/>
          <p14:tracePt t="457400" x="9293225" y="3292475"/>
          <p14:tracePt t="457411" x="9382125" y="3360738"/>
          <p14:tracePt t="457421" x="9444038" y="3395663"/>
          <p14:tracePt t="457433" x="9551988" y="3422650"/>
          <p14:tracePt t="457445" x="9653588" y="3435350"/>
          <p14:tracePt t="457455" x="9715500" y="3422650"/>
          <p14:tracePt t="457467" x="9783763" y="3395663"/>
          <p14:tracePt t="457479" x="9831388" y="3340100"/>
          <p14:tracePt t="457489" x="9852025" y="3286125"/>
          <p14:tracePt t="457501" x="9864725" y="3190875"/>
          <p14:tracePt t="457513" x="9864725" y="3081338"/>
          <p14:tracePt t="457523" x="9844088" y="2973388"/>
          <p14:tracePt t="457535" x="9810750" y="2905125"/>
          <p14:tracePt t="457546" x="9777413" y="2809875"/>
          <p14:tracePt t="457557" x="9742488" y="2762250"/>
          <p14:tracePt t="457568" x="9715500" y="2728913"/>
          <p14:tracePt t="457579" x="9682163" y="2720975"/>
          <p14:tracePt t="457591" x="9640888" y="2708275"/>
          <p14:tracePt t="457602" x="9613900" y="2720975"/>
          <p14:tracePt t="457613" x="9593263" y="2728913"/>
          <p14:tracePt t="457626" x="9566275" y="2747963"/>
          <p14:tracePt t="457636" x="9531350" y="2789238"/>
          <p14:tracePt t="457647" x="9510713" y="2824163"/>
          <p14:tracePt t="457659" x="9491663" y="2851150"/>
          <p14:tracePt t="457669" x="9483725" y="2890838"/>
          <p14:tracePt t="457681" x="9471025" y="2919413"/>
          <p14:tracePt t="457693" x="9471025" y="2952750"/>
          <p14:tracePt t="457702" x="9463088" y="2979738"/>
          <p14:tracePt t="457714" x="9463088" y="3014663"/>
          <p14:tracePt t="457726" x="9463088" y="3021013"/>
          <p14:tracePt t="457736" x="9463088" y="3033713"/>
          <p14:tracePt t="457748" x="9463088" y="3041650"/>
          <p14:tracePt t="457803" x="9471025" y="3041650"/>
          <p14:tracePt t="457810" x="9483725" y="3033713"/>
          <p14:tracePt t="457818" x="9491663" y="3033713"/>
          <p14:tracePt t="457828" x="9504363" y="3033713"/>
          <p14:tracePt t="457839" x="9525000" y="3021013"/>
          <p14:tracePt t="457893" x="9491663" y="3021013"/>
          <p14:tracePt t="457905" x="9396413" y="3033713"/>
          <p14:tracePt t="457918" x="9185275" y="3095625"/>
          <p14:tracePt t="457929" x="8959850" y="3170238"/>
          <p14:tracePt t="457939" x="8593138" y="3327400"/>
          <p14:tracePt t="457951" x="8197850" y="3462338"/>
          <p14:tracePt t="457963" x="7926388" y="3544888"/>
          <p14:tracePt t="457973" x="7613650" y="3613150"/>
          <p14:tracePt t="457985" x="7354888" y="3646488"/>
          <p14:tracePt t="457996" x="7158038" y="3646488"/>
          <p14:tracePt t="458007" x="7054850" y="3646488"/>
          <p14:tracePt t="458018" x="6967538" y="3633788"/>
          <p14:tracePt t="458030" x="6911975" y="3613150"/>
          <p14:tracePt t="458041" x="6891338" y="3605213"/>
          <p14:tracePt t="458051" x="6872288" y="3586163"/>
          <p14:tracePt t="458063" x="6851650" y="3544888"/>
          <p14:tracePt t="458075" x="6843713" y="3503613"/>
          <p14:tracePt t="458085" x="6804025" y="3414713"/>
          <p14:tracePt t="458097" x="6735763" y="3306763"/>
          <p14:tracePt t="458109" x="6653213" y="3184525"/>
          <p14:tracePt t="458119" x="6572250" y="3101975"/>
          <p14:tracePt t="458132" x="6470650" y="3021013"/>
          <p14:tracePt t="458143" x="6381750" y="2973388"/>
          <p14:tracePt t="458153" x="6313488" y="2959100"/>
          <p14:tracePt t="458165" x="6211888" y="2938463"/>
          <p14:tracePt t="458177" x="6110288" y="2952750"/>
          <p14:tracePt t="458187" x="6027738" y="2994025"/>
          <p14:tracePt t="458199" x="5973763" y="3054350"/>
          <p14:tracePt t="458210" x="5911850" y="3163888"/>
          <p14:tracePt t="458221" x="5878513" y="3265488"/>
          <p14:tracePt t="458233" x="5872163" y="3327400"/>
          <p14:tracePt t="458244" x="5872163" y="3375025"/>
          <p14:tracePt t="458254" x="5891213" y="3414713"/>
          <p14:tracePt t="458266" x="5932488" y="3443288"/>
          <p14:tracePt t="458278" x="5959475" y="3455988"/>
          <p14:tracePt t="458287" x="6000750" y="3462338"/>
          <p14:tracePt t="458300" x="6042025" y="3462338"/>
          <p14:tracePt t="458311" x="6069013" y="3462338"/>
          <p14:tracePt t="458321" x="6102350" y="3443288"/>
          <p14:tracePt t="458334" x="6122988" y="3422650"/>
          <p14:tracePt t="458345" x="6143625" y="3395663"/>
          <p14:tracePt t="458355" x="6143625" y="3375025"/>
          <p14:tracePt t="458367" x="6143625" y="3333750"/>
          <p14:tracePt t="458378" x="6122988" y="3313113"/>
          <p14:tracePt t="458389" x="6089650" y="3292475"/>
          <p14:tracePt t="458401" x="6069013" y="3286125"/>
          <p14:tracePt t="458412" x="6048375" y="3286125"/>
          <p14:tracePt t="458423" x="6027738" y="3286125"/>
          <p14:tracePt t="458434" x="6027738" y="3292475"/>
          <p14:tracePt t="458446" x="6021388" y="3292475"/>
          <p14:tracePt t="458467" x="6021388" y="3306763"/>
          <p14:tracePt t="458613" x="6021388" y="3292475"/>
          <p14:tracePt t="458647" x="6027738" y="3292475"/>
          <p14:tracePt t="459346" x="6048375" y="3292475"/>
          <p14:tracePt t="459357" x="6081713" y="3306763"/>
          <p14:tracePt t="459369" x="6184900" y="3327400"/>
          <p14:tracePt t="459381" x="6375400" y="3375025"/>
          <p14:tracePt t="459391" x="6653213" y="3443288"/>
          <p14:tracePt t="459402" x="6932613" y="3497263"/>
          <p14:tracePt t="459412" x="7396163" y="3551238"/>
          <p14:tracePt t="459425" x="7864475" y="3592513"/>
          <p14:tracePt t="459436" x="8197850" y="3605213"/>
          <p14:tracePt t="459447" x="8667750" y="3613150"/>
          <p14:tracePt t="459458" x="9063038" y="3605213"/>
          <p14:tracePt t="459469" x="9396413" y="3586163"/>
          <p14:tracePt t="459481" x="9572625" y="3565525"/>
          <p14:tracePt t="459491" x="9777413" y="3524250"/>
          <p14:tracePt t="459503" x="9932988" y="3476625"/>
          <p14:tracePt t="459515" x="10034588" y="3435350"/>
          <p14:tracePt t="459525" x="10158413" y="3375025"/>
          <p14:tracePt t="459537" x="10253663" y="3306763"/>
          <p14:tracePt t="459549" x="10328275" y="3232150"/>
          <p14:tracePt t="459559" x="10367963" y="3184525"/>
          <p14:tracePt t="459571" x="10375900" y="3122613"/>
          <p14:tracePt t="459582" x="10375900" y="3081338"/>
          <p14:tracePt t="459593" x="10367963" y="3054350"/>
          <p14:tracePt t="459605" x="10348913" y="3021013"/>
          <p14:tracePt t="459616" x="10334625" y="3000375"/>
          <p14:tracePt t="459627" x="10313988" y="2994025"/>
          <p14:tracePt t="459639" x="10307638" y="2994025"/>
          <p14:tracePt t="459650" x="10293350" y="2994025"/>
          <p14:tracePt t="459660" x="10266363" y="2979738"/>
          <p14:tracePt t="459672" x="10245725" y="2973388"/>
          <p14:tracePt t="459684" x="10191750" y="2973388"/>
          <p14:tracePt t="459694" x="10123488" y="2959100"/>
          <p14:tracePt t="459706" x="10021888" y="2959100"/>
          <p14:tracePt t="459717" x="9953625" y="2973388"/>
          <p14:tracePt t="459727" x="9852025" y="2994025"/>
          <p14:tracePt t="459740" x="9777413" y="3021013"/>
          <p14:tracePt t="459751" x="9721850" y="3062288"/>
          <p14:tracePt t="459762" x="9674225" y="3116263"/>
          <p14:tracePt t="459775" x="9640888" y="3163888"/>
          <p14:tracePt t="459785" x="9634538" y="3205163"/>
          <p14:tracePt t="459800" x="9640888" y="3232150"/>
          <p14:tracePt t="459809" x="9674225" y="3265488"/>
          <p14:tracePt t="459819" x="9715500" y="3286125"/>
          <p14:tracePt t="459834" x="9777413" y="3292475"/>
          <p14:tracePt t="459844" x="9844088" y="3292475"/>
          <p14:tracePt t="459874" x="9912350" y="3271838"/>
          <p14:tracePt t="459879" x="9967913" y="3244850"/>
          <p14:tracePt t="459891" x="10001250" y="3190875"/>
          <p14:tracePt t="459894" x="10021888" y="3122613"/>
          <p14:tracePt t="459900" x="10021888" y="3041650"/>
          <p14:tracePt t="459909" x="10015538" y="2979738"/>
          <p14:tracePt t="459919" x="9974263" y="2905125"/>
          <p14:tracePt t="459934" x="9885363" y="2809875"/>
          <p14:tracePt t="459944" x="9804400" y="2747963"/>
          <p14:tracePt t="459955" x="9674225" y="2681288"/>
          <p14:tracePt t="459968" x="9545638" y="2633663"/>
          <p14:tracePt t="459977" x="9423400" y="2598738"/>
          <p14:tracePt t="459999" x="9355138" y="2592388"/>
          <p14:tracePt t="460000" x="9280525" y="2598738"/>
          <p14:tracePt t="460009" x="9239250" y="2613025"/>
          <p14:tracePt t="460022" x="9232900" y="2633663"/>
          <p14:tracePt t="460034" x="9218613" y="2660650"/>
          <p14:tracePt t="460043" x="9232900" y="2700338"/>
          <p14:tracePt t="460055" x="9253538" y="2747963"/>
          <p14:tracePt t="460067" x="9293225" y="2803525"/>
          <p14:tracePt t="460077" x="9355138" y="2863850"/>
          <p14:tracePt t="460089" x="9423400" y="2911475"/>
          <p14:tracePt t="460101" x="9483725" y="2938463"/>
          <p14:tracePt t="460111" x="9566275" y="2959100"/>
          <p14:tracePt t="460124" x="9653588" y="2973388"/>
          <p14:tracePt t="460136" x="9715500" y="2959100"/>
          <p14:tracePt t="460145" x="9756775" y="2952750"/>
          <p14:tracePt t="460158" x="9790113" y="2932113"/>
          <p14:tracePt t="460168" x="9804400" y="2905125"/>
          <p14:tracePt t="460178" x="9804400" y="2871788"/>
          <p14:tracePt t="460191" x="9790113" y="2830513"/>
          <p14:tracePt t="460204" x="9756775" y="2789238"/>
          <p14:tracePt t="460218" x="9701213" y="2747963"/>
          <p14:tracePt t="460226" x="9599613" y="2700338"/>
          <p14:tracePt t="460237" x="9471025" y="2652713"/>
          <p14:tracePt t="460251" x="9334500" y="2613025"/>
          <p14:tracePt t="460260" x="9239250" y="2598738"/>
          <p14:tracePt t="460272" x="9164638" y="2598738"/>
          <p14:tracePt t="460286" x="9123363" y="2613025"/>
          <p14:tracePt t="460294" x="9102725" y="2633663"/>
          <p14:tracePt t="460305" x="9090025" y="2673350"/>
          <p14:tracePt t="460319" x="9102725" y="2728913"/>
          <p14:tracePt t="460327" x="9144000" y="2803525"/>
          <p14:tracePt t="460336" x="9191625" y="2863850"/>
          <p14:tracePt t="460352" x="9272588" y="2932113"/>
          <p14:tracePt t="460360" x="9361488" y="2994025"/>
          <p14:tracePt t="460370" x="9409113" y="3014663"/>
          <p14:tracePt t="460386" x="9471025" y="3033713"/>
          <p14:tracePt t="460395" x="9525000" y="3033713"/>
          <p14:tracePt t="460405" x="9566275" y="3033713"/>
          <p14:tracePt t="460418" x="9586913" y="3033713"/>
          <p14:tracePt t="460427" x="9593263" y="3021013"/>
          <p14:tracePt t="460439" x="9599613" y="3000375"/>
          <p14:tracePt t="460451" x="9593263" y="2979738"/>
          <p14:tracePt t="460462" x="9586913" y="2952750"/>
          <p14:tracePt t="460473" x="9551988" y="2911475"/>
          <p14:tracePt t="460485" x="9510713" y="2871788"/>
          <p14:tracePt t="460495" x="9483725" y="2851150"/>
          <p14:tracePt t="460507" x="9450388" y="2830513"/>
          <p14:tracePt t="460518" x="9423400" y="2824163"/>
          <p14:tracePt t="460528" x="9402763" y="2824163"/>
          <p14:tracePt t="460540" x="9382125" y="2824163"/>
          <p14:tracePt t="460550" x="9361488" y="2843213"/>
          <p14:tracePt t="460560" x="9361488" y="2851150"/>
          <p14:tracePt t="460573" x="9355138" y="2890838"/>
          <p14:tracePt t="460585" x="9355138" y="2932113"/>
          <p14:tracePt t="460594" x="9361488" y="2973388"/>
          <p14:tracePt t="460607" x="9382125" y="3000375"/>
          <p14:tracePt t="460619" x="9409113" y="3033713"/>
          <p14:tracePt t="460629" x="9450388" y="3062288"/>
          <p14:tracePt t="460641" x="9483725" y="3062288"/>
          <p14:tracePt t="460651" x="9525000" y="3062288"/>
          <p14:tracePt t="460661" x="9566275" y="3054350"/>
          <p14:tracePt t="460674" x="9613900" y="3041650"/>
          <p14:tracePt t="460685" x="9640888" y="3021013"/>
          <p14:tracePt t="460695" x="9682163" y="2994025"/>
          <p14:tracePt t="460707" x="9715500" y="2938463"/>
          <p14:tracePt t="460719" x="9721850" y="2911475"/>
          <p14:tracePt t="460729" x="9736138" y="2871788"/>
          <p14:tracePt t="460741" x="9721850" y="2843213"/>
          <p14:tracePt t="460752" x="9715500" y="2803525"/>
          <p14:tracePt t="460762" x="9694863" y="2768600"/>
          <p14:tracePt t="460773" x="9653588" y="2741613"/>
          <p14:tracePt t="460785" x="9599613" y="2700338"/>
          <p14:tracePt t="460797" x="9551988" y="2681288"/>
          <p14:tracePt t="460808" x="9491663" y="2660650"/>
          <p14:tracePt t="460819" x="9444038" y="2652713"/>
          <p14:tracePt t="460831" x="9402763" y="2640013"/>
          <p14:tracePt t="460842" x="9375775" y="2640013"/>
          <p14:tracePt t="460853" x="9355138" y="2640013"/>
          <p14:tracePt t="460865" x="9320213" y="2640013"/>
          <p14:tracePt t="460875" x="9313863" y="2640013"/>
          <p14:tracePt t="460887" x="9293225" y="2652713"/>
          <p14:tracePt t="460920" x="9272588" y="2673350"/>
          <p14:tracePt t="460926" x="9253538" y="2693988"/>
          <p14:tracePt t="460933" x="9239250" y="2720975"/>
          <p14:tracePt t="460934" x="9232900" y="2762250"/>
          <p14:tracePt t="460944" x="9232900" y="2809875"/>
          <p14:tracePt t="460956" x="9232900" y="2851150"/>
          <p14:tracePt t="460969" x="9259888" y="2919413"/>
          <p14:tracePt t="460978" x="9313863" y="3000375"/>
          <p14:tracePt t="460990" x="9361488" y="3054350"/>
          <p14:tracePt t="461001" x="9444038" y="3116263"/>
          <p14:tracePt t="461011" x="9525000" y="3149600"/>
          <p14:tracePt t="461024" x="9593263" y="3170238"/>
          <p14:tracePt t="461035" x="9640888" y="3170238"/>
          <p14:tracePt t="461044" x="9701213" y="3170238"/>
          <p14:tracePt t="461056" x="9742488" y="3149600"/>
          <p14:tracePt t="461068" x="9777413" y="3122613"/>
          <p14:tracePt t="461078" x="9790113" y="3081338"/>
          <p14:tracePt t="461090" x="9790113" y="3014663"/>
          <p14:tracePt t="461101" x="9790113" y="2919413"/>
          <p14:tracePt t="461112" x="9763125" y="2851150"/>
          <p14:tracePt t="461124" x="9715500" y="2747963"/>
          <p14:tracePt t="461136" x="9653588" y="2673350"/>
          <p14:tracePt t="461147" x="9599613" y="2619375"/>
          <p14:tracePt t="461158" x="9525000" y="2578100"/>
          <p14:tracePt t="461169" x="9450388" y="2571750"/>
          <p14:tracePt t="461179" x="9361488" y="2571750"/>
          <p14:tracePt t="461191" x="9301163" y="2578100"/>
          <p14:tracePt t="461202" x="9218613" y="2619375"/>
          <p14:tracePt t="461214" x="9164638" y="2673350"/>
          <p14:tracePt t="461225" x="9129713" y="2720975"/>
          <p14:tracePt t="461236" x="9123363" y="2803525"/>
          <p14:tracePt t="461248" x="9144000" y="2890838"/>
          <p14:tracePt t="461258" x="9191625" y="2994025"/>
          <p14:tracePt t="461270" x="9253538" y="3041650"/>
          <p14:tracePt t="461282" x="9340850" y="3095625"/>
          <p14:tracePt t="461291" x="9444038" y="3116263"/>
          <p14:tracePt t="461303" x="9510713" y="3116263"/>
          <p14:tracePt t="461315" x="9599613" y="3095625"/>
          <p14:tracePt t="461326" x="9682163" y="3074988"/>
          <p14:tracePt t="461338" x="9736138" y="3033713"/>
          <p14:tracePt t="461350" x="9742488" y="3000375"/>
          <p14:tracePt t="461359" x="9742488" y="2959100"/>
          <p14:tracePt t="461372" x="9736138" y="2911475"/>
          <p14:tracePt t="461383" x="9701213" y="2884488"/>
          <p14:tracePt t="461393" x="9653588" y="2830513"/>
          <p14:tracePt t="461406" x="9586913" y="2803525"/>
          <p14:tracePt t="461417" x="9531350" y="2789238"/>
          <p14:tracePt t="461427" x="9471025" y="2803525"/>
          <p14:tracePt t="461439" x="9429750" y="2809875"/>
          <p14:tracePt t="461450" x="9423400" y="2830513"/>
          <p14:tracePt t="461461" x="9409113" y="2863850"/>
          <p14:tracePt t="461473" x="9423400" y="2911475"/>
          <p14:tracePt t="461485" x="9450388" y="2959100"/>
          <p14:tracePt t="461494" x="9491663" y="2994025"/>
          <p14:tracePt t="461507" x="9545638" y="3021013"/>
          <p14:tracePt t="461518" x="9586913" y="3021013"/>
          <p14:tracePt t="461528" x="9599613" y="3021013"/>
          <p14:tracePt t="461540" x="9613900" y="3021013"/>
          <p14:tracePt t="461551" x="9620250" y="3021013"/>
          <p14:tracePt t="461561" x="9613900" y="3021013"/>
          <p14:tracePt t="461584" x="9593263" y="3014663"/>
          <p14:tracePt t="461595" x="9525000" y="3000375"/>
          <p14:tracePt t="461607" x="9382125" y="3014663"/>
          <p14:tracePt t="461618" x="9197975" y="3033713"/>
          <p14:tracePt t="461628" x="8891588" y="3095625"/>
          <p14:tracePt t="461641" x="8510588" y="3170238"/>
          <p14:tracePt t="461652" x="8191500" y="3244850"/>
          <p14:tracePt t="461664" x="7735888" y="3306763"/>
          <p14:tracePt t="461675" x="7265988" y="3327400"/>
          <p14:tracePt t="461686" x="6810375" y="3306763"/>
          <p14:tracePt t="461698" x="6545263" y="3265488"/>
          <p14:tracePt t="461708" x="6253163" y="3205163"/>
          <p14:tracePt t="461719" x="6062663" y="3149600"/>
          <p14:tracePt t="461732" x="5994400" y="3116263"/>
          <p14:tracePt t="461742" x="5932488" y="3074988"/>
          <p14:tracePt t="461753" x="5899150" y="3041650"/>
          <p14:tracePt t="461765" x="5899150" y="3014663"/>
          <p14:tracePt t="461775" x="5899150" y="2994025"/>
          <p14:tracePt t="461787" x="5899150" y="2973388"/>
          <p14:tracePt t="461809" x="5899150" y="2959100"/>
          <p14:tracePt t="461842" x="5899150" y="2973388"/>
          <p14:tracePt t="461854" x="5899150" y="2994025"/>
          <p14:tracePt t="461866" x="5891213" y="3033713"/>
          <p14:tracePt t="461876" x="5878513" y="3095625"/>
          <p14:tracePt t="461889" x="5878513" y="3128963"/>
          <p14:tracePt t="461900" x="5899150" y="3184525"/>
          <p14:tracePt t="461910" x="5919788" y="3211513"/>
          <p14:tracePt t="461922" x="5938838" y="3224213"/>
          <p14:tracePt t="461934" x="5959475" y="3232150"/>
          <p14:tracePt t="461966" x="5994400" y="3232150"/>
          <p14:tracePt t="461970" x="6007100" y="3232150"/>
          <p14:tracePt t="461984" x="6027738" y="3224213"/>
          <p14:tracePt t="461985" x="6042025" y="3205163"/>
          <p14:tracePt t="461991" x="6048375" y="3184525"/>
          <p14:tracePt t="462002" x="6062663" y="3163888"/>
          <p14:tracePt t="462014" x="6048375" y="3128963"/>
          <p14:tracePt t="462025" x="6042025" y="3101975"/>
          <p14:tracePt t="462036" x="6021388" y="3095625"/>
          <p14:tracePt t="462047" x="6007100" y="3095625"/>
          <p14:tracePt t="462057" x="6000750" y="3095625"/>
          <p14:tracePt t="462069" x="5994400" y="3095625"/>
          <p14:tracePt t="462090" x="5994400" y="3101975"/>
          <p14:tracePt t="462112" x="6000750" y="3116263"/>
          <p14:tracePt t="462135" x="6007100" y="3122613"/>
          <p14:tracePt t="462147" x="6021388" y="3122613"/>
          <p14:tracePt t="462158" x="6027738" y="3122613"/>
          <p14:tracePt t="462170" x="6048375" y="3122613"/>
          <p14:tracePt t="462182" x="6081713" y="3116263"/>
          <p14:tracePt t="462192" x="6122988" y="3101975"/>
          <p14:tracePt t="462204" x="6218238" y="3081338"/>
          <p14:tracePt t="462216" x="6375400" y="3033713"/>
          <p14:tracePt t="462225" x="6586538" y="2959100"/>
          <p14:tracePt t="462236" x="6742113" y="2890838"/>
          <p14:tracePt t="462249" x="6967538" y="2782888"/>
          <p14:tracePt t="462270" x="7164388" y="2660650"/>
          <p14:tracePt t="462274" x="7286625" y="2578100"/>
          <p14:tracePt t="462284" x="7402513" y="2497138"/>
          <p14:tracePt t="462296" x="7497763" y="2443163"/>
          <p14:tracePt t="462306" x="7545388" y="2408238"/>
          <p14:tracePt t="462318" x="7558088" y="2387600"/>
          <p14:tracePt t="462360" x="7545388" y="2387600"/>
          <p14:tracePt t="462372" x="7539038" y="2387600"/>
          <p14:tracePt t="462393" x="7524750" y="2387600"/>
          <p14:tracePt t="462416" x="7518400" y="2387600"/>
          <p14:tracePt t="462428" x="7497763" y="2381250"/>
          <p14:tracePt t="462440" x="7477125" y="2381250"/>
          <p14:tracePt t="462451" x="7462838" y="2366963"/>
          <p14:tracePt t="462461" x="7456488" y="2347913"/>
          <p14:tracePt t="462474" x="7456488" y="2306638"/>
          <p14:tracePt t="462485" x="7456488" y="2252663"/>
          <p14:tracePt t="462495" x="7456488" y="2190750"/>
          <p14:tracePt t="462507" x="7462838" y="2149475"/>
          <p14:tracePt t="462518" x="7462838" y="2095500"/>
          <p14:tracePt t="462529" x="7462838" y="2062163"/>
          <p14:tracePt t="462541" x="7462838" y="2027238"/>
          <p14:tracePt t="462552" x="7462838" y="2000250"/>
          <p14:tracePt t="462562" x="7462838" y="1985963"/>
          <p14:tracePt t="462574" x="7462838" y="1979613"/>
          <p14:tracePt t="462597" x="7462838" y="1966913"/>
          <p14:tracePt t="462608" x="7462838" y="1958975"/>
          <p14:tracePt t="462619" x="7456488" y="1946275"/>
          <p14:tracePt t="462631" x="7443788" y="1925638"/>
          <p14:tracePt t="462641" x="7435850" y="1919288"/>
          <p14:tracePt t="462653" x="7423150" y="1919288"/>
          <p14:tracePt t="462665" x="7415213" y="1905000"/>
          <p14:tracePt t="462675" x="7402513" y="1905000"/>
          <p14:tracePt t="462687" x="7388225" y="1919288"/>
          <p14:tracePt t="462698" x="7375525" y="1925638"/>
          <p14:tracePt t="462709" x="7354888" y="1938338"/>
          <p14:tracePt t="462722" x="7292975" y="1958975"/>
          <p14:tracePt t="462733" x="7245350" y="1966913"/>
          <p14:tracePt t="462979" x="7253288" y="1966913"/>
          <p14:tracePt t="462990" x="7265988" y="1979613"/>
          <p14:tracePt t="463012" x="7327900" y="1979613"/>
          <p14:tracePt t="463020" x="7396163" y="1985963"/>
          <p14:tracePt t="463027" x="7483475" y="1985963"/>
          <p14:tracePt t="463037" x="7539038" y="1985963"/>
          <p14:tracePt t="463048" x="7578725" y="1979613"/>
          <p14:tracePt t="463060" x="7626350" y="1979613"/>
          <p14:tracePt t="463071" x="7667625" y="1966913"/>
          <p14:tracePt t="463081" x="7694613" y="1966913"/>
          <p14:tracePt t="463093" x="7715250" y="1958975"/>
          <p14:tracePt t="463104" x="7729538" y="1958975"/>
          <p14:tracePt t="463114" x="7735888" y="1946275"/>
          <p14:tracePt t="463126" x="7735888" y="1938338"/>
          <p14:tracePt t="463137" x="7735888" y="1925638"/>
          <p14:tracePt t="463148" x="7735888" y="1919288"/>
          <p14:tracePt t="463159" x="7735888" y="1905000"/>
          <p14:tracePt t="463192" x="7735888" y="1898650"/>
          <p14:tracePt t="463215" x="7729538" y="1884363"/>
          <p14:tracePt t="463238" x="7708900" y="1878013"/>
          <p14:tracePt t="463250" x="7694613" y="1878013"/>
          <p14:tracePt t="463260" x="7673975" y="1878013"/>
          <p14:tracePt t="463272" x="7653338" y="1871663"/>
          <p14:tracePt t="463284" x="7634288" y="1871663"/>
          <p14:tracePt t="463294" x="7613650" y="1857375"/>
          <p14:tracePt t="463306" x="7593013" y="1857375"/>
          <p14:tracePt t="463318" x="7578725" y="1857375"/>
          <p14:tracePt t="463328" x="7558088" y="1857375"/>
          <p14:tracePt t="463350" x="7545388" y="1857375"/>
          <p14:tracePt t="463373" x="7539038" y="1857375"/>
          <p14:tracePt t="463395" x="7524750" y="1857375"/>
          <p14:tracePt t="463407" x="7518400" y="1857375"/>
          <p14:tracePt t="463418" x="7504113" y="1857375"/>
          <p14:tracePt t="463429" x="7483475" y="1857375"/>
          <p14:tracePt t="463440" x="7456488" y="1857375"/>
          <p14:tracePt t="463452" x="7435850" y="1857375"/>
          <p14:tracePt t="463463" x="7415213" y="1857375"/>
          <p14:tracePt t="463475" x="7375525" y="1857375"/>
          <p14:tracePt t="463486" x="7334250" y="1851025"/>
          <p14:tracePt t="463496" x="7307263" y="1851025"/>
          <p14:tracePt t="463509" x="7265988" y="1851025"/>
          <p14:tracePt t="463520" x="7245350" y="1857375"/>
          <p14:tracePt t="463530" x="7224713" y="1857375"/>
          <p14:tracePt t="463542" x="7212013" y="1871663"/>
          <p14:tracePt t="463554" x="7205663" y="1878013"/>
          <p14:tracePt t="463564" x="7197725" y="1884363"/>
          <p14:tracePt t="463576" x="7177088" y="1905000"/>
          <p14:tracePt t="463587" x="7164388" y="1925638"/>
          <p14:tracePt t="463598" x="7158038" y="1938338"/>
          <p14:tracePt t="463610" x="7143750" y="1958975"/>
          <p14:tracePt t="463621" x="7137400" y="1979613"/>
          <p14:tracePt t="463632" x="7137400" y="1985963"/>
          <p14:tracePt t="463643" x="7123113" y="2006600"/>
          <p14:tracePt t="463655" x="7116763" y="2020888"/>
          <p14:tracePt t="463665" x="7116763" y="2041525"/>
          <p14:tracePt t="463677" x="7116763" y="2062163"/>
          <p14:tracePt t="463688" x="7116763" y="2068513"/>
          <p14:tracePt t="463700" x="7102475" y="2074863"/>
          <p14:tracePt t="463711" x="7102475" y="2095500"/>
          <p14:tracePt t="463733" x="7102475" y="2109788"/>
          <p14:tracePt t="463736" x="7102475" y="2128838"/>
          <p14:tracePt t="463746" x="7102475" y="2149475"/>
          <p14:tracePt t="463757" x="7102475" y="2170113"/>
          <p14:tracePt t="463769" x="7102475" y="2190750"/>
          <p14:tracePt t="463779" x="7116763" y="2211388"/>
          <p14:tracePt t="463791" x="7123113" y="2232025"/>
          <p14:tracePt t="463803" x="7137400" y="2252663"/>
          <p14:tracePt t="463812" x="7143750" y="2259013"/>
          <p14:tracePt t="463824" x="7158038" y="2279650"/>
          <p14:tracePt t="463835" x="7177088" y="2300288"/>
          <p14:tracePt t="463848" x="7197725" y="2306638"/>
          <p14:tracePt t="463859" x="7212013" y="2327275"/>
          <p14:tracePt t="463871" x="7245350" y="2347913"/>
          <p14:tracePt t="463881" x="7265988" y="2360613"/>
          <p14:tracePt t="463893" x="7292975" y="2366963"/>
          <p14:tracePt t="463905" x="7313613" y="2381250"/>
          <p14:tracePt t="463914" x="7348538" y="2387600"/>
          <p14:tracePt t="463926" x="7375525" y="2401888"/>
          <p14:tracePt t="463938" x="7415213" y="2408238"/>
          <p14:tracePt t="463948" x="7456488" y="2422525"/>
          <p14:tracePt t="463961" x="7497763" y="2428875"/>
          <p14:tracePt t="463972" x="7545388" y="2449513"/>
          <p14:tracePt t="463981" x="7605713" y="2462213"/>
          <p14:tracePt t="463994" x="7653338" y="2482850"/>
          <p14:tracePt t="464005" x="7729538" y="2490788"/>
          <p14:tracePt t="464017" x="7804150" y="2509838"/>
          <p14:tracePt t="464027" x="7864475" y="2517775"/>
          <p14:tracePt t="464038" x="7920038" y="2517775"/>
          <p14:tracePt t="464059" x="7980363" y="2530475"/>
          <p14:tracePt t="464063" x="8048625" y="2530475"/>
          <p14:tracePt t="464093" x="8089900" y="2517775"/>
          <p14:tracePt t="464097" x="8150225" y="2509838"/>
          <p14:tracePt t="464106" x="8259763" y="2490788"/>
          <p14:tracePt t="464121" x="8320088" y="2482850"/>
          <p14:tracePt t="464130" x="8361363" y="2470150"/>
          <p14:tracePt t="464138" x="8396288" y="2449513"/>
          <p14:tracePt t="464152" x="8429625" y="2443163"/>
          <p14:tracePt t="464162" x="8456613" y="2422525"/>
          <p14:tracePt t="464172" x="8477250" y="2401888"/>
          <p14:tracePt t="464186" x="8497888" y="2381250"/>
          <p14:tracePt t="464195" x="8510588" y="2360613"/>
          <p14:tracePt t="464207" x="8518525" y="2327275"/>
          <p14:tracePt t="464219" x="8518525" y="2286000"/>
          <p14:tracePt t="464228" x="8518525" y="2259013"/>
          <p14:tracePt t="464239" x="8510588" y="2232025"/>
          <p14:tracePt t="464251" x="8510588" y="2190750"/>
          <p14:tracePt t="464261" x="8491538" y="2157413"/>
          <p14:tracePt t="464273" x="8477250" y="2128838"/>
          <p14:tracePt t="464285" x="8456613" y="2089150"/>
          <p14:tracePt t="464295" x="8435975" y="2047875"/>
          <p14:tracePt t="464308" x="8415338" y="2020888"/>
          <p14:tracePt t="464319" x="8382000" y="1979613"/>
          <p14:tracePt t="464329" x="8340725" y="1938338"/>
          <p14:tracePt t="464341" x="8307388" y="1905000"/>
          <p14:tracePt t="464352" x="8266113" y="1871663"/>
          <p14:tracePt t="464363" x="8224838" y="1836738"/>
          <p14:tracePt t="464375" x="8177213" y="1816100"/>
          <p14:tracePt t="464387" x="8137525" y="1795463"/>
          <p14:tracePt t="464397" x="8075613" y="1768475"/>
          <p14:tracePt t="464409" x="8007350" y="1747838"/>
          <p14:tracePt t="464421" x="7939088" y="1728788"/>
          <p14:tracePt t="464430" x="7843838" y="1708150"/>
          <p14:tracePt t="464443" x="7769225" y="1693863"/>
          <p14:tracePt t="464454" x="7708900" y="1687513"/>
          <p14:tracePt t="464475" x="7653338" y="1687513"/>
          <p14:tracePt t="464479" x="7605713" y="1687513"/>
          <p14:tracePt t="464487" x="7558088" y="1687513"/>
          <p14:tracePt t="464502" x="7504113" y="1693863"/>
          <p14:tracePt t="464511" x="7456488" y="1693863"/>
          <p14:tracePt t="464522" x="7402513" y="1708150"/>
          <p14:tracePt t="464532" x="7367588" y="1714500"/>
          <p14:tracePt t="464544" x="7334250" y="1728788"/>
          <p14:tracePt t="464555" x="7292975" y="1728788"/>
          <p14:tracePt t="464566" x="7253288" y="1747838"/>
          <p14:tracePt t="464578" x="7232650" y="1747838"/>
          <p14:tracePt t="464588" x="7205663" y="1755775"/>
          <p14:tracePt t="464600" x="7177088" y="1776413"/>
          <p14:tracePt t="464610" x="7143750" y="1789113"/>
          <p14:tracePt t="464622" x="7137400" y="1795463"/>
          <p14:tracePt t="464634" x="7102475" y="1816100"/>
          <p14:tracePt t="464644" x="7081838" y="1836738"/>
          <p14:tracePt t="464656" x="7062788" y="1851025"/>
          <p14:tracePt t="464668" x="7042150" y="1878013"/>
          <p14:tracePt t="464678" x="7021513" y="1905000"/>
          <p14:tracePt t="464689" x="7015163" y="1925638"/>
          <p14:tracePt t="464701" x="7000875" y="1958975"/>
          <p14:tracePt t="464712" x="6994525" y="1985963"/>
          <p14:tracePt t="464723" x="6994525" y="2020888"/>
          <p14:tracePt t="464734" x="6994525" y="2047875"/>
          <p14:tracePt t="464745" x="7000875" y="2074863"/>
          <p14:tracePt t="464757" x="7015163" y="2116138"/>
          <p14:tracePt t="464769" x="7021513" y="2149475"/>
          <p14:tracePt t="464779" x="7034213" y="2176463"/>
          <p14:tracePt t="464792" x="7042150" y="2211388"/>
          <p14:tracePt t="464803" x="7054850" y="2232025"/>
          <p14:tracePt t="464813" x="7054850" y="2238375"/>
          <p14:tracePt t="464824" x="7062788" y="2259013"/>
          <p14:tracePt t="464836" x="7075488" y="2279650"/>
          <p14:tracePt t="464846" x="7081838" y="2300288"/>
          <p14:tracePt t="464859" x="7102475" y="2319338"/>
          <p14:tracePt t="464870" x="7123113" y="2347913"/>
          <p14:tracePt t="464880" x="7158038" y="2366963"/>
          <p14:tracePt t="464893" x="7185025" y="2387600"/>
          <p14:tracePt t="464904" x="7224713" y="2408238"/>
          <p14:tracePt t="464914" x="7265988" y="2428875"/>
          <p14:tracePt t="464926" x="7307263" y="2443163"/>
          <p14:tracePt t="464938" x="7367588" y="2449513"/>
          <p14:tracePt t="464948" x="7415213" y="2462213"/>
          <p14:tracePt t="464961" x="7477125" y="2470150"/>
          <p14:tracePt t="464972" x="7518400" y="2482850"/>
          <p14:tracePt t="464982" x="7578725" y="2490788"/>
          <p14:tracePt t="464994" x="7626350" y="2497138"/>
          <p14:tracePt t="465005" x="7667625" y="2497138"/>
          <p14:tracePt t="465015" x="7715250" y="2509838"/>
          <p14:tracePt t="465027" x="7777163" y="2517775"/>
          <p14:tracePt t="465038" x="7804150" y="2517775"/>
          <p14:tracePt t="465050" x="7864475" y="2530475"/>
          <p14:tracePt t="465061" x="7920038" y="2530475"/>
          <p14:tracePt t="465072" x="7967663" y="2530475"/>
          <p14:tracePt t="465084" x="8007350" y="2530475"/>
          <p14:tracePt t="465117" x="8054975" y="2530475"/>
          <p14:tracePt t="465118" x="8110538" y="2530475"/>
          <p14:tracePt t="465128" x="8150225" y="2517775"/>
          <p14:tracePt t="465128" x="8197850" y="2517775"/>
          <p14:tracePt t="465140" x="8259763" y="2509838"/>
          <p14:tracePt t="465152" x="8307388" y="2490788"/>
          <p14:tracePt t="465162" x="8361363" y="2482850"/>
          <p14:tracePt t="465174" x="8408988" y="2449513"/>
          <p14:tracePt t="465186" x="8470900" y="2428875"/>
          <p14:tracePt t="465196" x="8510588" y="2401888"/>
          <p14:tracePt t="465208" x="8551863" y="2366963"/>
          <p14:tracePt t="465219" x="8593138" y="2327275"/>
          <p14:tracePt t="465229" x="8620125" y="2279650"/>
          <p14:tracePt t="465242" x="8640763" y="2232025"/>
          <p14:tracePt t="465253" x="8661400" y="2176463"/>
          <p14:tracePt t="465264" x="8667750" y="2128838"/>
          <p14:tracePt t="465277" x="8682038" y="2095500"/>
          <p14:tracePt t="465288" x="8682038" y="2068513"/>
          <p14:tracePt t="465297" x="8667750" y="2047875"/>
          <p14:tracePt t="465310" x="8667750" y="2041525"/>
          <p14:tracePt t="465321" x="8647113" y="2020888"/>
          <p14:tracePt t="465330" x="8620125" y="2000250"/>
          <p14:tracePt t="465343" x="8558213" y="1958975"/>
          <p14:tracePt t="465354" x="8497888" y="1925638"/>
          <p14:tracePt t="465364" x="8408988" y="1898650"/>
          <p14:tracePt t="465377" x="8328025" y="1878013"/>
          <p14:tracePt t="465388" x="8280400" y="1871663"/>
          <p14:tracePt t="465398" x="8224838" y="1857375"/>
          <p14:tracePt t="465410" x="8177213" y="1857375"/>
          <p14:tracePt t="465421" x="8116888" y="1851025"/>
          <p14:tracePt t="465431" x="8075613" y="1851025"/>
          <p14:tracePt t="465444" x="8015288" y="1836738"/>
          <p14:tracePt t="465455" x="7959725" y="1836738"/>
          <p14:tracePt t="465465" x="7920038" y="1830388"/>
          <p14:tracePt t="465477" x="7858125" y="1830388"/>
          <p14:tracePt t="465488" x="7816850" y="1830388"/>
          <p14:tracePt t="465500" x="7777163" y="1830388"/>
          <p14:tracePt t="465510" x="7756525" y="1830388"/>
          <p14:tracePt t="465522" x="7729538" y="1836738"/>
          <p14:tracePt t="465534" x="7694613" y="1836738"/>
          <p14:tracePt t="465544" x="7673975" y="1851025"/>
          <p14:tracePt t="465556" x="7653338" y="1851025"/>
          <p14:tracePt t="465568" x="7626350" y="1857375"/>
          <p14:tracePt t="465578" x="7605713" y="1871663"/>
          <p14:tracePt t="465589" x="7586663" y="1871663"/>
          <p14:tracePt t="465602" x="7566025" y="1878013"/>
          <p14:tracePt t="465612" x="7539038" y="1878013"/>
          <p14:tracePt t="465623" x="7524750" y="1884363"/>
          <p14:tracePt t="465635" x="7504113" y="1884363"/>
          <p14:tracePt t="465645" x="7497763" y="1884363"/>
          <p14:tracePt t="465656" x="7477125" y="1898650"/>
          <p14:tracePt t="465679" x="7462838" y="1898650"/>
          <p14:tracePt t="465691" x="7443788" y="1905000"/>
          <p14:tracePt t="465712" x="7423150" y="1905000"/>
          <p14:tracePt t="465724" x="7415213" y="1919288"/>
          <p14:tracePt t="465736" x="7402513" y="1925638"/>
          <p14:tracePt t="465747" x="7396163" y="1938338"/>
          <p14:tracePt t="465769" x="7388225" y="1958975"/>
          <p14:tracePt t="465773" x="7388225" y="1985963"/>
          <p14:tracePt t="465786" x="7375525" y="2020888"/>
          <p14:tracePt t="465794" x="7388225" y="2068513"/>
          <p14:tracePt t="465804" x="7396163" y="2116138"/>
          <p14:tracePt t="465816" x="7402513" y="2157413"/>
          <p14:tracePt t="465827" x="7435850" y="2197100"/>
          <p14:tracePt t="465838" x="7477125" y="2238375"/>
          <p14:tracePt t="465848" x="7524750" y="2279650"/>
          <p14:tracePt t="465860" x="7578725" y="2306638"/>
          <p14:tracePt t="465871" x="7646988" y="2339975"/>
          <p14:tracePt t="465882" x="7735888" y="2366963"/>
          <p14:tracePt t="465894" x="7804150" y="2381250"/>
          <p14:tracePt t="465905" x="7899400" y="2408238"/>
          <p14:tracePt t="465917" x="7994650" y="2428875"/>
          <p14:tracePt t="465927" x="8096250" y="2428875"/>
          <p14:tracePt t="465938" x="8158163" y="2428875"/>
          <p14:tracePt t="465950" x="8239125" y="2408238"/>
          <p14:tracePt t="465961" x="8307388" y="2381250"/>
          <p14:tracePt t="465972" x="8348663" y="2339975"/>
          <p14:tracePt t="465984" x="8382000" y="2279650"/>
          <p14:tracePt t="465994" x="8396288" y="2197100"/>
          <p14:tracePt t="466006" x="8408988" y="2109788"/>
          <p14:tracePt t="466018" x="8408988" y="2062163"/>
          <p14:tracePt t="466028" x="8408988" y="2006600"/>
          <p14:tracePt t="466039" x="8388350" y="1979613"/>
          <p14:tracePt t="466051" x="8367713" y="1946275"/>
          <p14:tracePt t="466062" x="8328025" y="1919288"/>
          <p14:tracePt t="466074" x="8266113" y="1884363"/>
          <p14:tracePt t="466085" x="8191500" y="1857375"/>
          <p14:tracePt t="466095" x="8048625" y="1809750"/>
          <p14:tracePt t="466108" x="7905750" y="1768475"/>
          <p14:tracePt t="466119" x="7789863" y="1747838"/>
          <p14:tracePt t="466129" x="7708900" y="1735138"/>
          <p14:tracePt t="466163" x="7605713" y="1728788"/>
          <p14:tracePt t="466169" x="7504113" y="1728788"/>
          <p14:tracePt t="466177" x="7367588" y="1728788"/>
          <p14:tracePt t="466187" x="7307263" y="1747838"/>
          <p14:tracePt t="466200" x="7265988" y="1768475"/>
          <p14:tracePt t="466210" x="7232650" y="1776413"/>
          <p14:tracePt t="466221" x="7197725" y="1809750"/>
          <p14:tracePt t="466231" x="7164388" y="1836738"/>
          <p14:tracePt t="466244" x="7143750" y="1871663"/>
          <p14:tracePt t="466256" x="7116763" y="1905000"/>
          <p14:tracePt t="466267" x="7096125" y="1938338"/>
          <p14:tracePt t="466277" x="7081838" y="1966913"/>
          <p14:tracePt t="466288" x="7075488" y="1979613"/>
          <p14:tracePt t="466298" x="7075488" y="2000250"/>
          <p14:tracePt t="466320" x="7075488" y="2006600"/>
          <p14:tracePt t="466365" x="7075488" y="2020888"/>
          <p14:tracePt t="466861" x="7081838" y="2020888"/>
          <p14:tracePt t="466882" x="7096125" y="2020888"/>
          <p14:tracePt t="467063" x="7096125" y="2006600"/>
          <p14:tracePt t="467073" x="7102475" y="2006600"/>
          <p14:tracePt t="467107" x="7116763" y="2006600"/>
          <p14:tracePt t="467175" x="7116763" y="2020888"/>
          <p14:tracePt t="467210" x="7123113" y="2020888"/>
          <p14:tracePt t="467771" x="7123113" y="2006600"/>
          <p14:tracePt t="467783" x="7137400" y="2006600"/>
          <p14:tracePt t="467805" x="7143750" y="2000250"/>
          <p14:tracePt t="467817" x="7158038" y="2000250"/>
          <p14:tracePt t="467828" x="7158038" y="1985963"/>
          <p14:tracePt t="467840" x="7164388" y="1985963"/>
          <p14:tracePt t="467861" x="7164388" y="1979613"/>
          <p14:tracePt t="467917" x="7177088" y="1979613"/>
          <p14:tracePt t="467940" x="7177088" y="1966913"/>
          <p14:tracePt t="467951" x="7185025" y="1966913"/>
          <p14:tracePt t="467974" x="7197725" y="1966913"/>
          <p14:tracePt t="467987" x="7205663" y="1966913"/>
          <p14:tracePt t="468007" x="7224713" y="1966913"/>
          <p14:tracePt t="468020" x="7232650" y="1966913"/>
          <p14:tracePt t="468031" x="7245350" y="1966913"/>
          <p14:tracePt t="468042" x="7253288" y="1966913"/>
          <p14:tracePt t="468063" x="7265988" y="1966913"/>
          <p14:tracePt t="468142" x="7265988" y="1979613"/>
          <p14:tracePt t="468176" x="7253288" y="1985963"/>
          <p14:tracePt t="468199" x="7245350" y="2000250"/>
          <p14:tracePt t="468210" x="7224713" y="2006600"/>
          <p14:tracePt t="468221" x="7205663" y="2020888"/>
          <p14:tracePt t="468234" x="7177088" y="2041525"/>
          <p14:tracePt t="468255" x="7158038" y="2062163"/>
          <p14:tracePt t="468258" x="7137400" y="2074863"/>
          <p14:tracePt t="468267" x="7116763" y="2095500"/>
          <p14:tracePt t="468278" x="7116763" y="2109788"/>
          <p14:tracePt t="468290" x="7116763" y="2116138"/>
          <p14:tracePt t="468311" x="7116763" y="2128838"/>
          <p14:tracePt t="468334" x="7123113" y="2128838"/>
          <p14:tracePt t="468345" x="7137400" y="2128838"/>
          <p14:tracePt t="468358" x="7143750" y="2128838"/>
          <p14:tracePt t="468368" x="7164388" y="2128838"/>
          <p14:tracePt t="468382" x="7197725" y="2128838"/>
          <p14:tracePt t="468392" x="7232650" y="2128838"/>
          <p14:tracePt t="468401" x="7272338" y="2128838"/>
          <p14:tracePt t="468415" x="7307263" y="2128838"/>
          <p14:tracePt t="468426" x="7334250" y="2128838"/>
          <p14:tracePt t="468435" x="7348538" y="2128838"/>
          <p14:tracePt t="468457" x="7354888" y="2116138"/>
          <p14:tracePt t="468480" x="7348538" y="2109788"/>
          <p14:tracePt t="468491" x="7348538" y="2095500"/>
          <p14:tracePt t="468514" x="7348538" y="2089150"/>
          <p14:tracePt t="468615" x="7348538" y="2095500"/>
          <p14:tracePt t="468626" x="7334250" y="2109788"/>
          <p14:tracePt t="468639" x="7334250" y="2128838"/>
          <p14:tracePt t="468650" x="7327900" y="2136775"/>
          <p14:tracePt t="468661" x="7327900" y="2157413"/>
          <p14:tracePt t="468675" x="7313613" y="2170113"/>
          <p14:tracePt t="468694" x="7313613" y="2176463"/>
          <p14:tracePt t="468739" x="7327900" y="2170113"/>
          <p14:tracePt t="468750" x="7354888" y="2170113"/>
          <p14:tracePt t="468762" x="7388225" y="2157413"/>
          <p14:tracePt t="468773" x="7443788" y="2149475"/>
          <p14:tracePt t="468785" x="7539038" y="2128838"/>
          <p14:tracePt t="468795" x="7613650" y="2116138"/>
          <p14:tracePt t="468808" x="7756525" y="2095500"/>
          <p14:tracePt t="468819" x="7905750" y="2089150"/>
          <p14:tracePt t="468830" x="8034338" y="2089150"/>
          <p14:tracePt t="468842" x="8129588" y="2089150"/>
          <p14:tracePt t="468852" x="8218488" y="2095500"/>
          <p14:tracePt t="468863" x="8280400" y="2109788"/>
          <p14:tracePt t="468875" x="8307388" y="2116138"/>
          <p14:tracePt t="468886" x="8328025" y="2116138"/>
          <p14:tracePt t="468897" x="8340725" y="2128838"/>
          <p14:tracePt t="468963" x="8328025" y="2128838"/>
          <p14:tracePt t="468986" x="8328025" y="2116138"/>
          <p14:tracePt t="468999" x="8320088" y="2109788"/>
          <p14:tracePt t="469010" x="8320088" y="2089150"/>
          <p14:tracePt t="469020" x="8307388" y="2074863"/>
          <p14:tracePt t="469033" x="8307388" y="2068513"/>
          <p14:tracePt t="469044" x="8301038" y="2062163"/>
          <p14:tracePt t="469054" x="8286750" y="2041525"/>
          <p14:tracePt t="469067" x="8280400" y="2027238"/>
          <p14:tracePt t="469078" x="8280400" y="2020888"/>
          <p14:tracePt t="469087" x="8266113" y="2020888"/>
          <p14:tracePt t="469256" x="8280400" y="2020888"/>
          <p14:tracePt t="469267" x="8286750" y="2020888"/>
          <p14:tracePt t="469279" x="8301038" y="2020888"/>
          <p14:tracePt t="469312" x="8307388" y="2020888"/>
          <p14:tracePt t="469315" x="8320088" y="2027238"/>
          <p14:tracePt t="469327" x="8328025" y="2041525"/>
          <p14:tracePt t="469335" x="8328025" y="2047875"/>
          <p14:tracePt t="469350" x="8328025" y="2062163"/>
          <p14:tracePt t="469369" x="8328025" y="2068513"/>
          <p14:tracePt t="469381" x="8320088" y="2068513"/>
          <p14:tracePt t="469392" x="8301038" y="2089150"/>
          <p14:tracePt t="469404" x="8280400" y="2095500"/>
          <p14:tracePt t="469415" x="8245475" y="2128838"/>
          <p14:tracePt t="469425" x="8224838" y="2149475"/>
          <p14:tracePt t="469438" x="8218488" y="2170113"/>
          <p14:tracePt t="469449" x="8205788" y="2190750"/>
          <p14:tracePt t="469470" x="8205788" y="2197100"/>
          <p14:tracePt t="469492" x="8218488" y="2197100"/>
          <p14:tracePt t="469515" x="8239125" y="2197100"/>
          <p14:tracePt t="469537" x="8245475" y="2190750"/>
          <p14:tracePt t="469571" x="8259763" y="2176463"/>
          <p14:tracePt t="469584" x="8259763" y="2157413"/>
          <p14:tracePt t="469596" x="8245475" y="2149475"/>
          <p14:tracePt t="469608" x="8224838" y="2116138"/>
          <p14:tracePt t="469619" x="8205788" y="2089150"/>
          <p14:tracePt t="469628" x="8170863" y="2047875"/>
          <p14:tracePt t="469641" x="8129588" y="2027238"/>
          <p14:tracePt t="469652" x="8110538" y="2020888"/>
          <p14:tracePt t="469662" x="8096250" y="2020888"/>
          <p14:tracePt t="469695" x="8096250" y="2027238"/>
          <p14:tracePt t="469718" x="8110538" y="2041525"/>
          <p14:tracePt t="469729" x="8116888" y="2041525"/>
          <p14:tracePt t="469741" x="8129588" y="2047875"/>
          <p14:tracePt t="469762" x="8137525" y="2047875"/>
          <p14:tracePt t="470023" x="8150225" y="2047875"/>
          <p14:tracePt t="470035" x="8150225" y="2062163"/>
          <p14:tracePt t="470045" x="8158163" y="2062163"/>
          <p14:tracePt t="470057" x="8170863" y="2062163"/>
          <p14:tracePt t="470068" x="8177213" y="2062163"/>
          <p14:tracePt t="470079" x="8191500" y="2062163"/>
          <p14:tracePt t="470090" x="8197850" y="2062163"/>
          <p14:tracePt t="470111" x="8218488" y="2047875"/>
          <p14:tracePt t="470118" x="8224838" y="2027238"/>
          <p14:tracePt t="470126" x="8245475" y="2020888"/>
          <p14:tracePt t="470137" x="8259763" y="2000250"/>
          <p14:tracePt t="470146" x="8266113" y="1985963"/>
          <p14:tracePt t="470157" x="8266113" y="1966913"/>
          <p14:tracePt t="470170" x="8266113" y="1946275"/>
          <p14:tracePt t="470182" x="8259763" y="1925638"/>
          <p14:tracePt t="470191" x="8239125" y="1898650"/>
          <p14:tracePt t="470204" x="8218488" y="1878013"/>
          <p14:tracePt t="470214" x="8177213" y="1857375"/>
          <p14:tracePt t="470227" x="8137525" y="1830388"/>
          <p14:tracePt t="470238" x="8110538" y="1809750"/>
          <p14:tracePt t="470247" x="8054975" y="1795463"/>
          <p14:tracePt t="470260" x="8015288" y="1776413"/>
          <p14:tracePt t="470271" x="7986713" y="1768475"/>
          <p14:tracePt t="470281" x="7967663" y="1755775"/>
          <p14:tracePt t="470293" x="7939088" y="1747838"/>
          <p14:tracePt t="470304" x="7899400" y="1747838"/>
          <p14:tracePt t="470314" x="7864475" y="1735138"/>
          <p14:tracePt t="470327" x="7804150" y="1735138"/>
          <p14:tracePt t="470359" x="7729538" y="1735138"/>
          <p14:tracePt t="470362" x="7653338" y="1735138"/>
          <p14:tracePt t="470372" x="7586663" y="1747838"/>
          <p14:tracePt t="470373" x="7518400" y="1768475"/>
          <p14:tracePt t="470387" x="7456488" y="1789113"/>
          <p14:tracePt t="470396" x="7415213" y="1809750"/>
          <p14:tracePt t="470405" x="7375525" y="1830388"/>
          <p14:tracePt t="470417" x="7334250" y="1851025"/>
          <p14:tracePt t="470428" x="7313613" y="1871663"/>
          <p14:tracePt t="470439" x="7307263" y="1884363"/>
          <p14:tracePt t="470450" x="7292975" y="1905000"/>
          <p14:tracePt t="470461" x="7286625" y="1919288"/>
          <p14:tracePt t="470473" x="7286625" y="1925638"/>
          <p14:tracePt t="470484" x="7286625" y="1938338"/>
          <p14:tracePt t="470494" x="7272338" y="1946275"/>
          <p14:tracePt t="470516" x="7272338" y="1958975"/>
          <p14:tracePt t="470527" x="7272338" y="1966913"/>
          <p14:tracePt t="470539" x="7272338" y="1979613"/>
          <p14:tracePt t="470552" x="7265988" y="2000250"/>
          <p14:tracePt t="470562" x="7265988" y="2006600"/>
          <p14:tracePt t="470573" x="7272338" y="2027238"/>
          <p14:tracePt t="470586" x="7272338" y="2047875"/>
          <p14:tracePt t="470595" x="7286625" y="2068513"/>
          <p14:tracePt t="470608" x="7292975" y="2089150"/>
          <p14:tracePt t="470619" x="7307263" y="2109788"/>
          <p14:tracePt t="470630" x="7313613" y="2136775"/>
          <p14:tracePt t="470642" x="7334250" y="2157413"/>
          <p14:tracePt t="470654" x="7348538" y="2176463"/>
          <p14:tracePt t="470663" x="7367588" y="2197100"/>
          <p14:tracePt t="470676" x="7396163" y="2232025"/>
          <p14:tracePt t="470687" x="7435850" y="2252663"/>
          <p14:tracePt t="470696" x="7456488" y="2271713"/>
          <p14:tracePt t="470709" x="7504113" y="2286000"/>
          <p14:tracePt t="470720" x="7558088" y="2306638"/>
          <p14:tracePt t="470730" x="7605713" y="2319338"/>
          <p14:tracePt t="470743" x="7634288" y="2327275"/>
          <p14:tracePt t="470754" x="7688263" y="2339975"/>
          <p14:tracePt t="470764" x="7735888" y="2339975"/>
          <p14:tracePt t="470776" x="7777163" y="2347913"/>
          <p14:tracePt t="470788" x="7837488" y="2347913"/>
          <p14:tracePt t="470798" x="7899400" y="2347913"/>
          <p14:tracePt t="470809" x="7947025" y="2347913"/>
          <p14:tracePt t="470820" x="7986713" y="2339975"/>
          <p14:tracePt t="470831" x="8048625" y="2327275"/>
          <p14:tracePt t="470844" x="8096250" y="2319338"/>
          <p14:tracePt t="470856" x="8137525" y="2306638"/>
          <p14:tracePt t="470865" x="8177213" y="2286000"/>
          <p14:tracePt t="470877" x="8224838" y="2271713"/>
          <p14:tracePt t="470889" x="8259763" y="2238375"/>
          <p14:tracePt t="470900" x="8280400" y="2217738"/>
          <p14:tracePt t="470910" x="8301038" y="2190750"/>
          <p14:tracePt t="470922" x="8307388" y="2157413"/>
          <p14:tracePt t="470934" x="8307388" y="2136775"/>
          <p14:tracePt t="470944" x="8307388" y="2109788"/>
          <p14:tracePt t="470955" x="8307388" y="2089150"/>
          <p14:tracePt t="470968" x="8307388" y="2074863"/>
          <p14:tracePt t="470978" x="8301038" y="2047875"/>
          <p14:tracePt t="470989" x="8286750" y="2027238"/>
          <p14:tracePt t="471001" x="8280400" y="2006600"/>
          <p14:tracePt t="471011" x="8266113" y="1985963"/>
          <p14:tracePt t="471023" x="8239125" y="1958975"/>
          <p14:tracePt t="471035" x="8197850" y="1925638"/>
          <p14:tracePt t="471045" x="8158163" y="1905000"/>
          <p14:tracePt t="471058" x="8096250" y="1878013"/>
          <p14:tracePt t="471069" x="8027988" y="1857375"/>
          <p14:tracePt t="471079" x="7980363" y="1836738"/>
          <p14:tracePt t="471092" x="7926388" y="1830388"/>
          <p14:tracePt t="471104" x="7878763" y="1830388"/>
          <p14:tracePt t="471114" x="7824788" y="1830388"/>
          <p14:tracePt t="471126" x="7796213" y="1830388"/>
          <p14:tracePt t="471137" x="7748588" y="1830388"/>
          <p14:tracePt t="471147" x="7694613" y="1836738"/>
          <p14:tracePt t="471159" x="7653338" y="1851025"/>
          <p14:tracePt t="471170" x="7613650" y="1857375"/>
          <p14:tracePt t="471180" x="7586663" y="1878013"/>
          <p14:tracePt t="471193" x="7558088" y="1898650"/>
          <p14:tracePt t="471204" x="7539038" y="1919288"/>
          <p14:tracePt t="471214" x="7518400" y="1938338"/>
          <p14:tracePt t="471236" x="7497763" y="1958975"/>
          <p14:tracePt t="471241" x="7483475" y="1979613"/>
          <p14:tracePt t="471254" x="7477125" y="2000250"/>
          <p14:tracePt t="471262" x="7462838" y="2027238"/>
          <p14:tracePt t="471270" x="7462838" y="2062163"/>
          <p14:tracePt t="471286" x="7462838" y="2089150"/>
          <p14:tracePt t="471295" x="7477125" y="2116138"/>
          <p14:tracePt t="471305" x="7483475" y="2149475"/>
          <p14:tracePt t="471315" x="7497763" y="2170113"/>
          <p14:tracePt t="471328" x="7518400" y="2211388"/>
          <p14:tracePt t="471339" x="7539038" y="2232025"/>
          <p14:tracePt t="471350" x="7558088" y="2252663"/>
          <p14:tracePt t="471361" x="7566025" y="2259013"/>
          <p14:tracePt t="471372" x="7578725" y="2259013"/>
          <p14:tracePt t="471405" x="7586663" y="2271713"/>
          <p14:tracePt t="471421" x="7593013" y="2271713"/>
          <p14:tracePt t="471430" x="7605713" y="2271713"/>
          <p14:tracePt t="471451" x="7626350" y="2271713"/>
          <p14:tracePt t="471461" x="7646988" y="2271713"/>
          <p14:tracePt t="471473" x="7667625" y="2271713"/>
          <p14:tracePt t="471485" x="7688263" y="2271713"/>
          <p14:tracePt t="471495" x="7708900" y="2271713"/>
          <p14:tracePt t="471507" x="7729538" y="2271713"/>
          <p14:tracePt t="471518" x="7735888" y="2271713"/>
          <p14:tracePt t="471529" x="7748588" y="2271713"/>
          <p14:tracePt t="471562" x="7756525" y="2279650"/>
          <p14:tracePt t="471585" x="7769225" y="2279650"/>
          <p14:tracePt t="471596" x="7789863" y="2279650"/>
          <p14:tracePt t="471609" x="7804150" y="2286000"/>
          <p14:tracePt t="471620" x="7837488" y="2286000"/>
          <p14:tracePt t="471630" x="7878763" y="2286000"/>
          <p14:tracePt t="471642" x="7926388" y="2300288"/>
          <p14:tracePt t="471654" x="7986713" y="2300288"/>
          <p14:tracePt t="471664" x="8027988" y="2300288"/>
          <p14:tracePt t="471676" x="8069263" y="2300288"/>
          <p14:tracePt t="471688" x="8075613" y="2300288"/>
          <p14:tracePt t="471698" x="8054975" y="2286000"/>
          <p14:tracePt t="472057" x="8069263" y="2286000"/>
          <p14:tracePt t="472136" x="8069263" y="2279650"/>
          <p14:tracePt t="472181" x="8069263" y="2286000"/>
          <p14:tracePt t="472204" x="8075613" y="2286000"/>
          <p14:tracePt t="472226" x="8089900" y="2300288"/>
          <p14:tracePt t="472238" x="8110538" y="2300288"/>
          <p14:tracePt t="472249" x="8129588" y="2300288"/>
          <p14:tracePt t="472261" x="8150225" y="2306638"/>
          <p14:tracePt t="472272" x="8191500" y="2306638"/>
          <p14:tracePt t="472284" x="8259763" y="2300288"/>
          <p14:tracePt t="472296" x="8320088" y="2286000"/>
          <p14:tracePt t="472306" x="8361363" y="2259013"/>
          <p14:tracePt t="472318" x="8396288" y="2217738"/>
          <p14:tracePt t="472330" x="8429625" y="2157413"/>
          <p14:tracePt t="472340" x="8429625" y="2116138"/>
          <p14:tracePt t="472352" x="8429625" y="2062163"/>
          <p14:tracePt t="472363" x="8408988" y="2000250"/>
          <p14:tracePt t="472373" x="8382000" y="1946275"/>
          <p14:tracePt t="472386" x="8320088" y="1884363"/>
          <p14:tracePt t="472397" x="8239125" y="1836738"/>
          <p14:tracePt t="472417" x="8137525" y="1809750"/>
          <p14:tracePt t="472423" x="8048625" y="1789113"/>
          <p14:tracePt t="472433" x="7905750" y="1768475"/>
          <p14:tracePt t="472452" x="7756525" y="1747838"/>
          <p14:tracePt t="472458" x="7653338" y="1747838"/>
          <p14:tracePt t="472469" x="7524750" y="1747838"/>
          <p14:tracePt t="472481" x="7423150" y="1755775"/>
          <p14:tracePt t="472490" x="7348538" y="1768475"/>
          <p14:tracePt t="472502" x="7307263" y="1789113"/>
          <p14:tracePt t="472514" x="7253288" y="1816100"/>
          <p14:tracePt t="472523" x="7224713" y="1857375"/>
          <p14:tracePt t="472532" x="7212013" y="1884363"/>
          <p14:tracePt t="472547" x="7197725" y="1938338"/>
          <p14:tracePt t="472556" x="7197725" y="1979613"/>
          <p14:tracePt t="472565" x="7197725" y="2020888"/>
          <p14:tracePt t="472579" x="7197725" y="2041525"/>
          <p14:tracePt t="472588" x="7197725" y="2068513"/>
          <p14:tracePt t="472599" x="7197725" y="2089150"/>
          <p14:tracePt t="472612" x="7205663" y="2095500"/>
          <p14:tracePt t="472622" x="7224713" y="2116138"/>
          <p14:tracePt t="472632" x="7232650" y="2128838"/>
          <p14:tracePt t="472646" x="7253288" y="2149475"/>
          <p14:tracePt t="472656" x="7265988" y="2157413"/>
          <p14:tracePt t="472666" x="7286625" y="2157413"/>
          <p14:tracePt t="472680" x="7292975" y="2170113"/>
          <p14:tracePt t="472710" x="7307263" y="2170113"/>
          <p14:tracePt t="472721" x="7307263" y="2176463"/>
          <p14:tracePt t="472744" x="7307263" y="2190750"/>
          <p14:tracePt t="472766" x="7307263" y="2197100"/>
          <p14:tracePt t="472779" x="7313613" y="2211388"/>
          <p14:tracePt t="472789" x="7313613" y="2217738"/>
          <p14:tracePt t="472802" x="7327900" y="2232025"/>
          <p14:tracePt t="472814" x="7334250" y="2252663"/>
          <p14:tracePt t="472824" x="7354888" y="2271713"/>
          <p14:tracePt t="472837" x="7388225" y="2286000"/>
          <p14:tracePt t="472847" x="7402513" y="2300288"/>
          <p14:tracePt t="472857" x="7443788" y="2306638"/>
          <p14:tracePt t="472870" x="7483475" y="2319338"/>
          <p14:tracePt t="472881" x="7524750" y="2327275"/>
          <p14:tracePt t="472891" x="7586663" y="2327275"/>
          <p14:tracePt t="472903" x="7667625" y="2327275"/>
          <p14:tracePt t="472915" x="7729538" y="2319338"/>
          <p14:tracePt t="472927" x="7777163" y="2319338"/>
          <p14:tracePt t="472938" x="7843838" y="2300288"/>
          <p14:tracePt t="472948" x="7899400" y="2279650"/>
          <p14:tracePt t="472963" x="7939088" y="2259013"/>
          <p14:tracePt t="472972" x="7980363" y="2232025"/>
          <p14:tracePt t="472981" x="8007350" y="2197100"/>
          <p14:tracePt t="472997" x="8015288" y="2176463"/>
          <p14:tracePt t="473007" x="8027988" y="2149475"/>
          <p14:tracePt t="473015" x="8027988" y="2128838"/>
          <p14:tracePt t="473030" x="8027988" y="2116138"/>
          <p14:tracePt t="473040" x="8027988" y="2109788"/>
          <p14:tracePt t="473048" x="8027988" y="2095500"/>
          <p14:tracePt t="473126" x="8027988" y="2109788"/>
          <p14:tracePt t="473138" x="8034338" y="2109788"/>
          <p14:tracePt t="473160" x="8048625" y="2109788"/>
          <p14:tracePt t="473183" x="8054975" y="2109788"/>
          <p14:tracePt t="473195" x="8069263" y="2109788"/>
          <p14:tracePt t="473216" x="8027988" y="2095500"/>
          <p14:tracePt t="473229" x="7994650" y="2089150"/>
          <p14:tracePt t="473520" x="8007350" y="2089150"/>
          <p14:tracePt t="473554" x="8015288" y="2089150"/>
          <p14:tracePt t="473558" x="8027988" y="2089150"/>
          <p14:tracePt t="473569" x="8034338" y="2089150"/>
          <p14:tracePt t="473579" x="8048625" y="2089150"/>
          <p14:tracePt t="473599" x="8054975" y="2089150"/>
          <p14:tracePt t="473622" x="8069263" y="2089150"/>
          <p14:tracePt t="473633" x="8075613" y="2089150"/>
          <p14:tracePt t="473655" x="8089900" y="2089150"/>
          <p14:tracePt t="473666" x="8110538" y="2095500"/>
          <p14:tracePt t="473680" x="8129588" y="2109788"/>
          <p14:tracePt t="473689" x="8158163" y="2116138"/>
          <p14:tracePt t="473703" x="8205788" y="2128838"/>
          <p14:tracePt t="473713" x="8259763" y="2149475"/>
          <p14:tracePt t="473724" x="8361363" y="2176463"/>
          <p14:tracePt t="473736" x="8491538" y="2211388"/>
          <p14:tracePt t="473747" x="8647113" y="2238375"/>
          <p14:tracePt t="473757" x="8789988" y="2259013"/>
          <p14:tracePt t="473771" x="9007475" y="2279650"/>
          <p14:tracePt t="473781" x="9259888" y="2300288"/>
          <p14:tracePt t="473793" x="9423400" y="2306638"/>
          <p14:tracePt t="473806" x="9634538" y="2300288"/>
          <p14:tracePt t="473815" x="9831388" y="2279650"/>
          <p14:tracePt t="473826" x="9986963" y="2252663"/>
          <p14:tracePt t="473839" x="10075863" y="2232025"/>
          <p14:tracePt t="473849" x="10158413" y="2190750"/>
          <p14:tracePt t="473860" x="10191750" y="2149475"/>
          <p14:tracePt t="473872" x="10206038" y="2116138"/>
          <p14:tracePt t="473881" x="10206038" y="2062163"/>
          <p14:tracePt t="473893" x="10185400" y="2006600"/>
          <p14:tracePt t="473906" x="10158413" y="1946275"/>
          <p14:tracePt t="473916" x="10102850" y="1898650"/>
          <p14:tracePt t="473928" x="10021888" y="1851025"/>
          <p14:tracePt t="473940" x="9926638" y="1795463"/>
          <p14:tracePt t="473952" x="9825038" y="1768475"/>
          <p14:tracePt t="473963" x="9682163" y="1735138"/>
          <p14:tracePt t="473975" x="9531350" y="1714500"/>
          <p14:tracePt t="473988" x="9450388" y="1728788"/>
          <p14:tracePt t="473996" x="9355138" y="1735138"/>
          <p14:tracePt t="474006" x="9272588" y="1755775"/>
          <p14:tracePt t="474021" x="9212263" y="1795463"/>
          <p14:tracePt t="474031" x="9164638" y="1836738"/>
          <p14:tracePt t="474039" x="9123363" y="1905000"/>
          <p14:tracePt t="474055" x="9102725" y="1985963"/>
          <p14:tracePt t="474063" x="9090025" y="2047875"/>
          <p14:tracePt t="474073" x="9090025" y="2116138"/>
          <p14:tracePt t="474088" x="9102725" y="2176463"/>
          <p14:tracePt t="474098" x="9123363" y="2232025"/>
          <p14:tracePt t="474106" x="9150350" y="2271713"/>
          <p14:tracePt t="474121" x="9191625" y="2306638"/>
          <p14:tracePt t="474132" x="9239250" y="2327275"/>
          <p14:tracePt t="474141" x="9280525" y="2339975"/>
          <p14:tracePt t="474156" x="9340850" y="2339975"/>
          <p14:tracePt t="474165" x="9396413" y="2339975"/>
          <p14:tracePt t="474173" x="9450388" y="2339975"/>
          <p14:tracePt t="474187" x="9491663" y="2327275"/>
          <p14:tracePt t="474196" x="9551988" y="2306638"/>
          <p14:tracePt t="474208" x="9599613" y="2271713"/>
          <p14:tracePt t="474220" x="9634538" y="2238375"/>
          <p14:tracePt t="474230" x="9653588" y="2190750"/>
          <p14:tracePt t="474242" x="9640888" y="2128838"/>
          <p14:tracePt t="474253" x="9620250" y="2074863"/>
          <p14:tracePt t="474263" x="9566275" y="2020888"/>
          <p14:tracePt t="474275" x="9463088" y="1938338"/>
          <p14:tracePt t="474287" x="9340850" y="1884363"/>
          <p14:tracePt t="474297" x="9253538" y="1878013"/>
          <p14:tracePt t="474310" x="9150350" y="1878013"/>
          <p14:tracePt t="474322" x="9082088" y="1898650"/>
          <p14:tracePt t="474332" x="9028113" y="1919288"/>
          <p14:tracePt t="474344" x="8974138" y="1979613"/>
          <p14:tracePt t="474356" x="8920163" y="2047875"/>
          <p14:tracePt t="474366" x="8912225" y="2116138"/>
          <p14:tracePt t="474378" x="8912225" y="2170113"/>
          <p14:tracePt t="474389" x="8932863" y="2217738"/>
          <p14:tracePt t="474398" x="8974138" y="2259013"/>
          <p14:tracePt t="474411" x="9001125" y="2286000"/>
          <p14:tracePt t="474422" x="9063038" y="2306638"/>
          <p14:tracePt t="474432" x="9129713" y="2319338"/>
          <p14:tracePt t="474444" x="9197975" y="2319338"/>
          <p14:tracePt t="474455" x="9259888" y="2306638"/>
          <p14:tracePt t="474465" x="9355138" y="2279650"/>
          <p14:tracePt t="474478" x="9444038" y="2238375"/>
          <p14:tracePt t="474489" x="9491663" y="2197100"/>
          <p14:tracePt t="474499" x="9525000" y="2149475"/>
          <p14:tracePt t="474512" x="9545638" y="2095500"/>
          <p14:tracePt t="474524" x="9531350" y="2068513"/>
          <p14:tracePt t="474544" x="9525000" y="2041525"/>
          <p14:tracePt t="474548" x="9491663" y="2027238"/>
          <p14:tracePt t="474560" x="9471025" y="2027238"/>
          <p14:tracePt t="474572" x="9463088" y="2027238"/>
          <p14:tracePt t="474580" x="9450388" y="2027238"/>
          <p14:tracePt t="474590" x="9429750" y="2041525"/>
          <p14:tracePt t="474602" x="9429750" y="2062163"/>
          <p14:tracePt t="474612" x="9429750" y="2074863"/>
          <p14:tracePt t="474624" x="9429750" y="2095500"/>
          <p14:tracePt t="474635" x="9450388" y="2116138"/>
          <p14:tracePt t="474647" x="9471025" y="2136775"/>
          <p14:tracePt t="474658" x="9531350" y="2157413"/>
          <p14:tracePt t="474671" x="9620250" y="2170113"/>
          <p14:tracePt t="474681" x="9715500" y="2170113"/>
          <p14:tracePt t="474690" x="9864725" y="2157413"/>
          <p14:tracePt t="474703" x="10034588" y="2128838"/>
          <p14:tracePt t="474713" x="10206038" y="2089150"/>
          <p14:tracePt t="474724" x="10313988" y="2047875"/>
          <p14:tracePt t="474736" x="10436225" y="1985963"/>
          <p14:tracePt t="474746" x="10518775" y="1938338"/>
          <p14:tracePt t="474759" x="10545763" y="1905000"/>
          <p14:tracePt t="474770" x="10566400" y="1871663"/>
          <p14:tracePt t="474780" x="10558463" y="1836738"/>
          <p14:tracePt t="474792" x="10545763" y="1816100"/>
          <p14:tracePt t="474804" x="10525125" y="1809750"/>
          <p14:tracePt t="474814" x="10498138" y="1795463"/>
          <p14:tracePt t="474827" x="10456863" y="1795463"/>
          <p14:tracePt t="474837" x="10415588" y="1809750"/>
          <p14:tracePt t="474847" x="10375900" y="1830388"/>
          <p14:tracePt t="474860" x="10334625" y="1871663"/>
          <p14:tracePt t="474871" x="10307638" y="1919288"/>
          <p14:tracePt t="474882" x="10266363" y="1985963"/>
          <p14:tracePt t="474894" x="10245725" y="2047875"/>
          <p14:tracePt t="474905" x="10245725" y="2109788"/>
          <p14:tracePt t="474915" x="10245725" y="2149475"/>
          <p14:tracePt t="474927" x="10272713" y="2197100"/>
          <p14:tracePt t="474939" x="10307638" y="2232025"/>
          <p14:tracePt t="474949" x="10348913" y="2252663"/>
          <p14:tracePt t="474960" x="10396538" y="2271713"/>
          <p14:tracePt t="474976" x="10477500" y="2279650"/>
          <p14:tracePt t="474988" x="10558463" y="2279650"/>
          <p14:tracePt t="474997" x="10634663" y="2279650"/>
          <p14:tracePt t="475007" x="10729913" y="2259013"/>
          <p14:tracePt t="475018" x="10817225" y="2217738"/>
          <p14:tracePt t="475029" x="10864850" y="2190750"/>
          <p14:tracePt t="475040" x="10920413" y="2116138"/>
          <p14:tracePt t="475050" x="10939463" y="2047875"/>
          <p14:tracePt t="475063" x="10926763" y="1985963"/>
          <p14:tracePt t="475074" x="10906125" y="1946275"/>
          <p14:tracePt t="475086" x="10858500" y="1884363"/>
          <p14:tracePt t="475096" x="10790238" y="1857375"/>
          <p14:tracePt t="475107" x="10736263" y="1836738"/>
          <p14:tracePt t="475119" x="10674350" y="1836738"/>
          <p14:tracePt t="475129" x="10606088" y="1857375"/>
          <p14:tracePt t="475141" x="10566400" y="1878013"/>
          <p14:tracePt t="475153" x="10498138" y="1938338"/>
          <p14:tracePt t="475163" x="10444163" y="2006600"/>
          <p14:tracePt t="475175" x="10402888" y="2089150"/>
          <p14:tracePt t="475186" x="10396538" y="2128838"/>
          <p14:tracePt t="475196" x="10388600" y="2176463"/>
          <p14:tracePt t="475208" x="10388600" y="2211388"/>
          <p14:tracePt t="475219" x="10388600" y="2232025"/>
          <p14:tracePt t="475230" x="10388600" y="2238375"/>
          <p14:tracePt t="475241" x="10396538" y="2252663"/>
          <p14:tracePt t="475254" x="10415588" y="2259013"/>
          <p14:tracePt t="475264" x="10444163" y="2271713"/>
          <p14:tracePt t="475278" x="10483850" y="2271713"/>
          <p14:tracePt t="475289" x="10558463" y="2259013"/>
          <p14:tracePt t="475299" x="10606088" y="2252663"/>
          <p14:tracePt t="475312" x="10674350" y="2232025"/>
          <p14:tracePt t="475323" x="10736263" y="2197100"/>
          <p14:tracePt t="475335" x="10790238" y="2149475"/>
          <p14:tracePt t="475345" x="10804525" y="2109788"/>
          <p14:tracePt t="475357" x="10817225" y="2047875"/>
          <p14:tracePt t="475369" x="10817225" y="2000250"/>
          <p14:tracePt t="475379" x="10796588" y="1958975"/>
          <p14:tracePt t="475390" x="10756900" y="1905000"/>
          <p14:tracePt t="475400" x="10694988" y="1871663"/>
          <p14:tracePt t="475412" x="10626725" y="1851025"/>
          <p14:tracePt t="475423" x="10525125" y="1836738"/>
          <p14:tracePt t="475433" x="10444163" y="1851025"/>
          <p14:tracePt t="475446" x="10388600" y="1878013"/>
          <p14:tracePt t="475457" x="10348913" y="1919288"/>
          <p14:tracePt t="475467" x="10307638" y="1985963"/>
          <p14:tracePt t="475479" x="10272713" y="2089150"/>
          <p14:tracePt t="475490" x="10266363" y="2170113"/>
          <p14:tracePt t="475501" x="10272713" y="2271713"/>
          <p14:tracePt t="475513" x="10313988" y="2347913"/>
          <p14:tracePt t="475523" x="10375900" y="2408238"/>
          <p14:tracePt t="475537" x="10423525" y="2443163"/>
          <p14:tracePt t="475548" x="10504488" y="2470150"/>
          <p14:tracePt t="475558" x="10587038" y="2490788"/>
          <p14:tracePt t="475573" x="10653713" y="2490788"/>
          <p14:tracePt t="475601" x="10756900" y="2490788"/>
          <p14:tracePt t="475606" x="10837863" y="2490788"/>
          <p14:tracePt t="475615" x="10899775" y="2482850"/>
          <p14:tracePt t="475619" x="10939463" y="2462213"/>
          <p14:tracePt t="475626" x="10968038" y="2428875"/>
          <p14:tracePt t="475639" x="10980738" y="2387600"/>
          <p14:tracePt t="475648" x="10980738" y="2360613"/>
          <p14:tracePt t="475660" x="10980738" y="2306638"/>
          <p14:tracePt t="475672" x="10960100" y="2271713"/>
          <p14:tracePt t="475682" x="10939463" y="2238375"/>
          <p14:tracePt t="475694" x="10920413" y="2217738"/>
          <p14:tracePt t="475705" x="10906125" y="2217738"/>
          <p14:tracePt t="475716" x="10899775" y="2211388"/>
          <p14:tracePt t="475728" x="10885488" y="2211388"/>
          <p14:tracePt t="475759" x="10885488" y="2217738"/>
          <p14:tracePt t="475803" x="10885488" y="2232025"/>
          <p14:tracePt t="475882" x="10879138" y="2232025"/>
          <p14:tracePt t="475893" x="10879138" y="2217738"/>
          <p14:tracePt t="476006" x="10879138" y="2232025"/>
          <p14:tracePt t="476029" x="10879138" y="2238375"/>
          <p14:tracePt t="476041" x="10858500" y="2232025"/>
          <p14:tracePt t="476051" x="10837863" y="2217738"/>
          <p14:tracePt t="476861" x="10837863" y="2232025"/>
          <p14:tracePt t="476895" x="10837863" y="2238375"/>
          <p14:tracePt t="476917" x="10844213" y="2238375"/>
          <p14:tracePt t="476930" x="10844213" y="2252663"/>
          <p14:tracePt t="477131" x="10858500" y="2252663"/>
          <p14:tracePt t="477448" x="10858500" y="2238375"/>
          <p14:tracePt t="477717" x="10864850" y="2238375"/>
          <p14:tracePt t="477739" x="10864850" y="2232025"/>
          <p14:tracePt t="477874" x="10864850" y="2238375"/>
          <p14:tracePt t="481406" x="10858500" y="2238375"/>
          <p14:tracePt t="481417" x="10837863" y="2217738"/>
          <p14:tracePt t="481430" x="10817225" y="2211388"/>
          <p14:tracePt t="481440" x="10777538" y="2176463"/>
          <p14:tracePt t="481451" x="10709275" y="2149475"/>
          <p14:tracePt t="481462" x="10647363" y="2116138"/>
          <p14:tracePt t="481474" x="10545763" y="2089150"/>
          <p14:tracePt t="481485" x="10477500" y="2074863"/>
          <p14:tracePt t="481501" x="10367963" y="2062163"/>
          <p14:tracePt t="481517" x="10293350" y="2062163"/>
          <p14:tracePt t="481525" x="10185400" y="2062163"/>
          <p14:tracePt t="481531" x="10055225" y="2068513"/>
          <p14:tracePt t="481544" x="9967913" y="2089150"/>
          <p14:tracePt t="481565" x="9756775" y="2149475"/>
          <p14:tracePt t="481576" x="9661525" y="2211388"/>
          <p14:tracePt t="481587" x="9613900" y="2238375"/>
          <p14:tracePt t="481598" x="9566275" y="2286000"/>
          <p14:tracePt t="481610" x="9531350" y="2339975"/>
          <p14:tracePt t="481623" x="9525000" y="2360613"/>
          <p14:tracePt t="481632" x="9510713" y="2387600"/>
          <p14:tracePt t="481645" x="9525000" y="2408238"/>
          <p14:tracePt t="481657" x="9545638" y="2443163"/>
          <p14:tracePt t="481670" x="9566275" y="2449513"/>
          <p14:tracePt t="481678" x="9613900" y="2462213"/>
          <p14:tracePt t="481691" x="9661525" y="2462213"/>
          <p14:tracePt t="481702" x="9715500" y="2462213"/>
          <p14:tracePt t="481711" x="9783763" y="2462213"/>
          <p14:tracePt t="481722" x="9825038" y="2449513"/>
          <p14:tracePt t="481733" x="9885363" y="2408238"/>
          <p14:tracePt t="481745" x="9906000" y="2381250"/>
          <p14:tracePt t="481757" x="9926638" y="2319338"/>
          <p14:tracePt t="481768" x="9926638" y="2259013"/>
          <p14:tracePt t="481778" x="9912350" y="2211388"/>
          <p14:tracePt t="481790" x="9872663" y="2149475"/>
          <p14:tracePt t="481801" x="9825038" y="2109788"/>
          <p14:tracePt t="481812" x="9742488" y="2047875"/>
          <p14:tracePt t="481824" x="9694863" y="2027238"/>
          <p14:tracePt t="481835" x="9620250" y="2006600"/>
          <p14:tracePt t="481847" x="9586913" y="2006600"/>
          <p14:tracePt t="481861" x="9531350" y="2006600"/>
          <p14:tracePt t="481890" x="9504363" y="2020888"/>
          <p14:tracePt t="481894" x="9483725" y="2041525"/>
          <p14:tracePt t="481903" x="9463088" y="2062163"/>
          <p14:tracePt t="481906" x="9444038" y="2074863"/>
          <p14:tracePt t="481913" x="9429750" y="2109788"/>
          <p14:tracePt t="481929" x="9429750" y="2136775"/>
          <p14:tracePt t="481938" x="9429750" y="2170113"/>
          <p14:tracePt t="481947" x="9444038" y="2190750"/>
          <p14:tracePt t="481962" x="9444038" y="2211388"/>
          <p14:tracePt t="481971" x="9450388" y="2217738"/>
          <p14:tracePt t="481980" x="9471025" y="2217738"/>
          <p14:tracePt t="481994" x="9483725" y="2232025"/>
          <p14:tracePt t="482004" x="9504363" y="2232025"/>
          <p14:tracePt t="482015" x="9525000" y="2232025"/>
          <p14:tracePt t="482027" x="9531350" y="2232025"/>
          <p14:tracePt t="482037" x="9551988" y="2217738"/>
          <p14:tracePt t="482048" x="9566275" y="2217738"/>
          <p14:tracePt t="482060" x="9572625" y="2217738"/>
          <p14:tracePt t="482070" x="9572625" y="2211388"/>
          <p14:tracePt t="482081" x="9586913" y="2211388"/>
          <p14:tracePt t="482104" x="9586913" y="2197100"/>
          <p14:tracePt t="482993" x="9593263" y="2197100"/>
          <p14:tracePt t="482996" x="9599613" y="2197100"/>
          <p14:tracePt t="483006" x="9634538" y="2211388"/>
          <p14:tracePt t="483016" x="9661525" y="2217738"/>
          <p14:tracePt t="483031" x="9721850" y="2238375"/>
          <p14:tracePt t="483040" x="9763125" y="2259013"/>
          <p14:tracePt t="483051" x="9831388" y="2271713"/>
          <p14:tracePt t="483062" x="9891713" y="2279650"/>
          <p14:tracePt t="483073" x="9926638" y="2279650"/>
          <p14:tracePt t="483084" x="9953625" y="2279650"/>
          <p14:tracePt t="483095" x="9967913" y="2279650"/>
          <p14:tracePt t="483106" x="9974263" y="2271713"/>
          <p14:tracePt t="483117" x="9974263" y="2259013"/>
          <p14:tracePt t="483129" x="9974263" y="2232025"/>
          <p14:tracePt t="483139" x="9974263" y="2170113"/>
          <p14:tracePt t="483151" x="9953625" y="2116138"/>
          <p14:tracePt t="483163" x="9932988" y="2041525"/>
          <p14:tracePt t="483184" x="9885363" y="1966913"/>
          <p14:tracePt t="483188" x="9825038" y="1898650"/>
          <p14:tracePt t="483200" x="9763125" y="1857375"/>
          <p14:tracePt t="483210" x="9674225" y="1816100"/>
          <p14:tracePt t="483220" x="9593263" y="1795463"/>
          <p14:tracePt t="483233" x="9545638" y="1789113"/>
          <p14:tracePt t="483242" x="9483725" y="1789113"/>
          <p14:tracePt t="483254" x="9423400" y="1795463"/>
          <p14:tracePt t="483265" x="9361488" y="1830388"/>
          <p14:tracePt t="483275" x="9320213" y="1871663"/>
          <p14:tracePt t="483288" x="9280525" y="1925638"/>
          <p14:tracePt t="483299" x="9253538" y="2006600"/>
          <p14:tracePt t="483308" x="9239250" y="2074863"/>
          <p14:tracePt t="483321" x="9239250" y="2170113"/>
          <p14:tracePt t="483331" x="9253538" y="2238375"/>
          <p14:tracePt t="483341" x="9272588" y="2279650"/>
          <p14:tracePt t="483354" x="9313863" y="2339975"/>
          <p14:tracePt t="483365" x="9361488" y="2381250"/>
          <p14:tracePt t="483375" x="9423400" y="2422525"/>
          <p14:tracePt t="483388" x="9471025" y="2443163"/>
          <p14:tracePt t="483399" x="9545638" y="2449513"/>
          <p14:tracePt t="483409" x="9599613" y="2449513"/>
          <p14:tracePt t="483421" x="9640888" y="2449513"/>
          <p14:tracePt t="483433" x="9694863" y="2428875"/>
          <p14:tracePt t="483443" x="9742488" y="2408238"/>
          <p14:tracePt t="483455" x="9804400" y="2381250"/>
          <p14:tracePt t="483467" x="9864725" y="2347913"/>
          <p14:tracePt t="483476" x="9967913" y="2306638"/>
          <p14:tracePt t="483489" x="10096500" y="2252663"/>
          <p14:tracePt t="483500" x="10191750" y="2211388"/>
          <p14:tracePt t="483511" x="10334625" y="2157413"/>
          <p14:tracePt t="483522" x="10456863" y="2116138"/>
          <p14:tracePt t="483534" x="10558463" y="2089150"/>
          <p14:tracePt t="483545" x="10606088" y="2074863"/>
          <p14:tracePt t="483555" x="10647363" y="2068513"/>
          <p14:tracePt t="483567" x="10668000" y="2062163"/>
          <p14:tracePt t="483580" x="10674350" y="2062163"/>
          <p14:tracePt t="483590" x="10674350" y="2047875"/>
          <p14:tracePt t="483602" x="10668000" y="2047875"/>
          <p14:tracePt t="483613" x="10668000" y="2041525"/>
          <p14:tracePt t="483623" x="10653713" y="2041525"/>
          <p14:tracePt t="483635" x="10626725" y="2027238"/>
          <p14:tracePt t="483647" x="10579100" y="2020888"/>
          <p14:tracePt t="483656" x="10525125" y="2020888"/>
          <p14:tracePt t="483668" x="10423525" y="2047875"/>
          <p14:tracePt t="483690" x="10293350" y="2074863"/>
          <p14:tracePt t="483697" x="10206038" y="2128838"/>
          <p14:tracePt t="483705" x="10123488" y="2190750"/>
          <p14:tracePt t="483716" x="10082213" y="2238375"/>
          <p14:tracePt t="483728" x="10082213" y="2286000"/>
          <p14:tracePt t="483738" x="10082213" y="2327275"/>
          <p14:tracePt t="483749" x="10123488" y="2381250"/>
          <p14:tracePt t="483759" x="10191750" y="2428875"/>
          <p14:tracePt t="483771" x="10287000" y="2470150"/>
          <p14:tracePt t="483782" x="10402888" y="2497138"/>
          <p14:tracePt t="483792" x="10525125" y="2517775"/>
          <p14:tracePt t="483804" x="10647363" y="2509838"/>
          <p14:tracePt t="483815" x="10715625" y="2490788"/>
          <p14:tracePt t="483825" x="10790238" y="2462213"/>
          <p14:tracePt t="483838" x="10825163" y="2422525"/>
          <p14:tracePt t="483849" x="10844213" y="2366963"/>
          <p14:tracePt t="483859" x="10844213" y="2306638"/>
          <p14:tracePt t="483871" x="10837863" y="2238375"/>
          <p14:tracePt t="483883" x="10804525" y="2170113"/>
          <p14:tracePt t="483893" x="10769600" y="2116138"/>
          <p14:tracePt t="483905" x="10694988" y="2068513"/>
          <p14:tracePt t="483917" x="10626725" y="2027238"/>
          <p14:tracePt t="483926" x="10579100" y="2020888"/>
          <p14:tracePt t="483939" x="10525125" y="2006600"/>
          <p14:tracePt t="483950" x="10477500" y="2020888"/>
          <p14:tracePt t="483963" x="10444163" y="2027238"/>
          <p14:tracePt t="483983" x="10423525" y="2047875"/>
          <p14:tracePt t="483987" x="10415588" y="2089150"/>
          <p14:tracePt t="483999" x="10402888" y="2136775"/>
          <p14:tracePt t="484009" x="10415588" y="2176463"/>
          <p14:tracePt t="484018" x="10444163" y="2238375"/>
          <p14:tracePt t="484033" x="10483850" y="2300288"/>
          <p14:tracePt t="484044" x="10545763" y="2339975"/>
          <p14:tracePt t="484063" x="10587038" y="2360613"/>
          <p14:tracePt t="484064" x="10634663" y="2381250"/>
          <p14:tracePt t="484074" x="10688638" y="2381250"/>
          <p14:tracePt t="484086" x="10715625" y="2366963"/>
          <p14:tracePt t="484097" x="10748963" y="2360613"/>
          <p14:tracePt t="484107" x="10756900" y="2339975"/>
          <p14:tracePt t="484118" x="10769600" y="2319338"/>
          <p14:tracePt t="484130" x="10769600" y="2279650"/>
          <p14:tracePt t="484140" x="10756900" y="2232025"/>
          <p14:tracePt t="484152" x="10736263" y="2190750"/>
          <p14:tracePt t="484164" x="10715625" y="2157413"/>
          <p14:tracePt t="484174" x="10694988" y="2116138"/>
          <p14:tracePt t="484186" x="10674350" y="2089150"/>
          <p14:tracePt t="484198" x="10653713" y="2068513"/>
          <p14:tracePt t="484208" x="10634663" y="2041525"/>
          <p14:tracePt t="484220" x="10614025" y="2027238"/>
          <p14:tracePt t="484232" x="10606088" y="2027238"/>
          <p14:tracePt t="484241" x="10593388" y="2027238"/>
          <p14:tracePt t="484254" x="10587038" y="2041525"/>
          <p14:tracePt t="484265" x="10579100" y="2047875"/>
          <p14:tracePt t="484275" x="10566400" y="2062163"/>
          <p14:tracePt t="484288" x="10545763" y="2095500"/>
          <p14:tracePt t="484299" x="10539413" y="2136775"/>
          <p14:tracePt t="484309" x="10539413" y="2176463"/>
          <p14:tracePt t="484321" x="10539413" y="2217738"/>
          <p14:tracePt t="484333" x="10566400" y="2271713"/>
          <p14:tracePt t="484343" x="10593388" y="2306638"/>
          <p14:tracePt t="484355" x="10626725" y="2327275"/>
          <p14:tracePt t="484366" x="10668000" y="2347913"/>
          <p14:tracePt t="484376" x="10709275" y="2347913"/>
          <p14:tracePt t="484388" x="10748963" y="2347913"/>
          <p14:tracePt t="484399" x="10769600" y="2347913"/>
          <p14:tracePt t="484410" x="10796588" y="2339975"/>
          <p14:tracePt t="484422" x="10817225" y="2319338"/>
          <p14:tracePt t="484434" x="10825163" y="2300288"/>
          <p14:tracePt t="484445" x="10825163" y="2271713"/>
          <p14:tracePt t="484455" x="10837863" y="2217738"/>
          <p14:tracePt t="484467" x="10837863" y="2190750"/>
          <p14:tracePt t="484480" x="10825163" y="2149475"/>
          <p14:tracePt t="484489" x="10804525" y="2109788"/>
          <p14:tracePt t="484501" x="10790238" y="2068513"/>
          <p14:tracePt t="484513" x="10777538" y="2047875"/>
          <p14:tracePt t="484523" x="10748963" y="2041525"/>
          <p14:tracePt t="484534" x="10729913" y="2027238"/>
          <p14:tracePt t="484546" x="10709275" y="2020888"/>
          <p14:tracePt t="484557" x="10688638" y="2020888"/>
          <p14:tracePt t="484568" x="10674350" y="2027238"/>
          <p14:tracePt t="484580" x="10653713" y="2041525"/>
          <p14:tracePt t="484590" x="10626725" y="2062163"/>
          <p14:tracePt t="484603" x="10593388" y="2109788"/>
          <p14:tracePt t="484616" x="10566400" y="2170113"/>
          <p14:tracePt t="484625" x="10558463" y="2211388"/>
          <p14:tracePt t="484638" x="10558463" y="2279650"/>
          <p14:tracePt t="484649" x="10579100" y="2327275"/>
          <p14:tracePt t="484660" x="10614025" y="2387600"/>
          <p14:tracePt t="484672" x="10653713" y="2408238"/>
          <p14:tracePt t="484684" x="10709275" y="2443163"/>
          <p14:tracePt t="484695" x="10777538" y="2443163"/>
          <p14:tracePt t="484706" x="10817225" y="2443163"/>
          <p14:tracePt t="484717" x="10864850" y="2428875"/>
          <p14:tracePt t="484730" x="10885488" y="2422525"/>
          <p14:tracePt t="484740" x="10906125" y="2401888"/>
          <p14:tracePt t="484750" x="10920413" y="2387600"/>
          <p14:tracePt t="484764" x="10920413" y="2360613"/>
          <p14:tracePt t="484774" x="10920413" y="2319338"/>
          <p14:tracePt t="484783" x="10906125" y="2300288"/>
          <p14:tracePt t="484798" x="10885488" y="2259013"/>
          <p14:tracePt t="484806" x="10864850" y="2232025"/>
          <p14:tracePt t="484816" x="10844213" y="2211388"/>
          <p14:tracePt t="484828" x="10825163" y="2197100"/>
          <p14:tracePt t="484839" x="10796588" y="2190750"/>
          <p14:tracePt t="484850" x="10777538" y="2190750"/>
          <p14:tracePt t="484871" x="10769600" y="2190750"/>
          <p14:tracePt t="484883" x="10756900" y="2197100"/>
          <p14:tracePt t="484895" x="10748963" y="2211388"/>
          <p14:tracePt t="484905" x="10736263" y="2232025"/>
          <p14:tracePt t="484917" x="10729913" y="2238375"/>
          <p14:tracePt t="484929" x="10729913" y="2252663"/>
          <p14:tracePt t="493951" x="10729913" y="2238375"/>
          <p14:tracePt t="493952" x="10715625" y="2238375"/>
          <p14:tracePt t="493962" x="10715625" y="2232025"/>
          <p14:tracePt t="493984" x="10715625" y="2217738"/>
          <p14:tracePt t="493995" x="10709275" y="2217738"/>
          <p14:tracePt t="494007" x="10694988" y="2211388"/>
          <p14:tracePt t="494019" x="10694988" y="2197100"/>
          <p14:tracePt t="494031" x="10674350" y="2190750"/>
          <p14:tracePt t="494040" x="10668000" y="2170113"/>
          <p14:tracePt t="494055" x="10647363" y="2157413"/>
          <p14:tracePt t="494065" x="10626725" y="2136775"/>
          <p14:tracePt t="494074" x="10593388" y="2116138"/>
          <p14:tracePt t="494088" x="10566400" y="2109788"/>
          <p14:tracePt t="494098" x="10545763" y="2095500"/>
          <p14:tracePt t="494108" x="10525125" y="2089150"/>
          <p14:tracePt t="494121" x="10518775" y="2074863"/>
          <p14:tracePt t="494131" x="10504488" y="2074863"/>
          <p14:tracePt t="494142" x="10498138" y="2074863"/>
          <p14:tracePt t="494254" x="10498138" y="2089150"/>
          <p14:tracePt t="496054" x="10498138" y="2074863"/>
          <p14:tracePt t="496066" x="10483850" y="2074863"/>
          <p14:tracePt t="496088" x="10477500" y="2068513"/>
          <p14:tracePt t="496110" x="10463213" y="2068513"/>
          <p14:tracePt t="496155" x="10456863" y="2068513"/>
          <p14:tracePt t="496167" x="10456863" y="2074863"/>
          <p14:tracePt t="496180" x="10444163" y="2074863"/>
          <p14:tracePt t="496200" x="10436225" y="2074863"/>
          <p14:tracePt t="496223" x="10423525" y="2074863"/>
          <p14:tracePt t="496234" x="10402888" y="2068513"/>
          <p14:tracePt t="496248" x="10375900" y="2047875"/>
          <p14:tracePt t="496257" x="10334625" y="2027238"/>
          <p14:tracePt t="496268" x="10272713" y="1985963"/>
          <p14:tracePt t="496279" x="10191750" y="1946275"/>
          <p14:tracePt t="496291" x="10123488" y="1919288"/>
          <p14:tracePt t="496302" x="10021888" y="1878013"/>
          <p14:tracePt t="496314" x="9932988" y="1836738"/>
          <p14:tracePt t="496325" x="9864725" y="1816100"/>
          <p14:tracePt t="496336" x="9810750" y="1809750"/>
          <p14:tracePt t="496349" x="9777413" y="1809750"/>
          <p14:tracePt t="496358" x="9742488" y="1809750"/>
          <p14:tracePt t="496371" x="9736138" y="1816100"/>
          <p14:tracePt t="496382" x="9715500" y="1836738"/>
          <p14:tracePt t="496393" x="9694863" y="1871663"/>
          <p14:tracePt t="496404" x="9682163" y="1919288"/>
          <p14:tracePt t="496415" x="9674225" y="1958975"/>
          <p14:tracePt t="496428" x="9674225" y="2020888"/>
          <p14:tracePt t="496438" x="9674225" y="2068513"/>
          <p14:tracePt t="496449" x="9682163" y="2095500"/>
          <p14:tracePt t="496462" x="9701213" y="2136775"/>
          <p14:tracePt t="496471" x="9736138" y="2170113"/>
          <p14:tracePt t="496483" x="9777413" y="2190750"/>
          <p14:tracePt t="496495" x="9831388" y="2211388"/>
          <p14:tracePt t="496504" x="9926638" y="2217738"/>
          <p14:tracePt t="496516" x="10015538" y="2232025"/>
          <p14:tracePt t="496528" x="10082213" y="2232025"/>
          <p14:tracePt t="496539" x="10164763" y="2211388"/>
          <p14:tracePt t="496549" x="10225088" y="2176463"/>
          <p14:tracePt t="496571" x="10272713" y="2136775"/>
          <p14:tracePt t="496575" x="10293350" y="2095500"/>
          <p14:tracePt t="496587" x="10313988" y="2047875"/>
          <p14:tracePt t="496597" x="10328275" y="2006600"/>
          <p14:tracePt t="496606" x="10313988" y="1979613"/>
          <p14:tracePt t="496619" x="10307638" y="1946275"/>
          <p14:tracePt t="496629" x="10272713" y="1938338"/>
          <p14:tracePt t="496641" x="10233025" y="1925638"/>
          <p14:tracePt t="496652" x="10212388" y="1925638"/>
          <p14:tracePt t="496662" x="10185400" y="1938338"/>
          <p14:tracePt t="496673" x="10164763" y="1966913"/>
          <p14:tracePt t="496685" x="10164763" y="2000250"/>
          <p14:tracePt t="496696" x="10164763" y="2062163"/>
          <p14:tracePt t="496707" x="10185400" y="2116138"/>
          <p14:tracePt t="496719" x="10233025" y="2176463"/>
          <p14:tracePt t="496729" x="10287000" y="2217738"/>
          <p14:tracePt t="496741" x="10355263" y="2252663"/>
          <p14:tracePt t="496753" x="10423525" y="2271713"/>
          <p14:tracePt t="496763" x="10463213" y="2271713"/>
          <p14:tracePt t="496775" x="10518775" y="2271713"/>
          <p14:tracePt t="496786" x="10558463" y="2252663"/>
          <p14:tracePt t="496797" x="10587038" y="2232025"/>
          <p14:tracePt t="496809" x="10587038" y="2217738"/>
          <p14:tracePt t="496821" x="10593388" y="2190750"/>
          <p14:tracePt t="496831" x="10587038" y="2157413"/>
          <p14:tracePt t="496843" x="10579100" y="2128838"/>
          <p14:tracePt t="496854" x="10558463" y="2089150"/>
          <p14:tracePt t="496864" x="10539413" y="2062163"/>
          <p14:tracePt t="496877" x="10518775" y="2047875"/>
          <p14:tracePt t="496888" x="10504488" y="2047875"/>
          <p14:tracePt t="496898" x="10498138" y="2047875"/>
          <p14:tracePt t="496910" x="10483850" y="2062163"/>
          <p14:tracePt t="496921" x="10477500" y="2068513"/>
          <p14:tracePt t="496932" x="10477500" y="2089150"/>
          <p14:tracePt t="496944" x="10477500" y="2116138"/>
          <p14:tracePt t="496955" x="10498138" y="2170113"/>
          <p14:tracePt t="496965" x="10518775" y="2197100"/>
          <p14:tracePt t="496978" x="10566400" y="2238375"/>
          <p14:tracePt t="496989" x="10614025" y="2271713"/>
          <p14:tracePt t="497000" x="10653713" y="2286000"/>
          <p14:tracePt t="497011" x="10709275" y="2300288"/>
          <p14:tracePt t="497023" x="10736263" y="2300288"/>
          <p14:tracePt t="497034" x="10769600" y="2300288"/>
          <p14:tracePt t="497044" x="10777538" y="2286000"/>
          <p14:tracePt t="497056" x="10790238" y="2271713"/>
          <p14:tracePt t="497068" x="10790238" y="2259013"/>
          <p14:tracePt t="497078" x="10790238" y="2238375"/>
          <p14:tracePt t="497089" x="10777538" y="2211388"/>
          <p14:tracePt t="497101" x="10769600" y="2190750"/>
          <p14:tracePt t="497112" x="10756900" y="2176463"/>
          <p14:tracePt t="497123" x="10756900" y="2170113"/>
          <p14:tracePt t="497135" x="10748963" y="2170113"/>
          <p14:tracePt t="497145" x="10748963" y="2157413"/>
          <p14:tracePt t="497224" x="10748963" y="2170113"/>
          <p14:tracePt t="497270" x="10748963" y="2176463"/>
          <p14:tracePt t="497405" x="10736263" y="2176463"/>
          <p14:tracePt t="497426" x="10729913" y="2176463"/>
          <p14:tracePt t="497449" x="10715625" y="2176463"/>
          <p14:tracePt t="497618" x="10715625" y="2170113"/>
          <p14:tracePt t="497624" x="10715625" y="2157413"/>
          <p14:tracePt t="497632" x="10729913" y="2149475"/>
          <p14:tracePt t="499238" x="10709275" y="2170113"/>
          <p14:tracePt t="499241" x="10694988" y="2176463"/>
          <p14:tracePt t="499250" x="10688638" y="2190750"/>
          <p14:tracePt t="499261" x="10674350" y="2197100"/>
          <p14:tracePt t="499277" x="10674350" y="2211388"/>
          <p14:tracePt t="499286" x="10668000" y="2217738"/>
          <p14:tracePt t="499295" x="10653713" y="2217738"/>
          <p14:tracePt t="499307" x="10653713" y="2232025"/>
          <p14:tracePt t="499318" x="10647363" y="2238375"/>
          <p14:tracePt t="499329" x="10634663" y="2252663"/>
          <p14:tracePt t="499340" x="10614025" y="2259013"/>
          <p14:tracePt t="499351" x="10606088" y="2279650"/>
          <p14:tracePt t="499362" x="10593388" y="2286000"/>
          <p14:tracePt t="499374" x="10587038" y="2286000"/>
          <p14:tracePt t="499385" x="10587038" y="2300288"/>
          <p14:tracePt t="499688" x="10579100" y="2300288"/>
          <p14:tracePt t="499722" x="10558463" y="2300288"/>
          <p14:tracePt t="499723" x="10525125" y="2300288"/>
          <p14:tracePt t="499733" x="10483850" y="2306638"/>
          <p14:tracePt t="499736" x="10444163" y="2306638"/>
          <p14:tracePt t="499745" x="10402888" y="2319338"/>
          <p14:tracePt t="499760" x="10348913" y="2319338"/>
          <p14:tracePt t="499769" x="10287000" y="2319338"/>
          <p14:tracePt t="499778" x="10233025" y="2327275"/>
          <p14:tracePt t="499791" x="10191750" y="2327275"/>
          <p14:tracePt t="499801" x="10158413" y="2327275"/>
          <p14:tracePt t="499813" x="10117138" y="2339975"/>
          <p14:tracePt t="499824" x="10082213" y="2347913"/>
          <p14:tracePt t="499834" x="10055225" y="2360613"/>
          <p14:tracePt t="499846" x="10015538" y="2381250"/>
          <p14:tracePt t="499858" x="9974263" y="2401888"/>
          <p14:tracePt t="499868" x="9953625" y="2422525"/>
          <p14:tracePt t="499880" x="9926638" y="2428875"/>
          <p14:tracePt t="499892" x="9891713" y="2449513"/>
          <p14:tracePt t="499901" x="9885363" y="2462213"/>
          <p14:tracePt t="499913" x="9852025" y="2482850"/>
          <p14:tracePt t="499925" x="9831388" y="2497138"/>
          <p14:tracePt t="499935" x="9825038" y="2517775"/>
          <p14:tracePt t="499947" x="9810750" y="2530475"/>
          <p14:tracePt t="499960" x="9790113" y="2538413"/>
          <p14:tracePt t="499969" x="9783763" y="2551113"/>
          <p14:tracePt t="499982" x="9777413" y="2557463"/>
          <p14:tracePt t="499993" x="9777413" y="2578100"/>
          <p14:tracePt t="500003" x="9763125" y="2598738"/>
          <p14:tracePt t="500016" x="9756775" y="2613025"/>
          <p14:tracePt t="500027" x="9742488" y="2613025"/>
          <p14:tracePt t="500486" x="9742488" y="2619375"/>
          <p14:tracePt t="500509" x="9742488" y="2633663"/>
          <p14:tracePt t="500520" x="9721850" y="2652713"/>
          <p14:tracePt t="500533" x="9694863" y="2660650"/>
          <p14:tracePt t="500544" x="9640888" y="2681288"/>
          <p14:tracePt t="500555" x="9599613" y="2708275"/>
          <p14:tracePt t="500566" x="9525000" y="2747963"/>
          <p14:tracePt t="500578" x="9409113" y="2809875"/>
          <p14:tracePt t="500589" x="9313863" y="2851150"/>
          <p14:tracePt t="500599" x="9123363" y="2932113"/>
          <p14:tracePt t="500611" x="8872538" y="3033713"/>
          <p14:tracePt t="500623" x="8572500" y="3149600"/>
          <p14:tracePt t="500633" x="8307388" y="3232150"/>
          <p14:tracePt t="500644" x="7939088" y="3360738"/>
          <p14:tracePt t="500657" x="7518400" y="3476625"/>
          <p14:tracePt t="500667" x="7245350" y="3524250"/>
          <p14:tracePt t="500678" x="6891338" y="3571875"/>
          <p14:tracePt t="500690" x="6634163" y="3592513"/>
          <p14:tracePt t="500700" x="6450013" y="3586163"/>
          <p14:tracePt t="500713" x="6396038" y="3571875"/>
          <p14:tracePt t="500725" x="6361113" y="3565525"/>
          <p14:tracePt t="500734" x="6361113" y="3551238"/>
          <p14:tracePt t="500746" x="6361113" y="3530600"/>
          <p14:tracePt t="500768" x="6396038" y="3517900"/>
          <p14:tracePt t="500769" x="6443663" y="3462338"/>
          <p14:tracePt t="500791" x="6491288" y="3414713"/>
          <p14:tracePt t="500795" x="6572250" y="3313113"/>
          <p14:tracePt t="500808" x="6653213" y="3205163"/>
          <p14:tracePt t="500814" x="6735763" y="3116263"/>
          <p14:tracePt t="500827" x="6762750" y="3054350"/>
          <p14:tracePt t="500837" x="6796088" y="3000375"/>
          <p14:tracePt t="500849" x="6796088" y="2959100"/>
          <p14:tracePt t="500859" x="6777038" y="2919413"/>
          <p14:tracePt t="500869" x="6715125" y="2884488"/>
          <p14:tracePt t="500882" x="6599238" y="2843213"/>
          <p14:tracePt t="500893" x="6408738" y="2803525"/>
          <p14:tracePt t="500903" x="6218238" y="2789238"/>
          <p14:tracePt t="500914" x="5891213" y="2789238"/>
          <p14:tracePt t="500926" x="5497513" y="2851150"/>
          <p14:tracePt t="500937" x="5218113" y="2919413"/>
          <p14:tracePt t="500949" x="4864100" y="3041650"/>
          <p14:tracePt t="500962" x="4605338" y="3184525"/>
          <p14:tracePt t="500973" x="4443413" y="3340100"/>
          <p14:tracePt t="500983" x="4375150" y="3462338"/>
          <p14:tracePt t="500994" x="4333875" y="3625850"/>
          <p14:tracePt t="501005" x="4354513" y="3776663"/>
          <p14:tracePt t="501016" x="4414838" y="3898900"/>
          <p14:tracePt t="501028" x="4557713" y="4068763"/>
          <p14:tracePt t="501039" x="4795838" y="4244975"/>
          <p14:tracePt t="501049" x="5110163" y="4414838"/>
          <p14:tracePt t="501061" x="5348288" y="4530725"/>
          <p14:tracePt t="501073" x="5646738" y="4640263"/>
          <p14:tracePt t="501083" x="5953125" y="4700588"/>
          <p14:tracePt t="501094" x="6197600" y="4708525"/>
          <p14:tracePt t="501107" x="6613525" y="4687888"/>
          <p14:tracePt t="501117" x="7034213" y="4625975"/>
          <p14:tracePt t="501129" x="7388225" y="4538663"/>
          <p14:tracePt t="501140" x="7593013" y="4435475"/>
          <p14:tracePt t="501151" x="7816850" y="4265613"/>
          <p14:tracePt t="501162" x="7939088" y="4089400"/>
          <p14:tracePt t="501174" x="7980363" y="3967163"/>
          <p14:tracePt t="501184" x="7959725" y="3776663"/>
          <p14:tracePt t="501196" x="7858125" y="3592513"/>
          <p14:tracePt t="501208" x="7667625" y="3414713"/>
          <p14:tracePt t="501218" x="7456488" y="3292475"/>
          <p14:tracePt t="501230" x="7081838" y="3163888"/>
          <p14:tracePt t="501242" x="6694488" y="3074988"/>
          <p14:tracePt t="501252" x="6396038" y="3041650"/>
          <p14:tracePt t="501263" x="5878513" y="3014663"/>
          <p14:tracePt t="501275" x="5319713" y="3033713"/>
          <p14:tracePt t="501286" x="4959350" y="3041650"/>
          <p14:tracePt t="501298" x="4476750" y="3128963"/>
          <p14:tracePt t="501309" x="4197350" y="3224213"/>
          <p14:tracePt t="501319" x="3830638" y="3402013"/>
          <p14:tracePt t="501332" x="3660775" y="3530600"/>
          <p14:tracePt t="501343" x="3482975" y="3729038"/>
          <p14:tracePt t="501353" x="3402013" y="3878263"/>
          <p14:tracePt t="501365" x="3402013" y="3967163"/>
          <p14:tracePt t="501377" x="3482975" y="4116388"/>
          <p14:tracePt t="501386" x="3619500" y="4238625"/>
          <p14:tracePt t="501399" x="3925888" y="4429125"/>
          <p14:tracePt t="501410" x="4306888" y="4598988"/>
          <p14:tracePt t="501420" x="4598988" y="4681538"/>
          <p14:tracePt t="501433" x="5116513" y="4768850"/>
          <p14:tracePt t="501444" x="5497513" y="4810125"/>
          <p14:tracePt t="501455" x="6110288" y="4816475"/>
          <p14:tracePt t="501466" x="6483350" y="4810125"/>
          <p14:tracePt t="501477" x="6986588" y="4729163"/>
          <p14:tracePt t="501489" x="7286625" y="4646613"/>
          <p14:tracePt t="501499" x="7653338" y="4476750"/>
          <p14:tracePt t="501511" x="7959725" y="4279900"/>
          <p14:tracePt t="501523" x="8096250" y="4149725"/>
          <p14:tracePt t="501534" x="8218488" y="3952875"/>
          <p14:tracePt t="501546" x="8239125" y="3843338"/>
          <p14:tracePt t="501557" x="8218488" y="3708400"/>
          <p14:tracePt t="501567" x="8158163" y="3613150"/>
          <p14:tracePt t="501579" x="8027988" y="3503613"/>
          <p14:tracePt t="501590" x="7864475" y="3414713"/>
          <p14:tracePt t="501600" x="7715250" y="3354388"/>
          <p14:tracePt t="501612" x="7443788" y="3286125"/>
          <p14:tracePt t="501624" x="7224713" y="3244850"/>
          <p14:tracePt t="501634" x="6824663" y="3205163"/>
          <p14:tracePt t="501646" x="6530975" y="3184525"/>
          <p14:tracePt t="501657" x="6122988" y="3184525"/>
          <p14:tracePt t="501668" x="5872163" y="3190875"/>
          <p14:tracePt t="501680" x="5551488" y="3244850"/>
          <p14:tracePt t="501691" x="5280025" y="3292475"/>
          <p14:tracePt t="501702" x="5137150" y="3354388"/>
          <p14:tracePt t="501714" x="4946650" y="3455988"/>
          <p14:tracePt t="501726" x="4857750" y="3524250"/>
          <p14:tracePt t="501735" x="4748213" y="3633788"/>
          <p14:tracePt t="501748" x="4708525" y="3694113"/>
          <p14:tracePt t="501759" x="4673600" y="3756025"/>
          <p14:tracePt t="501769" x="4673600" y="3803650"/>
          <p14:tracePt t="501781" x="4673600" y="3836988"/>
          <p14:tracePt t="501814" x="4687888" y="3863975"/>
          <p14:tracePt t="501818" x="4708525" y="3898900"/>
          <p14:tracePt t="501827" x="4789488" y="3946525"/>
          <p14:tracePt t="501843" x="4878388" y="3986213"/>
          <p14:tracePt t="501844" x="5068888" y="4033838"/>
          <p14:tracePt t="501851" x="5280025" y="4075113"/>
          <p14:tracePt t="501859" x="5414963" y="4095750"/>
          <p14:tracePt t="501881" x="5661025" y="4095750"/>
          <p14:tracePt t="501885" x="5851525" y="4095750"/>
          <p14:tracePt t="501894" x="6164263" y="4095750"/>
          <p14:tracePt t="501909" x="6381750" y="4089400"/>
          <p14:tracePt t="501918" x="6721475" y="4048125"/>
          <p14:tracePt t="501929" x="7075488" y="3986213"/>
          <p14:tracePt t="501939" x="7307263" y="3925888"/>
          <p14:tracePt t="501949" x="7613650" y="3803650"/>
          <p14:tracePt t="501962" x="7789863" y="3708400"/>
          <p14:tracePt t="501975" x="7980363" y="3551238"/>
          <p14:tracePt t="501984" x="8069263" y="3462338"/>
          <p14:tracePt t="501996" x="8116888" y="3340100"/>
          <p14:tracePt t="502008" x="8116888" y="3232150"/>
          <p14:tracePt t="502017" x="8089900" y="3163888"/>
          <p14:tracePt t="502030" x="7986713" y="3062288"/>
          <p14:tracePt t="502041" x="7878763" y="2994025"/>
          <p14:tracePt t="502051" x="7646988" y="2890838"/>
          <p14:tracePt t="502063" x="7435850" y="2830513"/>
          <p14:tracePt t="502074" x="7062788" y="2762250"/>
          <p14:tracePt t="502084" x="6640513" y="2708275"/>
          <p14:tracePt t="502096" x="6319838" y="2708275"/>
          <p14:tracePt t="502108" x="5783263" y="2720975"/>
          <p14:tracePt t="502118" x="5408613" y="2728913"/>
          <p14:tracePt t="502130" x="4864100" y="2782888"/>
          <p14:tracePt t="502142" x="4586288" y="2824163"/>
          <p14:tracePt t="502152" x="4244975" y="2890838"/>
          <p14:tracePt t="502164" x="4021138" y="2973388"/>
          <p14:tracePt t="502175" x="3925888" y="3021013"/>
          <p14:tracePt t="502186" x="3830638" y="3095625"/>
          <p14:tracePt t="502198" x="3795713" y="3143250"/>
          <p14:tracePt t="502209" x="3776663" y="3205163"/>
          <p14:tracePt t="502220" x="3783013" y="3252788"/>
          <p14:tracePt t="502232" x="3803650" y="3327400"/>
          <p14:tracePt t="502243" x="3843338" y="3402013"/>
          <p14:tracePt t="502253" x="3890963" y="3462338"/>
          <p14:tracePt t="502266" x="3973513" y="3551238"/>
          <p14:tracePt t="502277" x="4041775" y="3605213"/>
          <p14:tracePt t="502287" x="4137025" y="3673475"/>
          <p14:tracePt t="502299" x="4197350" y="3714750"/>
          <p14:tracePt t="502310" x="4306888" y="3776663"/>
          <p14:tracePt t="502323" x="4414838" y="3816350"/>
          <p14:tracePt t="502333" x="4503738" y="3836988"/>
          <p14:tracePt t="502344" x="4652963" y="3878263"/>
          <p14:tracePt t="502356" x="4776788" y="3898900"/>
          <p14:tracePt t="502366" x="4979988" y="3938588"/>
          <p14:tracePt t="502377" x="5110163" y="3952875"/>
          <p14:tracePt t="502389" x="5327650" y="3986213"/>
          <p14:tracePt t="502399" x="5470525" y="4006850"/>
          <p14:tracePt t="502411" x="5661025" y="4027488"/>
          <p14:tracePt t="502423" x="5857875" y="4033838"/>
          <p14:tracePt t="502433" x="6000750" y="4048125"/>
          <p14:tracePt t="502445" x="6197600" y="4048125"/>
          <p14:tracePt t="502457" x="6340475" y="4048125"/>
          <p14:tracePt t="502467" x="6545263" y="4033838"/>
          <p14:tracePt t="502478" x="6673850" y="4014788"/>
          <p14:tracePt t="502490" x="6864350" y="3986213"/>
          <p14:tracePt t="502500" x="7034213" y="3938588"/>
          <p14:tracePt t="502513" x="7143750" y="3905250"/>
          <p14:tracePt t="502524" x="7272338" y="3857625"/>
          <p14:tracePt t="502534" x="7348538" y="3824288"/>
          <p14:tracePt t="502547" x="7435850" y="3795713"/>
          <p14:tracePt t="502558" x="7483475" y="3762375"/>
          <p14:tracePt t="502568" x="7539038" y="3735388"/>
          <p14:tracePt t="502581" x="7578725" y="3708400"/>
          <p14:tracePt t="502592" x="7593013" y="3673475"/>
          <p14:tracePt t="502602" x="7605713" y="3633788"/>
          <p14:tracePt t="502614" x="7613650" y="3605213"/>
          <p14:tracePt t="502626" x="7626350" y="3551238"/>
          <p14:tracePt t="502635" x="7626350" y="3524250"/>
          <p14:tracePt t="502648" x="7626350" y="3497263"/>
          <p14:tracePt t="502659" x="7626350" y="3476625"/>
          <p14:tracePt t="502669" x="7626350" y="3462338"/>
          <p14:tracePt t="502759" x="7626350" y="3476625"/>
          <p14:tracePt t="502770" x="7626350" y="3482975"/>
          <p14:tracePt t="502793" x="7626350" y="3497263"/>
          <p14:tracePt t="502804" x="7613650" y="3497263"/>
          <p14:tracePt t="502816" x="7613650" y="3503613"/>
          <p14:tracePt t="505358" x="7613650" y="3497263"/>
          <p14:tracePt t="505369" x="7605713" y="3497263"/>
          <p14:tracePt t="505403" x="7593013" y="3503613"/>
          <p14:tracePt t="505407" x="7593013" y="3517900"/>
          <p14:tracePt t="505415" x="7578725" y="3524250"/>
          <p14:tracePt t="505429" x="7558088" y="3530600"/>
          <p14:tracePt t="505842" x="7558088" y="3524250"/>
          <p14:tracePt t="505843" x="7566025" y="3524250"/>
          <p14:tracePt t="505853" x="7558088" y="3517900"/>
          <p14:tracePt t="505865" x="7545388" y="3503613"/>
          <p14:tracePt t="505875" x="7539038" y="3503613"/>
          <p14:tracePt t="505888" x="7524750" y="3497263"/>
          <p14:tracePt t="505920" x="7524750" y="3503613"/>
          <p14:tracePt t="505942" x="7518400" y="3503613"/>
          <p14:tracePt t="505954" x="7518400" y="3517900"/>
          <p14:tracePt t="506012" x="7518400" y="3524250"/>
          <p14:tracePt t="506044" x="7518400" y="3530600"/>
          <p14:tracePt t="506067" x="7518400" y="3544888"/>
          <p14:tracePt t="506079" x="7524750" y="3565525"/>
          <p14:tracePt t="506091" x="7539038" y="3571875"/>
          <p14:tracePt t="506101" x="7545388" y="3592513"/>
          <p14:tracePt t="506115" x="7558088" y="3613150"/>
          <p14:tracePt t="506124" x="7578725" y="3646488"/>
          <p14:tracePt t="506134" x="7593013" y="3673475"/>
          <p14:tracePt t="506149" x="7605713" y="3708400"/>
          <p14:tracePt t="506160" x="7634288" y="3735388"/>
          <p14:tracePt t="506168" x="7667625" y="3762375"/>
          <p14:tracePt t="506182" x="7688263" y="3783013"/>
          <p14:tracePt t="506193" x="7708900" y="3803650"/>
          <p14:tracePt t="506202" x="7729538" y="3816350"/>
          <p14:tracePt t="506216" x="7735888" y="3824288"/>
          <p14:tracePt t="506226" x="7735888" y="3836988"/>
          <p14:tracePt t="506237" x="7748588" y="3843338"/>
          <p14:tracePt t="506249" x="7756525" y="3857625"/>
          <p14:tracePt t="506259" x="7769225" y="3878263"/>
          <p14:tracePt t="506272" x="7777163" y="3898900"/>
          <p14:tracePt t="506283" x="7789863" y="3938588"/>
          <p14:tracePt t="506293" x="7789863" y="3967163"/>
          <p14:tracePt t="506305" x="7789863" y="3986213"/>
          <p14:tracePt t="506316" x="7789863" y="4014788"/>
          <p14:tracePt t="506325" x="7777163" y="4048125"/>
          <p14:tracePt t="506338" x="7769225" y="4075113"/>
          <p14:tracePt t="506349" x="7748588" y="4110038"/>
          <p14:tracePt t="506359" x="7715250" y="4149725"/>
          <p14:tracePt t="506372" x="7688263" y="4176713"/>
          <p14:tracePt t="506383" x="7653338" y="4205288"/>
          <p14:tracePt t="506393" x="7593013" y="4244975"/>
          <p14:tracePt t="506406" x="7539038" y="4259263"/>
          <p14:tracePt t="507000" x="7539038" y="4265613"/>
          <p14:tracePt t="507011" x="7539038" y="4279900"/>
          <p14:tracePt t="507023" x="7524750" y="4279900"/>
          <p14:tracePt t="507056" x="7504113" y="4286250"/>
          <p14:tracePt t="507060" x="7483475" y="4286250"/>
          <p14:tracePt t="507069" x="7456488" y="4300538"/>
          <p14:tracePt t="507070" x="7423150" y="4319588"/>
          <p14:tracePt t="507085" x="7402513" y="4327525"/>
          <p14:tracePt t="507101" x="7375525" y="4340225"/>
          <p14:tracePt t="507107" x="7334250" y="4360863"/>
          <p14:tracePt t="507118" x="7272338" y="4387850"/>
          <p14:tracePt t="507125" x="7224713" y="4414838"/>
          <p14:tracePt t="507137" x="7116763" y="4470400"/>
          <p14:tracePt t="507151" x="6967538" y="4530725"/>
          <p14:tracePt t="507161" x="6810375" y="4578350"/>
          <p14:tracePt t="507170" x="6565900" y="4646613"/>
          <p14:tracePt t="507183" x="6238875" y="4729163"/>
          <p14:tracePt t="507193" x="5878513" y="4810125"/>
          <p14:tracePt t="507204" x="5626100" y="4878388"/>
          <p14:tracePt t="507215" x="5300663" y="4973638"/>
          <p14:tracePt t="507226" x="5006975" y="5062538"/>
          <p14:tracePt t="507237" x="4824413" y="5110163"/>
          <p14:tracePt t="507250" x="4605338" y="5164138"/>
          <p14:tracePt t="507259" x="4435475" y="5197475"/>
          <p14:tracePt t="507271" x="4292600" y="5232400"/>
          <p14:tracePt t="507283" x="4211638" y="5238750"/>
          <p14:tracePt t="507293" x="4122738" y="5253038"/>
          <p14:tracePt t="507305" x="4054475" y="5259388"/>
          <p14:tracePt t="507317" x="4021138" y="5259388"/>
          <p14:tracePt t="507327" x="3994150" y="5259388"/>
          <p14:tracePt t="507338" x="3973513" y="5259388"/>
          <p14:tracePt t="507351" x="3967163" y="5259388"/>
          <p14:tracePt t="507360" x="3952875" y="5259388"/>
          <p14:tracePt t="507383" x="3932238" y="5272088"/>
          <p14:tracePt t="507405" x="3911600" y="5272088"/>
          <p14:tracePt t="507417" x="3890963" y="5280025"/>
          <p14:tracePt t="507428" x="3863975" y="5292725"/>
          <p14:tracePt t="507440" x="3810000" y="5292725"/>
          <p14:tracePt t="507452" x="3741738" y="5300663"/>
          <p14:tracePt t="507462" x="3694113" y="5313363"/>
          <p14:tracePt t="507475" x="3652838" y="5319713"/>
          <p14:tracePt t="507486" x="3619500" y="5334000"/>
          <p14:tracePt t="507496" x="3598863" y="5340350"/>
          <p14:tracePt t="507508" x="3592513" y="5340350"/>
          <p14:tracePt t="507552" x="3598863" y="5334000"/>
          <p14:tracePt t="507563" x="3619500" y="5319713"/>
          <p14:tracePt t="507575" x="3640138" y="5319713"/>
          <p14:tracePt t="507586" x="3673475" y="5313363"/>
          <p14:tracePt t="507596" x="3700463" y="5300663"/>
          <p14:tracePt t="507609" x="3735388" y="5300663"/>
          <p14:tracePt t="507620" x="3762375" y="5292725"/>
          <p14:tracePt t="507631" x="3795713" y="5292725"/>
          <p14:tracePt t="507642" x="3824288" y="5292725"/>
          <p14:tracePt t="507653" x="3851275" y="5292725"/>
          <p14:tracePt t="507665" x="3863975" y="5292725"/>
          <p14:tracePt t="507676" x="3884613" y="5292725"/>
          <p14:tracePt t="507687" x="3905250" y="5292725"/>
          <p14:tracePt t="507699" x="3911600" y="5292725"/>
          <p14:tracePt t="507709" x="3932238" y="5292725"/>
          <p14:tracePt t="507721" x="3946525" y="5292725"/>
          <p14:tracePt t="507732" x="3952875" y="5280025"/>
          <p14:tracePt t="507743" x="3967163" y="5280025"/>
          <p14:tracePt t="507754" x="3973513" y="5280025"/>
          <p14:tracePt t="507799" x="3967163" y="5280025"/>
          <p14:tracePt t="507810" x="3946525" y="5272088"/>
          <p14:tracePt t="507823" x="3911600" y="5272088"/>
          <p14:tracePt t="507834" x="3863975" y="5272088"/>
          <p14:tracePt t="507844" x="3776663" y="5259388"/>
          <p14:tracePt t="507857" x="3700463" y="5253038"/>
          <p14:tracePt t="507868" x="3613150" y="5253038"/>
          <p14:tracePt t="507878" x="3503613" y="5238750"/>
          <p14:tracePt t="507890" x="3402013" y="5232400"/>
          <p14:tracePt t="507902" x="3333750" y="5232400"/>
          <p14:tracePt t="507912" x="3259138" y="5232400"/>
          <p14:tracePt t="507924" x="3211513" y="5218113"/>
          <p14:tracePt t="507935" x="3190875" y="5218113"/>
          <p14:tracePt t="507945" x="3170238" y="5218113"/>
          <p14:tracePt t="507958" x="3170238" y="5232400"/>
          <p14:tracePt t="507990" x="3184525" y="5232400"/>
          <p14:tracePt t="508002" x="3190875" y="5232400"/>
          <p14:tracePt t="508013" x="3211513" y="5232400"/>
          <p14:tracePt t="508025" x="3238500" y="5238750"/>
          <p14:tracePt t="508036" x="3271838" y="5238750"/>
          <p14:tracePt t="508047" x="3313113" y="5238750"/>
          <p14:tracePt t="508058" x="3360738" y="5253038"/>
          <p14:tracePt t="508069" x="3422650" y="5253038"/>
          <p14:tracePt t="508103" x="3470275" y="5253038"/>
          <p14:tracePt t="508108" x="3503613" y="5259388"/>
          <p14:tracePt t="508118" x="3565525" y="5259388"/>
          <p14:tracePt t="508129" x="3571875" y="5259388"/>
          <p14:tracePt t="508138" x="3586163" y="5259388"/>
          <p14:tracePt t="508170" x="3565525" y="5259388"/>
          <p14:tracePt t="508183" x="3544888" y="5259388"/>
          <p14:tracePt t="508193" x="3482975" y="5253038"/>
          <p14:tracePt t="508205" x="3443288" y="5253038"/>
          <p14:tracePt t="508216" x="3360738" y="5238750"/>
          <p14:tracePt t="508227" x="3279775" y="5232400"/>
          <p14:tracePt t="508239" x="3211513" y="5218113"/>
          <p14:tracePt t="508250" x="3170238" y="5218113"/>
          <p14:tracePt t="508261" x="3109913" y="5211763"/>
          <p14:tracePt t="508273" x="3062288" y="5197475"/>
          <p14:tracePt t="508284" x="3027363" y="5197475"/>
          <p14:tracePt t="508294" x="3000375" y="5191125"/>
          <p14:tracePt t="508307" x="2979738" y="5184775"/>
          <p14:tracePt t="508318" x="2973388" y="5184775"/>
          <p14:tracePt t="508363" x="2979738" y="5184775"/>
          <p14:tracePt t="508373" x="3006725" y="5191125"/>
          <p14:tracePt t="508385" x="3062288" y="5191125"/>
          <p14:tracePt t="508395" x="3128963" y="5197475"/>
          <p14:tracePt t="508408" x="3259138" y="5218113"/>
          <p14:tracePt t="508419" x="3429000" y="5238750"/>
          <p14:tracePt t="508429" x="3640138" y="5259388"/>
          <p14:tracePt t="508440" x="3803650" y="5280025"/>
          <p14:tracePt t="508453" x="4021138" y="5300663"/>
          <p14:tracePt t="508467" x="4224338" y="5319713"/>
          <p14:tracePt t="508477" x="4367213" y="5334000"/>
          <p14:tracePt t="508486" x="4524375" y="5354638"/>
          <p14:tracePt t="508500" x="4646613" y="5360988"/>
          <p14:tracePt t="508509" x="4735513" y="5360988"/>
          <p14:tracePt t="508520" x="4776788" y="5375275"/>
          <p14:tracePt t="508532" x="4803775" y="5375275"/>
          <p14:tracePt t="508542" x="4816475" y="5375275"/>
          <p14:tracePt t="508553" x="4816475" y="5360988"/>
          <p14:tracePt t="508575" x="4795838" y="5360988"/>
          <p14:tracePt t="508587" x="4768850" y="5354638"/>
          <p14:tracePt t="508600" x="4729163" y="5340350"/>
          <p14:tracePt t="508609" x="4652963" y="5334000"/>
          <p14:tracePt t="508621" x="4557713" y="5313363"/>
          <p14:tracePt t="508633" x="4462463" y="5300663"/>
          <p14:tracePt t="508643" x="4333875" y="5280025"/>
          <p14:tracePt t="508656" x="4211638" y="5272088"/>
          <p14:tracePt t="508667" x="4116388" y="5259388"/>
          <p14:tracePt t="508677" x="4054475" y="5253038"/>
          <p14:tracePt t="508689" x="3994150" y="5238750"/>
          <p14:tracePt t="508701" x="3946525" y="5238750"/>
          <p14:tracePt t="508711" x="3925888" y="5238750"/>
          <p14:tracePt t="508722" x="3905250" y="5238750"/>
          <p14:tracePt t="508734" x="3890963" y="5238750"/>
          <p14:tracePt t="508800" x="3911600" y="5238750"/>
          <p14:tracePt t="508805" x="3932238" y="5253038"/>
          <p14:tracePt t="508813" x="3952875" y="5253038"/>
          <p14:tracePt t="508826" x="3994150" y="5259388"/>
          <p14:tracePt t="508837" x="4041775" y="5272088"/>
          <p14:tracePt t="508846" x="4095750" y="5272088"/>
          <p14:tracePt t="508858" x="4122738" y="5280025"/>
          <p14:tracePt t="508869" x="4137025" y="5280025"/>
          <p14:tracePt t="508901" x="4122738" y="5280025"/>
          <p14:tracePt t="508913" x="4075113" y="5272088"/>
          <p14:tracePt t="508925" x="3973513" y="5259388"/>
          <p14:tracePt t="508936" x="3851275" y="5253038"/>
          <p14:tracePt t="508947" x="3735388" y="5238750"/>
          <p14:tracePt t="508960" x="3571875" y="5218113"/>
          <p14:tracePt t="508970" x="3429000" y="5197475"/>
          <p14:tracePt t="508981" x="3340100" y="5191125"/>
          <p14:tracePt t="508993" x="3252788" y="5184775"/>
          <p14:tracePt t="509004" x="3190875" y="5170488"/>
          <p14:tracePt t="509014" x="3170238" y="5170488"/>
          <p14:tracePt t="509026" x="3163888" y="5170488"/>
          <p14:tracePt t="509070" x="3170238" y="5170488"/>
          <p14:tracePt t="509082" x="3190875" y="5170488"/>
          <p14:tracePt t="509093" x="3211513" y="5184775"/>
          <p14:tracePt t="509104" x="3271838" y="5191125"/>
          <p14:tracePt t="509117" x="3360738" y="5197475"/>
          <p14:tracePt t="509127" x="3503613" y="5218113"/>
          <p14:tracePt t="509149" x="3619500" y="5232400"/>
          <p14:tracePt t="509150" x="3795713" y="5238750"/>
          <p14:tracePt t="509161" x="3946525" y="5253038"/>
          <p14:tracePt t="509172" x="4021138" y="5259388"/>
          <p14:tracePt t="509184" x="4122738" y="5259388"/>
          <p14:tracePt t="509194" x="4176713" y="5259388"/>
          <p14:tracePt t="509206" x="4197350" y="5272088"/>
          <p14:tracePt t="509239" x="4176713" y="5259388"/>
          <p14:tracePt t="509251" x="4137025" y="5259388"/>
          <p14:tracePt t="509261" x="4054475" y="5253038"/>
          <p14:tracePt t="509274" x="3911600" y="5238750"/>
          <p14:tracePt t="509285" x="3735388" y="5232400"/>
          <p14:tracePt t="509296" x="3592513" y="5211763"/>
          <p14:tracePt t="509307" x="3402013" y="5197475"/>
          <p14:tracePt t="509319" x="3238500" y="5184775"/>
          <p14:tracePt t="509329" x="3149600" y="5184775"/>
          <p14:tracePt t="509341" x="3068638" y="5170488"/>
          <p14:tracePt t="509353" x="3027363" y="5170488"/>
          <p14:tracePt t="509363" x="3021013" y="5170488"/>
          <p14:tracePt t="509385" x="3027363" y="5170488"/>
          <p14:tracePt t="509397" x="3068638" y="5170488"/>
          <p14:tracePt t="509408" x="3128963" y="5184775"/>
          <p14:tracePt t="509422" x="3252788" y="5191125"/>
          <p14:tracePt t="509435" x="3429000" y="5197475"/>
          <p14:tracePt t="509444" x="3598863" y="5211763"/>
          <p14:tracePt t="509453" x="3871913" y="5232400"/>
          <p14:tracePt t="509466" x="4116388" y="5253038"/>
          <p14:tracePt t="509476" x="4292600" y="5272088"/>
          <p14:tracePt t="509488" x="4387850" y="5280025"/>
          <p14:tracePt t="509499" x="4456113" y="5292725"/>
          <p14:tracePt t="509510" x="4462463" y="5292725"/>
          <p14:tracePt t="509532" x="4422775" y="5292725"/>
          <p14:tracePt t="509543" x="4327525" y="5292725"/>
          <p14:tracePt t="509554" x="4122738" y="5272088"/>
          <p14:tracePt t="509566" x="3925888" y="5253038"/>
          <p14:tracePt t="509577" x="3586163" y="5211763"/>
          <p14:tracePt t="509588" x="3279775" y="5184775"/>
          <p14:tracePt t="509601" x="3089275" y="5170488"/>
          <p14:tracePt t="509611" x="2911475" y="5149850"/>
          <p14:tracePt t="509622" x="2795588" y="5143500"/>
          <p14:tracePt t="509635" x="2762250" y="5129213"/>
          <p14:tracePt t="509655" x="2768600" y="5129213"/>
          <p14:tracePt t="509667" x="2809875" y="5129213"/>
          <p14:tracePt t="509678" x="2878138" y="5143500"/>
          <p14:tracePt t="509690" x="3048000" y="5164138"/>
          <p14:tracePt t="509702" x="3333750" y="5184775"/>
          <p14:tracePt t="509712" x="3700463" y="5211763"/>
          <p14:tracePt t="509724" x="3994150" y="5232400"/>
          <p14:tracePt t="509735" x="4327525" y="5259388"/>
          <p14:tracePt t="509746" x="4545013" y="5280025"/>
          <p14:tracePt t="509758" x="4633913" y="5292725"/>
          <p14:tracePt t="509769" x="4673600" y="5292725"/>
          <p14:tracePt t="509779" x="4687888" y="5292725"/>
          <p14:tracePt t="509791" x="4667250" y="5292725"/>
          <p14:tracePt t="509803" x="4598988" y="5292725"/>
          <p14:tracePt t="509813" x="4422775" y="5272088"/>
          <p14:tracePt t="509825" x="4176713" y="5253038"/>
          <p14:tracePt t="509836" x="3973513" y="5232400"/>
          <p14:tracePt t="509847" x="3673475" y="5211763"/>
          <p14:tracePt t="509859" x="3429000" y="5184775"/>
          <p14:tracePt t="509870" x="3300413" y="5170488"/>
          <p14:tracePt t="509881" x="3184525" y="5164138"/>
          <p14:tracePt t="509893" x="3143250" y="5149850"/>
          <p14:tracePt t="509904" x="3128963" y="5149850"/>
          <p14:tracePt t="509937" x="3149600" y="5149850"/>
          <p14:tracePt t="509949" x="3184525" y="5164138"/>
          <p14:tracePt t="509961" x="3238500" y="5170488"/>
          <p14:tracePt t="509972" x="3313113" y="5184775"/>
          <p14:tracePt t="509983" x="3402013" y="5191125"/>
          <p14:tracePt t="509993" x="3462338" y="5197475"/>
          <p14:tracePt t="510005" x="3544888" y="5211763"/>
          <p14:tracePt t="510017" x="3619500" y="5218113"/>
          <p14:tracePt t="510027" x="3673475" y="5218113"/>
          <p14:tracePt t="510038" x="3735388" y="5232400"/>
          <p14:tracePt t="510051" x="3776663" y="5232400"/>
          <p14:tracePt t="510060" x="3783013" y="5232400"/>
          <p14:tracePt t="510094" x="3756025" y="5232400"/>
          <p14:tracePt t="510105" x="3714750" y="5232400"/>
          <p14:tracePt t="510117" x="3598863" y="5218113"/>
          <p14:tracePt t="510128" x="3429000" y="5197475"/>
          <p14:tracePt t="510140" x="3292475" y="5184775"/>
          <p14:tracePt t="510152" x="3101975" y="5164138"/>
          <p14:tracePt t="510162" x="2952750" y="5143500"/>
          <p14:tracePt t="510175" x="2851150" y="5129213"/>
          <p14:tracePt t="510207" x="2809875" y="5129213"/>
          <p14:tracePt t="510210" x="2789238" y="5129213"/>
          <p14:tracePt t="510220" x="2795588" y="5129213"/>
          <p14:tracePt t="510233" x="2836863" y="5143500"/>
          <p14:tracePt t="510243" x="2919413" y="5149850"/>
          <p14:tracePt t="510253" x="3048000" y="5164138"/>
          <p14:tracePt t="510264" x="3190875" y="5184775"/>
          <p14:tracePt t="510274" x="3443288" y="5197475"/>
          <p14:tracePt t="510286" x="3700463" y="5238750"/>
          <p14:tracePt t="510297" x="3851275" y="5259388"/>
          <p14:tracePt t="510309" x="3986213" y="5272088"/>
          <p14:tracePt t="510320" x="4054475" y="5280025"/>
          <p14:tracePt t="510331" x="4062413" y="5280025"/>
          <p14:tracePt t="510353" x="4041775" y="5280025"/>
          <p14:tracePt t="510364" x="3973513" y="5272088"/>
          <p14:tracePt t="510376" x="3871913" y="5259388"/>
          <p14:tracePt t="510388" x="3660775" y="5238750"/>
          <p14:tracePt t="510398" x="3422650" y="5211763"/>
          <p14:tracePt t="510410" x="3252788" y="5184775"/>
          <p14:tracePt t="510421" x="3048000" y="5164138"/>
          <p14:tracePt t="510433" x="2932113" y="5164138"/>
          <p14:tracePt t="510443" x="2871788" y="5149850"/>
          <p14:tracePt t="510455" x="2851150" y="5149850"/>
          <p14:tracePt t="510477" x="2857500" y="5149850"/>
          <p14:tracePt t="510488" x="2890838" y="5164138"/>
          <p14:tracePt t="510500" x="2959100" y="5164138"/>
          <p14:tracePt t="510510" x="3068638" y="5184775"/>
          <p14:tracePt t="510522" x="3232150" y="5191125"/>
          <p14:tracePt t="510535" x="3381375" y="5197475"/>
          <p14:tracePt t="510544" x="3592513" y="5218113"/>
          <p14:tracePt t="510556" x="3762375" y="5238750"/>
          <p14:tracePt t="510567" x="3851275" y="5238750"/>
          <p14:tracePt t="510578" x="3911600" y="5253038"/>
          <p14:tracePt t="510590" x="3932238" y="5253038"/>
          <p14:tracePt t="510612" x="3925888" y="5238750"/>
          <p14:tracePt t="510624" x="3890963" y="5238750"/>
          <p14:tracePt t="510635" x="3803650" y="5238750"/>
          <p14:tracePt t="510645" x="3714750" y="5238750"/>
          <p14:tracePt t="510658" x="3571875" y="5218113"/>
          <p14:tracePt t="510669" x="3422650" y="5211763"/>
          <p14:tracePt t="510679" x="3319463" y="5211763"/>
          <p14:tracePt t="510691" x="3217863" y="5197475"/>
          <p14:tracePt t="510703" x="3170238" y="5197475"/>
          <p14:tracePt t="510713" x="3149600" y="5197475"/>
          <p14:tracePt t="510736" x="3163888" y="5197475"/>
          <p14:tracePt t="510747" x="3190875" y="5197475"/>
          <p14:tracePt t="510758" x="3238500" y="5211763"/>
          <p14:tracePt t="510770" x="3375025" y="5218113"/>
          <p14:tracePt t="510781" x="3565525" y="5238750"/>
          <p14:tracePt t="510793" x="3795713" y="5253038"/>
          <p14:tracePt t="510804" x="3973513" y="5272088"/>
          <p14:tracePt t="510814" x="4176713" y="5292725"/>
          <p14:tracePt t="510826" x="4292600" y="5300663"/>
          <p14:tracePt t="510838" x="4348163" y="5313363"/>
          <p14:tracePt t="510848" x="4375150" y="5313363"/>
          <p14:tracePt t="510871" x="4354513" y="5313363"/>
          <p14:tracePt t="510883" x="4327525" y="5313363"/>
          <p14:tracePt t="510893" x="4224338" y="5300663"/>
          <p14:tracePt t="510905" x="4062413" y="5280025"/>
          <p14:tracePt t="510916" x="3911600" y="5272088"/>
          <p14:tracePt t="510927" x="3721100" y="5238750"/>
          <p14:tracePt t="510938" x="3565525" y="5218113"/>
          <p14:tracePt t="510951" x="3490913" y="5218113"/>
          <p14:tracePt t="510961" x="3429000" y="5211763"/>
          <p14:tracePt t="510972" x="3402013" y="5211763"/>
          <p14:tracePt t="511016" x="3408363" y="5211763"/>
          <p14:tracePt t="511028" x="3429000" y="5211763"/>
          <p14:tracePt t="511039" x="3462338" y="5218113"/>
          <p14:tracePt t="511052" x="3503613" y="5218113"/>
          <p14:tracePt t="511062" x="3544888" y="5232400"/>
          <p14:tracePt t="511074" x="3586163" y="5232400"/>
          <p14:tracePt t="511085" x="3633788" y="5238750"/>
          <p14:tracePt t="511107" x="3694113" y="5238750"/>
          <p14:tracePt t="511119" x="3714750" y="5238750"/>
          <p14:tracePt t="511122" x="3756025" y="5238750"/>
          <p14:tracePt t="511131" x="3776663" y="5238750"/>
          <p14:tracePt t="511144" x="3783013" y="5253038"/>
          <p14:tracePt t="511155" x="3795713" y="5253038"/>
          <p14:tracePt t="511165" x="3803650" y="5253038"/>
          <p14:tracePt t="511177" x="3810000" y="5253038"/>
          <p14:tracePt t="511197" x="3824288" y="5253038"/>
          <p14:tracePt t="511219" x="3830638" y="5253038"/>
          <p14:tracePt t="511253" x="3843338" y="5253038"/>
          <p14:tracePt t="511269" x="3851275" y="5253038"/>
          <p14:tracePt t="511270" x="3863975" y="5253038"/>
          <p14:tracePt t="511287" x="3871913" y="5253038"/>
          <p14:tracePt t="511309" x="3884613" y="5253038"/>
          <p14:tracePt t="511321" x="3890963" y="5253038"/>
          <p14:tracePt t="511333" x="3905250" y="5253038"/>
          <p14:tracePt t="511343" x="3911600" y="5253038"/>
          <p14:tracePt t="511354" x="3932238" y="5253038"/>
          <p14:tracePt t="511367" x="3952875" y="5253038"/>
          <p14:tracePt t="511377" x="3973513" y="5253038"/>
          <p14:tracePt t="511388" x="4000500" y="5253038"/>
          <p14:tracePt t="511401" x="4041775" y="5259388"/>
          <p14:tracePt t="511411" x="4095750" y="5259388"/>
          <p14:tracePt t="511422" x="4137025" y="5259388"/>
          <p14:tracePt t="511434" x="4205288" y="5272088"/>
          <p14:tracePt t="511444" x="4292600" y="5272088"/>
          <p14:tracePt t="511456" x="4367213" y="5272088"/>
          <p14:tracePt t="511467" x="4476750" y="5280025"/>
          <p14:tracePt t="511478" x="4578350" y="5280025"/>
          <p14:tracePt t="511489" x="4687888" y="5292725"/>
          <p14:tracePt t="511501" x="4756150" y="5292725"/>
          <p14:tracePt t="511512" x="4843463" y="5292725"/>
          <p14:tracePt t="511524" x="4905375" y="5292725"/>
          <p14:tracePt t="511535" x="4946650" y="5292725"/>
          <p14:tracePt t="511545" x="4994275" y="5292725"/>
          <p14:tracePt t="511557" x="5033963" y="5292725"/>
          <p14:tracePt t="511569" x="5054600" y="5292725"/>
          <p14:tracePt t="511579" x="5089525" y="5292725"/>
          <p14:tracePt t="511591" x="5110163" y="5292725"/>
          <p14:tracePt t="511603" x="5129213" y="5292725"/>
          <p14:tracePt t="511613" x="5149850" y="5292725"/>
          <p14:tracePt t="511626" x="5176838" y="5292725"/>
          <p14:tracePt t="511637" x="5197475" y="5292725"/>
          <p14:tracePt t="511647" x="5218113" y="5292725"/>
          <p14:tracePt t="511659" x="5245100" y="5292725"/>
          <p14:tracePt t="511670" x="5280025" y="5292725"/>
          <p14:tracePt t="511681" x="5319713" y="5292725"/>
          <p14:tracePt t="511693" x="5348288" y="5292725"/>
          <p14:tracePt t="511704" x="5381625" y="5292725"/>
          <p14:tracePt t="511714" x="5408613" y="5292725"/>
          <p14:tracePt t="511726" x="5429250" y="5280025"/>
          <p14:tracePt t="511738" x="5449888" y="5280025"/>
          <p14:tracePt t="511748" x="5470525" y="5280025"/>
          <p14:tracePt t="511759" x="5497513" y="5280025"/>
          <p14:tracePt t="511771" x="5510213" y="5280025"/>
          <p14:tracePt t="511783" x="5530850" y="5280025"/>
          <p14:tracePt t="511793" x="5551488" y="5280025"/>
          <p14:tracePt t="511805" x="5557838" y="5280025"/>
          <p14:tracePt t="511817" x="5572125" y="5280025"/>
          <p14:tracePt t="511827" x="5578475" y="5280025"/>
          <p14:tracePt t="511838" x="5599113" y="5280025"/>
          <p14:tracePt t="511851" x="5619750" y="5280025"/>
          <p14:tracePt t="511861" x="5646738" y="5280025"/>
          <p14:tracePt t="511872" x="5688013" y="5280025"/>
          <p14:tracePt t="511884" x="5729288" y="5280025"/>
          <p14:tracePt t="511894" x="5768975" y="5280025"/>
          <p14:tracePt t="511906" x="5810250" y="5280025"/>
          <p14:tracePt t="511918" x="5830888" y="5280025"/>
          <p14:tracePt t="511928" x="5857875" y="5280025"/>
          <p14:tracePt t="511939" x="5878513" y="5280025"/>
          <p14:tracePt t="511951" x="5911850" y="5280025"/>
          <p14:tracePt t="511962" x="5919788" y="5280025"/>
          <p14:tracePt t="511973" x="5932488" y="5280025"/>
          <p14:tracePt t="511985" x="5938838" y="5280025"/>
          <p14:tracePt t="511995" x="5953125" y="5280025"/>
          <p14:tracePt t="512018" x="5959475" y="5280025"/>
          <p14:tracePt t="512029" x="5959475" y="5292725"/>
          <p14:tracePt t="512063" x="5973763" y="5292725"/>
          <p14:tracePt t="512085" x="5980113" y="5292725"/>
          <p14:tracePt t="512097" x="5994400" y="5292725"/>
          <p14:tracePt t="512109" x="6000750" y="5292725"/>
          <p14:tracePt t="512120" x="6021388" y="5300663"/>
          <p14:tracePt t="512130" x="6042025" y="5300663"/>
          <p14:tracePt t="512142" x="6069013" y="5300663"/>
          <p14:tracePt t="512154" x="6089650" y="5300663"/>
          <p14:tracePt t="512164" x="6122988" y="5300663"/>
          <p14:tracePt t="512176" x="6164263" y="5300663"/>
          <p14:tracePt t="512188" x="6191250" y="5300663"/>
          <p14:tracePt t="512198" x="6218238" y="5300663"/>
          <p14:tracePt t="512210" x="6259513" y="5300663"/>
          <p14:tracePt t="512221" x="6280150" y="5313363"/>
          <p14:tracePt t="512233" x="6300788" y="5313363"/>
          <p14:tracePt t="512254" x="6259513" y="5300663"/>
          <p14:tracePt t="512626" x="6272213" y="5300663"/>
          <p14:tracePt t="512629" x="6300788" y="5300663"/>
          <p14:tracePt t="512638" x="6375400" y="5300663"/>
          <p14:tracePt t="512653" x="6408738" y="5300663"/>
          <p14:tracePt t="512664" x="6450013" y="5300663"/>
          <p14:tracePt t="512673" x="6470650" y="5300663"/>
          <p14:tracePt t="512683" x="6491288" y="5300663"/>
          <p14:tracePt t="512696" x="6503988" y="5300663"/>
          <p14:tracePt t="512705" x="6510338" y="5300663"/>
          <p14:tracePt t="512716" x="6524625" y="5300663"/>
          <p14:tracePt t="512738" x="6530975" y="5313363"/>
          <p14:tracePt t="512750" x="6545263" y="5313363"/>
          <p14:tracePt t="512762" x="6551613" y="5313363"/>
          <p14:tracePt t="512772" x="6586538" y="5313363"/>
          <p14:tracePt t="512783" x="6619875" y="5319713"/>
          <p14:tracePt t="512796" x="6681788" y="5334000"/>
          <p14:tracePt t="512806" x="6742113" y="5340350"/>
          <p14:tracePt t="512818" x="6831013" y="5340350"/>
          <p14:tracePt t="512829" x="6926263" y="5340350"/>
          <p14:tracePt t="512839" x="7000875" y="5340350"/>
          <p14:tracePt t="512850" x="7054850" y="5334000"/>
          <p14:tracePt t="512863" x="7116763" y="5319713"/>
          <p14:tracePt t="512873" x="7158038" y="5313363"/>
          <p14:tracePt t="512885" x="7177088" y="5300663"/>
          <p14:tracePt t="512897" x="7185025" y="5292725"/>
          <p14:tracePt t="512907" x="7197725" y="5280025"/>
          <p14:tracePt t="512920" x="7205663" y="5272088"/>
          <p14:tracePt t="512941" x="7205663" y="5259388"/>
          <p14:tracePt t="512953" x="7205663" y="5253038"/>
          <p14:tracePt t="512964" x="7197725" y="5238750"/>
          <p14:tracePt t="512974" x="7185025" y="5211763"/>
          <p14:tracePt t="512987" x="7164388" y="5191125"/>
          <p14:tracePt t="512998" x="7143750" y="5164138"/>
          <p14:tracePt t="513008" x="7116763" y="5129213"/>
          <p14:tracePt t="513021" x="7075488" y="5102225"/>
          <p14:tracePt t="513032" x="7021513" y="5062538"/>
          <p14:tracePt t="513042" x="6973888" y="5027613"/>
          <p14:tracePt t="513054" x="6872288" y="5000625"/>
          <p14:tracePt t="513065" x="6756400" y="4959350"/>
          <p14:tracePt t="513076" x="6634163" y="4932363"/>
          <p14:tracePt t="513088" x="6429375" y="4899025"/>
          <p14:tracePt t="513099" x="6218238" y="4872038"/>
          <p14:tracePt t="513109" x="6007100" y="4851400"/>
          <p14:tracePt t="513121" x="5878513" y="4851400"/>
          <p14:tracePt t="513133" x="5708650" y="4851400"/>
          <p14:tracePt t="513143" x="5557838" y="4872038"/>
          <p14:tracePt t="513155" x="5456238" y="4891088"/>
          <p14:tracePt t="513166" x="5348288" y="4919663"/>
          <p14:tracePt t="513178" x="5259388" y="4953000"/>
          <p14:tracePt t="513188" x="5218113" y="4973638"/>
          <p14:tracePt t="513200" x="5191125" y="5000625"/>
          <p14:tracePt t="513212" x="5176838" y="5021263"/>
          <p14:tracePt t="513222" x="5176838" y="5041900"/>
          <p14:tracePt t="513233" x="5197475" y="5048250"/>
          <p14:tracePt t="513246" x="5238750" y="5068888"/>
          <p14:tracePt t="513256" x="5307013" y="5081588"/>
          <p14:tracePt t="513268" x="5367338" y="5081588"/>
          <p14:tracePt t="513280" x="5476875" y="5081588"/>
          <p14:tracePt t="513289" x="5605463" y="5068888"/>
          <p14:tracePt t="513301" x="5729288" y="5048250"/>
          <p14:tracePt t="513312" x="5816600" y="5027613"/>
          <p14:tracePt t="513323" x="5911850" y="5006975"/>
          <p14:tracePt t="513345" x="5959475" y="4979988"/>
          <p14:tracePt t="513349" x="5973763" y="4973638"/>
          <p14:tracePt t="513358" x="5973763" y="4953000"/>
          <p14:tracePt t="513371" x="5953125" y="4938713"/>
          <p14:tracePt t="513383" x="5919788" y="4919663"/>
          <p14:tracePt t="513392" x="5872163" y="4899025"/>
          <p14:tracePt t="513405" x="5795963" y="4891088"/>
          <p14:tracePt t="513415" x="5708650" y="4878388"/>
          <p14:tracePt t="513425" x="5640388" y="4878388"/>
          <p14:tracePt t="513437" x="5551488" y="4878388"/>
          <p14:tracePt t="513448" x="5491163" y="4878388"/>
          <p14:tracePt t="513458" x="5456238" y="4878388"/>
          <p14:tracePt t="513470" x="5435600" y="4891088"/>
          <p14:tracePt t="513514" x="5435600" y="4899025"/>
          <p14:tracePt t="513537" x="5435600" y="4911725"/>
          <p14:tracePt t="513559" x="5449888" y="4911725"/>
          <p14:tracePt t="513570" x="5449888" y="4919663"/>
          <p14:tracePt t="513582" x="5456238" y="4919663"/>
          <p14:tracePt t="513649" x="5470525" y="4919663"/>
          <p14:tracePt t="514504" x="5449888" y="4919663"/>
          <p14:tracePt t="514516" x="5408613" y="4919663"/>
          <p14:tracePt t="514527" x="5381625" y="4919663"/>
          <p14:tracePt t="514539" x="5319713" y="4932363"/>
          <p14:tracePt t="514550" x="5265738" y="4932363"/>
          <p14:tracePt t="514560" x="5197475" y="4932363"/>
          <p14:tracePt t="514954" x="5191125" y="4932363"/>
          <p14:tracePt t="514966" x="5176838" y="4932363"/>
          <p14:tracePt t="514977" x="5157788" y="4932363"/>
          <p14:tracePt t="514989" x="5137150" y="4932363"/>
          <p14:tracePt t="515000" x="5129213" y="4932363"/>
          <p14:tracePt t="515012" x="5110163" y="4932363"/>
          <p14:tracePt t="515022" x="5089525" y="4932363"/>
          <p14:tracePt t="515034" x="5068888" y="4932363"/>
          <p14:tracePt t="515045" x="5033963" y="4932363"/>
          <p14:tracePt t="515055" x="5014913" y="4932363"/>
          <p14:tracePt t="515067" x="4994275" y="4932363"/>
          <p14:tracePt t="515079" x="4979988" y="4932363"/>
          <p14:tracePt t="515089" x="4967288" y="4932363"/>
          <p14:tracePt t="515101" x="4946650" y="4932363"/>
          <p14:tracePt t="515123" x="4938713" y="4938713"/>
          <p14:tracePt t="515135" x="4926013" y="4938713"/>
          <p14:tracePt t="515147" x="4919663" y="4938713"/>
          <p14:tracePt t="515157" x="4905375" y="4953000"/>
          <p14:tracePt t="515170" x="4899025" y="4953000"/>
          <p14:tracePt t="515181" x="4884738" y="4959350"/>
          <p14:tracePt t="515190" x="4878388" y="4973638"/>
          <p14:tracePt t="515203" x="4864100" y="4979988"/>
          <p14:tracePt t="515214" x="4857750" y="4979988"/>
          <p14:tracePt t="515224" x="4843463" y="4986338"/>
          <p14:tracePt t="515237" x="4837113" y="4986338"/>
          <p14:tracePt t="515248" x="4837113" y="5000625"/>
          <p14:tracePt t="515258" x="4824413" y="5000625"/>
          <p14:tracePt t="515292" x="4824413" y="5006975"/>
          <p14:tracePt t="515348" x="4824413" y="5021263"/>
          <p14:tracePt t="515832" x="4837113" y="5021263"/>
          <p14:tracePt t="515844" x="4837113" y="5006975"/>
          <p14:tracePt t="515854" x="4843463" y="4986338"/>
          <p14:tracePt t="515866" x="4843463" y="4959350"/>
          <p14:tracePt t="515877" x="4843463" y="4891088"/>
          <p14:tracePt t="515888" x="4837113" y="4816475"/>
          <p14:tracePt t="515900" x="4837113" y="4708525"/>
          <p14:tracePt t="515911" x="4824413" y="4605338"/>
          <p14:tracePt t="515922" x="4816475" y="4557713"/>
          <p14:tracePt t="515934" x="4803775" y="4510088"/>
          <p14:tracePt t="515945" x="4795838" y="4491038"/>
          <p14:tracePt t="515956" x="4789488" y="4491038"/>
          <p14:tracePt t="515968" x="4776788" y="4476750"/>
          <p14:tracePt t="515979" x="4768850" y="4470400"/>
          <p14:tracePt t="515990" x="4729163" y="4470400"/>
          <p14:tracePt t="516056" x="4708525" y="4470400"/>
          <p14:tracePt t="516349" x="4714875" y="4476750"/>
          <p14:tracePt t="516360" x="4735513" y="4497388"/>
          <p14:tracePt t="516373" x="4776788" y="4510088"/>
          <p14:tracePt t="516383" x="4789488" y="4510088"/>
          <p14:tracePt t="516395" x="4795838" y="4510088"/>
          <p14:tracePt t="516406" x="4803775" y="4497388"/>
          <p14:tracePt t="516418" x="4816475" y="4476750"/>
          <p14:tracePt t="516429" x="4837113" y="4456113"/>
          <p14:tracePt t="516440" x="4857750" y="4414838"/>
          <p14:tracePt t="516452" x="4884738" y="4340225"/>
          <p14:tracePt t="516463" x="4938713" y="4205288"/>
          <p14:tracePt t="516495" x="4994275" y="4075113"/>
          <p14:tracePt t="516500" x="5095875" y="3836988"/>
          <p14:tracePt t="516510" x="5340350" y="3286125"/>
          <p14:tracePt t="516523" x="5470525" y="2905125"/>
          <p14:tracePt t="516532" x="5592763" y="2557463"/>
          <p14:tracePt t="516543" x="5681663" y="2286000"/>
          <p14:tracePt t="516555" x="5729288" y="2136775"/>
          <p14:tracePt t="516564" x="5768975" y="1985963"/>
          <p14:tracePt t="516576" x="5789613" y="1878013"/>
          <p14:tracePt t="516587" x="5795963" y="1816100"/>
          <p14:tracePt t="516597" x="5795963" y="1768475"/>
          <p14:tracePt t="516609" x="5789613" y="1735138"/>
          <p14:tracePt t="516621" x="5783263" y="1728788"/>
          <p14:tracePt t="516631" x="5768975" y="1708150"/>
          <p14:tracePt t="516643" x="5741988" y="1693863"/>
          <p14:tracePt t="516655" x="5729288" y="1693863"/>
          <p14:tracePt t="516664" x="5721350" y="1693863"/>
          <p14:tracePt t="516676" x="5708650" y="1693863"/>
          <p14:tracePt t="516688" x="5700713" y="1693863"/>
          <p14:tracePt t="516698" x="5688013" y="1687513"/>
          <p14:tracePt t="516710" x="5681663" y="1687513"/>
          <p14:tracePt t="516722" x="5661025" y="1687513"/>
          <p14:tracePt t="516732" x="5626100" y="1687513"/>
          <p14:tracePt t="516744" x="5599113" y="1673225"/>
          <p14:tracePt t="516756" x="5557838" y="1673225"/>
          <p14:tracePt t="516766" x="5510213" y="1673225"/>
          <p14:tracePt t="516778" x="5456238" y="1673225"/>
          <p14:tracePt t="516789" x="5414963" y="1673225"/>
          <p14:tracePt t="516802" x="5367338" y="1673225"/>
          <p14:tracePt t="516812" x="5319713" y="1687513"/>
          <p14:tracePt t="516823" x="5280025" y="1687513"/>
          <p14:tracePt t="516833" x="5238750" y="1693863"/>
          <p14:tracePt t="516846" x="5197475" y="1708150"/>
          <p14:tracePt t="516857" x="5191125" y="1714500"/>
          <p14:tracePt t="516868" x="5170488" y="1728788"/>
          <p14:tracePt t="516889" x="5157788" y="1728788"/>
          <p14:tracePt t="516902" x="5157788" y="1735138"/>
          <p14:tracePt t="516912" x="5149850" y="1735138"/>
          <p14:tracePt t="516924" x="5149850" y="1747838"/>
          <p14:tracePt t="516945" x="5137150" y="1747838"/>
          <p14:tracePt t="516969" x="5129213" y="1755775"/>
          <p14:tracePt t="516980" x="5116513" y="1755775"/>
          <p14:tracePt t="517002" x="5110163" y="1755775"/>
          <p14:tracePt t="517016" x="5095875" y="1755775"/>
          <p14:tracePt t="517027" x="5089525" y="1755775"/>
          <p14:tracePt t="517038" x="5075238" y="1755775"/>
          <p14:tracePt t="517048" x="5054600" y="1755775"/>
          <p14:tracePt t="517060" x="5033963" y="1755775"/>
          <p14:tracePt t="517071" x="5027613" y="1755775"/>
          <p14:tracePt t="517080" x="5014913" y="1755775"/>
          <p14:tracePt t="517092" x="5006975" y="1768475"/>
          <p14:tracePt t="517104" x="4986338" y="1776413"/>
          <p14:tracePt t="517114" x="4959350" y="1830388"/>
          <p14:tracePt t="517127" x="4919663" y="1878013"/>
          <p14:tracePt t="517139" x="4878388" y="1979613"/>
          <p14:tracePt t="517149" x="4857750" y="2074863"/>
          <p14:tracePt t="517161" x="4843463" y="2149475"/>
          <p14:tracePt t="517173" x="4843463" y="2190750"/>
          <p14:tracePt t="517193" x="4843463" y="2217738"/>
          <p14:tracePt t="517198" x="4843463" y="2232025"/>
          <p14:tracePt t="517220" x="4843463" y="2238375"/>
          <p14:tracePt t="517229" x="4864100" y="2238375"/>
          <p14:tracePt t="517240" x="4884738" y="2238375"/>
          <p14:tracePt t="517249" x="4905375" y="2232025"/>
          <p14:tracePt t="517262" x="4959350" y="2217738"/>
          <p14:tracePt t="517273" x="5006975" y="2197100"/>
          <p14:tracePt t="517283" x="5048250" y="2170113"/>
          <p14:tracePt t="517295" x="5116513" y="2136775"/>
          <p14:tracePt t="517307" x="5176838" y="2089150"/>
          <p14:tracePt t="517317" x="5238750" y="2041525"/>
          <p14:tracePt t="517329" x="5286375" y="1985963"/>
          <p14:tracePt t="517341" x="5319713" y="1925638"/>
          <p14:tracePt t="517352" x="5319713" y="1878013"/>
          <p14:tracePt t="517362" x="5307013" y="1836738"/>
          <p14:tracePt t="517374" x="5280025" y="1795463"/>
          <p14:tracePt t="517386" x="5238750" y="1755775"/>
          <p14:tracePt t="517396" x="5191125" y="1735138"/>
          <p14:tracePt t="517408" x="5110163" y="1714500"/>
          <p14:tracePt t="517419" x="4986338" y="1714500"/>
          <p14:tracePt t="517429" x="4864100" y="1728788"/>
          <p14:tracePt t="517441" x="4776788" y="1755775"/>
          <p14:tracePt t="517453" x="4667250" y="1809750"/>
          <p14:tracePt t="517463" x="4578350" y="1871663"/>
          <p14:tracePt t="517476" x="4518025" y="1919288"/>
          <p14:tracePt t="517488" x="4456113" y="1985963"/>
          <p14:tracePt t="517498" x="4414838" y="2027238"/>
          <p14:tracePt t="517509" x="4402138" y="2068513"/>
          <p14:tracePt t="517542" x="4402138" y="2089150"/>
          <p14:tracePt t="517545" x="4402138" y="2116138"/>
          <p14:tracePt t="517556" x="4435475" y="2149475"/>
          <p14:tracePt t="517569" x="4476750" y="2170113"/>
          <p14:tracePt t="517579" x="4524375" y="2176463"/>
          <p14:tracePt t="517590" x="4578350" y="2190750"/>
          <p14:tracePt t="517599" x="4625975" y="2197100"/>
          <p14:tracePt t="517612" x="4708525" y="2197100"/>
          <p14:tracePt t="517623" x="4789488" y="2197100"/>
          <p14:tracePt t="517632" x="4857750" y="2190750"/>
          <p14:tracePt t="517644" x="4938713" y="2157413"/>
          <p14:tracePt t="517655" x="4986338" y="2109788"/>
          <p14:tracePt t="517666" x="5014913" y="2074863"/>
          <p14:tracePt t="517678" x="5033963" y="2020888"/>
          <p14:tracePt t="517689" x="5033963" y="1958975"/>
          <p14:tracePt t="517699" x="5027613" y="1905000"/>
          <p14:tracePt t="517711" x="5006975" y="1871663"/>
          <p14:tracePt t="517723" x="4967288" y="1830388"/>
          <p14:tracePt t="517733" x="4926013" y="1809750"/>
          <p14:tracePt t="517745" x="4884738" y="1795463"/>
          <p14:tracePt t="517757" x="4824413" y="1789113"/>
          <p14:tracePt t="517767" x="4776788" y="1776413"/>
          <p14:tracePt t="517779" x="4729163" y="1789113"/>
          <p14:tracePt t="517790" x="4694238" y="1789113"/>
          <p14:tracePt t="517802" x="4652963" y="1809750"/>
          <p14:tracePt t="517812" x="4613275" y="1836738"/>
          <p14:tracePt t="517824" x="4586288" y="1871663"/>
          <p14:tracePt t="517836" x="4557713" y="1925638"/>
          <p14:tracePt t="517846" x="4524375" y="1979613"/>
          <p14:tracePt t="517857" x="4524375" y="2020888"/>
          <p14:tracePt t="517869" x="4524375" y="2047875"/>
          <p14:tracePt t="517879" x="4524375" y="2074863"/>
          <p14:tracePt t="517891" x="4538663" y="2095500"/>
          <p14:tracePt t="517903" x="4545013" y="2116138"/>
          <p14:tracePt t="517913" x="4557713" y="2136775"/>
          <p14:tracePt t="517926" x="4565650" y="2149475"/>
          <p14:tracePt t="517937" x="4578350" y="2157413"/>
          <p14:tracePt t="517947" x="4586288" y="2176463"/>
          <p14:tracePt t="517960" x="4605338" y="2190750"/>
          <p14:tracePt t="517972" x="4613275" y="2197100"/>
          <p14:tracePt t="517981" x="4625975" y="2217738"/>
          <p14:tracePt t="517994" x="4633913" y="2217738"/>
          <p14:tracePt t="518004" x="4646613" y="2232025"/>
          <p14:tracePt t="518014" x="4652963" y="2238375"/>
          <p14:tracePt t="518026" x="4667250" y="2252663"/>
          <p14:tracePt t="518038" x="4687888" y="2252663"/>
          <p14:tracePt t="518048" x="4708525" y="2259013"/>
          <p14:tracePt t="518061" x="4714875" y="2259013"/>
          <p14:tracePt t="518072" x="4729163" y="2259013"/>
          <p14:tracePt t="518082" x="4735513" y="2259013"/>
          <p14:tracePt t="518094" x="4748213" y="2259013"/>
          <p14:tracePt t="518105" x="4756150" y="2259013"/>
          <p14:tracePt t="518116" x="4776788" y="2252663"/>
          <p14:tracePt t="518138" x="4789488" y="2238375"/>
          <p14:tracePt t="518149" x="4795838" y="2238375"/>
          <p14:tracePt t="518161" x="4803775" y="2232025"/>
          <p14:tracePt t="518173" x="4816475" y="2232025"/>
          <p14:tracePt t="518194" x="4824413" y="2232025"/>
          <p14:tracePt t="518250" x="4824413" y="2238375"/>
          <p14:tracePt t="518273" x="4824413" y="2252663"/>
          <p14:tracePt t="518286" x="4816475" y="2252663"/>
          <p14:tracePt t="518351" x="4816475" y="2238375"/>
          <p14:tracePt t="518363" x="4824413" y="2232025"/>
          <p14:tracePt t="518374" x="4837113" y="2211388"/>
          <p14:tracePt t="518387" x="4837113" y="2197100"/>
          <p14:tracePt t="518397" x="4843463" y="2190750"/>
          <p14:tracePt t="518408" x="4857750" y="2176463"/>
          <p14:tracePt t="518421" x="4857750" y="2170113"/>
          <p14:tracePt t="518431" x="4857750" y="2157413"/>
          <p14:tracePt t="518487" x="4857750" y="2170113"/>
          <p14:tracePt t="518498" x="4864100" y="2190750"/>
          <p14:tracePt t="518510" x="4864100" y="2211388"/>
          <p14:tracePt t="518522" x="4878388" y="2232025"/>
          <p14:tracePt t="518532" x="4878388" y="2238375"/>
          <p14:tracePt t="518544" x="4878388" y="2259013"/>
          <p14:tracePt t="518556" x="4878388" y="2271713"/>
          <p14:tracePt t="518565" x="4884738" y="2279650"/>
          <p14:tracePt t="518678" x="4905375" y="2271713"/>
          <p14:tracePt t="518690" x="4919663" y="2271713"/>
          <p14:tracePt t="518701" x="4946650" y="2252663"/>
          <p14:tracePt t="518713" x="4967288" y="2238375"/>
          <p14:tracePt t="518725" x="5006975" y="2217738"/>
          <p14:tracePt t="518735" x="5048250" y="2197100"/>
          <p14:tracePt t="518746" x="5068888" y="2190750"/>
          <p14:tracePt t="518758" x="5089525" y="2176463"/>
          <p14:tracePt t="518769" x="5095875" y="2176463"/>
          <p14:tracePt t="518780" x="5110163" y="2170113"/>
          <p14:tracePt t="518792" x="5110163" y="2157413"/>
          <p14:tracePt t="518802" x="5110163" y="2149475"/>
          <p14:tracePt t="518813" x="5110163" y="2136775"/>
          <p14:tracePt t="518827" x="5110163" y="2116138"/>
          <p14:tracePt t="518836" x="5116513" y="2095500"/>
          <p14:tracePt t="518848" x="5116513" y="2074863"/>
          <p14:tracePt t="518859" x="5116513" y="2047875"/>
          <p14:tracePt t="518869" x="5110163" y="2027238"/>
          <p14:tracePt t="518882" x="5089525" y="2000250"/>
          <p14:tracePt t="518894" x="5068888" y="1966913"/>
          <p14:tracePt t="518903" x="5048250" y="1946275"/>
          <p14:tracePt t="518915" x="5014913" y="1938338"/>
          <p14:tracePt t="518926" x="4986338" y="1925638"/>
          <p14:tracePt t="518937" x="4967288" y="1925638"/>
          <p14:tracePt t="518949" x="4938713" y="1925638"/>
          <p14:tracePt t="518962" x="4919663" y="1938338"/>
          <p14:tracePt t="518972" x="4878388" y="1958975"/>
          <p14:tracePt t="518984" x="4843463" y="1985963"/>
          <p14:tracePt t="518995" x="4795838" y="2041525"/>
          <p14:tracePt t="519005" x="4735513" y="2109788"/>
          <p14:tracePt t="519016" x="4694238" y="2170113"/>
          <p14:tracePt t="519027" x="4667250" y="2238375"/>
          <p14:tracePt t="519038" x="4646613" y="2300288"/>
          <p14:tracePt t="519050" x="4646613" y="2347913"/>
          <p14:tracePt t="519062" x="4652963" y="2366963"/>
          <p14:tracePt t="519073" x="4673600" y="2401888"/>
          <p14:tracePt t="519084" x="4694238" y="2408238"/>
          <p14:tracePt t="519095" x="4714875" y="2408238"/>
          <p14:tracePt t="519106" x="4748213" y="2408238"/>
          <p14:tracePt t="519118" x="4789488" y="2401888"/>
          <p14:tracePt t="519130" x="4824413" y="2381250"/>
          <p14:tracePt t="519141" x="4857750" y="2347913"/>
          <p14:tracePt t="519152" x="4905375" y="2286000"/>
          <p14:tracePt t="519163" x="4946650" y="2232025"/>
          <p14:tracePt t="519174" x="4986338" y="2170113"/>
          <p14:tracePt t="519185" x="5014913" y="2089150"/>
          <p14:tracePt t="519197" x="5027613" y="2020888"/>
          <p14:tracePt t="519208" x="5027613" y="1979613"/>
          <p14:tracePt t="519218" x="5014913" y="1925638"/>
          <p14:tracePt t="519230" x="4994275" y="1898650"/>
          <p14:tracePt t="519242" x="4967288" y="1878013"/>
          <p14:tracePt t="519252" x="4946650" y="1871663"/>
          <p14:tracePt t="519263" x="4905375" y="1857375"/>
          <p14:tracePt t="519275" x="4864100" y="1857375"/>
          <p14:tracePt t="519286" x="4824413" y="1871663"/>
          <p14:tracePt t="519297" x="4776788" y="1884363"/>
          <p14:tracePt t="519309" x="4714875" y="1925638"/>
          <p14:tracePt t="519319" x="4646613" y="1979613"/>
          <p14:tracePt t="519332" x="4605338" y="2020888"/>
          <p14:tracePt t="519343" x="4565650" y="2068513"/>
          <p14:tracePt t="519353" x="4538663" y="2109788"/>
          <p14:tracePt t="519366" x="4524375" y="2128838"/>
          <p14:tracePt t="519377" x="4518025" y="2157413"/>
          <p14:tracePt t="519387" x="4518025" y="2190750"/>
          <p14:tracePt t="519399" x="4524375" y="2211388"/>
          <p14:tracePt t="519411" x="4545013" y="2232025"/>
          <p14:tracePt t="519421" x="4578350" y="2238375"/>
          <p14:tracePt t="519433" x="4613275" y="2259013"/>
          <p14:tracePt t="519444" x="4633913" y="2259013"/>
          <p14:tracePt t="519454" x="4673600" y="2259013"/>
          <p14:tracePt t="519467" x="4708525" y="2259013"/>
          <p14:tracePt t="519478" x="4748213" y="2259013"/>
          <p14:tracePt t="519488" x="4795838" y="2252663"/>
          <p14:tracePt t="519501" x="4864100" y="2232025"/>
          <p14:tracePt t="519512" x="4946650" y="2190750"/>
          <p14:tracePt t="519522" x="5006975" y="2157413"/>
          <p14:tracePt t="519534" x="5075238" y="2109788"/>
          <p14:tracePt t="519545" x="5129213" y="2047875"/>
          <p14:tracePt t="519556" x="5157788" y="2020888"/>
          <p14:tracePt t="519568" x="5176838" y="1979613"/>
          <p14:tracePt t="519580" x="5191125" y="1938338"/>
          <p14:tracePt t="519589" x="5176838" y="1905000"/>
          <p14:tracePt t="519601" x="5176838" y="1884363"/>
          <p14:tracePt t="519613" x="5157788" y="1871663"/>
          <p14:tracePt t="519634" x="5129213" y="1857375"/>
          <p14:tracePt t="519635" x="5095875" y="1851025"/>
          <p14:tracePt t="519647" x="5054600" y="1836738"/>
          <p14:tracePt t="519658" x="5006975" y="1836738"/>
          <p14:tracePt t="519668" x="4959350" y="1836738"/>
          <p14:tracePt t="519680" x="4905375" y="1836738"/>
          <p14:tracePt t="519692" x="4843463" y="1857375"/>
          <p14:tracePt t="519702" x="4776788" y="1898650"/>
          <p14:tracePt t="519714" x="4714875" y="1925638"/>
          <p14:tracePt t="519726" x="4652963" y="1979613"/>
          <p14:tracePt t="519736" x="4605338" y="2041525"/>
          <p14:tracePt t="519747" x="4578350" y="2074863"/>
          <p14:tracePt t="519759" x="4545013" y="2116138"/>
          <p14:tracePt t="519770" x="4538663" y="2149475"/>
          <p14:tracePt t="519783" x="4538663" y="2170113"/>
          <p14:tracePt t="519794" x="4538663" y="2176463"/>
          <p14:tracePt t="519804" x="4545013" y="2190750"/>
          <p14:tracePt t="519817" x="4557713" y="2197100"/>
          <p14:tracePt t="519829" x="4565650" y="2211388"/>
          <p14:tracePt t="519841" x="4598988" y="2217738"/>
          <p14:tracePt t="519851" x="4633913" y="2217738"/>
          <p14:tracePt t="519862" x="4687888" y="2217738"/>
          <p14:tracePt t="519872" x="4735513" y="2217738"/>
          <p14:tracePt t="519884" x="4803775" y="2217738"/>
          <p14:tracePt t="519895" x="4884738" y="2211388"/>
          <p14:tracePt t="519905" x="4946650" y="2190750"/>
          <p14:tracePt t="519917" x="5048250" y="2157413"/>
          <p14:tracePt t="519928" x="5137150" y="2116138"/>
          <p14:tracePt t="519938" x="5176838" y="2089150"/>
          <p14:tracePt t="519951" x="5238750" y="2041525"/>
          <p14:tracePt t="519962" x="5265738" y="1979613"/>
          <p14:tracePt t="519972" x="5280025" y="1938338"/>
          <p14:tracePt t="519984" x="5280025" y="1905000"/>
          <p14:tracePt t="519996" x="5265738" y="1871663"/>
          <p14:tracePt t="520005" x="5245100" y="1836738"/>
          <p14:tracePt t="520018" x="5224463" y="1816100"/>
          <p14:tracePt t="520029" x="5191125" y="1795463"/>
          <p14:tracePt t="520039" x="5149850" y="1789113"/>
          <p14:tracePt t="520052" x="5110163" y="1768475"/>
          <p14:tracePt t="520063" x="5075238" y="1768475"/>
          <p14:tracePt t="520074" x="5027613" y="1768475"/>
          <p14:tracePt t="520085" x="4979988" y="1768475"/>
          <p14:tracePt t="520096" x="4946650" y="1776413"/>
          <p14:tracePt t="520108" x="4899025" y="1795463"/>
          <p14:tracePt t="520118" x="4837113" y="1830388"/>
          <p14:tracePt t="520130" x="4776788" y="1878013"/>
          <p14:tracePt t="520142" x="4735513" y="1919288"/>
          <p14:tracePt t="520152" x="4694238" y="1979613"/>
          <p14:tracePt t="520165" x="4652963" y="2027238"/>
          <p14:tracePt t="520176" x="4646613" y="2062163"/>
          <p14:tracePt t="520186" x="4625975" y="2095500"/>
          <p14:tracePt t="520199" x="4625975" y="2128838"/>
          <p14:tracePt t="520210" x="4633913" y="2149475"/>
          <p14:tracePt t="520221" x="4646613" y="2176463"/>
          <p14:tracePt t="520234" x="4667250" y="2197100"/>
          <p14:tracePt t="520247" x="4687888" y="2217738"/>
          <p14:tracePt t="520256" x="4694238" y="2232025"/>
          <p14:tracePt t="520268" x="4714875" y="2252663"/>
          <p14:tracePt t="520281" x="4735513" y="2259013"/>
          <p14:tracePt t="520293" x="4756150" y="2259013"/>
          <p14:tracePt t="520301" x="4776788" y="2271713"/>
          <p14:tracePt t="520314" x="4795838" y="2271713"/>
          <p14:tracePt t="520324" x="4824413" y="2271713"/>
          <p14:tracePt t="520335" x="4837113" y="2271713"/>
          <p14:tracePt t="520347" x="4864100" y="2259013"/>
          <p14:tracePt t="520358" x="4884738" y="2238375"/>
          <p14:tracePt t="520369" x="4919663" y="2232025"/>
          <p14:tracePt t="520379" x="4938713" y="2197100"/>
          <p14:tracePt t="520392" x="4967288" y="2170113"/>
          <p14:tracePt t="520402" x="4979988" y="2136775"/>
          <p14:tracePt t="520411" x="4986338" y="2116138"/>
          <p14:tracePt t="520424" x="4994275" y="2089150"/>
          <p14:tracePt t="520435" x="5006975" y="2068513"/>
          <p14:tracePt t="520446" x="5006975" y="2062163"/>
          <p14:tracePt t="520456" x="5014913" y="2041525"/>
          <p14:tracePt t="520468" x="5014913" y="2027238"/>
          <p14:tracePt t="520480" x="5014913" y="2006600"/>
          <p14:tracePt t="520489" x="5027613" y="2006600"/>
          <p14:tracePt t="520501" x="5027613" y="2000250"/>
          <p14:tracePt t="520512" x="5027613" y="1985963"/>
          <p14:tracePt t="520556" x="5014913" y="1985963"/>
          <p14:tracePt t="520579" x="5014913" y="1979613"/>
          <p14:tracePt t="520592" x="5006975" y="1985963"/>
          <p14:tracePt t="520613" x="4994275" y="2000250"/>
          <p14:tracePt t="520626" x="4986338" y="2006600"/>
          <p14:tracePt t="520636" x="4979988" y="2020888"/>
          <p14:tracePt t="520648" x="4967288" y="2047875"/>
          <p14:tracePt t="520660" x="4959350" y="2062163"/>
          <p14:tracePt t="520691" x="4959350" y="2074863"/>
          <p14:tracePt t="520697" x="4967288" y="2074863"/>
          <p14:tracePt t="520706" x="4979988" y="2089150"/>
          <p14:tracePt t="520710" x="4994275" y="2089150"/>
          <p14:tracePt t="520716" x="5027613" y="2089150"/>
          <p14:tracePt t="520729" x="5054600" y="2074863"/>
          <p14:tracePt t="520738" x="5089525" y="2068513"/>
          <p14:tracePt t="520750" x="5095875" y="2047875"/>
          <p14:tracePt t="520762" x="5116513" y="2027238"/>
          <p14:tracePt t="520771" x="5129213" y="2000250"/>
          <p14:tracePt t="520784" x="5129213" y="1966913"/>
          <p14:tracePt t="520795" x="5116513" y="1946275"/>
          <p14:tracePt t="520804" x="5095875" y="1919288"/>
          <p14:tracePt t="520817" x="5075238" y="1884363"/>
          <p14:tracePt t="520828" x="5054600" y="1878013"/>
          <p14:tracePt t="520838" x="5014913" y="1871663"/>
          <p14:tracePt t="520851" x="4979988" y="1871663"/>
          <p14:tracePt t="520862" x="4938713" y="1871663"/>
          <p14:tracePt t="520872" x="4905375" y="1884363"/>
          <p14:tracePt t="520883" x="4878388" y="1905000"/>
          <p14:tracePt t="520895" x="4843463" y="1946275"/>
          <p14:tracePt t="520906" x="4824413" y="1979613"/>
          <p14:tracePt t="520918" x="4816475" y="2027238"/>
          <p14:tracePt t="520929" x="4803775" y="2062163"/>
          <p14:tracePt t="520939" x="4803775" y="2089150"/>
          <p14:tracePt t="520951" x="4803775" y="2109788"/>
          <p14:tracePt t="520964" x="4803775" y="2116138"/>
          <p14:tracePt t="520974" x="4816475" y="2128838"/>
          <p14:tracePt t="521062" x="4816475" y="2116138"/>
          <p14:tracePt t="521075" x="4803775" y="2116138"/>
          <p14:tracePt t="521085" x="4803775" y="2109788"/>
          <p14:tracePt t="521119" x="4803775" y="2116138"/>
          <p14:tracePt t="521131" x="4795838" y="2136775"/>
          <p14:tracePt t="521143" x="4789488" y="2190750"/>
          <p14:tracePt t="521153" x="4768850" y="2319338"/>
          <p14:tracePt t="521165" x="4756150" y="2557463"/>
          <p14:tracePt t="521177" x="4768850" y="2809875"/>
          <p14:tracePt t="521187" x="4843463" y="3252788"/>
          <p14:tracePt t="521199" x="4986338" y="3729038"/>
          <p14:tracePt t="521210" x="5157788" y="4157663"/>
          <p14:tracePt t="521220" x="5245100" y="4408488"/>
          <p14:tracePt t="521232" x="5360988" y="4687888"/>
          <p14:tracePt t="521244" x="5429250" y="4878388"/>
          <p14:tracePt t="521254" x="5456238" y="4979988"/>
          <p14:tracePt t="521267" x="5491163" y="5068888"/>
          <p14:tracePt t="521278" x="5491163" y="5122863"/>
          <p14:tracePt t="521288" x="5491163" y="5143500"/>
          <p14:tracePt t="521300" x="5470525" y="5143500"/>
          <p14:tracePt t="521312" x="5429250" y="5129213"/>
          <p14:tracePt t="521323" x="5381625" y="5110163"/>
          <p14:tracePt t="521334" x="5327650" y="5081588"/>
          <p14:tracePt t="521356" x="5265738" y="5041900"/>
          <p14:tracePt t="521361" x="5218113" y="5006975"/>
          <p14:tracePt t="521370" x="5176838" y="4986338"/>
          <p14:tracePt t="521380" x="5129213" y="4973638"/>
          <p14:tracePt t="521393" x="5068888" y="4938713"/>
          <p14:tracePt t="521403" x="5014913" y="4932363"/>
          <p14:tracePt t="521414" x="4967288" y="4919663"/>
          <p14:tracePt t="521423" x="4926013" y="4919663"/>
          <p14:tracePt t="521435" x="4884738" y="4932363"/>
          <p14:tracePt t="521446" x="4857750" y="4953000"/>
          <p14:tracePt t="521457" x="4824413" y="4979988"/>
          <p14:tracePt t="521469" x="4789488" y="5006975"/>
          <p14:tracePt t="521483" x="4756150" y="5027613"/>
          <p14:tracePt t="521494" x="4748213" y="5041900"/>
          <p14:tracePt t="521504" x="4729163" y="5048250"/>
          <p14:tracePt t="521514" x="4714875" y="5048250"/>
          <p14:tracePt t="521558" x="4714875" y="5041900"/>
          <p14:tracePt t="521569" x="4729163" y="5021263"/>
          <p14:tracePt t="521581" x="4729163" y="4986338"/>
          <p14:tracePt t="521593" x="4729163" y="4973638"/>
          <p14:tracePt t="521603" x="4729163" y="4953000"/>
          <p14:tracePt t="521614" x="4708525" y="4938713"/>
          <p14:tracePt t="521627" x="4673600" y="4938713"/>
          <p14:tracePt t="521637" x="4633913" y="4953000"/>
          <p14:tracePt t="521649" x="4598988" y="4973638"/>
          <p14:tracePt t="521661" x="4545013" y="5006975"/>
          <p14:tracePt t="521671" x="4518025" y="5041900"/>
          <p14:tracePt t="521683" x="4518025" y="5048250"/>
          <p14:tracePt t="521694" x="4503738" y="5068888"/>
          <p14:tracePt t="521704" x="4503738" y="5081588"/>
          <p14:tracePt t="521738" x="4518025" y="5081588"/>
          <p14:tracePt t="521744" x="4538663" y="5089525"/>
          <p14:tracePt t="521752" x="4586288" y="5089525"/>
          <p14:tracePt t="521763" x="4625975" y="5081588"/>
          <p14:tracePt t="521774" x="4646613" y="5068888"/>
          <p14:tracePt t="521785" x="4667250" y="5062538"/>
          <p14:tracePt t="521797" x="4667250" y="5048250"/>
          <p14:tracePt t="521806" x="4667250" y="5027613"/>
          <p14:tracePt t="521817" x="4646613" y="5006975"/>
          <p14:tracePt t="521829" x="4613275" y="5006975"/>
          <p14:tracePt t="521839" x="4586288" y="5000625"/>
          <p14:tracePt t="521852" x="4565650" y="5000625"/>
          <p14:tracePt t="521873" x="4557713" y="5000625"/>
          <p14:tracePt t="521884" x="4557713" y="5006975"/>
          <p14:tracePt t="521940" x="4565650" y="5006975"/>
          <p14:tracePt t="522008" x="4565650" y="5021263"/>
          <p14:tracePt t="522030" x="4578350" y="5021263"/>
          <p14:tracePt t="522053" x="4586288" y="5021263"/>
          <p14:tracePt t="522075" x="4605338" y="5021263"/>
          <p14:tracePt t="522087" x="4613275" y="5027613"/>
          <p14:tracePt t="522098" x="4633913" y="5027613"/>
          <p14:tracePt t="522110" x="4667250" y="5027613"/>
          <p14:tracePt t="522120" x="4708525" y="5027613"/>
          <p14:tracePt t="522132" x="4748213" y="5021263"/>
          <p14:tracePt t="522144" x="4789488" y="5021263"/>
          <p14:tracePt t="522154" x="4824413" y="5021263"/>
          <p14:tracePt t="522166" x="4864100" y="5006975"/>
          <p14:tracePt t="522178" x="4899025" y="5006975"/>
          <p14:tracePt t="522188" x="4926013" y="5006975"/>
          <p14:tracePt t="522200" x="4979988" y="5021263"/>
          <p14:tracePt t="522212" x="5014913" y="5027613"/>
          <p14:tracePt t="522222" x="5054600" y="5048250"/>
          <p14:tracePt t="522234" x="5137150" y="5081588"/>
          <p14:tracePt t="522245" x="5224463" y="5110163"/>
          <p14:tracePt t="522256" x="5307013" y="5129213"/>
          <p14:tracePt t="522268" x="5429250" y="5164138"/>
          <p14:tracePt t="522280" x="5557838" y="5191125"/>
          <p14:tracePt t="522290" x="5688013" y="5218113"/>
          <p14:tracePt t="522302" x="5783263" y="5238750"/>
          <p14:tracePt t="522313" x="5857875" y="5253038"/>
          <p14:tracePt t="522323" x="5919788" y="5259388"/>
          <p14:tracePt t="522336" x="5959475" y="5259388"/>
          <p14:tracePt t="522347" x="5994400" y="5272088"/>
          <p14:tracePt t="522357" x="6007100" y="5259388"/>
          <p14:tracePt t="522369" x="6021388" y="5259388"/>
          <p14:tracePt t="522380" x="6027738" y="5259388"/>
          <p14:tracePt t="522390" x="6048375" y="5238750"/>
          <p14:tracePt t="522403" x="6062663" y="5232400"/>
          <p14:tracePt t="522414" x="6081713" y="5211763"/>
          <p14:tracePt t="522425" x="6089650" y="5191125"/>
          <p14:tracePt t="522436" x="6110288" y="5170488"/>
          <p14:tracePt t="522448" x="6122988" y="5164138"/>
          <p14:tracePt t="522460" x="6143625" y="5143500"/>
          <p14:tracePt t="522470" x="6164263" y="5129213"/>
          <p14:tracePt t="522481" x="6184900" y="5122863"/>
          <p14:tracePt t="522493" x="6191250" y="5122863"/>
          <p14:tracePt t="522503" x="6197600" y="5110163"/>
          <p14:tracePt t="522548" x="6197600" y="5102225"/>
          <p14:tracePt t="522560" x="6197600" y="5089525"/>
          <p14:tracePt t="522570" x="6197600" y="5081588"/>
          <p14:tracePt t="522582" x="6197600" y="5062538"/>
          <p14:tracePt t="522594" x="6197600" y="5041900"/>
          <p14:tracePt t="522604" x="6191250" y="5021263"/>
          <p14:tracePt t="522617" x="6184900" y="5000625"/>
          <p14:tracePt t="522628" x="6170613" y="4979988"/>
          <p14:tracePt t="522638" x="6164263" y="4959350"/>
          <p14:tracePt t="522650" x="6129338" y="4953000"/>
          <p14:tracePt t="522662" x="6110288" y="4938713"/>
          <p14:tracePt t="522672" x="6089650" y="4938713"/>
          <p14:tracePt t="522684" x="6069013" y="4953000"/>
          <p14:tracePt t="522696" x="6062663" y="4959350"/>
          <p14:tracePt t="522706" x="6062663" y="4973638"/>
          <p14:tracePt t="522718" x="6062663" y="4979988"/>
          <p14:tracePt t="522729" x="6062663" y="5000625"/>
          <p14:tracePt t="522739" x="6062663" y="5027613"/>
          <p14:tracePt t="522751" x="6081713" y="5048250"/>
          <p14:tracePt t="522784" x="6089650" y="5068888"/>
          <p14:tracePt t="522788" x="6110288" y="5081588"/>
          <p14:tracePt t="522807" x="6143625" y="5102225"/>
          <p14:tracePt t="522810" x="6170613" y="5102225"/>
          <p14:tracePt t="522820" x="6211888" y="5110163"/>
          <p14:tracePt t="522822" x="6259513" y="5110163"/>
          <p14:tracePt t="522832" x="6300788" y="5110163"/>
          <p14:tracePt t="522846" x="6361113" y="5102225"/>
          <p14:tracePt t="522855" x="6408738" y="5081588"/>
          <p14:tracePt t="522864" x="6450013" y="5062538"/>
          <p14:tracePt t="522878" x="6483350" y="5027613"/>
          <p14:tracePt t="522887" x="6503988" y="5006975"/>
          <p14:tracePt t="522899" x="6503988" y="4979988"/>
          <p14:tracePt t="522910" x="6503988" y="4973638"/>
          <p14:tracePt t="522919" x="6483350" y="4938713"/>
          <p14:tracePt t="522931" x="6450013" y="4919663"/>
          <p14:tracePt t="522943" x="6402388" y="4891088"/>
          <p14:tracePt t="522953" x="6354763" y="4878388"/>
          <p14:tracePt t="522965" x="6280150" y="4878388"/>
          <p14:tracePt t="522977" x="6211888" y="4878388"/>
          <p14:tracePt t="522987" x="6170613" y="4911725"/>
          <p14:tracePt t="522999" x="6102350" y="4959350"/>
          <p14:tracePt t="523010" x="6048375" y="5027613"/>
          <p14:tracePt t="523021" x="6027738" y="5081588"/>
          <p14:tracePt t="523033" x="6027738" y="5122863"/>
          <p14:tracePt t="523044" x="6027738" y="5143500"/>
          <p14:tracePt t="523054" x="6042025" y="5149850"/>
          <p14:tracePt t="523067" x="6048375" y="5164138"/>
          <p14:tracePt t="523078" x="6081713" y="5149850"/>
          <p14:tracePt t="523088" x="6102350" y="5149850"/>
          <p14:tracePt t="523100" x="6129338" y="5129213"/>
          <p14:tracePt t="523113" x="6149975" y="5122863"/>
          <p14:tracePt t="523122" x="6184900" y="5102225"/>
          <p14:tracePt t="523135" x="6191250" y="5081588"/>
          <p14:tracePt t="523146" x="6184900" y="5048250"/>
          <p14:tracePt t="523155" x="6110288" y="5006975"/>
          <p14:tracePt t="523427" x="6149975" y="5006975"/>
          <p14:tracePt t="523436" x="6253163" y="4986338"/>
          <p14:tracePt t="523448" x="6340475" y="4932363"/>
          <p14:tracePt t="523460" x="6408738" y="4872038"/>
          <p14:tracePt t="523471" x="6592888" y="4721225"/>
          <p14:tracePt t="523483" x="6742113" y="4572000"/>
          <p14:tracePt t="523494" x="7042150" y="4244975"/>
          <p14:tracePt t="523505" x="7402513" y="3783013"/>
          <p14:tracePt t="523517" x="7646988" y="3414713"/>
          <p14:tracePt t="523528" x="7967663" y="2803525"/>
          <p14:tracePt t="523538" x="8158163" y="2422525"/>
          <p14:tracePt t="523550" x="8388350" y="1905000"/>
          <p14:tracePt t="523562" x="8477250" y="1639888"/>
          <p14:tracePt t="523572" x="8572500" y="1366838"/>
          <p14:tracePt t="523583" x="8599488" y="1244600"/>
          <p14:tracePt t="523596" x="8620125" y="1157288"/>
          <p14:tracePt t="523606" x="8626475" y="1116013"/>
          <p14:tracePt t="523618" x="8640763" y="1095375"/>
          <p14:tracePt t="523639" x="8640763" y="1081088"/>
          <p14:tracePt t="523673" x="8640763" y="1095375"/>
          <p14:tracePt t="523681" x="8647113" y="1095375"/>
          <p14:tracePt t="523688" x="8647113" y="1116013"/>
          <p14:tracePt t="523698" x="8661400" y="1136650"/>
          <p14:tracePt t="523709" x="8667750" y="1143000"/>
          <p14:tracePt t="523721" x="8682038" y="1163638"/>
          <p14:tracePt t="523732" x="8688388" y="1184275"/>
          <p14:tracePt t="523743" x="8701088" y="1204913"/>
          <p14:tracePt t="523755" x="8729663" y="1244600"/>
          <p14:tracePt t="523766" x="8763000" y="1292225"/>
          <p14:tracePt t="523776" x="8810625" y="1333500"/>
          <p14:tracePt t="523788" x="8837613" y="1354138"/>
          <p14:tracePt t="523799" x="8891588" y="1395413"/>
          <p14:tracePt t="523809" x="8953500" y="1435100"/>
          <p14:tracePt t="523831" x="8980488" y="1476375"/>
          <p14:tracePt t="523832" x="9028113" y="1524000"/>
          <p14:tracePt t="523842" x="9063038" y="1565275"/>
          <p14:tracePt t="523855" x="9069388" y="1585913"/>
          <p14:tracePt t="523866" x="9069388" y="1598613"/>
          <p14:tracePt t="523887" x="9069388" y="1604963"/>
          <p14:tracePt t="523899" x="9063038" y="1604963"/>
          <p14:tracePt t="523909" x="9042400" y="1604963"/>
          <p14:tracePt t="523922" x="9021763" y="1604963"/>
          <p14:tracePt t="523933" x="8994775" y="1598613"/>
          <p14:tracePt t="523945" x="8932863" y="1585913"/>
          <p14:tracePt t="523955" x="8858250" y="1577975"/>
          <p14:tracePt t="523967" x="8769350" y="1577975"/>
          <p14:tracePt t="523978" x="8709025" y="1577975"/>
          <p14:tracePt t="523988" x="8620125" y="1565275"/>
          <p14:tracePt t="524000" x="8539163" y="1557338"/>
          <p14:tracePt t="524012" x="8491538" y="1544638"/>
          <p14:tracePt t="524022" x="8450263" y="1544638"/>
          <p14:tracePt t="524034" x="8429625" y="1544638"/>
          <p14:tracePt t="524078" x="8429625" y="1557338"/>
          <p14:tracePt t="524111" x="8415338" y="1557338"/>
          <p14:tracePt t="524134" x="8415338" y="1565275"/>
          <p14:tracePt t="524147" x="8415338" y="1585913"/>
          <p14:tracePt t="524157" x="8408988" y="1604963"/>
          <p14:tracePt t="524169" x="8396288" y="1660525"/>
          <p14:tracePt t="524180" x="8382000" y="1795463"/>
          <p14:tracePt t="524190" x="8340725" y="2047875"/>
          <p14:tracePt t="524202" x="8320088" y="2300288"/>
          <p14:tracePt t="524214" x="8320088" y="2681288"/>
          <p14:tracePt t="524224" x="8361363" y="3062288"/>
          <p14:tracePt t="524236" x="8396288" y="3375025"/>
          <p14:tracePt t="524248" x="8408988" y="3544888"/>
          <p14:tracePt t="524258" x="8415338" y="3708400"/>
          <p14:tracePt t="524270" x="8429625" y="3824288"/>
          <p14:tracePt t="524281" x="8435975" y="3863975"/>
          <p14:tracePt t="524292" x="8456613" y="3905250"/>
          <p14:tracePt t="524304" x="8477250" y="3919538"/>
          <p14:tracePt t="524315" x="8491538" y="3919538"/>
          <p14:tracePt t="524326" x="8497888" y="3905250"/>
          <p14:tracePt t="524338" x="8518525" y="3884613"/>
          <p14:tracePt t="524349" x="8531225" y="3843338"/>
          <p14:tracePt t="524360" x="8531225" y="3795713"/>
          <p14:tracePt t="524371" x="8518525" y="3741738"/>
          <p14:tracePt t="524383" x="8497888" y="3714750"/>
          <p14:tracePt t="524393" x="8477250" y="3708400"/>
          <p14:tracePt t="524405" x="8450263" y="3687763"/>
          <p14:tracePt t="524417" x="8408988" y="3673475"/>
          <p14:tracePt t="524428" x="8340725" y="3652838"/>
          <p14:tracePt t="524439" x="8280400" y="3652838"/>
          <p14:tracePt t="524450" x="8191500" y="3673475"/>
          <p14:tracePt t="524462" x="8116888" y="3714750"/>
          <p14:tracePt t="524472" x="8069263" y="3762375"/>
          <p14:tracePt t="524484" x="8015288" y="3843338"/>
          <p14:tracePt t="524496" x="8007350" y="3919538"/>
          <p14:tracePt t="524506" x="8007350" y="3967163"/>
          <p14:tracePt t="524517" x="8015288" y="4006850"/>
          <p14:tracePt t="524529" x="8054975" y="4048125"/>
          <p14:tracePt t="524540" x="8129588" y="4089400"/>
          <p14:tracePt t="524552" x="8197850" y="4116388"/>
          <p14:tracePt t="524564" x="8301038" y="4129088"/>
          <p14:tracePt t="524573" x="8408988" y="4129088"/>
          <p14:tracePt t="524585" x="8518525" y="4095750"/>
          <p14:tracePt t="524597" x="8593138" y="4068763"/>
          <p14:tracePt t="524607" x="8701088" y="4006850"/>
          <p14:tracePt t="524619" x="8769350" y="3925888"/>
          <p14:tracePt t="524630" x="8810625" y="3863975"/>
          <p14:tracePt t="524641" x="8810625" y="3795713"/>
          <p14:tracePt t="524653" x="8789988" y="3741738"/>
          <p14:tracePt t="524664" x="8748713" y="3729038"/>
          <p14:tracePt t="524675" x="8688388" y="3714750"/>
          <p14:tracePt t="524687" x="8593138" y="3714750"/>
          <p14:tracePt t="524698" x="8477250" y="3729038"/>
          <p14:tracePt t="524708" x="8396288" y="3741738"/>
          <p14:tracePt t="524721" x="8280400" y="3803650"/>
          <p14:tracePt t="524732" x="8191500" y="3878263"/>
          <p14:tracePt t="524742" x="8150225" y="3925888"/>
          <p14:tracePt t="524754" x="8116888" y="3986213"/>
          <p14:tracePt t="524765" x="8116888" y="4033838"/>
          <p14:tracePt t="524775" x="8129588" y="4075113"/>
          <p14:tracePt t="524787" x="8150225" y="4110038"/>
          <p14:tracePt t="524799" x="8197850" y="4149725"/>
          <p14:tracePt t="524809" x="8280400" y="4176713"/>
          <p14:tracePt t="524822" x="8348663" y="4176713"/>
          <p14:tracePt t="524833" x="8429625" y="4176713"/>
          <p14:tracePt t="524843" x="8510588" y="4164013"/>
          <p14:tracePt t="524855" x="8578850" y="4137025"/>
          <p14:tracePt t="524877" x="8661400" y="4089400"/>
          <p14:tracePt t="524883" x="8701088" y="4014788"/>
          <p14:tracePt t="524892" x="8709025" y="3938588"/>
          <p14:tracePt t="524900" x="8701088" y="3878263"/>
          <p14:tracePt t="524915" x="8647113" y="3795713"/>
          <p14:tracePt t="524925" x="8558213" y="3735388"/>
          <p14:tracePt t="524936" x="8491538" y="3714750"/>
          <p14:tracePt t="524948" x="8396288" y="3708400"/>
          <p14:tracePt t="524957" x="8320088" y="3714750"/>
          <p14:tracePt t="524970" x="8245475" y="3735388"/>
          <p14:tracePt t="524982" x="8205788" y="3762375"/>
          <p14:tracePt t="524992" x="8158163" y="3836988"/>
          <p14:tracePt t="525004" x="8116888" y="3946525"/>
          <p14:tracePt t="525015" x="8110538" y="4027488"/>
          <p14:tracePt t="525024" x="8129588" y="4129088"/>
          <p14:tracePt t="525036" x="8158163" y="4205288"/>
          <p14:tracePt t="525048" x="8197850" y="4259263"/>
          <p14:tracePt t="525058" x="8239125" y="4286250"/>
          <p14:tracePt t="525070" x="8301038" y="4306888"/>
          <p14:tracePt t="525082" x="8388350" y="4306888"/>
          <p14:tracePt t="525092" x="8456613" y="4306888"/>
          <p14:tracePt t="525104" x="8572500" y="4279900"/>
          <p14:tracePt t="525115" x="8682038" y="4217988"/>
          <p14:tracePt t="525125" x="8748713" y="4157663"/>
          <p14:tracePt t="525137" x="8831263" y="4068763"/>
          <p14:tracePt t="525148" x="8858250" y="3967163"/>
          <p14:tracePt t="525158" x="8851900" y="3863975"/>
          <p14:tracePt t="525171" x="8816975" y="3795713"/>
          <p14:tracePt t="525183" x="8742363" y="3729038"/>
          <p14:tracePt t="525193" x="8605838" y="3694113"/>
          <p14:tracePt t="525205" x="8497888" y="3694113"/>
          <p14:tracePt t="525216" x="8340725" y="3735388"/>
          <p14:tracePt t="525226" x="8170863" y="3836988"/>
          <p14:tracePt t="525239" x="8015288" y="3952875"/>
          <p14:tracePt t="525250" x="7947025" y="4048125"/>
          <p14:tracePt t="525263" x="7920038" y="4129088"/>
          <p14:tracePt t="525273" x="7920038" y="4164013"/>
          <p14:tracePt t="525283" x="7939088" y="4184650"/>
          <p14:tracePt t="525293" x="7994650" y="4205288"/>
          <p14:tracePt t="525305" x="8089900" y="4224338"/>
          <p14:tracePt t="525317" x="8191500" y="4217988"/>
          <p14:tracePt t="525328" x="8259763" y="4205288"/>
          <p14:tracePt t="525339" x="8320088" y="4176713"/>
          <p14:tracePt t="525351" x="8361363" y="4137025"/>
          <p14:tracePt t="525363" x="8361363" y="4110038"/>
          <p14:tracePt t="525372" x="8348663" y="4075113"/>
          <p14:tracePt t="525384" x="8307388" y="4054475"/>
          <p14:tracePt t="525396" x="8224838" y="4048125"/>
          <p14:tracePt t="525406" x="8034338" y="4095750"/>
          <p14:tracePt t="525418" x="7769225" y="4205288"/>
          <p14:tracePt t="525429" x="7504113" y="4348163"/>
          <p14:tracePt t="525439" x="7313613" y="4449763"/>
          <p14:tracePt t="525452" x="7081838" y="4538663"/>
          <p14:tracePt t="525463" x="6872288" y="4598988"/>
          <p14:tracePt t="525473" x="6742113" y="4640263"/>
          <p14:tracePt t="525486" x="6592888" y="4687888"/>
          <p14:tracePt t="525497" x="6470650" y="4741863"/>
          <p14:tracePt t="525507" x="6396038" y="4783138"/>
          <p14:tracePt t="525519" x="6334125" y="4810125"/>
          <p14:tracePt t="525530" x="6272213" y="4830763"/>
          <p14:tracePt t="525540" x="6218238" y="4857750"/>
          <p14:tracePt t="525553" x="6184900" y="4872038"/>
          <p14:tracePt t="525564" x="6149975" y="4899025"/>
          <p14:tracePt t="525574" x="6129338" y="4911725"/>
          <p14:tracePt t="525587" x="6102350" y="4919663"/>
          <p14:tracePt t="525598" x="6081713" y="4932363"/>
          <p14:tracePt t="525608" x="6048375" y="4938713"/>
          <p14:tracePt t="525621" x="6021388" y="4953000"/>
          <p14:tracePt t="525632" x="6000750" y="4959350"/>
          <p14:tracePt t="525642" x="5980113" y="4973638"/>
          <p14:tracePt t="525654" x="5973763" y="4979988"/>
          <p14:tracePt t="525665" x="5959475" y="4986338"/>
          <p14:tracePt t="525676" x="5959475" y="5006975"/>
          <p14:tracePt t="525688" x="5959475" y="5027613"/>
          <p14:tracePt t="525699" x="5980113" y="5062538"/>
          <p14:tracePt t="525710" x="6000750" y="5081588"/>
          <p14:tracePt t="525721" x="6048375" y="5102225"/>
          <p14:tracePt t="525733" x="6110288" y="5122863"/>
          <p14:tracePt t="525743" x="6164263" y="5129213"/>
          <p14:tracePt t="525755" x="6259513" y="5129213"/>
          <p14:tracePt t="525766" x="6402388" y="5129213"/>
          <p14:tracePt t="525778" x="6551613" y="5122863"/>
          <p14:tracePt t="525788" x="6640513" y="5122863"/>
          <p14:tracePt t="525800" x="6715125" y="5122863"/>
          <p14:tracePt t="525812" x="6756400" y="5110163"/>
          <p14:tracePt t="525822" x="6762750" y="5110163"/>
          <p14:tracePt t="525855" x="6742113" y="5110163"/>
          <p14:tracePt t="525867" x="6700838" y="5110163"/>
          <p14:tracePt t="525880" x="6634163" y="5110163"/>
          <p14:tracePt t="525889" x="6545263" y="5110163"/>
          <p14:tracePt t="525901" x="6470650" y="5110163"/>
          <p14:tracePt t="525934" x="6375400" y="5122863"/>
          <p14:tracePt t="525938" x="6272213" y="5122863"/>
          <p14:tracePt t="525949" x="6191250" y="5129213"/>
          <p14:tracePt t="525968" x="6191250" y="5143500"/>
          <p14:tracePt t="525972" x="6197600" y="5143500"/>
          <p14:tracePt t="525983" x="6232525" y="5143500"/>
          <p14:tracePt t="525993" x="6319838" y="5143500"/>
          <p14:tracePt t="526005" x="6450013" y="5143500"/>
          <p14:tracePt t="526016" x="6551613" y="5143500"/>
          <p14:tracePt t="526025" x="6694488" y="5143500"/>
          <p14:tracePt t="526037" x="6810375" y="5149850"/>
          <p14:tracePt t="526048" x="6891338" y="5149850"/>
          <p14:tracePt t="526058" x="6932613" y="5149850"/>
          <p14:tracePt t="526070" x="6946900" y="5149850"/>
          <p14:tracePt t="526103" x="6911975" y="5149850"/>
          <p14:tracePt t="526115" x="6851650" y="5149850"/>
          <p14:tracePt t="526126" x="6796088" y="5149850"/>
          <p14:tracePt t="526137" x="6694488" y="5149850"/>
          <p14:tracePt t="526149" x="6572250" y="5149850"/>
          <p14:tracePt t="526159" x="6470650" y="5149850"/>
          <p14:tracePt t="526172" x="6408738" y="5164138"/>
          <p14:tracePt t="526183" x="6361113" y="5164138"/>
          <p14:tracePt t="526194" x="6340475" y="5164138"/>
          <p14:tracePt t="526227" x="6354763" y="5164138"/>
          <p14:tracePt t="526238" x="6396038" y="5164138"/>
          <p14:tracePt t="526250" x="6423025" y="5164138"/>
          <p14:tracePt t="526262" x="6491288" y="5164138"/>
          <p14:tracePt t="526272" x="6586538" y="5164138"/>
          <p14:tracePt t="526283" x="6681788" y="5164138"/>
          <p14:tracePt t="526296" x="6831013" y="5164138"/>
          <p14:tracePt t="526306" x="6932613" y="5164138"/>
          <p14:tracePt t="526317" x="6973888" y="5170488"/>
          <p14:tracePt t="526330" x="7000875" y="5170488"/>
          <p14:tracePt t="526350" x="6986588" y="5170488"/>
          <p14:tracePt t="526363" x="6953250" y="5170488"/>
          <p14:tracePt t="526373" x="6843713" y="5170488"/>
          <p14:tracePt t="526385" x="6653213" y="5164138"/>
          <p14:tracePt t="526397" x="6483350" y="5164138"/>
          <p14:tracePt t="526407" x="6238875" y="5143500"/>
          <p14:tracePt t="526418" x="6069013" y="5129213"/>
          <p14:tracePt t="526430" x="5994400" y="5143500"/>
          <p14:tracePt t="526441" x="5973763" y="5143500"/>
          <p14:tracePt t="526452" x="5959475" y="5143500"/>
          <p14:tracePt t="526465" x="5973763" y="5143500"/>
          <p14:tracePt t="526474" x="5994400" y="5143500"/>
          <p14:tracePt t="526486" x="6042025" y="5143500"/>
          <p14:tracePt t="526499" x="6129338" y="5149850"/>
          <p14:tracePt t="526508" x="6238875" y="5170488"/>
          <p14:tracePt t="526531" x="6402388" y="5191125"/>
          <p14:tracePt t="526532" x="6530975" y="5197475"/>
          <p14:tracePt t="526542" x="6613525" y="5211763"/>
          <p14:tracePt t="526554" x="6640513" y="5211763"/>
          <p14:tracePt t="526598" x="6619875" y="5211763"/>
          <p14:tracePt t="526609" x="6592888" y="5211763"/>
          <p14:tracePt t="526621" x="6565900" y="5197475"/>
          <p14:tracePt t="526633" x="6545263" y="5197475"/>
          <p14:tracePt t="526644" x="6530975" y="5197475"/>
          <p14:tracePt t="526655" x="6524625" y="5197475"/>
          <p14:tracePt t="526688" x="6530975" y="5211763"/>
          <p14:tracePt t="526700" x="6551613" y="5211763"/>
          <p14:tracePt t="526712" x="6572250" y="5211763"/>
          <p14:tracePt t="526722" x="6599238" y="5218113"/>
          <p14:tracePt t="526734" x="6653213" y="5218113"/>
          <p14:tracePt t="526746" x="6694488" y="5218113"/>
          <p14:tracePt t="526755" x="6735763" y="5218113"/>
          <p14:tracePt t="526767" x="6762750" y="5232400"/>
          <p14:tracePt t="526780" x="6777038" y="5232400"/>
          <p14:tracePt t="526800" x="6762750" y="5232400"/>
          <p14:tracePt t="526813" x="6715125" y="5232400"/>
          <p14:tracePt t="526823" x="6653213" y="5232400"/>
          <p14:tracePt t="526835" x="6530975" y="5232400"/>
          <p14:tracePt t="526847" x="6408738" y="5232400"/>
          <p14:tracePt t="526857" x="6340475" y="5232400"/>
          <p14:tracePt t="526869" x="6280150" y="5232400"/>
          <p14:tracePt t="526880" x="6259513" y="5232400"/>
          <p14:tracePt t="526891" x="6253163" y="5232400"/>
          <p14:tracePt t="526924" x="6259513" y="5232400"/>
          <p14:tracePt t="526936" x="6272213" y="5232400"/>
          <p14:tracePt t="526948" x="6313488" y="5232400"/>
          <p14:tracePt t="526980" x="6361113" y="5238750"/>
          <p14:tracePt t="526986" x="6429375" y="5238750"/>
          <p14:tracePt t="526994" x="6503988" y="5238750"/>
          <p14:tracePt t="526999" x="6592888" y="5253038"/>
          <p14:tracePt t="527005" x="6673850" y="5253038"/>
          <p14:tracePt t="527017" x="6700838" y="5253038"/>
          <p14:tracePt t="527028" x="6721475" y="5253038"/>
          <p14:tracePt t="527171" x="6721475" y="5238750"/>
          <p14:tracePt t="527196" x="6735763" y="5238750"/>
          <p14:tracePt t="527228" x="6742113" y="5232400"/>
          <p14:tracePt t="527250" x="6742113" y="5218113"/>
          <p14:tracePt t="527363" x="6756400" y="5218113"/>
          <p14:tracePt t="527375" x="6762750" y="5211763"/>
          <p14:tracePt t="527386" x="6783388" y="5211763"/>
          <p14:tracePt t="527397" x="6804025" y="5211763"/>
          <p14:tracePt t="527410" x="6843713" y="5211763"/>
          <p14:tracePt t="527420" x="6864350" y="5211763"/>
          <p14:tracePt t="527432" x="6864350" y="5197475"/>
          <p14:tracePt t="527442" x="6851650" y="5197475"/>
          <p14:tracePt t="527656" x="6851650" y="5170488"/>
          <p14:tracePt t="527668" x="6851650" y="5149850"/>
          <p14:tracePt t="527678" x="6851650" y="5129213"/>
          <p14:tracePt t="527691" x="6851650" y="5122863"/>
          <p14:tracePt t="527701" x="6872288" y="5122863"/>
          <p14:tracePt t="527712" x="6891338" y="5110163"/>
          <p14:tracePt t="527724" x="6932613" y="5110163"/>
          <p14:tracePt t="527735" x="6946900" y="5110163"/>
          <p14:tracePt t="527747" x="6973888" y="5102225"/>
          <p14:tracePt t="527758" x="7000875" y="5102225"/>
          <p14:tracePt t="527768" x="7021513" y="5089525"/>
          <p14:tracePt t="527780" x="7062788" y="5089525"/>
          <p14:tracePt t="527792" x="7102475" y="5089525"/>
          <p14:tracePt t="527802" x="7123113" y="5089525"/>
          <p14:tracePt t="527813" x="7143750" y="5089525"/>
          <p14:tracePt t="527826" x="7177088" y="5089525"/>
          <p14:tracePt t="527835" x="7197725" y="5089525"/>
          <p14:tracePt t="527847" x="7212013" y="5089525"/>
          <p14:tracePt t="527859" x="7245350" y="5089525"/>
          <p14:tracePt t="527869" x="7253288" y="5089525"/>
          <p14:tracePt t="527881" x="7265988" y="5089525"/>
          <p14:tracePt t="527893" x="7286625" y="5089525"/>
          <p14:tracePt t="527903" x="7292975" y="5089525"/>
          <p14:tracePt t="527914" x="7313613" y="5089525"/>
          <p14:tracePt t="527926" x="7334250" y="5089525"/>
          <p14:tracePt t="527937" x="7354888" y="5089525"/>
          <p14:tracePt t="527949" x="7388225" y="5089525"/>
          <p14:tracePt t="527961" x="7402513" y="5089525"/>
          <p14:tracePt t="527971" x="7423150" y="5081588"/>
          <p14:tracePt t="527982" x="7443788" y="5081588"/>
          <p14:tracePt t="527994" x="7462838" y="5081588"/>
          <p14:tracePt t="528004" x="7477125" y="5081588"/>
          <p14:tracePt t="528027" x="7483475" y="5081588"/>
          <p14:tracePt t="528038" x="7504113" y="5081588"/>
          <p14:tracePt t="528043" x="7518400" y="5081588"/>
          <p14:tracePt t="528052" x="7524750" y="5089525"/>
          <p14:tracePt t="528072" x="7539038" y="5102225"/>
          <p14:tracePt t="528084" x="7539038" y="5110163"/>
          <p14:tracePt t="528095" x="7539038" y="5129213"/>
          <p14:tracePt t="528105" x="7545388" y="5143500"/>
          <p14:tracePt t="528128" x="7545388" y="5149850"/>
          <p14:tracePt t="528139" x="7545388" y="5170488"/>
          <p14:tracePt t="528152" x="7545388" y="5184775"/>
          <p14:tracePt t="528195" x="7545388" y="5170488"/>
          <p14:tracePt t="528207" x="7539038" y="5164138"/>
          <p14:tracePt t="528218" x="7524750" y="5143500"/>
          <p14:tracePt t="528230" x="7518400" y="5122863"/>
          <p14:tracePt t="528242" x="7504113" y="5089525"/>
          <p14:tracePt t="528252" x="7504113" y="5062538"/>
          <p14:tracePt t="528263" x="7504113" y="5027613"/>
          <p14:tracePt t="528276" x="7504113" y="5000625"/>
          <p14:tracePt t="528285" x="7518400" y="4959350"/>
          <p14:tracePt t="528297" x="7524750" y="4932363"/>
          <p14:tracePt t="528309" x="7524750" y="4911725"/>
          <p14:tracePt t="528319" x="7539038" y="4878388"/>
          <p14:tracePt t="528332" x="7545388" y="4872038"/>
          <p14:tracePt t="528344" x="7545388" y="4857750"/>
          <p14:tracePt t="528353" x="7558088" y="4857750"/>
          <p14:tracePt t="528364" x="7578725" y="4857750"/>
          <p14:tracePt t="528376" x="7586663" y="4857750"/>
          <p14:tracePt t="528387" x="7605713" y="4857750"/>
          <p14:tracePt t="528398" x="7626350" y="4872038"/>
          <p14:tracePt t="528410" x="7646988" y="4872038"/>
          <p14:tracePt t="528420" x="7653338" y="4872038"/>
          <p14:tracePt t="528433" x="7673975" y="4872038"/>
          <p14:tracePt t="528444" x="7688263" y="4872038"/>
          <p14:tracePt t="528454" x="7708900" y="4878388"/>
          <p14:tracePt t="528467" x="7715250" y="4878388"/>
          <p14:tracePt t="528478" x="7729538" y="4878388"/>
          <p14:tracePt t="528488" x="7735888" y="4878388"/>
          <p14:tracePt t="528510" x="7748588" y="4878388"/>
          <p14:tracePt t="528566" x="7748588" y="4891088"/>
          <p14:tracePt t="528578" x="7756525" y="4891088"/>
          <p14:tracePt t="528611" x="7756525" y="4899025"/>
          <p14:tracePt t="528634" x="7769225" y="4899025"/>
          <p14:tracePt t="528645" x="7769225" y="4911725"/>
          <p14:tracePt t="528668" x="7777163" y="4919663"/>
          <p14:tracePt t="528680" x="7777163" y="4932363"/>
          <p14:tracePt t="528692" x="7777163" y="4938713"/>
          <p14:tracePt t="528702" x="7777163" y="4953000"/>
          <p14:tracePt t="528713" x="7777163" y="4959350"/>
          <p14:tracePt t="528725" x="7769225" y="4979988"/>
          <p14:tracePt t="528736" x="7756525" y="4986338"/>
          <p14:tracePt t="528747" x="7735888" y="5000625"/>
          <p14:tracePt t="528759" x="7715250" y="5006975"/>
          <p14:tracePt t="528769" x="7708900" y="5021263"/>
          <p14:tracePt t="528782" x="7688263" y="5027613"/>
          <p14:tracePt t="528794" x="7667625" y="5041900"/>
          <p14:tracePt t="528803" x="7653338" y="5048250"/>
          <p14:tracePt t="528816" x="7646988" y="5062538"/>
          <p14:tracePt t="528827" x="7634288" y="5068888"/>
          <p14:tracePt t="528837" x="7626350" y="5068888"/>
          <p14:tracePt t="528848" x="7626350" y="5081588"/>
          <p14:tracePt t="528871" x="7613650" y="5089525"/>
          <p14:tracePt t="528915" x="7613650" y="5102225"/>
          <p14:tracePt t="528927" x="7626350" y="5102225"/>
          <p14:tracePt t="528949" x="7634288" y="5102225"/>
          <p14:tracePt t="528961" x="7646988" y="5102225"/>
          <p14:tracePt t="528972" x="7653338" y="5110163"/>
          <p14:tracePt t="528984" x="7673975" y="5122863"/>
          <p14:tracePt t="528996" x="7694613" y="5122863"/>
          <p14:tracePt t="529005" x="7715250" y="5129213"/>
          <p14:tracePt t="529017" x="7735888" y="5129213"/>
          <p14:tracePt t="529028" x="7748588" y="5143500"/>
          <p14:tracePt t="529039" x="7756525" y="5143500"/>
          <p14:tracePt t="529052" x="7769225" y="5143500"/>
          <p14:tracePt t="529174" x="7769225" y="5129213"/>
          <p14:tracePt t="529208" x="7777163" y="5122863"/>
          <p14:tracePt t="529241" x="7789863" y="5110163"/>
          <p14:tracePt t="529264" x="7789863" y="5102225"/>
          <p14:tracePt t="529277" x="7796213" y="5089525"/>
          <p14:tracePt t="529287" x="7796213" y="5081588"/>
          <p14:tracePt t="529299" x="7804150" y="5048250"/>
          <p14:tracePt t="529311" x="7804150" y="5027613"/>
          <p14:tracePt t="529321" x="7816850" y="5000625"/>
          <p14:tracePt t="529332" x="7816850" y="4959350"/>
          <p14:tracePt t="529344" x="7824788" y="4932363"/>
          <p14:tracePt t="529355" x="7824788" y="4891088"/>
          <p14:tracePt t="529366" x="7837488" y="4851400"/>
          <p14:tracePt t="529378" x="7837488" y="4830763"/>
          <p14:tracePt t="529388" x="7843838" y="4810125"/>
          <p14:tracePt t="529399" x="7843838" y="4795838"/>
          <p14:tracePt t="529411" x="7843838" y="4789488"/>
          <p14:tracePt t="529422" x="7843838" y="4783138"/>
          <p14:tracePt t="529433" x="7858125" y="4783138"/>
          <p14:tracePt t="529534" x="7858125" y="4789488"/>
          <p14:tracePt t="529546" x="7858125" y="4795838"/>
          <p14:tracePt t="529568" x="7858125" y="4810125"/>
          <p14:tracePt t="529580" x="7858125" y="4816475"/>
          <p14:tracePt t="529602" x="7858125" y="4830763"/>
          <p14:tracePt t="529614" x="7858125" y="4837113"/>
          <p14:tracePt t="529624" x="7864475" y="4851400"/>
          <p14:tracePt t="529637" x="7864475" y="4857750"/>
          <p14:tracePt t="529648" x="7878763" y="4872038"/>
          <p14:tracePt t="529659" x="7885113" y="4891088"/>
          <p14:tracePt t="529670" x="7899400" y="4899025"/>
          <p14:tracePt t="529682" x="7899400" y="4911725"/>
          <p14:tracePt t="529693" x="7905750" y="4919663"/>
          <p14:tracePt t="529704" x="7905750" y="4932363"/>
          <p14:tracePt t="529715" x="7905750" y="4938713"/>
          <p14:tracePt t="529727" x="7905750" y="4953000"/>
          <p14:tracePt t="529759" x="7899400" y="4953000"/>
          <p14:tracePt t="529770" x="7878763" y="4953000"/>
          <p14:tracePt t="529782" x="7843838" y="4953000"/>
          <p14:tracePt t="529794" x="7796213" y="4953000"/>
          <p14:tracePt t="529804" x="7769225" y="4953000"/>
          <p14:tracePt t="529816" x="7735888" y="4953000"/>
          <p14:tracePt t="529828" x="7729538" y="4953000"/>
          <p14:tracePt t="529838" x="7715250" y="4953000"/>
          <p14:tracePt t="529849" x="7715250" y="4938713"/>
          <p14:tracePt t="529861" x="7729538" y="4938713"/>
          <p14:tracePt t="529872" x="7748588" y="4932363"/>
          <p14:tracePt t="529884" x="7777163" y="4919663"/>
          <p14:tracePt t="529895" x="7824788" y="4911725"/>
          <p14:tracePt t="529906" x="7885113" y="4891088"/>
          <p14:tracePt t="529918" x="7947025" y="4857750"/>
          <p14:tracePt t="529930" x="7994650" y="4837113"/>
          <p14:tracePt t="529940" x="8054975" y="4795838"/>
          <p14:tracePt t="529952" x="8110538" y="4762500"/>
          <p14:tracePt t="529963" x="8129588" y="4741863"/>
          <p14:tracePt t="529973" x="8150225" y="4708525"/>
          <p14:tracePt t="529986" x="8150225" y="4687888"/>
          <p14:tracePt t="529997" x="8150225" y="4667250"/>
          <p14:tracePt t="530018" x="8150225" y="4660900"/>
          <p14:tracePt t="530051" x="8150225" y="4667250"/>
          <p14:tracePt t="530063" x="8137525" y="4681538"/>
          <p14:tracePt t="530074" x="8129588" y="4700588"/>
          <p14:tracePt t="530087" x="8096250" y="4741863"/>
          <p14:tracePt t="530098" x="8069263" y="4795838"/>
          <p14:tracePt t="530119" x="8027988" y="4851400"/>
          <p14:tracePt t="530123" x="8007350" y="4878388"/>
          <p14:tracePt t="530132" x="8007350" y="4911725"/>
          <p14:tracePt t="530146" x="8007350" y="4919663"/>
          <p14:tracePt t="530156" x="8007350" y="4932363"/>
          <p14:tracePt t="530165" x="8015288" y="4932363"/>
          <p14:tracePt t="530178" x="8048625" y="4932363"/>
          <p14:tracePt t="530187" x="8069263" y="4932363"/>
          <p14:tracePt t="530199" x="8075613" y="4932363"/>
          <p14:tracePt t="530211" x="8089900" y="4919663"/>
          <p14:tracePt t="530232" x="8089900" y="4911725"/>
          <p14:tracePt t="530244" x="8089900" y="4899025"/>
          <p14:tracePt t="530254" x="8089900" y="4891088"/>
          <p14:tracePt t="530266" x="8069263" y="4878388"/>
          <p14:tracePt t="530288" x="8054975" y="4878388"/>
          <p14:tracePt t="530300" x="8048625" y="4878388"/>
          <p14:tracePt t="530312" x="8048625" y="4891088"/>
          <p14:tracePt t="530322" x="8048625" y="4899025"/>
          <p14:tracePt t="530334" x="8054975" y="4919663"/>
          <p14:tracePt t="530345" x="8054975" y="4932363"/>
          <p14:tracePt t="530355" x="8075613" y="4953000"/>
          <p14:tracePt t="530368" x="8096250" y="4973638"/>
          <p14:tracePt t="530380" x="8129588" y="4986338"/>
          <p14:tracePt t="530389" x="8150225" y="5000625"/>
          <p14:tracePt t="530402" x="8170863" y="5006975"/>
          <p14:tracePt t="530456" x="8158163" y="5006975"/>
          <p14:tracePt t="530468" x="8150225" y="5021263"/>
          <p14:tracePt t="530480" x="8137525" y="5021263"/>
          <p14:tracePt t="530490" x="8116888" y="5021263"/>
          <p14:tracePt t="530503" x="8096250" y="5021263"/>
          <p14:tracePt t="530514" x="8069263" y="5021263"/>
          <p14:tracePt t="530524" x="8048625" y="5021263"/>
          <p14:tracePt t="530536" x="8027988" y="5021263"/>
          <p14:tracePt t="530547" x="8015288" y="5021263"/>
          <p14:tracePt t="530558" x="8007350" y="5021263"/>
          <p14:tracePt t="530603" x="8015288" y="5021263"/>
          <p14:tracePt t="530625" x="8034338" y="5021263"/>
          <p14:tracePt t="530637" x="8069263" y="5021263"/>
          <p14:tracePt t="530648" x="8116888" y="5021263"/>
          <p14:tracePt t="530661" x="8170863" y="5021263"/>
          <p14:tracePt t="530670" x="8224838" y="5021263"/>
          <p14:tracePt t="530682" x="8286750" y="5021263"/>
          <p14:tracePt t="530694" x="8328025" y="5021263"/>
          <p14:tracePt t="530704" x="8367713" y="5006975"/>
          <p14:tracePt t="530716" x="8388350" y="5000625"/>
          <p14:tracePt t="530728" x="8396288" y="5000625"/>
          <p14:tracePt t="530738" x="8396288" y="4986338"/>
          <p14:tracePt t="530782" x="8388350" y="4979988"/>
          <p14:tracePt t="530805" x="8382000" y="4979988"/>
          <p14:tracePt t="530828" x="8367713" y="4979988"/>
          <p14:tracePt t="530839" x="8367713" y="4986338"/>
          <p14:tracePt t="530851" x="8361363" y="4986338"/>
          <p14:tracePt t="530873" x="8348663" y="5000625"/>
          <p14:tracePt t="530895" x="8340725" y="5021263"/>
          <p14:tracePt t="530907" x="8340725" y="5027613"/>
          <p14:tracePt t="530919" x="8340725" y="5048250"/>
          <p14:tracePt t="530931" x="8340725" y="5062538"/>
          <p14:tracePt t="530940" x="8340725" y="5081588"/>
          <p14:tracePt t="530953" x="8340725" y="5089525"/>
          <p14:tracePt t="530964" x="8340725" y="5102225"/>
          <p14:tracePt t="530974" x="8328025" y="5102225"/>
          <p14:tracePt t="531053" x="8340725" y="5089525"/>
          <p14:tracePt t="531064" x="8340725" y="5068888"/>
          <p14:tracePt t="531076" x="8340725" y="5062538"/>
          <p14:tracePt t="531087" x="8348663" y="5048250"/>
          <p14:tracePt t="531099" x="8348663" y="5027613"/>
          <p14:tracePt t="531111" x="8348663" y="5006975"/>
          <p14:tracePt t="531122" x="8361363" y="5000625"/>
          <p14:tracePt t="531132" x="8361363" y="4979988"/>
          <p14:tracePt t="531145" x="8367713" y="4973638"/>
          <p14:tracePt t="531177" x="8367713" y="4959350"/>
          <p14:tracePt t="531191" x="8382000" y="4953000"/>
          <p14:tracePt t="531211" x="8388350" y="4953000"/>
          <p14:tracePt t="531222" x="8388350" y="4938713"/>
          <p14:tracePt t="531255" x="8396288" y="4938713"/>
          <p14:tracePt t="531289" x="8408988" y="4938713"/>
          <p14:tracePt t="531312" x="8415338" y="4938713"/>
          <p14:tracePt t="531323" x="8429625" y="4938713"/>
          <p14:tracePt t="531346" x="8435975" y="4938713"/>
          <p14:tracePt t="531357" x="8450263" y="4938713"/>
          <p14:tracePt t="531369" x="8456613" y="4953000"/>
          <p14:tracePt t="531381" x="8456613" y="4959350"/>
          <p14:tracePt t="531390" x="8470900" y="4959350"/>
          <p14:tracePt t="531403" x="8470900" y="4973638"/>
          <p14:tracePt t="531435" x="8470900" y="4979988"/>
          <p14:tracePt t="531458" x="8456613" y="4986338"/>
          <p14:tracePt t="531469" x="8450263" y="5000625"/>
          <p14:tracePt t="531481" x="8429625" y="5021263"/>
          <p14:tracePt t="531492" x="8408988" y="5027613"/>
          <p14:tracePt t="531505" x="8388350" y="5041900"/>
          <p14:tracePt t="531514" x="8361363" y="5048250"/>
          <p14:tracePt t="531527" x="8348663" y="5062538"/>
          <p14:tracePt t="531538" x="8328025" y="5062538"/>
          <p14:tracePt t="531550" x="8320088" y="5062538"/>
          <p14:tracePt t="531561" x="8307388" y="5068888"/>
          <p14:tracePt t="531572" x="8301038" y="5068888"/>
          <p14:tracePt t="531583" x="8301038" y="5081588"/>
          <p14:tracePt t="531595" x="8286750" y="5081588"/>
          <p14:tracePt t="531604" x="8286750" y="5089525"/>
          <p14:tracePt t="531660" x="8301038" y="5089525"/>
          <p14:tracePt t="531672" x="8307388" y="5089525"/>
          <p14:tracePt t="531684" x="8320088" y="5102225"/>
          <p14:tracePt t="531695" x="8328025" y="5102225"/>
          <p14:tracePt t="531705" x="8348663" y="5102225"/>
          <p14:tracePt t="531718" x="8382000" y="5102225"/>
          <p14:tracePt t="531729" x="8408988" y="5102225"/>
          <p14:tracePt t="531739" x="8429625" y="5102225"/>
          <p14:tracePt t="531752" x="8456613" y="5102225"/>
          <p14:tracePt t="531763" x="8477250" y="5102225"/>
          <p14:tracePt t="531773" x="8497888" y="5102225"/>
          <p14:tracePt t="531786" x="8510588" y="5102225"/>
          <p14:tracePt t="531863" x="8510588" y="5089525"/>
          <p14:tracePt t="531874" x="8510588" y="5081588"/>
          <p14:tracePt t="531886" x="8518525" y="5068888"/>
          <p14:tracePt t="531897" x="8518525" y="5062538"/>
          <p14:tracePt t="531908" x="8518525" y="5041900"/>
          <p14:tracePt t="531920" x="8518525" y="5027613"/>
          <p14:tracePt t="531931" x="8518525" y="5021263"/>
          <p14:tracePt t="531943" x="8531225" y="5000625"/>
          <p14:tracePt t="531954" x="8531225" y="4979988"/>
          <p14:tracePt t="531965" x="8531225" y="4959350"/>
          <p14:tracePt t="531977" x="8539163" y="4953000"/>
          <p14:tracePt t="531988" x="8539163" y="4938713"/>
          <p14:tracePt t="531999" x="8539163" y="4932363"/>
          <p14:tracePt t="532031" x="8539163" y="4919663"/>
          <p14:tracePt t="532065" x="8551863" y="4919663"/>
          <p14:tracePt t="532224" x="8551863" y="4911725"/>
          <p14:tracePt t="532403" x="8539163" y="4911725"/>
          <p14:tracePt t="532415" x="8539163" y="4932363"/>
          <p14:tracePt t="532426" x="8531225" y="4953000"/>
          <p14:tracePt t="532438" x="8518525" y="4973638"/>
          <p14:tracePt t="532450" x="8510588" y="5000625"/>
          <p14:tracePt t="532460" x="8510588" y="5006975"/>
          <p14:tracePt t="532470" x="8510588" y="5021263"/>
          <p14:tracePt t="532483" x="8510588" y="5027613"/>
          <p14:tracePt t="532560" x="8510588" y="5021263"/>
          <p14:tracePt t="532573" x="8510588" y="5006975"/>
          <p14:tracePt t="532594" x="8510588" y="5000625"/>
          <p14:tracePt t="532607" x="8510588" y="4986338"/>
          <p14:tracePt t="532618" x="8510588" y="4979988"/>
          <p14:tracePt t="532629" x="8518525" y="4973638"/>
          <p14:tracePt t="532640" x="8531225" y="4973638"/>
          <p14:tracePt t="532651" x="8539163" y="4959350"/>
          <p14:tracePt t="532663" x="8551863" y="4953000"/>
          <p14:tracePt t="532675" x="8578850" y="4938713"/>
          <p14:tracePt t="532685" x="8626475" y="4919663"/>
          <p14:tracePt t="532697" x="8667750" y="4899025"/>
          <p14:tracePt t="532708" x="8729663" y="4878388"/>
          <p14:tracePt t="532718" x="8769350" y="4851400"/>
          <p14:tracePt t="532731" x="8796338" y="4810125"/>
          <p14:tracePt t="532742" x="8816975" y="4789488"/>
          <p14:tracePt t="532753" x="8837613" y="4762500"/>
          <p14:tracePt t="532765" x="8837613" y="4741863"/>
          <p14:tracePt t="532785" x="8837613" y="4729163"/>
          <p14:tracePt t="532830" x="8831263" y="4729163"/>
          <p14:tracePt t="532842" x="8816975" y="4748213"/>
          <p14:tracePt t="532853" x="8796338" y="4768850"/>
          <p14:tracePt t="532866" x="8783638" y="4810125"/>
          <p14:tracePt t="532878" x="8748713" y="4837113"/>
          <p14:tracePt t="532887" x="8729663" y="4878388"/>
          <p14:tracePt t="532899" x="8688388" y="4911725"/>
          <p14:tracePt t="532911" x="8667750" y="4953000"/>
          <p14:tracePt t="532921" x="8661400" y="4973638"/>
          <p14:tracePt t="532934" x="8661400" y="4979988"/>
          <p14:tracePt t="532944" x="8667750" y="4986338"/>
          <p14:tracePt t="532954" x="8682038" y="4986338"/>
          <p14:tracePt t="532966" x="8688388" y="4986338"/>
          <p14:tracePt t="532978" x="8709025" y="4986338"/>
          <p14:tracePt t="532988" x="8721725" y="4986338"/>
          <p14:tracePt t="533001" x="8721725" y="4979988"/>
          <p14:tracePt t="533011" x="8729663" y="4973638"/>
          <p14:tracePt t="533022" x="8729663" y="4959350"/>
          <p14:tracePt t="533034" x="8721725" y="4953000"/>
          <p14:tracePt t="533045" x="8721725" y="4938713"/>
          <p14:tracePt t="533057" x="8709025" y="4938713"/>
          <p14:tracePt t="533123" x="8721725" y="4938713"/>
          <p14:tracePt t="533134" x="8721725" y="4953000"/>
          <p14:tracePt t="533157" x="8721725" y="4959350"/>
          <p14:tracePt t="533168" x="8709025" y="4973638"/>
          <p14:tracePt t="533371" x="8721725" y="4959350"/>
          <p14:tracePt t="533375" x="8763000" y="4973638"/>
          <p14:tracePt t="533384" x="8816975" y="4973638"/>
          <p14:tracePt t="533394" x="8851900" y="4979988"/>
          <p14:tracePt t="533408" x="8899525" y="4979988"/>
          <p14:tracePt t="533418" x="8932863" y="4986338"/>
          <p14:tracePt t="533428" x="8974138" y="5006975"/>
          <p14:tracePt t="533439" x="9007475" y="5021263"/>
          <p14:tracePt t="533451" x="9042400" y="5048250"/>
          <p14:tracePt t="533462" x="9069388" y="5068888"/>
          <p14:tracePt t="533474" x="9090025" y="5081588"/>
          <p14:tracePt t="533484" x="9102725" y="5089525"/>
          <p14:tracePt t="533495" x="9102725" y="5102225"/>
          <p14:tracePt t="533528" x="9102725" y="5110163"/>
          <p14:tracePt t="533541" x="9090025" y="5110163"/>
          <p14:tracePt t="533562" x="9082088" y="5110163"/>
          <p14:tracePt t="533584" x="9069388" y="5110163"/>
          <p14:tracePt t="533596" x="9048750" y="5122863"/>
          <p14:tracePt t="533608" x="9042400" y="5122863"/>
          <p14:tracePt t="533618" x="9021763" y="5129213"/>
          <p14:tracePt t="533631" x="9007475" y="5149850"/>
          <p14:tracePt t="533642" x="9007475" y="5164138"/>
          <p14:tracePt t="533652" x="9007475" y="5184775"/>
          <p14:tracePt t="533664" x="9007475" y="5191125"/>
          <p14:tracePt t="533685" x="9028113" y="5197475"/>
          <p14:tracePt t="533699" x="9048750" y="5211763"/>
          <p14:tracePt t="533711" x="9082088" y="5218113"/>
          <p14:tracePt t="533721" x="9102725" y="5218113"/>
          <p14:tracePt t="533733" x="9129713" y="5218113"/>
          <p14:tracePt t="533744" x="9150350" y="5218113"/>
          <p14:tracePt t="533753" x="9164638" y="5218113"/>
          <p14:tracePt t="533765" x="9164638" y="5211763"/>
          <p14:tracePt t="533787" x="9129713" y="5191125"/>
          <p14:tracePt t="533798" x="9082088" y="5184775"/>
          <p14:tracePt t="533810" x="9001125" y="5164138"/>
          <p14:tracePt t="533820" x="8899525" y="5149850"/>
          <p14:tracePt t="533832" x="8837613" y="5143500"/>
          <p14:tracePt t="533843" x="8789988" y="5149850"/>
          <p14:tracePt t="533854" x="8763000" y="5149850"/>
          <p14:tracePt t="533866" x="8748713" y="5164138"/>
          <p14:tracePt t="533888" x="8748713" y="5170488"/>
          <p14:tracePt t="533910" x="8783638" y="5170488"/>
          <p14:tracePt t="533923" x="8816975" y="5184775"/>
          <p14:tracePt t="533924" x="8891588" y="5191125"/>
          <p14:tracePt t="533934" x="8974138" y="5191125"/>
          <p14:tracePt t="533945" x="9028113" y="5191125"/>
          <p14:tracePt t="533957" x="9102725" y="5191125"/>
          <p14:tracePt t="533967" x="9164638" y="5184775"/>
          <p14:tracePt t="533979" x="9191625" y="5170488"/>
          <p14:tracePt t="533991" x="9212263" y="5170488"/>
          <p14:tracePt t="534001" x="9212263" y="5164138"/>
          <p14:tracePt t="534012" x="9212263" y="5149850"/>
          <p14:tracePt t="534024" x="9191625" y="5149850"/>
          <p14:tracePt t="534035" x="9150350" y="5143500"/>
          <p14:tracePt t="534046" x="9090025" y="5143500"/>
          <p14:tracePt t="534058" x="9042400" y="5143500"/>
          <p14:tracePt t="534068" x="9001125" y="5143500"/>
          <p14:tracePt t="534079" x="8974138" y="5149850"/>
          <p14:tracePt t="534091" x="8959850" y="5149850"/>
          <p14:tracePt t="534102" x="8959850" y="5164138"/>
          <p14:tracePt t="534113" x="8974138" y="5164138"/>
          <p14:tracePt t="534125" x="8994775" y="5170488"/>
          <p14:tracePt t="534135" x="9021763" y="5170488"/>
          <p14:tracePt t="534147" x="9090025" y="5191125"/>
          <p14:tracePt t="534159" x="9164638" y="5197475"/>
          <p14:tracePt t="534169" x="9239250" y="5197475"/>
          <p14:tracePt t="534181" x="9293225" y="5197475"/>
          <p14:tracePt t="534193" x="9340850" y="5211763"/>
          <p14:tracePt t="534203" x="9382125" y="5211763"/>
          <p14:tracePt t="534214" x="9402763" y="5211763"/>
          <p14:tracePt t="534226" x="9423400" y="5211763"/>
          <p14:tracePt t="534270" x="9409113" y="5211763"/>
          <p14:tracePt t="534282" x="9382125" y="5211763"/>
          <p14:tracePt t="534293" x="9340850" y="5211763"/>
          <p14:tracePt t="534316" x="9272588" y="5211763"/>
          <p14:tracePt t="534317" x="9191625" y="5218113"/>
          <p14:tracePt t="534328" x="9144000" y="5218113"/>
          <p14:tracePt t="534339" x="9082088" y="5232400"/>
          <p14:tracePt t="534351" x="9042400" y="5238750"/>
          <p14:tracePt t="534362" x="9021763" y="5238750"/>
          <p14:tracePt t="534405" x="9028113" y="5253038"/>
          <p14:tracePt t="534417" x="9063038" y="5253038"/>
          <p14:tracePt t="534428" x="9110663" y="5259388"/>
          <p14:tracePt t="534441" x="9170988" y="5272088"/>
          <p14:tracePt t="534451" x="9212263" y="5272088"/>
          <p14:tracePt t="534462" x="9259888" y="5272088"/>
          <p14:tracePt t="534474" x="9320213" y="5272088"/>
          <p14:tracePt t="534484" x="9355138" y="5280025"/>
          <p14:tracePt t="534496" x="9382125" y="5280025"/>
          <p14:tracePt t="534507" x="9402763" y="5280025"/>
          <p14:tracePt t="534540" x="9396413" y="5280025"/>
          <p14:tracePt t="534551" x="9361488" y="5272088"/>
          <p14:tracePt t="534564" x="9334500" y="5272088"/>
          <p14:tracePt t="534576" x="9272588" y="5259388"/>
          <p14:tracePt t="534586" x="9197975" y="5259388"/>
          <p14:tracePt t="534598" x="9150350" y="5259388"/>
          <p14:tracePt t="534609" x="9090025" y="5259388"/>
          <p14:tracePt t="534619" x="9048750" y="5259388"/>
          <p14:tracePt t="534631" x="9028113" y="5259388"/>
          <p14:tracePt t="534643" x="9021763" y="5259388"/>
          <p14:tracePt t="534709" x="9028113" y="5259388"/>
          <p14:tracePt t="534720" x="9028113" y="5253038"/>
          <p14:tracePt t="534732" x="9042400" y="5253038"/>
          <p14:tracePt t="534744" x="9048750" y="5253038"/>
          <p14:tracePt t="534754" x="9048750" y="5238750"/>
          <p14:tracePt t="534766" x="9063038" y="5238750"/>
          <p14:tracePt t="534778" x="9069388" y="5238750"/>
          <p14:tracePt t="534788" x="9090025" y="5238750"/>
          <p14:tracePt t="534799" x="9110663" y="5238750"/>
          <p14:tracePt t="534811" x="9144000" y="5238750"/>
          <p14:tracePt t="534823" x="9185275" y="5253038"/>
          <p14:tracePt t="534834" x="9218613" y="5259388"/>
          <p14:tracePt t="534845" x="9293225" y="5280025"/>
          <p14:tracePt t="534857" x="9375775" y="5313363"/>
          <p14:tracePt t="534867" x="9423400" y="5334000"/>
          <p14:tracePt t="534879" x="9471025" y="5360988"/>
          <p14:tracePt t="534891" x="9504363" y="5381625"/>
          <p14:tracePt t="534901" x="9510713" y="5395913"/>
          <p14:tracePt t="534913" x="9510713" y="5402263"/>
          <p14:tracePt t="534934" x="9491663" y="5408613"/>
          <p14:tracePt t="534946" x="9471025" y="5408613"/>
          <p14:tracePt t="534959" x="9423400" y="5408613"/>
          <p14:tracePt t="534979" x="9375775" y="5408613"/>
          <p14:tracePt t="534983" x="9313863" y="5402263"/>
          <p14:tracePt t="534994" x="9218613" y="5395913"/>
          <p14:tracePt t="535007" x="9150350" y="5381625"/>
          <p14:tracePt t="535016" x="9110663" y="5381625"/>
          <p14:tracePt t="535027" x="9090025" y="5381625"/>
          <p14:tracePt t="535036" x="9082088" y="5381625"/>
          <p14:tracePt t="535048" x="9082088" y="5375275"/>
          <p14:tracePt t="535069" x="9090025" y="5375275"/>
          <p14:tracePt t="535092" x="9102725" y="5375275"/>
          <p14:tracePt t="535103" x="9110663" y="5375275"/>
          <p14:tracePt t="535115" x="9123363" y="5375275"/>
          <p14:tracePt t="535127" x="9150350" y="5375275"/>
          <p14:tracePt t="535137" x="9185275" y="5375275"/>
          <p14:tracePt t="535149" x="9232900" y="5375275"/>
          <p14:tracePt t="535160" x="9293225" y="5375275"/>
          <p14:tracePt t="535171" x="9355138" y="5375275"/>
          <p14:tracePt t="535183" x="9429750" y="5360988"/>
          <p14:tracePt t="535194" x="9504363" y="5360988"/>
          <p14:tracePt t="535204" x="9566275" y="5354638"/>
          <p14:tracePt t="535217" x="9593263" y="5354638"/>
          <p14:tracePt t="535228" x="9613900" y="5340350"/>
          <p14:tracePt t="535239" x="9620250" y="5340350"/>
          <p14:tracePt t="535250" x="9620250" y="5334000"/>
          <p14:tracePt t="535261" x="9613900" y="5334000"/>
          <p14:tracePt t="535273" x="9593263" y="5319713"/>
          <p14:tracePt t="535284" x="9551988" y="5313363"/>
          <p14:tracePt t="535295" x="9491663" y="5292725"/>
          <p14:tracePt t="535306" x="9396413" y="5272088"/>
          <p14:tracePt t="535317" x="9253538" y="5238750"/>
          <p14:tracePt t="535329" x="9164638" y="5232400"/>
          <p14:tracePt t="535341" x="9063038" y="5218113"/>
          <p14:tracePt t="535362" x="9007475" y="5218113"/>
          <p14:tracePt t="535365" x="8994775" y="5218113"/>
          <p14:tracePt t="535386" x="9001125" y="5232400"/>
          <p14:tracePt t="535399" x="9042400" y="5232400"/>
          <p14:tracePt t="535410" x="9090025" y="5232400"/>
          <p14:tracePt t="535419" x="9185275" y="5238750"/>
          <p14:tracePt t="535431" x="9272588" y="5238750"/>
          <p14:tracePt t="535442" x="9340850" y="5232400"/>
          <p14:tracePt t="535452" x="9423400" y="5218113"/>
          <p14:tracePt t="535464" x="9483725" y="5191125"/>
          <p14:tracePt t="535475" x="9525000" y="5149850"/>
          <p14:tracePt t="535486" x="9545638" y="5110163"/>
          <p14:tracePt t="535499" x="9566275" y="5041900"/>
          <p14:tracePt t="535510" x="9566275" y="4953000"/>
          <p14:tracePt t="535519" x="9566275" y="4891088"/>
          <p14:tracePt t="535532" x="9545638" y="4830763"/>
          <p14:tracePt t="535543" x="9525000" y="4789488"/>
          <p14:tracePt t="535553" x="9483725" y="4762500"/>
          <p14:tracePt t="535565" x="9450388" y="4741863"/>
          <p14:tracePt t="535577" x="9402763" y="4729163"/>
          <p14:tracePt t="535587" x="9361488" y="4729163"/>
          <p14:tracePt t="535599" x="9340850" y="4741863"/>
          <p14:tracePt t="535610" x="9320213" y="4762500"/>
          <p14:tracePt t="535621" x="9301163" y="4783138"/>
          <p14:tracePt t="535633" x="9280525" y="4810125"/>
          <p14:tracePt t="535644" x="9272588" y="4851400"/>
          <p14:tracePt t="535654" x="9253538" y="4899025"/>
          <p14:tracePt t="535667" x="9239250" y="4953000"/>
          <p14:tracePt t="535678" x="9218613" y="5000625"/>
          <p14:tracePt t="535691" x="9218613" y="5048250"/>
          <p14:tracePt t="535701" x="9218613" y="5089525"/>
          <p14:tracePt t="535711" x="9218613" y="5122863"/>
          <p14:tracePt t="535723" x="9253538" y="5149850"/>
          <p14:tracePt t="535734" x="9280525" y="5170488"/>
          <p14:tracePt t="535746" x="9355138" y="5191125"/>
          <p14:tracePt t="535757" x="9423400" y="5197475"/>
          <p14:tracePt t="535767" x="9510713" y="5197475"/>
          <p14:tracePt t="535778" x="9599613" y="5197475"/>
          <p14:tracePt t="535791" x="9653588" y="5191125"/>
          <p14:tracePt t="535801" x="9715500" y="5170488"/>
          <p14:tracePt t="535812" x="9756775" y="5143500"/>
          <p14:tracePt t="535824" x="9763125" y="5122863"/>
          <p14:tracePt t="535835" x="9777413" y="5089525"/>
          <p14:tracePt t="535847" x="9763125" y="5041900"/>
          <p14:tracePt t="535859" x="9742488" y="4986338"/>
          <p14:tracePt t="535868" x="9701213" y="4938713"/>
          <p14:tracePt t="535881" x="9634538" y="4891088"/>
          <p14:tracePt t="535892" x="9525000" y="4837113"/>
          <p14:tracePt t="535902" x="9429750" y="4810125"/>
          <p14:tracePt t="535914" x="9320213" y="4789488"/>
          <p14:tracePt t="535925" x="9212263" y="4795838"/>
          <p14:tracePt t="535935" x="9129713" y="4816475"/>
          <p14:tracePt t="535948" x="9082088" y="4851400"/>
          <p14:tracePt t="535961" x="9021763" y="4911725"/>
          <p14:tracePt t="535970" x="8994775" y="4953000"/>
          <p14:tracePt t="535982" x="8974138" y="4986338"/>
          <p14:tracePt t="535993" x="8959850" y="5021263"/>
          <p14:tracePt t="536003" x="8959850" y="5041900"/>
          <p14:tracePt t="536015" x="8959850" y="5048250"/>
          <p14:tracePt t="536026" x="8974138" y="5062538"/>
          <p14:tracePt t="536037" x="8994775" y="5062538"/>
          <p14:tracePt t="536049" x="9021763" y="5062538"/>
          <p14:tracePt t="536060" x="9048750" y="5062538"/>
          <p14:tracePt t="536071" x="9102725" y="5062538"/>
          <p14:tracePt t="536083" x="9150350" y="5041900"/>
          <p14:tracePt t="536095" x="9191625" y="5021263"/>
          <p14:tracePt t="536106" x="9232900" y="4986338"/>
          <p14:tracePt t="536117" x="9259888" y="4953000"/>
          <p14:tracePt t="536128" x="9272588" y="4899025"/>
          <p14:tracePt t="536140" x="9280525" y="4872038"/>
          <p14:tracePt t="536150" x="9280525" y="4830763"/>
          <p14:tracePt t="536161" x="9280525" y="4789488"/>
          <p14:tracePt t="536173" x="9280525" y="4768850"/>
          <p14:tracePt t="536184" x="9280525" y="4762500"/>
          <p14:tracePt t="536195" x="9280525" y="4748213"/>
          <p14:tracePt t="536262" x="9280525" y="4762500"/>
          <p14:tracePt t="536284" x="9272588" y="4768850"/>
          <p14:tracePt t="536296" x="9259888" y="4783138"/>
          <p14:tracePt t="536308" x="9253538" y="4783138"/>
          <p14:tracePt t="536318" x="9239250" y="4795838"/>
          <p14:tracePt t="536330" x="9232900" y="4810125"/>
          <p14:tracePt t="536342" x="9218613" y="4830763"/>
          <p14:tracePt t="536352" x="9212263" y="4851400"/>
          <p14:tracePt t="536364" x="9197975" y="4857750"/>
          <p14:tracePt t="536376" x="9197975" y="4872038"/>
          <p14:tracePt t="536419" x="9191625" y="4878388"/>
          <p14:tracePt t="536428" x="9191625" y="4899025"/>
          <p14:tracePt t="536434" x="9191625" y="4932363"/>
          <p14:tracePt t="536444" x="9191625" y="4938713"/>
          <p14:tracePt t="536455" x="9191625" y="4959350"/>
          <p14:tracePt t="536465" x="9191625" y="4973638"/>
          <p14:tracePt t="536490" x="9185275" y="4979988"/>
          <p14:tracePt t="536510" x="9170988" y="4979988"/>
          <p14:tracePt t="536532" x="9150350" y="4979988"/>
          <p14:tracePt t="536554" x="9144000" y="4979988"/>
          <p14:tracePt t="536610" x="9144000" y="4973638"/>
          <p14:tracePt t="536622" x="9150350" y="4959350"/>
          <p14:tracePt t="536634" x="9164638" y="4953000"/>
          <p14:tracePt t="536645" x="9170988" y="4938713"/>
          <p14:tracePt t="536656" x="9191625" y="4919663"/>
          <p14:tracePt t="536668" x="9212263" y="4911725"/>
          <p14:tracePt t="536680" x="9218613" y="4891088"/>
          <p14:tracePt t="536690" x="9239250" y="4878388"/>
          <p14:tracePt t="536702" x="9259888" y="4857750"/>
          <p14:tracePt t="536713" x="9272588" y="4851400"/>
          <p14:tracePt t="536724" x="9293225" y="4837113"/>
          <p14:tracePt t="536735" x="9313863" y="4830763"/>
          <p14:tracePt t="536746" x="9334500" y="4816475"/>
          <p14:tracePt t="536758" x="9340850" y="4810125"/>
          <p14:tracePt t="536768" x="9361488" y="4810125"/>
          <p14:tracePt t="536780" x="9375775" y="4795838"/>
          <p14:tracePt t="536792" x="9375775" y="4789488"/>
          <p14:tracePt t="536802" x="9382125" y="4789488"/>
          <p14:tracePt t="537004" x="9382125" y="4795838"/>
          <p14:tracePt t="537016" x="9382125" y="4810125"/>
          <p14:tracePt t="537018" x="9375775" y="4816475"/>
          <p14:tracePt t="537030" x="9361488" y="4837113"/>
          <p14:tracePt t="537041" x="9355138" y="4872038"/>
          <p14:tracePt t="537051" x="9334500" y="4899025"/>
          <p14:tracePt t="537063" x="9320213" y="4932363"/>
          <p14:tracePt t="537073" x="9313863" y="4953000"/>
          <p14:tracePt t="537085" x="9313863" y="4959350"/>
          <p14:tracePt t="537106" x="9313863" y="4973638"/>
          <p14:tracePt t="537107" x="9320213" y="4973638"/>
          <p14:tracePt t="537119" x="9334500" y="4979988"/>
          <p14:tracePt t="537130" x="9355138" y="4979988"/>
          <p14:tracePt t="537139" x="9361488" y="4979988"/>
          <p14:tracePt t="537151" x="9375775" y="4979988"/>
          <p14:tracePt t="537163" x="9382125" y="4979988"/>
          <p14:tracePt t="537206" x="9375775" y="4973638"/>
          <p14:tracePt t="537229" x="9361488" y="4959350"/>
          <p14:tracePt t="537240" x="9355138" y="4959350"/>
          <p14:tracePt t="537263" x="9340850" y="4959350"/>
          <p14:tracePt t="537319" x="9355138" y="4959350"/>
          <p14:tracePt t="537342" x="9361488" y="4959350"/>
          <p14:tracePt t="537353" x="9382125" y="4959350"/>
          <p14:tracePt t="537365" x="9396413" y="4973638"/>
          <p14:tracePt t="537376" x="9402763" y="4973638"/>
          <p14:tracePt t="537387" x="9409113" y="4973638"/>
          <p14:tracePt t="537399" x="9423400" y="4973638"/>
          <p14:tracePt t="537411" x="9429750" y="4973638"/>
          <p14:tracePt t="537567" x="9444038" y="4973638"/>
          <p14:tracePt t="537571" x="9463088" y="4959350"/>
          <p14:tracePt t="537580" x="9483725" y="4959350"/>
          <p14:tracePt t="537591" x="9504363" y="4953000"/>
          <p14:tracePt t="537605" x="9531350" y="4938713"/>
          <p14:tracePt t="537614" x="9566275" y="4932363"/>
          <p14:tracePt t="537624" x="9593263" y="4919663"/>
          <p14:tracePt t="537636" x="9599613" y="4911725"/>
          <p14:tracePt t="537647" x="9613900" y="4899025"/>
          <p14:tracePt t="537658" x="9620250" y="4899025"/>
          <p14:tracePt t="537669" x="9620250" y="4891088"/>
          <p14:tracePt t="537769" x="9620250" y="4899025"/>
          <p14:tracePt t="537791" x="9613900" y="4911725"/>
          <p14:tracePt t="537804" x="9613900" y="4919663"/>
          <p14:tracePt t="537814" x="9613900" y="4932363"/>
          <p14:tracePt t="537837" x="9599613" y="4938713"/>
          <p14:tracePt t="537859" x="9599613" y="4953000"/>
          <p14:tracePt t="538005" x="9599613" y="4938713"/>
          <p14:tracePt t="538017" x="9599613" y="4932363"/>
          <p14:tracePt t="538028" x="9613900" y="4932363"/>
          <p14:tracePt t="538039" x="9613900" y="4919663"/>
          <p14:tracePt t="538253" x="9613900" y="4932363"/>
          <p14:tracePt t="538524" x="9593263" y="4932363"/>
          <p14:tracePt t="538525" x="9566275" y="4919663"/>
          <p14:tracePt t="538536" x="9525000" y="4911725"/>
          <p14:tracePt t="538547" x="9510713" y="4911725"/>
          <p14:tracePt t="538647" x="9525000" y="4911725"/>
          <p14:tracePt t="538659" x="9531350" y="4911725"/>
          <p14:tracePt t="538670" x="9545638" y="4911725"/>
          <p14:tracePt t="538682" x="9551988" y="4899025"/>
          <p14:tracePt t="538692" x="9566275" y="4899025"/>
          <p14:tracePt t="538703" x="9572625" y="4899025"/>
          <p14:tracePt t="538861" x="9572625" y="4911725"/>
          <p14:tracePt t="538883" x="9586913" y="4919663"/>
          <p14:tracePt t="538894" x="9593263" y="4919663"/>
          <p14:tracePt t="538907" x="9599613" y="4932363"/>
          <p14:tracePt t="538918" x="9620250" y="4938713"/>
          <p14:tracePt t="538928" x="9640888" y="4953000"/>
          <p14:tracePt t="538941" x="9661525" y="4959350"/>
          <p14:tracePt t="538951" x="9694863" y="4973638"/>
          <p14:tracePt t="538964" x="9721850" y="4986338"/>
          <p14:tracePt t="538975" x="9756775" y="5000625"/>
          <p14:tracePt t="538984" x="9777413" y="5006975"/>
          <p14:tracePt t="538997" x="9783763" y="5006975"/>
          <p14:tracePt t="539007" x="9804400" y="5021263"/>
          <p14:tracePt t="539119" x="9790113" y="5021263"/>
          <p14:tracePt t="539131" x="9790113" y="5006975"/>
          <p14:tracePt t="539142" x="9783763" y="5006975"/>
          <p14:tracePt t="539154" x="9777413" y="5000625"/>
          <p14:tracePt t="539165" x="9763125" y="5000625"/>
          <p14:tracePt t="539187" x="9756775" y="5000625"/>
          <p14:tracePt t="539209" x="9742488" y="5000625"/>
          <p14:tracePt t="539232" x="9736138" y="5000625"/>
          <p14:tracePt t="539254" x="9721850" y="5000625"/>
          <p14:tracePt t="539266" x="9721850" y="5006975"/>
          <p14:tracePt t="539278" x="9715500" y="5006975"/>
          <p14:tracePt t="539310" x="9715500" y="5021263"/>
          <p14:tracePt t="539344" x="9715500" y="5027613"/>
          <p14:tracePt t="539355" x="9721850" y="5027613"/>
          <p14:tracePt t="539378" x="9736138" y="5027613"/>
          <p14:tracePt t="539389" x="9756775" y="5027613"/>
          <p14:tracePt t="539402" x="9763125" y="5027613"/>
          <p14:tracePt t="539413" x="9777413" y="5027613"/>
          <p14:tracePt t="539424" x="9783763" y="5027613"/>
          <p14:tracePt t="539436" x="9790113" y="5027613"/>
          <p14:tracePt t="539457" x="9804400" y="5027613"/>
          <p14:tracePt t="539479" x="9810750" y="5027613"/>
          <p14:tracePt t="539524" x="9825038" y="5027613"/>
          <p14:tracePt t="539571" x="9831388" y="5041900"/>
          <p14:tracePt t="539582" x="9844088" y="5041900"/>
          <p14:tracePt t="539593" x="9852025" y="5041900"/>
          <p14:tracePt t="539605" x="9852025" y="5048250"/>
          <p14:tracePt t="539615" x="9864725" y="5048250"/>
          <p14:tracePt t="539637" x="9864725" y="5062538"/>
          <p14:tracePt t="539660" x="9831388" y="5048250"/>
          <p14:tracePt t="539670" x="9790113" y="5048250"/>
          <p14:tracePt t="539682" x="9736138" y="5027613"/>
          <p14:tracePt t="540053" x="9742488" y="5027613"/>
          <p14:tracePt t="540120" x="9756775" y="5027613"/>
          <p14:tracePt t="540154" x="9763125" y="5027613"/>
          <p14:tracePt t="540177" x="9763125" y="5021263"/>
          <p14:tracePt t="540211" x="9763125" y="5006975"/>
          <p14:tracePt t="540368" x="9777413" y="5006975"/>
          <p14:tracePt t="540446" x="9783763" y="5006975"/>
          <p14:tracePt t="540459" x="9790113" y="5006975"/>
          <p14:tracePt t="540469" x="9804400" y="5006975"/>
          <p14:tracePt t="540481" x="9810750" y="5000625"/>
          <p14:tracePt t="540493" x="9825038" y="5000625"/>
          <p14:tracePt t="540504" x="9831388" y="5000625"/>
          <p14:tracePt t="540527" x="9831388" y="5006975"/>
          <p14:tracePt t="540559" x="9831388" y="5021263"/>
          <p14:tracePt t="540615" x="9831388" y="5027613"/>
          <p14:tracePt t="540671" x="9844088" y="5021263"/>
          <p14:tracePt t="540694" x="9852025" y="5006975"/>
          <p14:tracePt t="540706" x="9864725" y="5006975"/>
          <p14:tracePt t="540717" x="9864725" y="5000625"/>
          <p14:tracePt t="540728" x="9872663" y="5000625"/>
          <p14:tracePt t="541122" x="9872663" y="5006975"/>
          <p14:tracePt t="541145" x="9872663" y="5021263"/>
          <p14:tracePt t="541256" x="9885363" y="5006975"/>
          <p14:tracePt t="541380" x="9885363" y="5021263"/>
          <p14:tracePt t="541392" x="9872663" y="5021263"/>
          <p14:tracePt t="543091" x="9825038" y="5021263"/>
          <p14:tracePt t="543102" x="9721850" y="5027613"/>
          <p14:tracePt t="543114" x="9483725" y="5062538"/>
          <p14:tracePt t="543125" x="9170988" y="5089525"/>
          <p14:tracePt t="543136" x="8932863" y="5122863"/>
          <p14:tracePt t="543147" x="8510588" y="5184775"/>
          <p14:tracePt t="543160" x="8069263" y="5259388"/>
          <p14:tracePt t="543170" x="7777163" y="5319713"/>
          <p14:tracePt t="543181" x="7504113" y="5395913"/>
          <p14:tracePt t="543194" x="7143750" y="5491163"/>
          <p14:tracePt t="543203" x="6831013" y="5572125"/>
          <p14:tracePt t="543214" x="6634163" y="5619750"/>
          <p14:tracePt t="543227" x="6375400" y="5681663"/>
          <p14:tracePt t="543238" x="6218238" y="5700713"/>
          <p14:tracePt t="543256" x="6021388" y="5735638"/>
          <p14:tracePt t="543264" x="5911850" y="5735638"/>
          <p14:tracePt t="543278" x="5810250" y="5735638"/>
          <p14:tracePt t="543541" x="5816600" y="5735638"/>
          <p14:tracePt t="543574" x="5810250" y="5721350"/>
          <p14:tracePt t="543586" x="5789613" y="5715000"/>
          <p14:tracePt t="543597" x="5783263" y="5715000"/>
          <p14:tracePt t="543610" x="5768975" y="5715000"/>
          <p14:tracePt t="543621" x="5762625" y="5700713"/>
          <p14:tracePt t="543631" x="5748338" y="5700713"/>
          <p14:tracePt t="543645" x="5729288" y="5700713"/>
          <p14:tracePt t="543653" x="5708650" y="5700713"/>
          <p14:tracePt t="543665" x="5681663" y="5700713"/>
          <p14:tracePt t="543678" x="5640388" y="5700713"/>
          <p14:tracePt t="543689" x="5599113" y="5694363"/>
          <p14:tracePt t="543699" x="5551488" y="5694363"/>
          <p14:tracePt t="543712" x="5476875" y="5694363"/>
          <p14:tracePt t="543722" x="5414963" y="5694363"/>
          <p14:tracePt t="543732" x="5319713" y="5700713"/>
          <p14:tracePt t="543754" x="5218113" y="5721350"/>
          <p14:tracePt t="543758" x="5129213" y="5741988"/>
          <p14:tracePt t="543767" x="5075238" y="5756275"/>
          <p14:tracePt t="543778" x="5014913" y="5783263"/>
          <p14:tracePt t="543789" x="4986338" y="5803900"/>
          <p14:tracePt t="543799" x="4959350" y="5816600"/>
          <p14:tracePt t="543812" x="4919663" y="5824538"/>
          <p14:tracePt t="543823" x="4884738" y="5830888"/>
          <p14:tracePt t="543834" x="4864100" y="5843588"/>
          <p14:tracePt t="543856" x="4857750" y="5843588"/>
          <p14:tracePt t="543900" x="4864100" y="5851525"/>
          <p14:tracePt t="543923" x="4878388" y="5851525"/>
          <p14:tracePt t="543935" x="4884738" y="5851525"/>
          <p14:tracePt t="543946" x="4899025" y="5851525"/>
          <p14:tracePt t="543957" x="4919663" y="5864225"/>
          <p14:tracePt t="543970" x="4946650" y="5864225"/>
          <p14:tracePt t="543981" x="4994275" y="5884863"/>
          <p14:tracePt t="543991" x="5048250" y="5891213"/>
          <p14:tracePt t="544004" x="5137150" y="5905500"/>
          <p14:tracePt t="544013" x="5245100" y="5911850"/>
          <p14:tracePt t="544025" x="5381625" y="5926138"/>
          <p14:tracePt t="544037" x="5491163" y="5932488"/>
          <p14:tracePt t="544047" x="5667375" y="5932488"/>
          <p14:tracePt t="544059" x="5857875" y="5932488"/>
          <p14:tracePt t="544071" x="5980113" y="5932488"/>
          <p14:tracePt t="544082" x="6143625" y="5932488"/>
          <p14:tracePt t="544093" x="6292850" y="5932488"/>
          <p14:tracePt t="544104" x="6396038" y="5932488"/>
          <p14:tracePt t="544115" x="6443663" y="5926138"/>
          <p14:tracePt t="544127" x="6462713" y="5926138"/>
          <p14:tracePt t="544159" x="6429375" y="5926138"/>
          <p14:tracePt t="544170" x="6354763" y="5911850"/>
          <p14:tracePt t="544182" x="6253163" y="5905500"/>
          <p14:tracePt t="544194" x="6062663" y="5891213"/>
          <p14:tracePt t="544204" x="5795963" y="5872163"/>
          <p14:tracePt t="544216" x="5518150" y="5864225"/>
          <p14:tracePt t="544228" x="5327650" y="5851525"/>
          <p14:tracePt t="544238" x="5110163" y="5851525"/>
          <p14:tracePt t="544250" x="4926013" y="5851525"/>
          <p14:tracePt t="544262" x="4776788" y="5851525"/>
          <p14:tracePt t="544272" x="4708525" y="5843588"/>
          <p14:tracePt t="544285" x="4613275" y="5843588"/>
          <p14:tracePt t="544296" x="4565650" y="5830888"/>
          <p14:tracePt t="544306" x="4545013" y="5830888"/>
          <p14:tracePt t="544318" x="4538663" y="5830888"/>
          <p14:tracePt t="544362" x="4545013" y="5830888"/>
          <p14:tracePt t="544373" x="4565650" y="5830888"/>
          <p14:tracePt t="544385" x="4586288" y="5824538"/>
          <p14:tracePt t="544397" x="4613275" y="5824538"/>
          <p14:tracePt t="544410" x="4673600" y="5824538"/>
          <p14:tracePt t="544420" x="4748213" y="5816600"/>
          <p14:tracePt t="544431" x="4905375" y="5776913"/>
          <p14:tracePt t="544441" x="5129213" y="5700713"/>
          <p14:tracePt t="544453" x="5307013" y="5605463"/>
          <p14:tracePt t="544465" x="5572125" y="5340350"/>
          <p14:tracePt t="544476" x="5851525" y="4959350"/>
          <p14:tracePt t="544487" x="6122988" y="4518025"/>
          <p14:tracePt t="544498" x="6292850" y="4184650"/>
          <p14:tracePt t="544509" x="6491288" y="3756025"/>
          <p14:tracePt t="544520" x="6592888" y="3422650"/>
          <p14:tracePt t="544532" x="6619875" y="3232150"/>
          <p14:tracePt t="544543" x="6640513" y="3054350"/>
          <p14:tracePt t="544554" x="6640513" y="2911475"/>
          <p14:tracePt t="544565" x="6634163" y="2809875"/>
          <p14:tracePt t="544577" x="6599238" y="2762250"/>
          <p14:tracePt t="544588" x="6545263" y="2693988"/>
          <p14:tracePt t="544599" x="6443663" y="2633663"/>
          <p14:tracePt t="544611" x="6375400" y="2598738"/>
          <p14:tracePt t="544621" x="6313488" y="2578100"/>
          <p14:tracePt t="544632" x="6259513" y="2578100"/>
          <p14:tracePt t="544644" x="6232525" y="2578100"/>
          <p14:tracePt t="544666" x="6218238" y="2578100"/>
          <p14:tracePt t="544733" x="6232525" y="2578100"/>
          <p14:tracePt t="544745" x="6253163" y="2571750"/>
          <p14:tracePt t="544756" x="6280150" y="2538413"/>
          <p14:tracePt t="544768" x="6313488" y="2497138"/>
          <p14:tracePt t="544780" x="6361113" y="2408238"/>
          <p14:tracePt t="544800" x="6408738" y="2271713"/>
          <p14:tracePt t="544805" x="6450013" y="2149475"/>
          <p14:tracePt t="544813" x="6510338" y="1946275"/>
          <p14:tracePt t="544825" x="6565900" y="1728788"/>
          <p14:tracePt t="544836" x="6586538" y="1503363"/>
          <p14:tracePt t="544848" x="6586538" y="1374775"/>
          <p14:tracePt t="544857" x="6565900" y="1244600"/>
          <p14:tracePt t="544869" x="6530975" y="1176338"/>
          <p14:tracePt t="544881" x="6510338" y="1143000"/>
          <p14:tracePt t="544891" x="6483350" y="1122363"/>
          <p14:tracePt t="544904" x="6443663" y="1116013"/>
          <p14:tracePt t="544915" x="6408738" y="1101725"/>
          <p14:tracePt t="544925" x="6375400" y="1101725"/>
          <p14:tracePt t="544937" x="6313488" y="1101725"/>
          <p14:tracePt t="544948" x="6253163" y="1122363"/>
          <p14:tracePt t="544959" x="6184900" y="1157288"/>
          <p14:tracePt t="544971" x="6069013" y="1217613"/>
          <p14:tracePt t="544982" x="5911850" y="1312863"/>
          <p14:tracePt t="544992" x="5789613" y="1395413"/>
          <p14:tracePt t="545005" x="5661025" y="1497013"/>
          <p14:tracePt t="545016" x="5557838" y="1577975"/>
          <p14:tracePt t="545026" x="5497513" y="1639888"/>
          <p14:tracePt t="545038" x="5476875" y="1687513"/>
          <p14:tracePt t="545049" x="5456238" y="1735138"/>
          <p14:tracePt t="545059" x="5456238" y="1795463"/>
          <p14:tracePt t="545071" x="5470525" y="1836738"/>
          <p14:tracePt t="545082" x="5497513" y="1884363"/>
          <p14:tracePt t="545094" x="5551488" y="1925638"/>
          <p14:tracePt t="545105" x="5605463" y="1966913"/>
          <p14:tracePt t="545117" x="5667375" y="2000250"/>
          <p14:tracePt t="545129" x="5748338" y="2020888"/>
          <p14:tracePt t="545139" x="5837238" y="2020888"/>
          <p14:tracePt t="545150" x="5899150" y="2006600"/>
          <p14:tracePt t="545162" x="5980113" y="1979613"/>
          <p14:tracePt t="545174" x="6062663" y="1919288"/>
          <p14:tracePt t="545187" x="6122988" y="1857375"/>
          <p14:tracePt t="545199" x="6197600" y="1735138"/>
          <p14:tracePt t="545209" x="6259513" y="1598613"/>
          <p14:tracePt t="545220" x="6313488" y="1435100"/>
          <p14:tracePt t="545231" x="6319838" y="1327150"/>
          <p14:tracePt t="545241" x="6319838" y="1184275"/>
          <p14:tracePt t="545253" x="6300788" y="1081088"/>
          <p14:tracePt t="545264" x="6272213" y="1033463"/>
          <p14:tracePt t="545274" x="6232525" y="985838"/>
          <p14:tracePt t="545287" x="6170613" y="952500"/>
          <p14:tracePt t="545298" x="6102350" y="931863"/>
          <p14:tracePt t="545308" x="6048375" y="925513"/>
          <p14:tracePt t="545318" x="5994400" y="925513"/>
          <p14:tracePt t="545330" x="5938838" y="925513"/>
          <p14:tracePt t="545341" x="5911850" y="931863"/>
          <p14:tracePt t="545353" x="5878513" y="952500"/>
          <p14:tracePt t="545364" x="5857875" y="985838"/>
          <p14:tracePt t="545375" x="5830888" y="1027113"/>
          <p14:tracePt t="545397" x="5795963" y="1074738"/>
          <p14:tracePt t="545401" x="5748338" y="1143000"/>
          <p14:tracePt t="545414" x="5700713" y="1223963"/>
          <p14:tracePt t="545421" x="5661025" y="1271588"/>
          <p14:tracePt t="545432" x="5619750" y="1347788"/>
          <p14:tracePt t="545445" x="5599113" y="1414463"/>
          <p14:tracePt t="545455" x="5578475" y="1455738"/>
          <p14:tracePt t="545466" x="5572125" y="1503363"/>
          <p14:tracePt t="545477" x="5557838" y="1557338"/>
          <p14:tracePt t="545488" x="5557838" y="1585913"/>
          <p14:tracePt t="545499" x="5557838" y="1619250"/>
          <p14:tracePt t="545510" x="5572125" y="1660525"/>
          <p14:tracePt t="545521" x="5599113" y="1693863"/>
          <p14:tracePt t="545533" x="5619750" y="1728788"/>
          <p14:tracePt t="545545" x="5667375" y="1755775"/>
          <p14:tracePt t="545555" x="5708650" y="1776413"/>
          <p14:tracePt t="545566" x="5741988" y="1795463"/>
          <p14:tracePt t="545578" x="5768975" y="1795463"/>
          <p14:tracePt t="545588" x="5795963" y="1795463"/>
          <p14:tracePt t="545599" x="5830888" y="1789113"/>
          <p14:tracePt t="545612" x="5872163" y="1776413"/>
          <p14:tracePt t="545622" x="5932488" y="1755775"/>
          <p14:tracePt t="545634" x="5994400" y="1693863"/>
          <p14:tracePt t="545645" x="6081713" y="1625600"/>
          <p14:tracePt t="545656" x="6143625" y="1565275"/>
          <p14:tracePt t="545667" x="6238875" y="1462088"/>
          <p14:tracePt t="545679" x="6319838" y="1374775"/>
          <p14:tracePt t="545689" x="6375400" y="1306513"/>
          <p14:tracePt t="545702" x="6429375" y="1223963"/>
          <p14:tracePt t="545714" x="6470650" y="1163638"/>
          <p14:tracePt t="545723" x="6491288" y="1136650"/>
          <p14:tracePt t="545736" x="6491288" y="1116013"/>
          <p14:tracePt t="545747" x="6491288" y="1101725"/>
          <p14:tracePt t="545757" x="6491288" y="1081088"/>
          <p14:tracePt t="545769" x="6483350" y="1081088"/>
          <p14:tracePt t="545781" x="6462713" y="1074738"/>
          <p14:tracePt t="545791" x="6408738" y="1062038"/>
          <p14:tracePt t="545803" x="6361113" y="1054100"/>
          <p14:tracePt t="545814" x="6272213" y="1062038"/>
          <p14:tracePt t="545825" x="6164263" y="1081088"/>
          <p14:tracePt t="545847" x="6048375" y="1136650"/>
          <p14:tracePt t="545848" x="5980113" y="1184275"/>
          <p14:tracePt t="545858" x="5878513" y="1252538"/>
          <p14:tracePt t="545871" x="5795963" y="1347788"/>
          <p14:tracePt t="545882" x="5741988" y="1428750"/>
          <p14:tracePt t="545892" x="5681663" y="1524000"/>
          <p14:tracePt t="545904" x="5646738" y="1625600"/>
          <p14:tracePt t="545916" x="5640388" y="1693863"/>
          <p14:tracePt t="545926" x="5640388" y="1768475"/>
          <p14:tracePt t="545938" x="5661025" y="1816100"/>
          <p14:tracePt t="545949" x="5681663" y="1871663"/>
          <p14:tracePt t="545961" x="5708650" y="1898650"/>
          <p14:tracePt t="545972" x="5741988" y="1938338"/>
          <p14:tracePt t="545983" x="5768975" y="1958975"/>
          <p14:tracePt t="545995" x="5789613" y="1966913"/>
          <p14:tracePt t="546005" x="5816600" y="1979613"/>
          <p14:tracePt t="546017" x="5851525" y="1979613"/>
          <p14:tracePt t="546029" x="5891213" y="1966913"/>
          <p14:tracePt t="546039" x="5932488" y="1946275"/>
          <p14:tracePt t="546050" x="5994400" y="1898650"/>
          <p14:tracePt t="546062" x="6069013" y="1830388"/>
          <p14:tracePt t="546072" x="6129338" y="1755775"/>
          <p14:tracePt t="546085" x="6197600" y="1639888"/>
          <p14:tracePt t="546097" x="6259513" y="1517650"/>
          <p14:tracePt t="546106" x="6300788" y="1408113"/>
          <p14:tracePt t="546119" x="6313488" y="1333500"/>
          <p14:tracePt t="546130" x="6313488" y="1265238"/>
          <p14:tracePt t="546140" x="6300788" y="1217613"/>
          <p14:tracePt t="546152" x="6280150" y="1196975"/>
          <p14:tracePt t="546163" x="6259513" y="1176338"/>
          <p14:tracePt t="546173" x="6238875" y="1157288"/>
          <p14:tracePt t="546186" x="6218238" y="1143000"/>
          <p14:tracePt t="546197" x="6191250" y="1143000"/>
          <p14:tracePt t="546207" x="6149975" y="1143000"/>
          <p14:tracePt t="546219" x="6102350" y="1157288"/>
          <p14:tracePt t="546231" x="6062663" y="1176338"/>
          <p14:tracePt t="546241" x="5973763" y="1217613"/>
          <p14:tracePt t="546253" x="5878513" y="1271588"/>
          <p14:tracePt t="546264" x="5795963" y="1333500"/>
          <p14:tracePt t="546275" x="5708650" y="1428750"/>
          <p14:tracePt t="546287" x="5626100" y="1524000"/>
          <p14:tracePt t="546298" x="5592763" y="1604963"/>
          <p14:tracePt t="546308" x="5572125" y="1666875"/>
          <p14:tracePt t="546321" x="5572125" y="1735138"/>
          <p14:tracePt t="546332" x="5599113" y="1809750"/>
          <p14:tracePt t="546345" x="5626100" y="1857375"/>
          <p14:tracePt t="546355" x="5688013" y="1905000"/>
          <p14:tracePt t="546366" x="5748338" y="1938338"/>
          <p14:tracePt t="546377" x="5810250" y="1958975"/>
          <p14:tracePt t="546388" x="5857875" y="1958975"/>
          <p14:tracePt t="546399" x="5938838" y="1946275"/>
          <p14:tracePt t="546411" x="6069013" y="1919288"/>
          <p14:tracePt t="546422" x="6184900" y="1871663"/>
          <p14:tracePt t="546433" x="6340475" y="1768475"/>
          <p14:tracePt t="546444" x="6524625" y="1619250"/>
          <p14:tracePt t="546455" x="6634163" y="1497013"/>
          <p14:tracePt t="546467" x="6735763" y="1347788"/>
          <p14:tracePt t="546479" x="6783388" y="1217613"/>
          <p14:tracePt t="546489" x="6796088" y="1136650"/>
          <p14:tracePt t="546501" x="6783388" y="1095375"/>
          <p14:tracePt t="546513" x="6762750" y="1054100"/>
          <p14:tracePt t="546523" x="6735763" y="1027113"/>
          <p14:tracePt t="546535" x="6700838" y="1006475"/>
          <p14:tracePt t="546547" x="6673850" y="993775"/>
          <p14:tracePt t="546557" x="6640513" y="985838"/>
          <p14:tracePt t="546569" x="6619875" y="985838"/>
          <p14:tracePt t="546580" x="6613525" y="985838"/>
          <p14:tracePt t="546590" x="6599238" y="985838"/>
          <p14:tracePt t="546602" x="6592888" y="985838"/>
          <p14:tracePt t="546613" x="6586538" y="993775"/>
          <p14:tracePt t="546623" x="6565900" y="1014413"/>
          <p14:tracePt t="546636" x="6510338" y="1054100"/>
          <p14:tracePt t="546647" x="6429375" y="1136650"/>
          <p14:tracePt t="546657" x="6361113" y="1204913"/>
          <p14:tracePt t="546670" x="6253163" y="1327150"/>
          <p14:tracePt t="546681" x="6164263" y="1449388"/>
          <p14:tracePt t="546691" x="6110288" y="1524000"/>
          <p14:tracePt t="546704" x="6048375" y="1639888"/>
          <p14:tracePt t="546715" x="6042025" y="1735138"/>
          <p14:tracePt t="546724" x="6042025" y="1809750"/>
          <p14:tracePt t="546737" x="6062663" y="1898650"/>
          <p14:tracePt t="546748" x="6089650" y="1958975"/>
          <p14:tracePt t="546759" x="6143625" y="2006600"/>
          <p14:tracePt t="546771" x="6184900" y="2041525"/>
          <p14:tracePt t="546782" x="6238875" y="2074863"/>
          <p14:tracePt t="546792" x="6313488" y="2095500"/>
          <p14:tracePt t="546805" x="6354763" y="2116138"/>
          <p14:tracePt t="546816" x="6402388" y="2116138"/>
          <p14:tracePt t="546827" x="6450013" y="2116138"/>
          <p14:tracePt t="546838" x="6483350" y="2116138"/>
          <p14:tracePt t="546849" x="6503988" y="2109788"/>
          <p14:tracePt t="546861" x="6530975" y="2068513"/>
          <p14:tracePt t="546872" x="6572250" y="2006600"/>
          <p14:tracePt t="546904" x="6599238" y="1938338"/>
          <p14:tracePt t="546914" x="6634163" y="1809750"/>
          <p14:tracePt t="546919" x="6653213" y="1666875"/>
          <p14:tracePt t="546922" x="6653213" y="1557338"/>
          <p14:tracePt t="546931" x="6634163" y="1428750"/>
          <p14:tracePt t="546941" x="6592888" y="1333500"/>
          <p14:tracePt t="546951" x="6545263" y="1271588"/>
          <p14:tracePt t="546965" x="6503988" y="1244600"/>
          <p14:tracePt t="546975" x="6450013" y="1217613"/>
          <p14:tracePt t="546986" x="6396038" y="1184275"/>
          <p14:tracePt t="546998" x="6354763" y="1184275"/>
          <p14:tracePt t="547007" x="6300788" y="1176338"/>
          <p14:tracePt t="547019" x="6259513" y="1176338"/>
          <p14:tracePt t="547030" x="6211888" y="1176338"/>
          <p14:tracePt t="547040" x="6164263" y="1196975"/>
          <p14:tracePt t="547053" x="6081713" y="1244600"/>
          <p14:tracePt t="547064" x="5994400" y="1306513"/>
          <p14:tracePt t="547074" x="5911850" y="1366838"/>
          <p14:tracePt t="547086" x="5816600" y="1455738"/>
          <p14:tracePt t="547097" x="5748338" y="1538288"/>
          <p14:tracePt t="547107" x="5700713" y="1625600"/>
          <p14:tracePt t="547120" x="5681663" y="1687513"/>
          <p14:tracePt t="547131" x="5667375" y="1747838"/>
          <p14:tracePt t="547141" x="5667375" y="1795463"/>
          <p14:tracePt t="547153" x="5681663" y="1816100"/>
          <p14:tracePt t="547164" x="5700713" y="1857375"/>
          <p14:tracePt t="547174" x="5729288" y="1884363"/>
          <p14:tracePt t="547187" x="5762625" y="1919288"/>
          <p14:tracePt t="547199" x="5816600" y="1958975"/>
          <p14:tracePt t="547209" x="5878513" y="1985963"/>
          <p14:tracePt t="547221" x="5932488" y="2000250"/>
          <p14:tracePt t="547232" x="5973763" y="2006600"/>
          <p14:tracePt t="547242" x="6021388" y="2006600"/>
          <p14:tracePt t="547254" x="6062663" y="2006600"/>
          <p14:tracePt t="547266" x="6081713" y="2006600"/>
          <p14:tracePt t="547276" x="6102350" y="2000250"/>
          <p14:tracePt t="547288" x="6122988" y="1979613"/>
          <p14:tracePt t="547299" x="6143625" y="1958975"/>
          <p14:tracePt t="547311" x="6149975" y="1925638"/>
          <p14:tracePt t="547321" x="6170613" y="1884363"/>
          <p14:tracePt t="547333" x="6184900" y="1836738"/>
          <p14:tracePt t="547344" x="6197600" y="1789113"/>
          <p14:tracePt t="547355" x="6218238" y="1708150"/>
          <p14:tracePt t="547367" x="6232525" y="1625600"/>
          <p14:tracePt t="547388" x="6238875" y="1557338"/>
          <p14:tracePt t="547392" x="6238875" y="1503363"/>
          <p14:tracePt t="547402" x="6238875" y="1455738"/>
          <p14:tracePt t="547416" x="6232525" y="1428750"/>
          <p14:tracePt t="547425" x="6218238" y="1414463"/>
          <p14:tracePt t="547436" x="6197600" y="1395413"/>
          <p14:tracePt t="547447" x="6184900" y="1387475"/>
          <p14:tracePt t="547457" x="6170613" y="1387475"/>
          <p14:tracePt t="547469" x="6143625" y="1387475"/>
          <p14:tracePt t="547489" x="6102350" y="1387475"/>
          <p14:tracePt t="547496" x="6069013" y="1408113"/>
          <p14:tracePt t="547504" x="6021388" y="1449388"/>
          <p14:tracePt t="547515" x="5932488" y="1524000"/>
          <p14:tracePt t="547526" x="5810250" y="1660525"/>
          <p14:tracePt t="547537" x="5708650" y="1789113"/>
          <p14:tracePt t="547549" x="5605463" y="1979613"/>
          <p14:tracePt t="547558" x="5557838" y="2157413"/>
          <p14:tracePt t="547571" x="5557838" y="2279650"/>
          <p14:tracePt t="547582" x="5578475" y="2339975"/>
          <p14:tracePt t="547592" x="5605463" y="2381250"/>
          <p14:tracePt t="547604" x="5661025" y="2387600"/>
          <p14:tracePt t="547615" x="5700713" y="2401888"/>
          <p14:tracePt t="547625" x="5768975" y="2401888"/>
          <p14:tracePt t="547636" x="5872163" y="2401888"/>
          <p14:tracePt t="547647" x="5938838" y="2387600"/>
          <p14:tracePt t="547658" x="6021388" y="2360613"/>
          <p14:tracePt t="547671" x="6102350" y="2327275"/>
          <p14:tracePt t="547682" x="6164263" y="2279650"/>
          <p14:tracePt t="547692" x="6211888" y="2232025"/>
          <p14:tracePt t="547704" x="6253163" y="2157413"/>
          <p14:tracePt t="547715" x="6280150" y="2095500"/>
          <p14:tracePt t="547726" x="6280150" y="2047875"/>
          <p14:tracePt t="547738" x="6280150" y="2000250"/>
          <p14:tracePt t="547749" x="6280150" y="1958975"/>
          <p14:tracePt t="547760" x="6272213" y="1925638"/>
          <p14:tracePt t="547772" x="6259513" y="1905000"/>
          <p14:tracePt t="547783" x="6253163" y="1884363"/>
          <p14:tracePt t="547794" x="6238875" y="1878013"/>
          <p14:tracePt t="547805" x="6232525" y="1878013"/>
          <p14:tracePt t="547816" x="6218238" y="1871663"/>
          <p14:tracePt t="547828" x="6211888" y="1871663"/>
          <p14:tracePt t="547849" x="6197600" y="1871663"/>
          <p14:tracePt t="547962" x="6211888" y="1857375"/>
          <p14:tracePt t="547984" x="6211888" y="1851025"/>
          <p14:tracePt t="547996" x="6211888" y="1836738"/>
          <p14:tracePt t="548019" x="6211888" y="1830388"/>
          <p14:tracePt t="548052" x="6197600" y="1816100"/>
          <p14:tracePt t="548074" x="6191250" y="1816100"/>
          <p14:tracePt t="548087" x="6184900" y="1830388"/>
          <p14:tracePt t="548098" x="6164263" y="1836738"/>
          <p14:tracePt t="548109" x="6129338" y="1857375"/>
          <p14:tracePt t="548121" x="6089650" y="1898650"/>
          <p14:tracePt t="548131" x="6042025" y="1946275"/>
          <p14:tracePt t="548143" x="6007100" y="2000250"/>
          <p14:tracePt t="548155" x="6000750" y="2047875"/>
          <p14:tracePt t="548165" x="5994400" y="2095500"/>
          <p14:tracePt t="548177" x="6000750" y="2149475"/>
          <p14:tracePt t="548189" x="6021388" y="2170113"/>
          <p14:tracePt t="548199" x="6048375" y="2197100"/>
          <p14:tracePt t="548212" x="6089650" y="2211388"/>
          <p14:tracePt t="548223" x="6129338" y="2211388"/>
          <p14:tracePt t="548233" x="6164263" y="2211388"/>
          <p14:tracePt t="548245" x="6197600" y="2197100"/>
          <p14:tracePt t="548256" x="6238875" y="2170113"/>
          <p14:tracePt t="548266" x="6272213" y="2136775"/>
          <p14:tracePt t="548278" x="6313488" y="2074863"/>
          <p14:tracePt t="548289" x="6340475" y="2006600"/>
          <p14:tracePt t="548301" x="6361113" y="1946275"/>
          <p14:tracePt t="548313" x="6375400" y="1878013"/>
          <p14:tracePt t="548324" x="6375400" y="1795463"/>
          <p14:tracePt t="548333" x="6354763" y="1735138"/>
          <p14:tracePt t="548346" x="6334125" y="1687513"/>
          <p14:tracePt t="548357" x="6300788" y="1646238"/>
          <p14:tracePt t="548367" x="6272213" y="1619250"/>
          <p14:tracePt t="548380" x="6253163" y="1598613"/>
          <p14:tracePt t="548391" x="6218238" y="1585913"/>
          <p14:tracePt t="548401" x="6184900" y="1585913"/>
          <p14:tracePt t="548413" x="6149975" y="1585913"/>
          <p14:tracePt t="548424" x="6110288" y="1598613"/>
          <p14:tracePt t="548434" x="6042025" y="1625600"/>
          <p14:tracePt t="548447" x="5973763" y="1673225"/>
          <p14:tracePt t="548458" x="5911850" y="1728788"/>
          <p14:tracePt t="548470" x="5837238" y="1830388"/>
          <p14:tracePt t="548480" x="5783263" y="1938338"/>
          <p14:tracePt t="548492" x="5762625" y="2068513"/>
          <p14:tracePt t="548503" x="5768975" y="2149475"/>
          <p14:tracePt t="548514" x="5795963" y="2259013"/>
          <p14:tracePt t="548526" x="5851525" y="2339975"/>
          <p14:tracePt t="548537" x="5899150" y="2381250"/>
          <p14:tracePt t="548547" x="5959475" y="2401888"/>
          <p14:tracePt t="548559" x="6021388" y="2408238"/>
          <p14:tracePt t="548571" x="6062663" y="2408238"/>
          <p14:tracePt t="548581" x="6122988" y="2381250"/>
          <p14:tracePt t="548592" x="6184900" y="2339975"/>
          <p14:tracePt t="548604" x="6232525" y="2279650"/>
          <p14:tracePt t="548614" x="6272213" y="2217738"/>
          <p14:tracePt t="548627" x="6300788" y="2095500"/>
          <p14:tracePt t="548638" x="6313488" y="1966913"/>
          <p14:tracePt t="548649" x="6300788" y="1857375"/>
          <p14:tracePt t="548661" x="6259513" y="1708150"/>
          <p14:tracePt t="548672" x="6191250" y="1585913"/>
          <p14:tracePt t="548682" x="6110288" y="1497013"/>
          <p14:tracePt t="548695" x="6062663" y="1449388"/>
          <p14:tracePt t="548706" x="5980113" y="1408113"/>
          <p14:tracePt t="548716" x="5919788" y="1387475"/>
          <p14:tracePt t="548728" x="5878513" y="1387475"/>
          <p14:tracePt t="548739" x="5837238" y="1387475"/>
          <p14:tracePt t="548750" x="5810250" y="1395413"/>
          <p14:tracePt t="548762" x="5789613" y="1414463"/>
          <p14:tracePt t="548773" x="5762625" y="1455738"/>
          <p14:tracePt t="548783" x="5721350" y="1544638"/>
          <p14:tracePt t="548796" x="5700713" y="1646238"/>
          <p14:tracePt t="548807" x="5688013" y="1728788"/>
          <p14:tracePt t="548817" x="5700713" y="1836738"/>
          <p14:tracePt t="548830" x="5729288" y="1925638"/>
          <p14:tracePt t="548841" x="5762625" y="1985963"/>
          <p14:tracePt t="548851" x="5816600" y="2041525"/>
          <p14:tracePt t="548863" x="5891213" y="2068513"/>
          <p14:tracePt t="548874" x="5959475" y="2068513"/>
          <p14:tracePt t="548884" x="6000750" y="2062163"/>
          <p14:tracePt t="548897" x="6062663" y="2027238"/>
          <p14:tracePt t="548908" x="6129338" y="1966913"/>
          <p14:tracePt t="548919" x="6170613" y="1919288"/>
          <p14:tracePt t="548931" x="6218238" y="1830388"/>
          <p14:tracePt t="548942" x="6253163" y="1728788"/>
          <p14:tracePt t="548953" x="6259513" y="1625600"/>
          <p14:tracePt t="548964" x="6253163" y="1565275"/>
          <p14:tracePt t="548975" x="6218238" y="1482725"/>
          <p14:tracePt t="548997" x="6170613" y="1428750"/>
          <p14:tracePt t="549001" x="6122988" y="1387475"/>
          <p14:tracePt t="549013" x="6048375" y="1347788"/>
          <p14:tracePt t="549023" x="5973763" y="1306513"/>
          <p14:tracePt t="549034" x="5899150" y="1292225"/>
          <p14:tracePt t="549044" x="5816600" y="1271588"/>
          <p14:tracePt t="549057" x="5741988" y="1271588"/>
          <p14:tracePt t="549066" x="5688013" y="1292225"/>
          <p14:tracePt t="549078" x="5661025" y="1312863"/>
          <p14:tracePt t="549090" x="5626100" y="1366838"/>
          <p14:tracePt t="549100" x="5605463" y="1428750"/>
          <p14:tracePt t="549113" x="5605463" y="1482725"/>
          <p14:tracePt t="549124" x="5599113" y="1565275"/>
          <p14:tracePt t="549133" x="5605463" y="1646238"/>
          <p14:tracePt t="549145" x="5640388" y="1728788"/>
          <p14:tracePt t="549157" x="5661025" y="1776413"/>
          <p14:tracePt t="549167" x="5708650" y="1836738"/>
          <p14:tracePt t="549179" x="5768975" y="1878013"/>
          <p14:tracePt t="549191" x="5810250" y="1898650"/>
          <p14:tracePt t="549200" x="5872163" y="1905000"/>
          <p14:tracePt t="549213" x="5919788" y="1905000"/>
          <p14:tracePt t="549223" x="5959475" y="1905000"/>
          <p14:tracePt t="549233" x="6007100" y="1884363"/>
          <p14:tracePt t="549246" x="6062663" y="1851025"/>
          <p14:tracePt t="549257" x="6102350" y="1795463"/>
          <p14:tracePt t="549267" x="6129338" y="1755775"/>
          <p14:tracePt t="549280" x="6170613" y="1693863"/>
          <p14:tracePt t="549291" x="6197600" y="1639888"/>
          <p14:tracePt t="549301" x="6211888" y="1598613"/>
          <p14:tracePt t="549313" x="6232525" y="1538288"/>
          <p14:tracePt t="549324" x="6238875" y="1497013"/>
          <p14:tracePt t="549335" x="6238875" y="1462088"/>
          <p14:tracePt t="549347" x="6232525" y="1435100"/>
          <p14:tracePt t="549359" x="6218238" y="1408113"/>
          <p14:tracePt t="549370" x="6211888" y="1387475"/>
          <p14:tracePt t="549380" x="6191250" y="1374775"/>
          <p14:tracePt t="549392" x="6164263" y="1354138"/>
          <p14:tracePt t="549403" x="6129338" y="1347788"/>
          <p14:tracePt t="549413" x="6069013" y="1333500"/>
          <p14:tracePt t="549425" x="6027738" y="1327150"/>
          <p14:tracePt t="549437" x="5973763" y="1312863"/>
          <p14:tracePt t="549447" x="5919788" y="1312863"/>
          <p14:tracePt t="549458" x="5899150" y="1312863"/>
          <p14:tracePt t="549471" x="5878513" y="1312863"/>
          <p14:tracePt t="549481" x="5872163" y="1312863"/>
          <p14:tracePt t="549492" x="5857875" y="1312863"/>
          <p14:tracePt t="549525" x="5857875" y="1327150"/>
          <p14:tracePt t="549539" x="5851525" y="1333500"/>
          <p14:tracePt t="549548" x="5851525" y="1347788"/>
          <p14:tracePt t="549561" x="5837238" y="1366838"/>
          <p14:tracePt t="549572" x="5837238" y="1387475"/>
          <p14:tracePt t="549582" x="5830888" y="1428750"/>
          <p14:tracePt t="549595" x="5830888" y="1462088"/>
          <p14:tracePt t="549605" x="5816600" y="1517650"/>
          <p14:tracePt t="549615" x="5816600" y="1557338"/>
          <p14:tracePt t="549628" x="5816600" y="1604963"/>
          <p14:tracePt t="549639" x="5830888" y="1660525"/>
          <p14:tracePt t="549649" x="5830888" y="1687513"/>
          <p14:tracePt t="549662" x="5837238" y="1728788"/>
          <p14:tracePt t="549673" x="5851525" y="1747838"/>
          <p14:tracePt t="549683" x="5857875" y="1755775"/>
          <p14:tracePt t="549696" x="5878513" y="1768475"/>
          <p14:tracePt t="549707" x="5899150" y="1768475"/>
          <p14:tracePt t="549717" x="5919788" y="1768475"/>
          <p14:tracePt t="549729" x="5932488" y="1768475"/>
          <p14:tracePt t="549740" x="5938838" y="1755775"/>
          <p14:tracePt t="549751" x="5953125" y="1755775"/>
          <p14:tracePt t="549763" x="5959475" y="1747838"/>
          <p14:tracePt t="549774" x="5973763" y="1728788"/>
          <p14:tracePt t="549784" x="5980113" y="1708150"/>
          <p14:tracePt t="549797" x="5994400" y="1687513"/>
          <p14:tracePt t="549808" x="6000750" y="1666875"/>
          <p14:tracePt t="549819" x="6021388" y="1639888"/>
          <p14:tracePt t="549830" x="6027738" y="1619250"/>
          <p14:tracePt t="549841" x="6027738" y="1598613"/>
          <p14:tracePt t="549853" x="6042025" y="1585913"/>
          <p14:tracePt t="549863" x="6048375" y="1577975"/>
          <p14:tracePt t="549875" x="6048375" y="1565275"/>
          <p14:tracePt t="549964" x="6048375" y="1557338"/>
          <p14:tracePt t="550122" x="6042025" y="1557338"/>
          <p14:tracePt t="550125" x="6021388" y="1557338"/>
          <p14:tracePt t="550135" x="6007100" y="1557338"/>
          <p14:tracePt t="550146" x="6000750" y="1557338"/>
          <p14:tracePt t="550178" x="5994400" y="1557338"/>
          <p14:tracePt t="550190" x="5980113" y="1565275"/>
          <p14:tracePt t="550202" x="5973763" y="1577975"/>
          <p14:tracePt t="550214" x="5973763" y="1585913"/>
          <p14:tracePt t="550227" x="5973763" y="1598613"/>
          <p14:tracePt t="550246" x="5973763" y="1619250"/>
          <p14:tracePt t="550268" x="5973763" y="1625600"/>
          <p14:tracePt t="550280" x="5973763" y="1639888"/>
          <p14:tracePt t="550449" x="5973763" y="1625600"/>
          <p14:tracePt t="551618" x="5994400" y="1577975"/>
          <p14:tracePt t="551622" x="5994400" y="1524000"/>
          <p14:tracePt t="551631" x="6000750" y="1455738"/>
          <p14:tracePt t="551642" x="6007100" y="1395413"/>
          <p14:tracePt t="551656" x="6027738" y="1333500"/>
          <p14:tracePt t="551665" x="6027738" y="1306513"/>
          <p14:tracePt t="551675" x="6027738" y="1271588"/>
          <p14:tracePt t="551688" x="6021388" y="1271588"/>
          <p14:tracePt t="551698" x="6021388" y="1265238"/>
          <p14:tracePt t="551709" x="6000750" y="1265238"/>
          <p14:tracePt t="551721" x="5980113" y="1271588"/>
          <p14:tracePt t="551731" x="5959475" y="1285875"/>
          <p14:tracePt t="551743" x="5899150" y="1312863"/>
          <p14:tracePt t="551755" x="5837238" y="1366838"/>
          <p14:tracePt t="551765" x="5762625" y="1449388"/>
          <p14:tracePt t="551776" x="5700713" y="1524000"/>
          <p14:tracePt t="551789" x="5619750" y="1639888"/>
          <p14:tracePt t="551799" x="5557838" y="1747838"/>
          <p14:tracePt t="551810" x="5530850" y="1830388"/>
          <p14:tracePt t="551822" x="5510213" y="1898650"/>
          <p14:tracePt t="551833" x="5510213" y="1946275"/>
          <p14:tracePt t="551845" x="5510213" y="1966913"/>
          <p14:tracePt t="551856" x="5518150" y="2000250"/>
          <p14:tracePt t="551866" x="5538788" y="2027238"/>
          <p14:tracePt t="551878" x="5578475" y="2062163"/>
          <p14:tracePt t="551890" x="5619750" y="2074863"/>
          <p14:tracePt t="551900" x="5681663" y="2095500"/>
          <p14:tracePt t="551912" x="5748338" y="2116138"/>
          <p14:tracePt t="551923" x="5795963" y="2116138"/>
          <p14:tracePt t="551933" x="5872163" y="2116138"/>
          <p14:tracePt t="551945" x="5938838" y="2109788"/>
          <p14:tracePt t="551956" x="6021388" y="2095500"/>
          <p14:tracePt t="551967" x="6069013" y="2074863"/>
          <p14:tracePt t="551980" x="6129338" y="2047875"/>
          <p14:tracePt t="551991" x="6170613" y="2006600"/>
          <p14:tracePt t="552001" x="6197600" y="1966913"/>
          <p14:tracePt t="552013" x="6218238" y="1898650"/>
          <p14:tracePt t="552024" x="6218238" y="1830388"/>
          <p14:tracePt t="552034" x="6218238" y="1755775"/>
          <p14:tracePt t="552046" x="6211888" y="1708150"/>
          <p14:tracePt t="552058" x="6197600" y="1646238"/>
          <p14:tracePt t="552068" x="6191250" y="1598613"/>
          <p14:tracePt t="552081" x="6184900" y="1565275"/>
          <p14:tracePt t="552092" x="6170613" y="1538288"/>
          <p14:tracePt t="552102" x="6164263" y="1503363"/>
          <p14:tracePt t="552114" x="6164263" y="1482725"/>
          <p14:tracePt t="552147" x="6149975" y="1462088"/>
          <p14:tracePt t="552153" x="6143625" y="1449388"/>
          <p14:tracePt t="552163" x="6122988" y="1428750"/>
          <p14:tracePt t="552175" x="6102350" y="1428750"/>
          <p14:tracePt t="552184" x="6089650" y="1428750"/>
          <p14:tracePt t="552194" x="6069013" y="1428750"/>
          <p14:tracePt t="552206" x="6042025" y="1428750"/>
          <p14:tracePt t="552215" x="6021388" y="1428750"/>
          <p14:tracePt t="552227" x="5980113" y="1449388"/>
          <p14:tracePt t="552239" x="5953125" y="1462088"/>
          <p14:tracePt t="552248" x="5899150" y="1497013"/>
          <p14:tracePt t="552261" x="5851525" y="1557338"/>
          <p14:tracePt t="552273" x="5816600" y="1598613"/>
          <p14:tracePt t="552282" x="5783263" y="1673225"/>
          <p14:tracePt t="552295" x="5762625" y="1776413"/>
          <p14:tracePt t="552306" x="5762625" y="1878013"/>
          <p14:tracePt t="552316" x="5768975" y="1938338"/>
          <p14:tracePt t="552328" x="5810250" y="2000250"/>
          <p14:tracePt t="552340" x="5851525" y="2027238"/>
          <p14:tracePt t="552350" x="5891213" y="2047875"/>
          <p14:tracePt t="552362" x="5953125" y="2062163"/>
          <p14:tracePt t="552373" x="6027738" y="2062163"/>
          <p14:tracePt t="552383" x="6089650" y="2062163"/>
          <p14:tracePt t="552395" x="6164263" y="2027238"/>
          <p14:tracePt t="552407" x="6238875" y="1985963"/>
          <p14:tracePt t="552417" x="6334125" y="1925638"/>
          <p14:tracePt t="552430" x="6381750" y="1871663"/>
          <p14:tracePt t="552441" x="6462713" y="1768475"/>
          <p14:tracePt t="552451" x="6545263" y="1639888"/>
          <p14:tracePt t="552464" x="6586538" y="1557338"/>
          <p14:tracePt t="552475" x="6613525" y="1449388"/>
          <p14:tracePt t="552484" x="6613525" y="1366838"/>
          <p14:tracePt t="552497" x="6592888" y="1306513"/>
          <p14:tracePt t="552508" x="6565900" y="1271588"/>
          <p14:tracePt t="552518" x="6491288" y="1238250"/>
          <p14:tracePt t="552530" x="6402388" y="1204913"/>
          <p14:tracePt t="552542" x="6334125" y="1196975"/>
          <p14:tracePt t="552552" x="6218238" y="1196975"/>
          <p14:tracePt t="552564" x="6129338" y="1204913"/>
          <p14:tracePt t="552575" x="6048375" y="1223963"/>
          <p14:tracePt t="552587" x="6000750" y="1252538"/>
          <p14:tracePt t="552598" x="5973763" y="1306513"/>
          <p14:tracePt t="552609" x="5953125" y="1347788"/>
          <p14:tracePt t="552620" x="5953125" y="1387475"/>
          <p14:tracePt t="552631" x="5953125" y="1428750"/>
          <p14:tracePt t="552642" x="5953125" y="1462088"/>
          <p14:tracePt t="552655" x="5973763" y="1497013"/>
          <p14:tracePt t="552665" x="5980113" y="1517650"/>
          <p14:tracePt t="552677" x="5994400" y="1538288"/>
          <p14:tracePt t="552689" x="6007100" y="1544638"/>
          <p14:tracePt t="552698" x="6021388" y="1557338"/>
          <p14:tracePt t="552754" x="6027738" y="1544638"/>
          <p14:tracePt t="552766" x="6027738" y="1524000"/>
          <p14:tracePt t="552777" x="6027738" y="1517650"/>
          <p14:tracePt t="552789" x="6027738" y="1497013"/>
          <p14:tracePt t="552799" x="6021388" y="1497013"/>
          <p14:tracePt t="552812" x="6021388" y="1482725"/>
          <p14:tracePt t="552823" x="6007100" y="1482725"/>
          <p14:tracePt t="552900" x="6000750" y="1482725"/>
          <p14:tracePt t="553474" x="5994400" y="1503363"/>
          <p14:tracePt t="553478" x="5994400" y="1538288"/>
          <p14:tracePt t="553487" x="5994400" y="1577975"/>
          <p14:tracePt t="553498" x="5994400" y="1619250"/>
          <p14:tracePt t="553511" x="5994400" y="1639888"/>
          <p14:tracePt t="553520" x="6000750" y="1673225"/>
          <p14:tracePt t="553532" x="6000750" y="1708150"/>
          <p14:tracePt t="553543" x="6000750" y="1728788"/>
          <p14:tracePt t="553554" x="6000750" y="1755775"/>
          <p14:tracePt t="553565" x="6000750" y="1768475"/>
          <p14:tracePt t="553577" x="5994400" y="1789113"/>
          <p14:tracePt t="553588" x="5994400" y="1795463"/>
          <p14:tracePt t="553599" x="5994400" y="1816100"/>
          <p14:tracePt t="553611" x="5980113" y="1830388"/>
          <p14:tracePt t="553621" x="5980113" y="1836738"/>
          <p14:tracePt t="553632" x="5980113" y="1857375"/>
          <p14:tracePt t="553645" x="5980113" y="1871663"/>
          <p14:tracePt t="553654" x="5980113" y="1878013"/>
          <p14:tracePt t="553666" x="5994400" y="1884363"/>
          <p14:tracePt t="553678" x="6007100" y="1898650"/>
          <p14:tracePt t="553689" x="6062663" y="1925638"/>
          <p14:tracePt t="553701" x="6129338" y="1958975"/>
          <p14:tracePt t="553712" x="6292850" y="2027238"/>
          <p14:tracePt t="553722" x="6545263" y="2116138"/>
          <p14:tracePt t="553734" x="6777038" y="2190750"/>
          <p14:tracePt t="553745" x="7137400" y="2300288"/>
          <p14:tracePt t="553756" x="7497763" y="2381250"/>
          <p14:tracePt t="553768" x="7789863" y="2422525"/>
          <p14:tracePt t="553779" x="7986713" y="2443163"/>
          <p14:tracePt t="553790" x="8218488" y="2443163"/>
          <p14:tracePt t="553803" x="8340725" y="2422525"/>
          <p14:tracePt t="553815" x="8450263" y="2401888"/>
          <p14:tracePt t="553827" x="8491538" y="2366963"/>
          <p14:tracePt t="553837" x="8518525" y="2339975"/>
          <p14:tracePt t="553849" x="8539163" y="2300288"/>
          <p14:tracePt t="553859" x="8539163" y="2259013"/>
          <p14:tracePt t="553870" x="8531225" y="2190750"/>
          <p14:tracePt t="553881" x="8518525" y="2149475"/>
          <p14:tracePt t="553891" x="8491538" y="2095500"/>
          <p14:tracePt t="553904" x="8456613" y="2062163"/>
          <p14:tracePt t="553915" x="8396288" y="2027238"/>
          <p14:tracePt t="553924" x="8340725" y="2006600"/>
          <p14:tracePt t="553937" x="8245475" y="2006600"/>
          <p14:tracePt t="553948" x="8158163" y="2006600"/>
          <p14:tracePt t="553960" x="8096250" y="2027238"/>
          <p14:tracePt t="553971" x="8007350" y="2068513"/>
          <p14:tracePt t="553982" x="7947025" y="2095500"/>
          <p14:tracePt t="553994" x="7864475" y="2170113"/>
          <p14:tracePt t="554004" x="7824788" y="2211388"/>
          <p14:tracePt t="554015" x="7796213" y="2252663"/>
          <p14:tracePt t="554027" x="7789863" y="2279650"/>
          <p14:tracePt t="554037" x="7789863" y="2300288"/>
          <p14:tracePt t="554049" x="7804150" y="2306638"/>
          <p14:tracePt t="554061" x="7843838" y="2319338"/>
          <p14:tracePt t="554071" x="7939088" y="2319338"/>
          <p14:tracePt t="554082" x="8048625" y="2319338"/>
          <p14:tracePt t="554095" x="8218488" y="2300288"/>
          <p14:tracePt t="554105" x="8388350" y="2252663"/>
          <p14:tracePt t="554117" x="8491538" y="2211388"/>
          <p14:tracePt t="554129" x="8599488" y="2116138"/>
          <p14:tracePt t="554139" x="8640763" y="2068513"/>
          <p14:tracePt t="554152" x="8667750" y="2000250"/>
          <p14:tracePt t="554163" x="8661400" y="1946275"/>
          <p14:tracePt t="554172" x="8626475" y="1898650"/>
          <p14:tracePt t="554185" x="8531225" y="1857375"/>
          <p14:tracePt t="554196" x="8429625" y="1830388"/>
          <p14:tracePt t="554206" x="8224838" y="1816100"/>
          <p14:tracePt t="554218" x="8089900" y="1830388"/>
          <p14:tracePt t="554239" x="7899400" y="1871663"/>
          <p14:tracePt t="554245" x="7796213" y="1905000"/>
          <p14:tracePt t="554253" x="7694613" y="1966913"/>
          <p14:tracePt t="554263" x="7653338" y="2000250"/>
          <p14:tracePt t="554278" x="7613650" y="2047875"/>
          <p14:tracePt t="554288" x="7605713" y="2074863"/>
          <p14:tracePt t="554298" x="7605713" y="2109788"/>
          <p14:tracePt t="554308" x="7626350" y="2149475"/>
          <p14:tracePt t="554318" x="7653338" y="2170113"/>
          <p14:tracePt t="554330" x="7729538" y="2217738"/>
          <p14:tracePt t="554341" x="7796213" y="2252663"/>
          <p14:tracePt t="554353" x="7926388" y="2279650"/>
          <p14:tracePt t="554364" x="8069263" y="2300288"/>
          <p14:tracePt t="554374" x="8158163" y="2300288"/>
          <p14:tracePt t="554386" x="8266113" y="2286000"/>
          <p14:tracePt t="554398" x="8328025" y="2271713"/>
          <p14:tracePt t="554408" x="8367713" y="2252663"/>
          <p14:tracePt t="554421" x="8388350" y="2232025"/>
          <p14:tracePt t="554432" x="8388350" y="2211388"/>
          <p14:tracePt t="554443" x="8388350" y="2176463"/>
          <p14:tracePt t="554454" x="8367713" y="2157413"/>
          <p14:tracePt t="554465" x="8320088" y="2116138"/>
          <p14:tracePt t="554477" x="8266113" y="2095500"/>
          <p14:tracePt t="554488" x="8158163" y="2062163"/>
          <p14:tracePt t="554499" x="8054975" y="2047875"/>
          <p14:tracePt t="554511" x="7878763" y="2047875"/>
          <p14:tracePt t="554521" x="7653338" y="2068513"/>
          <p14:tracePt t="554532" x="7497763" y="2095500"/>
          <p14:tracePt t="554545" x="7272338" y="2157413"/>
          <p14:tracePt t="554554" x="7137400" y="2217738"/>
          <p14:tracePt t="554566" x="6973888" y="2300288"/>
          <p14:tracePt t="554578" x="6911975" y="2339975"/>
          <p14:tracePt t="554588" x="6891338" y="2381250"/>
          <p14:tracePt t="554600" x="6905625" y="2401888"/>
          <p14:tracePt t="554612" x="6953250" y="2428875"/>
          <p14:tracePt t="554622" x="7081838" y="2462213"/>
          <p14:tracePt t="554634" x="7224713" y="2490788"/>
          <p14:tracePt t="554646" x="7504113" y="2497138"/>
          <p14:tracePt t="554656" x="7715250" y="2497138"/>
          <p14:tracePt t="554668" x="8015288" y="2482850"/>
          <p14:tracePt t="554680" x="8177213" y="2462213"/>
          <p14:tracePt t="554690" x="8340725" y="2422525"/>
          <p14:tracePt t="554702" x="8396288" y="2387600"/>
          <p14:tracePt t="554714" x="8408988" y="2366963"/>
          <p14:tracePt t="554723" x="8408988" y="2347913"/>
          <p14:tracePt t="554735" x="8396288" y="2327275"/>
          <p14:tracePt t="554747" x="8361363" y="2300288"/>
          <p14:tracePt t="554757" x="8320088" y="2286000"/>
          <p14:tracePt t="554770" x="8245475" y="2286000"/>
          <p14:tracePt t="554781" x="8197850" y="2286000"/>
          <p14:tracePt t="554791" x="8177213" y="2286000"/>
          <p14:tracePt t="554803" x="8170863" y="2286000"/>
          <p14:tracePt t="554903" x="8158163" y="2300288"/>
          <p14:tracePt t="554908" x="8129588" y="2319338"/>
          <p14:tracePt t="554917" x="8096250" y="2347913"/>
          <p14:tracePt t="554930" x="8015288" y="2443163"/>
          <p14:tracePt t="554942" x="7899400" y="2592388"/>
          <p14:tracePt t="554951" x="7613650" y="3000375"/>
          <p14:tracePt t="554963" x="7265988" y="3530600"/>
          <p14:tracePt t="554974" x="7021513" y="3884613"/>
          <p14:tracePt t="554984" x="6653213" y="4340225"/>
          <p14:tracePt t="554994" x="6232525" y="4729163"/>
          <p14:tracePt t="555006" x="5911850" y="4973638"/>
          <p14:tracePt t="555017" x="5456238" y="5272088"/>
          <p14:tracePt t="555028" x="5116513" y="5510213"/>
          <p14:tracePt t="555040" x="4899025" y="5681663"/>
          <p14:tracePt t="555050" x="4789488" y="5776913"/>
          <p14:tracePt t="555061" x="4694238" y="5851525"/>
          <p14:tracePt t="555073" x="4646613" y="5891213"/>
          <p14:tracePt t="555083" x="4613275" y="5911850"/>
          <p14:tracePt t="555095" x="4586288" y="5926138"/>
          <p14:tracePt t="555107" x="4565650" y="5926138"/>
          <p14:tracePt t="555117" x="4557713" y="5932488"/>
          <p14:tracePt t="555139" x="4545013" y="5932488"/>
          <p14:tracePt t="555151" x="4538663" y="5932488"/>
          <p14:tracePt t="555162" x="4524375" y="5932488"/>
          <p14:tracePt t="555174" x="4503738" y="5932488"/>
          <p14:tracePt t="555184" x="4476750" y="5946775"/>
          <p14:tracePt t="555197" x="4456113" y="5946775"/>
          <p14:tracePt t="555208" x="4435475" y="5946775"/>
          <p14:tracePt t="555218" x="4402138" y="5946775"/>
          <p14:tracePt t="555231" x="4375150" y="5946775"/>
          <p14:tracePt t="555242" x="4348163" y="5946775"/>
          <p14:tracePt t="555252" x="4306888" y="5932488"/>
          <p14:tracePt t="555264" x="4271963" y="5926138"/>
          <p14:tracePt t="555286" x="4244975" y="5926138"/>
          <p14:tracePt t="555290" x="4205288" y="5911850"/>
          <p14:tracePt t="555299" x="4157663" y="5891213"/>
          <p14:tracePt t="555310" x="4116388" y="5884863"/>
          <p14:tracePt t="555322" x="4081463" y="5872163"/>
          <p14:tracePt t="555333" x="4062413" y="5872163"/>
          <p14:tracePt t="555343" x="4054475" y="5864225"/>
          <p14:tracePt t="555454" x="4054475" y="5851525"/>
          <p14:tracePt t="555477" x="4054475" y="5843588"/>
          <p14:tracePt t="555489" x="4054475" y="5830888"/>
          <p14:tracePt t="555500" x="4054475" y="5824538"/>
          <p14:tracePt t="555511" x="4054475" y="5816600"/>
          <p14:tracePt t="555524" x="4054475" y="5783263"/>
          <p14:tracePt t="555533" x="4062413" y="5756275"/>
          <p14:tracePt t="555546" x="4062413" y="5721350"/>
          <p14:tracePt t="555557" x="4062413" y="5694363"/>
          <p14:tracePt t="555567" x="4062413" y="5673725"/>
          <p14:tracePt t="555579" x="4062413" y="5653088"/>
          <p14:tracePt t="555590" x="4054475" y="5640388"/>
          <p14:tracePt t="555601" x="4054475" y="5634038"/>
          <p14:tracePt t="555634" x="4062413" y="5634038"/>
          <p14:tracePt t="555679" x="4075113" y="5634038"/>
          <p14:tracePt t="555702" x="4081463" y="5634038"/>
          <p14:tracePt t="555714" x="4102100" y="5634038"/>
          <p14:tracePt t="555725" x="4137025" y="5619750"/>
          <p14:tracePt t="555736" x="4164013" y="5613400"/>
          <p14:tracePt t="555748" x="4211638" y="5592763"/>
          <p14:tracePt t="555759" x="4271963" y="5572125"/>
          <p14:tracePt t="555769" x="4367213" y="5565775"/>
          <p14:tracePt t="555782" x="4435475" y="5565775"/>
          <p14:tracePt t="555793" x="4545013" y="5572125"/>
          <p14:tracePt t="555803" x="4667250" y="5586413"/>
          <p14:tracePt t="555815" x="4756150" y="5586413"/>
          <p14:tracePt t="555826" x="4864100" y="5592763"/>
          <p14:tracePt t="555837" x="4994275" y="5605463"/>
          <p14:tracePt t="555849" x="5089525" y="5613400"/>
          <p14:tracePt t="555860" x="5224463" y="5619750"/>
          <p14:tracePt t="555872" x="5348288" y="5634038"/>
          <p14:tracePt t="555882" x="5476875" y="5640388"/>
          <p14:tracePt t="555894" x="5557838" y="5640388"/>
          <p14:tracePt t="555905" x="5646738" y="5653088"/>
          <p14:tracePt t="555916" x="5708650" y="5653088"/>
          <p14:tracePt t="555927" x="5729288" y="5653088"/>
          <p14:tracePt t="555940" x="5741988" y="5653088"/>
          <p14:tracePt t="555973" x="5729288" y="5653088"/>
          <p14:tracePt t="555983" x="5721350" y="5640388"/>
          <p14:tracePt t="555995" x="5688013" y="5640388"/>
          <p14:tracePt t="556007" x="5661025" y="5640388"/>
          <p14:tracePt t="556017" x="5592763" y="5640388"/>
          <p14:tracePt t="556028" x="5476875" y="5640388"/>
          <p14:tracePt t="556040" x="5367338" y="5640388"/>
          <p14:tracePt t="556051" x="5191125" y="5640388"/>
          <p14:tracePt t="556062" x="4986338" y="5640388"/>
          <p14:tracePt t="556074" x="4816475" y="5640388"/>
          <p14:tracePt t="556085" x="4708525" y="5653088"/>
          <p14:tracePt t="556097" x="4605338" y="5661025"/>
          <p14:tracePt t="556108" x="4538663" y="5673725"/>
          <p14:tracePt t="556118" x="4518025" y="5673725"/>
          <p14:tracePt t="556130" x="4503738" y="5681663"/>
          <p14:tracePt t="556174" x="4503738" y="5694363"/>
          <p14:tracePt t="556197" x="4518025" y="5694363"/>
          <p14:tracePt t="556209" x="4538663" y="5700713"/>
          <p14:tracePt t="556220" x="4565650" y="5700713"/>
          <p14:tracePt t="556232" x="4605338" y="5700713"/>
          <p14:tracePt t="556243" x="4687888" y="5715000"/>
          <p14:tracePt t="556253" x="4795838" y="5715000"/>
          <p14:tracePt t="556265" x="4919663" y="5721350"/>
          <p14:tracePt t="556277" x="5027613" y="5735638"/>
          <p14:tracePt t="556287" x="5170488" y="5741988"/>
          <p14:tracePt t="556299" x="5300663" y="5756275"/>
          <p14:tracePt t="556311" x="5381625" y="5762625"/>
          <p14:tracePt t="556343" x="5470525" y="5776913"/>
          <p14:tracePt t="556347" x="5551488" y="5783263"/>
          <p14:tracePt t="556360" x="5646738" y="5783263"/>
          <p14:tracePt t="556369" x="5700713" y="5783263"/>
          <p14:tracePt t="556379" x="5729288" y="5783263"/>
          <p14:tracePt t="556392" x="5748338" y="5783263"/>
          <p14:tracePt t="556444" x="5741988" y="5783263"/>
          <p14:tracePt t="556457" x="5721350" y="5783263"/>
          <p14:tracePt t="556467" x="5700713" y="5783263"/>
          <p14:tracePt t="556478" x="5667375" y="5783263"/>
          <p14:tracePt t="556490" x="5619750" y="5783263"/>
          <p14:tracePt t="556501" x="5578475" y="5776913"/>
          <p14:tracePt t="556513" x="5518150" y="5776913"/>
          <p14:tracePt t="556524" x="5470525" y="5762625"/>
          <p14:tracePt t="556535" x="5414963" y="5756275"/>
          <p14:tracePt t="556547" x="5387975" y="5756275"/>
          <p14:tracePt t="556558" x="5367338" y="5756275"/>
          <p14:tracePt t="556568" x="5360988" y="5756275"/>
          <p14:tracePt t="556646" x="5367338" y="5756275"/>
          <p14:tracePt t="556673" x="5387975" y="5762625"/>
          <p14:tracePt t="556681" x="5429250" y="5762625"/>
          <p14:tracePt t="556693" x="5476875" y="5762625"/>
          <p14:tracePt t="556703" x="5518150" y="5762625"/>
          <p14:tracePt t="556715" x="5592763" y="5776913"/>
          <p14:tracePt t="556727" x="5646738" y="5776913"/>
          <p14:tracePt t="556737" x="5700713" y="5776913"/>
          <p14:tracePt t="556749" x="5741988" y="5783263"/>
          <p14:tracePt t="556760" x="5768975" y="5783263"/>
          <p14:tracePt t="556771" x="5783263" y="5783263"/>
          <p14:tracePt t="556793" x="5789613" y="5783263"/>
          <p14:tracePt t="556894" x="5768975" y="5776913"/>
          <p14:tracePt t="556906" x="5748338" y="5776913"/>
          <p14:tracePt t="556917" x="5721350" y="5762625"/>
          <p14:tracePt t="556929" x="5688013" y="5762625"/>
          <p14:tracePt t="556940" x="5646738" y="5762625"/>
          <p14:tracePt t="556951" x="5599113" y="5762625"/>
          <p14:tracePt t="556963" x="5557838" y="5762625"/>
          <p14:tracePt t="556974" x="5497513" y="5762625"/>
          <p14:tracePt t="556985" x="5449888" y="5762625"/>
          <p14:tracePt t="556996" x="5395913" y="5762625"/>
          <p14:tracePt t="557007" x="5367338" y="5756275"/>
          <p14:tracePt t="557019" x="5327650" y="5756275"/>
          <p14:tracePt t="557029" x="5300663" y="5756275"/>
          <p14:tracePt t="557041" x="5280025" y="5756275"/>
          <p14:tracePt t="557053" x="5265738" y="5756275"/>
          <p14:tracePt t="557063" x="5259388" y="5756275"/>
          <p14:tracePt t="557075" x="5245100" y="5756275"/>
          <p14:tracePt t="557175" x="5259388" y="5756275"/>
          <p14:tracePt t="557188" x="5280025" y="5756275"/>
          <p14:tracePt t="557198" x="5286375" y="5756275"/>
          <p14:tracePt t="557210" x="5319713" y="5756275"/>
          <p14:tracePt t="557221" x="5348288" y="5756275"/>
          <p14:tracePt t="557233" x="5381625" y="5762625"/>
          <p14:tracePt t="557244" x="5435600" y="5762625"/>
          <p14:tracePt t="557255" x="5510213" y="5776913"/>
          <p14:tracePt t="557267" x="5578475" y="5783263"/>
          <p14:tracePt t="557278" x="5700713" y="5795963"/>
          <p14:tracePt t="557289" x="5837238" y="5816600"/>
          <p14:tracePt t="557301" x="5980113" y="5824538"/>
          <p14:tracePt t="557311" x="6069013" y="5830888"/>
          <p14:tracePt t="557323" x="6170613" y="5830888"/>
          <p14:tracePt t="557335" x="6259513" y="5830888"/>
          <p14:tracePt t="557344" x="6313488" y="5830888"/>
          <p14:tracePt t="557356" x="6361113" y="5830888"/>
          <p14:tracePt t="557389" x="6402388" y="5830888"/>
          <p14:tracePt t="557395" x="6423025" y="5830888"/>
          <p14:tracePt t="557434" x="6408738" y="5830888"/>
          <p14:tracePt t="557446" x="6396038" y="5830888"/>
          <p14:tracePt t="557457" x="6334125" y="5824538"/>
          <p14:tracePt t="557470" x="6238875" y="5816600"/>
          <p14:tracePt t="557479" x="6062663" y="5803900"/>
          <p14:tracePt t="557492" x="5837238" y="5803900"/>
          <p14:tracePt t="557503" x="5688013" y="5795963"/>
          <p14:tracePt t="557514" x="5476875" y="5795963"/>
          <p14:tracePt t="557526" x="5265738" y="5795963"/>
          <p14:tracePt t="557537" x="5157788" y="5783263"/>
          <p14:tracePt t="557547" x="5048250" y="5783263"/>
          <p14:tracePt t="557559" x="4986338" y="5776913"/>
          <p14:tracePt t="557570" x="4959350" y="5762625"/>
          <p14:tracePt t="557581" x="4946650" y="5762625"/>
          <p14:tracePt t="557637" x="4946650" y="5756275"/>
          <p14:tracePt t="557648" x="4959350" y="5756275"/>
          <p14:tracePt t="557671" x="4979988" y="5756275"/>
          <p14:tracePt t="557682" x="4994275" y="5756275"/>
          <p14:tracePt t="557694" x="5014913" y="5756275"/>
          <p14:tracePt t="557705" x="5054600" y="5756275"/>
          <p14:tracePt t="557716" x="5137150" y="5762625"/>
          <p14:tracePt t="557727" x="5205413" y="5776913"/>
          <p14:tracePt t="557739" x="5340350" y="5795963"/>
          <p14:tracePt t="557751" x="5476875" y="5816600"/>
          <p14:tracePt t="557761" x="5626100" y="5824538"/>
          <p14:tracePt t="557773" x="5741988" y="5830888"/>
          <p14:tracePt t="557785" x="5891213" y="5843588"/>
          <p14:tracePt t="557795" x="6007100" y="5851525"/>
          <p14:tracePt t="557806" x="6089650" y="5851525"/>
          <p14:tracePt t="557828" x="6164263" y="5851525"/>
          <p14:tracePt t="557832" x="6218238" y="5851525"/>
          <p14:tracePt t="557841" x="6253163" y="5851525"/>
          <p14:tracePt t="557854" x="6272213" y="5851525"/>
          <p14:tracePt t="557864" x="6292850" y="5851525"/>
          <p14:tracePt t="557876" x="6300788" y="5851525"/>
          <p14:tracePt t="557918" x="6300788" y="5843588"/>
          <p14:tracePt t="557963" x="6292850" y="5843588"/>
          <p14:tracePt t="557976" x="6280150" y="5843588"/>
          <p14:tracePt t="557987" x="6272213" y="5843588"/>
          <p14:tracePt t="558008" x="6259513" y="5843588"/>
          <p14:tracePt t="558023" x="6238875" y="5830888"/>
          <p14:tracePt t="558034" x="6197600" y="5830888"/>
          <p14:tracePt t="558043" x="6164263" y="5824538"/>
          <p14:tracePt t="558054" x="6089650" y="5824538"/>
          <p14:tracePt t="558064" x="5994400" y="5816600"/>
          <p14:tracePt t="558077" x="5899150" y="5803900"/>
          <p14:tracePt t="558088" x="5789613" y="5795963"/>
          <p14:tracePt t="558098" x="5700713" y="5795963"/>
          <p14:tracePt t="558110" x="5626100" y="5795963"/>
          <p14:tracePt t="558121" x="5592763" y="5783263"/>
          <p14:tracePt t="558133" x="5551488" y="5783263"/>
          <p14:tracePt t="558144" x="5530850" y="5783263"/>
          <p14:tracePt t="558155" x="5510213" y="5776913"/>
          <p14:tracePt t="558167" x="5497513" y="5776913"/>
          <p14:tracePt t="558266" x="5510213" y="5776913"/>
          <p14:tracePt t="558289" x="5518150" y="5783263"/>
          <p14:tracePt t="558302" x="5538788" y="5783263"/>
          <p14:tracePt t="558312" x="5557838" y="5783263"/>
          <p14:tracePt t="558324" x="5592763" y="5795963"/>
          <p14:tracePt t="558336" x="5619750" y="5803900"/>
          <p14:tracePt t="558346" x="5626100" y="5803900"/>
          <p14:tracePt t="558357" x="5646738" y="5803900"/>
          <p14:tracePt t="558369" x="5661025" y="5803900"/>
          <p14:tracePt t="558379" x="5661025" y="5816600"/>
          <p14:tracePt t="558437" x="5646738" y="5803900"/>
          <p14:tracePt t="558447" x="5605463" y="5803900"/>
          <p14:tracePt t="558454" x="5551488" y="5803900"/>
          <p14:tracePt t="558464" x="5476875" y="5795963"/>
          <p14:tracePt t="558472" x="5381625" y="5795963"/>
          <p14:tracePt t="558484" x="5286375" y="5795963"/>
          <p14:tracePt t="558495" x="5218113" y="5795963"/>
          <p14:tracePt t="558506" x="5176838" y="5795963"/>
          <p14:tracePt t="558515" x="5149850" y="5795963"/>
          <p14:tracePt t="558527" x="5137150" y="5795963"/>
          <p14:tracePt t="558538" x="5129213" y="5795963"/>
          <p14:tracePt t="558627" x="5137150" y="5795963"/>
          <p14:tracePt t="558638" x="5157788" y="5795963"/>
          <p14:tracePt t="558649" x="5191125" y="5803900"/>
          <p14:tracePt t="558662" x="5265738" y="5816600"/>
          <p14:tracePt t="558673" x="5387975" y="5824538"/>
          <p14:tracePt t="558683" x="5557838" y="5830888"/>
          <p14:tracePt t="558695" x="5700713" y="5843588"/>
          <p14:tracePt t="558707" x="5899150" y="5851525"/>
          <p14:tracePt t="558717" x="6110288" y="5864225"/>
          <p14:tracePt t="558730" x="6259513" y="5872163"/>
          <p14:tracePt t="558740" x="6423025" y="5884863"/>
          <p14:tracePt t="558762" x="6545263" y="5891213"/>
          <p14:tracePt t="558766" x="6619875" y="5905500"/>
          <p14:tracePt t="558776" x="6653213" y="5905500"/>
          <p14:tracePt t="558788" x="6661150" y="5905500"/>
          <p14:tracePt t="558818" x="6661150" y="5911850"/>
          <p14:tracePt t="558841" x="6640513" y="5911850"/>
          <p14:tracePt t="558852" x="6619875" y="5911850"/>
          <p14:tracePt t="558864" x="6572250" y="5911850"/>
          <p14:tracePt t="558875" x="6503988" y="5905500"/>
          <p14:tracePt t="558887" x="6429375" y="5891213"/>
          <p14:tracePt t="558897" x="6300788" y="5884863"/>
          <p14:tracePt t="558909" x="6149975" y="5872163"/>
          <p14:tracePt t="558921" x="6027738" y="5851525"/>
          <p14:tracePt t="558931" x="5891213" y="5843588"/>
          <p14:tracePt t="558942" x="5768975" y="5830888"/>
          <p14:tracePt t="558955" x="5688013" y="5824538"/>
          <p14:tracePt t="558965" x="5646738" y="5824538"/>
          <p14:tracePt t="558976" x="5619750" y="5824538"/>
          <p14:tracePt t="558989" x="5605463" y="5824538"/>
          <p14:tracePt t="559076" x="5619750" y="5824538"/>
          <p14:tracePt t="559089" x="5640388" y="5830888"/>
          <p14:tracePt t="559100" x="5681663" y="5830888"/>
          <p14:tracePt t="559112" x="5721350" y="5830888"/>
          <p14:tracePt t="559123" x="5783263" y="5843588"/>
          <p14:tracePt t="559133" x="5857875" y="5843588"/>
          <p14:tracePt t="559146" x="5932488" y="5843588"/>
          <p14:tracePt t="559157" x="5980113" y="5843588"/>
          <p14:tracePt t="559168" x="6027738" y="5843588"/>
          <p14:tracePt t="559181" x="6062663" y="5843588"/>
          <p14:tracePt t="559191" x="6069013" y="5843588"/>
          <p14:tracePt t="559201" x="6081713" y="5843588"/>
          <p14:tracePt t="559234" x="6069013" y="5843588"/>
          <p14:tracePt t="559246" x="6062663" y="5843588"/>
          <p14:tracePt t="559257" x="6021388" y="5843588"/>
          <p14:tracePt t="559268" x="5973763" y="5843588"/>
          <p14:tracePt t="559280" x="5857875" y="5824538"/>
          <p14:tracePt t="559291" x="5721350" y="5816600"/>
          <p14:tracePt t="559302" x="5557838" y="5803900"/>
          <p14:tracePt t="559315" x="5435600" y="5795963"/>
          <p14:tracePt t="559326" x="5300663" y="5783263"/>
          <p14:tracePt t="559337" x="5197475" y="5776913"/>
          <p14:tracePt t="559348" x="5157788" y="5776913"/>
          <p14:tracePt t="559359" x="5129213" y="5762625"/>
          <p14:tracePt t="559370" x="5116513" y="5762625"/>
          <p14:tracePt t="559606" x="5129213" y="5762625"/>
          <p14:tracePt t="559621" x="5137150" y="5762625"/>
          <p14:tracePt t="559631" x="5157788" y="5762625"/>
          <p14:tracePt t="559641" x="5191125" y="5776913"/>
          <p14:tracePt t="559651" x="5218113" y="5776913"/>
          <p14:tracePt t="559662" x="5259388" y="5776913"/>
          <p14:tracePt t="559674" x="5319713" y="5783263"/>
          <p14:tracePt t="559686" x="5395913" y="5795963"/>
          <p14:tracePt t="559696" x="5470525" y="5803900"/>
          <p14:tracePt t="559708" x="5551488" y="5803900"/>
          <p14:tracePt t="559719" x="5640388" y="5816600"/>
          <p14:tracePt t="559730" x="5700713" y="5816600"/>
          <p14:tracePt t="559742" x="5762625" y="5816600"/>
          <p14:tracePt t="559752" x="5816600" y="5816600"/>
          <p14:tracePt t="559764" x="5851525" y="5824538"/>
          <p14:tracePt t="559776" x="5878513" y="5824538"/>
          <p14:tracePt t="559786" x="5899150" y="5824538"/>
          <p14:tracePt t="559797" x="5932488" y="5824538"/>
          <p14:tracePt t="559809" x="5938838" y="5824538"/>
          <p14:tracePt t="559819" x="5959475" y="5824538"/>
          <p14:tracePt t="559831" x="5980113" y="5824538"/>
          <p14:tracePt t="559843" x="5994400" y="5824538"/>
          <p14:tracePt t="559853" x="6007100" y="5824538"/>
          <p14:tracePt t="559864" x="6027738" y="5824538"/>
          <p14:tracePt t="559877" x="6042025" y="5824538"/>
          <p14:tracePt t="559887" x="6048375" y="5824538"/>
          <p14:tracePt t="559899" x="6062663" y="5824538"/>
          <p14:tracePt t="559954" x="6048375" y="5824538"/>
          <p14:tracePt t="559959" x="6042025" y="5824538"/>
          <p14:tracePt t="559968" x="6027738" y="5816600"/>
          <p14:tracePt t="559979" x="6000750" y="5816600"/>
          <p14:tracePt t="559991" x="5980113" y="5803900"/>
          <p14:tracePt t="560001" x="5959475" y="5795963"/>
          <p14:tracePt t="560012" x="5932488" y="5783263"/>
          <p14:tracePt t="560022" x="5919788" y="5776913"/>
          <p14:tracePt t="560033" x="5911850" y="5762625"/>
          <p14:tracePt t="560055" x="5911850" y="5756275"/>
          <p14:tracePt t="560067" x="5911850" y="5741988"/>
          <p14:tracePt t="560079" x="5911850" y="5735638"/>
          <p14:tracePt t="560271" x="5911850" y="5741988"/>
          <p14:tracePt t="560282" x="5911850" y="5756275"/>
          <p14:tracePt t="560303" x="5919788" y="5756275"/>
          <p14:tracePt t="560314" x="5938838" y="5762625"/>
          <p14:tracePt t="560326" x="5980113" y="5776913"/>
          <p14:tracePt t="560338" x="6007100" y="5783263"/>
          <p14:tracePt t="560349" x="6027738" y="5795963"/>
          <p14:tracePt t="560361" x="6048375" y="5803900"/>
          <p14:tracePt t="560372" x="6027738" y="5803900"/>
          <p14:tracePt t="560382" x="5980113" y="5803900"/>
          <p14:tracePt t="560595" x="6000750" y="5803900"/>
          <p14:tracePt t="560607" x="6081713" y="5803900"/>
          <p14:tracePt t="560618" x="6129338" y="5803900"/>
          <p14:tracePt t="560630" x="6170613" y="5803900"/>
          <p14:tracePt t="560641" x="6218238" y="5803900"/>
          <p14:tracePt t="560653" x="6313488" y="5803900"/>
          <p14:tracePt t="560664" x="6462713" y="5803900"/>
          <p14:tracePt t="560677" x="6586538" y="5803900"/>
          <p14:tracePt t="560686" x="6804025" y="5803900"/>
          <p14:tracePt t="560698" x="6973888" y="5803900"/>
          <p14:tracePt t="560710" x="7212013" y="5803900"/>
          <p14:tracePt t="560719" x="7354888" y="5816600"/>
          <p14:tracePt t="560731" x="7558088" y="5816600"/>
          <p14:tracePt t="560744" x="7756525" y="5816600"/>
          <p14:tracePt t="560753" x="7878763" y="5816600"/>
          <p14:tracePt t="560765" x="8054975" y="5816600"/>
          <p14:tracePt t="560777" x="8170863" y="5803900"/>
          <p14:tracePt t="560787" x="8266113" y="5783263"/>
          <p14:tracePt t="560799" x="8320088" y="5762625"/>
          <p14:tracePt t="560811" x="8348663" y="5756275"/>
          <p14:tracePt t="560821" x="8361363" y="5741988"/>
          <p14:tracePt t="560833" x="8367713" y="5721350"/>
          <p14:tracePt t="560844" x="8367713" y="5700713"/>
          <p14:tracePt t="560854" x="8361363" y="5681663"/>
          <p14:tracePt t="560866" x="8361363" y="5653088"/>
          <p14:tracePt t="560878" x="8361363" y="5634038"/>
          <p14:tracePt t="560888" x="8361363" y="5605463"/>
          <p14:tracePt t="560900" x="8361363" y="5586413"/>
          <p14:tracePt t="560912" x="8367713" y="5551488"/>
          <p14:tracePt t="560922" x="8367713" y="5510213"/>
          <p14:tracePt t="560934" x="8367713" y="5491163"/>
          <p14:tracePt t="560945" x="8348663" y="5449888"/>
          <p14:tracePt t="560956" x="8340725" y="5422900"/>
          <p14:tracePt t="560968" x="8307388" y="5395913"/>
          <p14:tracePt t="560980" x="8266113" y="5375275"/>
          <p14:tracePt t="560990" x="8197850" y="5360988"/>
          <p14:tracePt t="561001" x="8096250" y="5354638"/>
          <p14:tracePt t="561013" x="8027988" y="5354638"/>
          <p14:tracePt t="561023" x="7939088" y="5354638"/>
          <p14:tracePt t="561035" x="7885113" y="5354638"/>
          <p14:tracePt t="561046" x="7837488" y="5360988"/>
          <p14:tracePt t="561057" x="7804150" y="5381625"/>
          <p14:tracePt t="561069" x="7789863" y="5402263"/>
          <p14:tracePt t="561080" x="7769225" y="5422900"/>
          <p14:tracePt t="561091" x="7756525" y="5443538"/>
          <p14:tracePt t="561102" x="7748588" y="5470525"/>
          <p14:tracePt t="561114" x="7735888" y="5491163"/>
          <p14:tracePt t="561125" x="7735888" y="5530850"/>
          <p14:tracePt t="561136" x="7729538" y="5551488"/>
          <p14:tracePt t="561148" x="7729538" y="5586413"/>
          <p14:tracePt t="561160" x="7729538" y="5605463"/>
          <p14:tracePt t="561170" x="7729538" y="5619750"/>
          <p14:tracePt t="561181" x="7735888" y="5619750"/>
          <p14:tracePt t="561194" x="7756525" y="5634038"/>
          <p14:tracePt t="561204" x="7796213" y="5640388"/>
          <p14:tracePt t="561215" x="7858125" y="5661025"/>
          <p14:tracePt t="561227" x="7926388" y="5661025"/>
          <p14:tracePt t="561237" x="8027988" y="5673725"/>
          <p14:tracePt t="561249" x="8129588" y="5681663"/>
          <p14:tracePt t="561260" x="8197850" y="5681663"/>
          <p14:tracePt t="561271" x="8286750" y="5673725"/>
          <p14:tracePt t="561283" x="8361363" y="5653088"/>
          <p14:tracePt t="561295" x="8388350" y="5619750"/>
          <p14:tracePt t="561305" x="8408988" y="5592763"/>
          <p14:tracePt t="561317" x="8415338" y="5530850"/>
          <p14:tracePt t="561328" x="8408988" y="5462588"/>
          <p14:tracePt t="561338" x="8382000" y="5402263"/>
          <p14:tracePt t="561350" x="8320088" y="5313363"/>
          <p14:tracePt t="561362" x="8239125" y="5238750"/>
          <p14:tracePt t="561372" x="8177213" y="5191125"/>
          <p14:tracePt t="561384" x="8096250" y="5164138"/>
          <p14:tracePt t="561396" x="8027988" y="5129213"/>
          <p14:tracePt t="561406" x="7959725" y="5122863"/>
          <p14:tracePt t="561418" x="7920038" y="5122863"/>
          <p14:tracePt t="561429" x="7864475" y="5122863"/>
          <p14:tracePt t="561439" x="7816850" y="5122863"/>
          <p14:tracePt t="561451" x="7777163" y="5143500"/>
          <p14:tracePt t="561464" x="7735888" y="5164138"/>
          <p14:tracePt t="561474" x="7688263" y="5191125"/>
          <p14:tracePt t="561486" x="7634288" y="5238750"/>
          <p14:tracePt t="561497" x="7605713" y="5292725"/>
          <p14:tracePt t="561507" x="7578725" y="5360988"/>
          <p14:tracePt t="561519" x="7558088" y="5429250"/>
          <p14:tracePt t="561531" x="7545388" y="5491163"/>
          <p14:tracePt t="561541" x="7545388" y="5565775"/>
          <p14:tracePt t="561552" x="7545388" y="5619750"/>
          <p14:tracePt t="561586" x="7545388" y="5661025"/>
          <p14:tracePt t="561589" x="7558088" y="5700713"/>
          <p14:tracePt t="561600" x="7605713" y="5776913"/>
          <p14:tracePt t="561614" x="7634288" y="5803900"/>
          <p14:tracePt t="561622" x="7694613" y="5830888"/>
          <p14:tracePt t="561632" x="7769225" y="5843588"/>
          <p14:tracePt t="561645" x="7824788" y="5851525"/>
          <p14:tracePt t="561654" x="7905750" y="5851525"/>
          <p14:tracePt t="561665" x="7980363" y="5851525"/>
          <p14:tracePt t="561677" x="8069263" y="5843588"/>
          <p14:tracePt t="561687" x="8116888" y="5824538"/>
          <p14:tracePt t="561699" x="8170863" y="5803900"/>
          <p14:tracePt t="561710" x="8197850" y="5762625"/>
          <p14:tracePt t="561721" x="8205788" y="5735638"/>
          <p14:tracePt t="561733" x="8218488" y="5673725"/>
          <p14:tracePt t="561745" x="8218488" y="5605463"/>
          <p14:tracePt t="561755" x="8205788" y="5545138"/>
          <p14:tracePt t="561767" x="8177213" y="5491163"/>
          <p14:tracePt t="561779" x="8137525" y="5443538"/>
          <p14:tracePt t="561788" x="8096250" y="5402263"/>
          <p14:tracePt t="561801" x="8048625" y="5381625"/>
          <p14:tracePt t="561812" x="7986713" y="5360988"/>
          <p14:tracePt t="561822" x="7920038" y="5354638"/>
          <p14:tracePt t="561835" x="7858125" y="5354638"/>
          <p14:tracePt t="561845" x="7777163" y="5354638"/>
          <p14:tracePt t="561856" x="7708900" y="5375275"/>
          <p14:tracePt t="561868" x="7634288" y="5395913"/>
          <p14:tracePt t="561880" x="7578725" y="5422900"/>
          <p14:tracePt t="561890" x="7504113" y="5470525"/>
          <p14:tracePt t="561902" x="7435850" y="5530850"/>
          <p14:tracePt t="561913" x="7388225" y="5586413"/>
          <p14:tracePt t="561923" x="7334250" y="5634038"/>
          <p14:tracePt t="561936" x="7307263" y="5673725"/>
          <p14:tracePt t="561947" x="7292975" y="5700713"/>
          <p14:tracePt t="561957" x="7292975" y="5735638"/>
          <p14:tracePt t="561969" x="7292975" y="5756275"/>
          <p14:tracePt t="561980" x="7307263" y="5795963"/>
          <p14:tracePt t="561990" x="7327900" y="5816600"/>
          <p14:tracePt t="562003" x="7367588" y="5851525"/>
          <p14:tracePt t="562014" x="7435850" y="5884863"/>
          <p14:tracePt t="562025" x="7497763" y="5891213"/>
          <p14:tracePt t="562036" x="7586663" y="5911850"/>
          <p14:tracePt t="562048" x="7673975" y="5926138"/>
          <p14:tracePt t="562060" x="7769225" y="5926138"/>
          <p14:tracePt t="562070" x="7837488" y="5926138"/>
          <p14:tracePt t="562081" x="7905750" y="5926138"/>
          <p14:tracePt t="562094" x="7967663" y="5911850"/>
          <p14:tracePt t="562104" x="8007350" y="5905500"/>
          <p14:tracePt t="562115" x="8034338" y="5884863"/>
          <p14:tracePt t="562127" x="8048625" y="5843588"/>
          <p14:tracePt t="562137" x="8054975" y="5803900"/>
          <p14:tracePt t="562150" x="8054975" y="5735638"/>
          <p14:tracePt t="562162" x="8034338" y="5640388"/>
          <p14:tracePt t="562171" x="8007350" y="5551488"/>
          <p14:tracePt t="562184" x="7980363" y="5503863"/>
          <p14:tracePt t="562195" x="7939088" y="5429250"/>
          <p14:tracePt t="562204" x="7905750" y="5395913"/>
          <p14:tracePt t="562216" x="7878763" y="5360988"/>
          <p14:tracePt t="562228" x="7843838" y="5354638"/>
          <p14:tracePt t="562238" x="7804150" y="5340350"/>
          <p14:tracePt t="562251" x="7777163" y="5340350"/>
          <p14:tracePt t="562262" x="7756525" y="5340350"/>
          <p14:tracePt t="562272" x="7729538" y="5354638"/>
          <p14:tracePt t="562284" x="7694613" y="5375275"/>
          <p14:tracePt t="562296" x="7653338" y="5395913"/>
          <p14:tracePt t="562306" x="7605713" y="5443538"/>
          <p14:tracePt t="562318" x="7558088" y="5510213"/>
          <p14:tracePt t="562329" x="7504113" y="5572125"/>
          <p14:tracePt t="562339" x="7483475" y="5613400"/>
          <p14:tracePt t="562352" x="7477125" y="5661025"/>
          <p14:tracePt t="562363" x="7462838" y="5694363"/>
          <p14:tracePt t="562373" x="7477125" y="5715000"/>
          <p14:tracePt t="562384" x="7483475" y="5735638"/>
          <p14:tracePt t="562401" x="7518400" y="5756275"/>
          <p14:tracePt t="562412" x="7558088" y="5776913"/>
          <p14:tracePt t="562421" x="7626350" y="5783263"/>
          <p14:tracePt t="562430" x="7708900" y="5803900"/>
          <p14:tracePt t="562444" x="7789863" y="5803900"/>
          <p14:tracePt t="562453" x="7843838" y="5803900"/>
          <p14:tracePt t="562464" x="7926388" y="5795963"/>
          <p14:tracePt t="562475" x="7986713" y="5783263"/>
          <p14:tracePt t="562486" x="8015288" y="5762625"/>
          <p14:tracePt t="562498" x="8034338" y="5721350"/>
          <p14:tracePt t="562510" x="8054975" y="5681663"/>
          <p14:tracePt t="562520" x="8054975" y="5634038"/>
          <p14:tracePt t="562531" x="8054975" y="5592763"/>
          <p14:tracePt t="562543" x="8034338" y="5551488"/>
          <p14:tracePt t="562553" x="8027988" y="5524500"/>
          <p14:tracePt t="562565" x="8015288" y="5510213"/>
          <p14:tracePt t="562577" x="8015288" y="5503863"/>
          <p14:tracePt t="562587" x="8007350" y="5503863"/>
          <p14:tracePt t="562835" x="8007350" y="5510213"/>
          <p14:tracePt t="562836" x="7994650" y="5524500"/>
          <p14:tracePt t="562857" x="7994650" y="5530850"/>
          <p14:tracePt t="563082" x="8007350" y="5524500"/>
          <p14:tracePt t="563085" x="8015288" y="5510213"/>
          <p14:tracePt t="563094" x="8027988" y="5503863"/>
          <p14:tracePt t="563095" x="8034338" y="5491163"/>
          <p14:tracePt t="563110" x="8034338" y="5470525"/>
          <p14:tracePt t="563121" x="8034338" y="5462588"/>
          <p14:tracePt t="563149" x="8027988" y="5449888"/>
          <p14:tracePt t="563161" x="8015288" y="5449888"/>
          <p14:tracePt t="563172" x="7994650" y="5449888"/>
          <p14:tracePt t="563184" x="7986713" y="5449888"/>
          <p14:tracePt t="563195" x="7980363" y="5443538"/>
          <p14:tracePt t="563206" x="7967663" y="5443538"/>
          <p14:tracePt t="563218" x="7959725" y="5449888"/>
          <p14:tracePt t="563228" x="7947025" y="5449888"/>
          <p14:tracePt t="563240" x="7939088" y="5449888"/>
          <p14:tracePt t="563252" x="7939088" y="5462588"/>
          <p14:tracePt t="563262" x="7926388" y="5462588"/>
          <p14:tracePt t="563274" x="7920038" y="5470525"/>
          <p14:tracePt t="563295" x="7920038" y="5483225"/>
          <p14:tracePt t="563307" x="7905750" y="5483225"/>
          <p14:tracePt t="563352" x="7905750" y="5491163"/>
          <p14:tracePt t="563791" x="7905750" y="5470525"/>
          <p14:tracePt t="563803" x="7905750" y="5443538"/>
          <p14:tracePt t="563813" x="7885113" y="5381625"/>
          <p14:tracePt t="563826" x="7858125" y="5292725"/>
          <p14:tracePt t="563836" x="7769225" y="5089525"/>
          <p14:tracePt t="563847" x="7626350" y="4768850"/>
          <p14:tracePt t="563858" x="7443788" y="4395788"/>
          <p14:tracePt t="563870" x="7292975" y="4116388"/>
          <p14:tracePt t="563882" x="7081838" y="3762375"/>
          <p14:tracePt t="563893" x="6864350" y="3455988"/>
          <p14:tracePt t="563904" x="6721475" y="3252788"/>
          <p14:tracePt t="563915" x="6545263" y="3014663"/>
          <p14:tracePt t="563928" x="6396038" y="2803525"/>
          <p14:tracePt t="563937" x="6259513" y="2652713"/>
          <p14:tracePt t="563949" x="6191250" y="2557463"/>
          <p14:tracePt t="563961" x="6110288" y="2470150"/>
          <p14:tracePt t="563971" x="6069013" y="2408238"/>
          <p14:tracePt t="563983" x="6048375" y="2381250"/>
          <p14:tracePt t="563995" x="6021388" y="2347913"/>
          <p14:tracePt t="564004" x="6007100" y="2327275"/>
          <p14:tracePt t="564017" x="5994400" y="2319338"/>
          <p14:tracePt t="564029" x="5980113" y="2300288"/>
          <p14:tracePt t="564038" x="5959475" y="2286000"/>
          <p14:tracePt t="564051" x="5953125" y="2279650"/>
          <p14:tracePt t="564062" x="5932488" y="2279650"/>
          <p14:tracePt t="564072" x="5919788" y="2279650"/>
          <p14:tracePt t="564083" x="5911850" y="2279650"/>
          <p14:tracePt t="564095" x="5899150" y="2279650"/>
          <p14:tracePt t="564184" x="5891213" y="2279650"/>
          <p14:tracePt t="564196" x="5878513" y="2279650"/>
          <p14:tracePt t="564207" x="5872163" y="2271713"/>
          <p14:tracePt t="564219" x="5872163" y="2252663"/>
          <p14:tracePt t="564231" x="5891213" y="2211388"/>
          <p14:tracePt t="564241" x="5919788" y="2128838"/>
          <p14:tracePt t="564253" x="5953125" y="2062163"/>
          <p14:tracePt t="564265" x="6000750" y="1919288"/>
          <p14:tracePt t="564275" x="6048375" y="1768475"/>
          <p14:tracePt t="564287" x="6081713" y="1660525"/>
          <p14:tracePt t="564298" x="6122988" y="1538288"/>
          <p14:tracePt t="564308" x="6149975" y="1449388"/>
          <p14:tracePt t="564321" x="6164263" y="1387475"/>
          <p14:tracePt t="564332" x="6170613" y="1354138"/>
          <p14:tracePt t="564342" x="6170613" y="1327150"/>
          <p14:tracePt t="564354" x="6170613" y="1292225"/>
          <p14:tracePt t="564365" x="6170613" y="1271588"/>
          <p14:tracePt t="564375" x="6170613" y="1252538"/>
          <p14:tracePt t="564398" x="6170613" y="1223963"/>
          <p14:tracePt t="564404" x="6170613" y="1204913"/>
          <p14:tracePt t="564415" x="6164263" y="1184275"/>
          <p14:tracePt t="564424" x="6164263" y="1176338"/>
          <p14:tracePt t="564444" x="6149975" y="1163638"/>
          <p14:tracePt t="564454" x="6143625" y="1163638"/>
          <p14:tracePt t="564466" x="6122988" y="1157288"/>
          <p14:tracePt t="564478" x="6102350" y="1157288"/>
          <p14:tracePt t="564488" x="6081713" y="1143000"/>
          <p14:tracePt t="564500" x="6048375" y="1143000"/>
          <p14:tracePt t="564512" x="6021388" y="1143000"/>
          <p14:tracePt t="564522" x="5994400" y="1143000"/>
          <p14:tracePt t="564534" x="5959475" y="1143000"/>
          <p14:tracePt t="564546" x="5919788" y="1143000"/>
          <p14:tracePt t="564556" x="5891213" y="1143000"/>
          <p14:tracePt t="564567" x="5851525" y="1157288"/>
          <p14:tracePt t="564579" x="5795963" y="1163638"/>
          <p14:tracePt t="564590" x="5748338" y="1184275"/>
          <p14:tracePt t="564602" x="5700713" y="1204913"/>
          <p14:tracePt t="564613" x="5626100" y="1238250"/>
          <p14:tracePt t="564623" x="5572125" y="1271588"/>
          <p14:tracePt t="564636" x="5530850" y="1306513"/>
          <p14:tracePt t="564647" x="5491163" y="1354138"/>
          <p14:tracePt t="564657" x="5456238" y="1395413"/>
          <p14:tracePt t="564670" x="5435600" y="1428750"/>
          <p14:tracePt t="564681" x="5408613" y="1462088"/>
          <p14:tracePt t="564691" x="5387975" y="1517650"/>
          <p14:tracePt t="564703" x="5360988" y="1565275"/>
          <p14:tracePt t="564724" x="5340350" y="1604963"/>
          <p14:tracePt t="564730" x="5319713" y="1660525"/>
          <p14:tracePt t="564739" x="5286375" y="1708150"/>
          <p14:tracePt t="564748" x="5265738" y="1747838"/>
          <p14:tracePt t="564762" x="5238750" y="1789113"/>
          <p14:tracePt t="564772" x="5218113" y="1836738"/>
          <p14:tracePt t="564781" x="5205413" y="1878013"/>
          <p14:tracePt t="564793" x="5197475" y="1898650"/>
          <p14:tracePt t="564805" x="5197475" y="1925638"/>
          <p14:tracePt t="564816" x="5197475" y="1946275"/>
          <p14:tracePt t="564826" x="5205413" y="1966913"/>
          <p14:tracePt t="564838" x="5224463" y="1985963"/>
          <p14:tracePt t="564849" x="5265738" y="2000250"/>
          <p14:tracePt t="564860" x="5319713" y="2020888"/>
          <p14:tracePt t="564872" x="5395913" y="2041525"/>
          <p14:tracePt t="564883" x="5497513" y="2047875"/>
          <p14:tracePt t="564894" x="5605463" y="2068513"/>
          <p14:tracePt t="564904" x="5721350" y="2068513"/>
          <p14:tracePt t="564916" x="5878513" y="2074863"/>
          <p14:tracePt t="564928" x="6048375" y="2074863"/>
          <p14:tracePt t="564938" x="6184900" y="2062163"/>
          <p14:tracePt t="564950" x="6354763" y="2020888"/>
          <p14:tracePt t="564962" x="6503988" y="1958975"/>
          <p14:tracePt t="564972" x="6634163" y="1878013"/>
          <p14:tracePt t="564984" x="6715125" y="1816100"/>
          <p14:tracePt t="564995" x="6796088" y="1728788"/>
          <p14:tracePt t="565006" x="6851650" y="1639888"/>
          <p14:tracePt t="565018" x="6884988" y="1577975"/>
          <p14:tracePt t="565030" x="6911975" y="1497013"/>
          <p14:tracePt t="565040" x="6926263" y="1428750"/>
          <p14:tracePt t="565052" x="6926263" y="1387475"/>
          <p14:tracePt t="565063" x="6926263" y="1327150"/>
          <p14:tracePt t="565073" x="6911975" y="1285875"/>
          <p14:tracePt t="565086" x="6891338" y="1252538"/>
          <p14:tracePt t="565097" x="6872288" y="1238250"/>
          <p14:tracePt t="565107" x="6851650" y="1217613"/>
          <p14:tracePt t="565119" x="6810375" y="1204913"/>
          <p14:tracePt t="565131" x="6796088" y="1196975"/>
          <p14:tracePt t="565141" x="6762750" y="1196975"/>
          <p14:tracePt t="565153" x="6721475" y="1196975"/>
          <p14:tracePt t="565164" x="6661150" y="1196975"/>
          <p14:tracePt t="565175" x="6619875" y="1217613"/>
          <p14:tracePt t="565187" x="6551613" y="1238250"/>
          <p14:tracePt t="565198" x="6450013" y="1271588"/>
          <p14:tracePt t="565208" x="6381750" y="1306513"/>
          <p14:tracePt t="565219" x="6272213" y="1354138"/>
          <p14:tracePt t="565234" x="6164263" y="1414463"/>
          <p14:tracePt t="565247" x="6081713" y="1455738"/>
          <p14:tracePt t="565256" x="5953125" y="1544638"/>
          <p14:tracePt t="565265" x="5810250" y="1646238"/>
          <p14:tracePt t="565278" x="5681663" y="1755775"/>
          <p14:tracePt t="565288" x="5592763" y="1836738"/>
          <p14:tracePt t="565300" x="5476875" y="1938338"/>
          <p14:tracePt t="565309" x="5408613" y="2020888"/>
          <p14:tracePt t="565322" x="5367338" y="2047875"/>
          <p14:tracePt t="565333" x="5327650" y="2089150"/>
          <p14:tracePt t="565345" x="5286375" y="2109788"/>
          <p14:tracePt t="565355" x="5259388" y="2116138"/>
          <p14:tracePt t="565366" x="5238750" y="2128838"/>
          <p14:tracePt t="565378" x="5205413" y="2128838"/>
          <p14:tracePt t="565388" x="5176838" y="2128838"/>
          <p14:tracePt t="565400" x="5149850" y="2116138"/>
          <p14:tracePt t="565412" x="5116513" y="2109788"/>
          <p14:tracePt t="565422" x="5075238" y="2095500"/>
          <p14:tracePt t="565434" x="5054600" y="2074863"/>
          <p14:tracePt t="565446" x="5014913" y="2062163"/>
          <p14:tracePt t="565456" x="4986338" y="2041525"/>
          <p14:tracePt t="565469" x="4967288" y="2027238"/>
          <p14:tracePt t="565481" x="4946650" y="2020888"/>
          <p14:tracePt t="565491" x="4926013" y="2020888"/>
          <p14:tracePt t="565503" x="4899025" y="2020888"/>
          <p14:tracePt t="565513" x="4878388" y="2027238"/>
          <p14:tracePt t="565524" x="4857750" y="2047875"/>
          <p14:tracePt t="565536" x="4824413" y="2074863"/>
          <p14:tracePt t="565548" x="4803775" y="2128838"/>
          <p14:tracePt t="565557" x="4803775" y="2170113"/>
          <p14:tracePt t="565569" x="4803775" y="2232025"/>
          <p14:tracePt t="565581" x="4816475" y="2271713"/>
          <p14:tracePt t="565591" x="4824413" y="2286000"/>
          <p14:tracePt t="565603" x="4857750" y="2306638"/>
          <p14:tracePt t="565615" x="4905375" y="2327275"/>
          <p14:tracePt t="565625" x="4946650" y="2339975"/>
          <p14:tracePt t="565637" x="5006975" y="2347913"/>
          <p14:tracePt t="565648" x="5068888" y="2347913"/>
          <p14:tracePt t="565659" x="5137150" y="2319338"/>
          <p14:tracePt t="565671" x="5191125" y="2286000"/>
          <p14:tracePt t="565682" x="5245100" y="2217738"/>
          <p14:tracePt t="565692" x="5300663" y="2136775"/>
          <p14:tracePt t="565704" x="5327650" y="2068513"/>
          <p14:tracePt t="565715" x="5340350" y="1966913"/>
          <p14:tracePt t="565726" x="5327650" y="1878013"/>
          <p14:tracePt t="565738" x="5300663" y="1809750"/>
          <p14:tracePt t="565750" x="5259388" y="1776413"/>
          <p14:tracePt t="565782" x="5197475" y="1755775"/>
          <p14:tracePt t="565786" x="5137150" y="1747838"/>
          <p14:tracePt t="565798" x="5048250" y="1776413"/>
          <p14:tracePt t="565808" x="4979988" y="1816100"/>
          <p14:tracePt t="565817" x="4926013" y="1857375"/>
          <p14:tracePt t="565831" x="4843463" y="1925638"/>
          <p14:tracePt t="565840" x="4795838" y="1985963"/>
          <p14:tracePt t="565850" x="4768850" y="2027238"/>
          <p14:tracePt t="565863" x="4756150" y="2047875"/>
          <p14:tracePt t="565873" x="4756150" y="2068513"/>
          <p14:tracePt t="565884" x="4768850" y="2089150"/>
          <p14:tracePt t="565896" x="4776788" y="2089150"/>
          <p14:tracePt t="565906" x="4816475" y="2095500"/>
          <p14:tracePt t="565917" x="4864100" y="2095500"/>
          <p14:tracePt t="565929" x="4946650" y="2089150"/>
          <p14:tracePt t="565939" x="5006975" y="2068513"/>
          <p14:tracePt t="565952" x="5110163" y="2041525"/>
          <p14:tracePt t="565963" x="5197475" y="1985963"/>
          <p14:tracePt t="565973" x="5245100" y="1958975"/>
          <p14:tracePt t="565986" x="5280025" y="1905000"/>
          <p14:tracePt t="565997" x="5286375" y="1871663"/>
          <p14:tracePt t="566007" x="5286375" y="1851025"/>
          <p14:tracePt t="566020" x="5265738" y="1809750"/>
          <p14:tracePt t="566032" x="5238750" y="1789113"/>
          <p14:tracePt t="566041" x="5176838" y="1768475"/>
          <p14:tracePt t="566054" x="5116513" y="1768475"/>
          <p14:tracePt t="566064" x="5027613" y="1776413"/>
          <p14:tracePt t="566075" x="4926013" y="1809750"/>
          <p14:tracePt t="566087" x="4857750" y="1836738"/>
          <p14:tracePt t="566099" x="4768850" y="1898650"/>
          <p14:tracePt t="566109" x="4687888" y="1979613"/>
          <p14:tracePt t="566122" x="4633913" y="2047875"/>
          <p14:tracePt t="566132" x="4605338" y="2089150"/>
          <p14:tracePt t="566145" x="4598988" y="2149475"/>
          <p14:tracePt t="566156" x="4598988" y="2190750"/>
          <p14:tracePt t="566165" x="4605338" y="2217738"/>
          <p14:tracePt t="566178" x="4633913" y="2252663"/>
          <p14:tracePt t="566188" x="4673600" y="2271713"/>
          <p14:tracePt t="566200" x="4729163" y="2279650"/>
          <p14:tracePt t="566211" x="4789488" y="2286000"/>
          <p14:tracePt t="566222" x="4884738" y="2300288"/>
          <p14:tracePt t="566233" x="5027613" y="2300288"/>
          <p14:tracePt t="566244" x="5137150" y="2286000"/>
          <p14:tracePt t="566255" x="5280025" y="2252663"/>
          <p14:tracePt t="566267" x="5387975" y="2211388"/>
          <p14:tracePt t="566279" x="5449888" y="2170113"/>
          <p14:tracePt t="566289" x="5497513" y="2109788"/>
          <p14:tracePt t="566300" x="5518150" y="2047875"/>
          <p14:tracePt t="566312" x="5518150" y="2000250"/>
          <p14:tracePt t="566322" x="5510213" y="1966913"/>
          <p14:tracePt t="566334" x="5476875" y="1938338"/>
          <p14:tracePt t="566346" x="5429250" y="1919288"/>
          <p14:tracePt t="566356" x="5367338" y="1905000"/>
          <p14:tracePt t="566368" x="5265738" y="1905000"/>
          <p14:tracePt t="566379" x="5176838" y="1925638"/>
          <p14:tracePt t="566389" x="5068888" y="1979613"/>
          <p14:tracePt t="566402" x="4986338" y="2041525"/>
          <p14:tracePt t="566413" x="4899025" y="2128838"/>
          <p14:tracePt t="566423" x="4843463" y="2211388"/>
          <p14:tracePt t="566436" x="4837113" y="2259013"/>
          <p14:tracePt t="566447" x="4843463" y="2300288"/>
          <p14:tracePt t="566457" x="4864100" y="2327275"/>
          <p14:tracePt t="566470" x="4899025" y="2347913"/>
          <p14:tracePt t="566482" x="4959350" y="2366963"/>
          <p14:tracePt t="566491" x="5048250" y="2381250"/>
          <p14:tracePt t="566504" x="5191125" y="2381250"/>
          <p14:tracePt t="566514" x="5307013" y="2347913"/>
          <p14:tracePt t="566524" x="5497513" y="2279650"/>
          <p14:tracePt t="566537" x="5700713" y="2190750"/>
          <p14:tracePt t="566548" x="5837238" y="2109788"/>
          <p14:tracePt t="566558" x="6007100" y="1966913"/>
          <p14:tracePt t="566571" x="6129338" y="1836738"/>
          <p14:tracePt t="566582" x="6218238" y="1708150"/>
          <p14:tracePt t="566592" x="6253163" y="1625600"/>
          <p14:tracePt t="566605" x="6272213" y="1517650"/>
          <p14:tracePt t="566616" x="6272213" y="1435100"/>
          <p14:tracePt t="566626" x="6259513" y="1374775"/>
          <p14:tracePt t="566638" x="6238875" y="1312863"/>
          <p14:tracePt t="566649" x="6232525" y="1271588"/>
          <p14:tracePt t="566660" x="6218238" y="1244600"/>
          <p14:tracePt t="566671" x="6197600" y="1223963"/>
          <p14:tracePt t="566683" x="6191250" y="1204913"/>
          <p14:tracePt t="566704" x="6184900" y="1196975"/>
          <p14:tracePt t="566708" x="6170613" y="1184275"/>
          <p14:tracePt t="566732" x="6164263" y="1176338"/>
          <p14:tracePt t="566828" x="6149975" y="1176338"/>
          <p14:tracePt t="566843" x="6143625" y="1176338"/>
          <p14:tracePt t="566845" x="6122988" y="1176338"/>
          <p14:tracePt t="566853" x="6110288" y="1176338"/>
          <p14:tracePt t="566864" x="6102350" y="1176338"/>
          <p14:tracePt t="566874" x="6089650" y="1176338"/>
          <p14:tracePt t="566885" x="6081713" y="1176338"/>
          <p14:tracePt t="566897" x="6069013" y="1176338"/>
          <p14:tracePt t="566907" x="6062663" y="1184275"/>
          <p14:tracePt t="566919" x="6048375" y="1184275"/>
          <p14:tracePt t="566963" x="6042025" y="1184275"/>
          <p14:tracePt t="566997" x="6021388" y="1184275"/>
          <p14:tracePt t="567008" x="6007100" y="1184275"/>
          <p14:tracePt t="567020" x="5959475" y="1184275"/>
          <p14:tracePt t="567032" x="5878513" y="1196975"/>
          <p14:tracePt t="567042" x="5810250" y="1196975"/>
          <p14:tracePt t="567054" x="5748338" y="1204913"/>
          <p14:tracePt t="567066" x="5708650" y="1204913"/>
          <p14:tracePt t="567076" x="5688013" y="1204913"/>
          <p14:tracePt t="567154" x="5708650" y="1217613"/>
          <p14:tracePt t="567166" x="5748338" y="1223963"/>
          <p14:tracePt t="567177" x="5851525" y="1238250"/>
          <p14:tracePt t="567189" x="5980113" y="1244600"/>
          <p14:tracePt t="567200" x="6102350" y="1244600"/>
          <p14:tracePt t="567212" x="6259513" y="1244600"/>
          <p14:tracePt t="567222" x="6402388" y="1244600"/>
          <p14:tracePt t="567234" x="6524625" y="1244600"/>
          <p14:tracePt t="567246" x="6572250" y="1244600"/>
          <p14:tracePt t="567256" x="6592888" y="1252538"/>
          <p14:tracePt t="567279" x="6586538" y="1252538"/>
          <p14:tracePt t="567289" x="6530975" y="1265238"/>
          <p14:tracePt t="567301" x="6423025" y="1292225"/>
          <p14:tracePt t="567313" x="6313488" y="1327150"/>
          <p14:tracePt t="567324" x="6110288" y="1374775"/>
          <p14:tracePt t="567335" x="5872163" y="1435100"/>
          <p14:tracePt t="567347" x="5640388" y="1476375"/>
          <p14:tracePt t="567357" x="5476875" y="1503363"/>
          <p14:tracePt t="567369" x="5327650" y="1524000"/>
          <p14:tracePt t="567381" x="5224463" y="1544638"/>
          <p14:tracePt t="567391" x="5197475" y="1544638"/>
          <p14:tracePt t="567413" x="5191125" y="1544638"/>
          <p14:tracePt t="567427" x="5197475" y="1544638"/>
          <p14:tracePt t="567439" x="5238750" y="1544638"/>
          <p14:tracePt t="567449" x="5307013" y="1544638"/>
          <p14:tracePt t="567460" x="5429250" y="1544638"/>
          <p14:tracePt t="567472" x="5538788" y="1544638"/>
          <p14:tracePt t="567483" x="5700713" y="1557338"/>
          <p14:tracePt t="567492" x="5872163" y="1565275"/>
          <p14:tracePt t="567504" x="5959475" y="1577975"/>
          <p14:tracePt t="567516" x="6042025" y="1577975"/>
          <p14:tracePt t="567526" x="6069013" y="1585913"/>
          <p14:tracePt t="567538" x="6081713" y="1585913"/>
          <p14:tracePt t="567560" x="6062663" y="1598613"/>
          <p14:tracePt t="567571" x="5994400" y="1604963"/>
          <p14:tracePt t="567583" x="5891213" y="1619250"/>
          <p14:tracePt t="567593" x="5708650" y="1639888"/>
          <p14:tracePt t="567606" x="5510213" y="1660525"/>
          <p14:tracePt t="567617" x="5327650" y="1673225"/>
          <p14:tracePt t="567627" x="5238750" y="1687513"/>
          <p14:tracePt t="567639" x="5157788" y="1708150"/>
          <p14:tracePt t="567651" x="5129213" y="1708150"/>
          <p14:tracePt t="567683" x="5137150" y="1714500"/>
          <p14:tracePt t="567697" x="5170488" y="1714500"/>
          <p14:tracePt t="567706" x="5245100" y="1714500"/>
          <p14:tracePt t="567718" x="5387975" y="1728788"/>
          <p14:tracePt t="567729" x="5592763" y="1735138"/>
          <p14:tracePt t="567740" x="5741988" y="1735138"/>
          <p14:tracePt t="567751" x="5938838" y="1755775"/>
          <p14:tracePt t="567763" x="6081713" y="1768475"/>
          <p14:tracePt t="567773" x="6164263" y="1776413"/>
          <p14:tracePt t="567785" x="6184900" y="1789113"/>
          <p14:tracePt t="567796" x="6191250" y="1789113"/>
          <p14:tracePt t="567807" x="6184900" y="1789113"/>
          <p14:tracePt t="567829" x="6149975" y="1795463"/>
          <p14:tracePt t="567841" x="6110288" y="1795463"/>
          <p14:tracePt t="567874" x="6062663" y="1809750"/>
          <p14:tracePt t="567881" x="6007100" y="1816100"/>
          <p14:tracePt t="567888" x="5953125" y="1830388"/>
          <p14:tracePt t="567898" x="5899150" y="1836738"/>
          <p14:tracePt t="567900" x="5857875" y="1836738"/>
          <p14:tracePt t="567911" x="5837238" y="1851025"/>
          <p14:tracePt t="567923" x="5830888" y="1857375"/>
          <p14:tracePt t="567942" x="5837238" y="1857375"/>
          <p14:tracePt t="567954" x="5851525" y="1871663"/>
          <p14:tracePt t="567966" x="5872163" y="1871663"/>
          <p14:tracePt t="567976" x="5919788" y="1878013"/>
          <p14:tracePt t="567988" x="5994400" y="1898650"/>
          <p14:tracePt t="568000" x="6048375" y="1919288"/>
          <p14:tracePt t="568009" x="6089650" y="1925638"/>
          <p14:tracePt t="568022" x="6122988" y="1938338"/>
          <p14:tracePt t="568033" x="6129338" y="1946275"/>
          <p14:tracePt t="568043" x="6129338" y="1958975"/>
          <p14:tracePt t="568055" x="6129338" y="1966913"/>
          <p14:tracePt t="568066" x="6110288" y="1985963"/>
          <p14:tracePt t="568077" x="6069013" y="2006600"/>
          <p14:tracePt t="568089" x="6027738" y="2027238"/>
          <p14:tracePt t="568101" x="5959475" y="2062163"/>
          <p14:tracePt t="568112" x="5891213" y="2074863"/>
          <p14:tracePt t="568123" x="5837238" y="2095500"/>
          <p14:tracePt t="568135" x="5789613" y="2116138"/>
          <p14:tracePt t="568146" x="5762625" y="2128838"/>
          <p14:tracePt t="568156" x="5748338" y="2136775"/>
          <p14:tracePt t="568168" x="5748338" y="2149475"/>
          <p14:tracePt t="568190" x="5762625" y="2157413"/>
          <p14:tracePt t="568201" x="5783263" y="2170113"/>
          <p14:tracePt t="568213" x="5830888" y="2176463"/>
          <p14:tracePt t="568224" x="5899150" y="2197100"/>
          <p14:tracePt t="568235" x="5973763" y="2211388"/>
          <p14:tracePt t="568247" x="6062663" y="2217738"/>
          <p14:tracePt t="568257" x="6122988" y="2232025"/>
          <p14:tracePt t="568270" x="6164263" y="2238375"/>
          <p14:tracePt t="568282" x="6184900" y="2238375"/>
          <p14:tracePt t="568313" x="6164263" y="2252663"/>
          <p14:tracePt t="568325" x="6122988" y="2259013"/>
          <p14:tracePt t="568337" x="6062663" y="2271713"/>
          <p14:tracePt t="568348" x="6000750" y="2279650"/>
          <p14:tracePt t="568358" x="5932488" y="2286000"/>
          <p14:tracePt t="568371" x="5878513" y="2286000"/>
          <p14:tracePt t="568382" x="5857875" y="2300288"/>
          <p14:tracePt t="568403" x="5857875" y="2306638"/>
          <p14:tracePt t="568426" x="5872163" y="2319338"/>
          <p14:tracePt t="568437" x="5911850" y="2327275"/>
          <p14:tracePt t="568449" x="5959475" y="2347913"/>
          <p14:tracePt t="568459" x="6021388" y="2360613"/>
          <p14:tracePt t="568472" x="6062663" y="2366963"/>
          <p14:tracePt t="568484" x="6122988" y="2381250"/>
          <p14:tracePt t="568493" x="6164263" y="2387600"/>
          <p14:tracePt t="568506" x="6170613" y="2387600"/>
          <p14:tracePt t="568517" x="6184900" y="2401888"/>
          <p14:tracePt t="573612" x="6218238" y="2401888"/>
          <p14:tracePt t="573615" x="6313488" y="2408238"/>
          <p14:tracePt t="573624" x="6443663" y="2443163"/>
          <p14:tracePt t="573634" x="6545263" y="2470150"/>
          <p14:tracePt t="573647" x="6661150" y="2530475"/>
          <p14:tracePt t="573659" x="6735763" y="2551113"/>
          <p14:tracePt t="573668" x="6810375" y="2578100"/>
          <p14:tracePt t="573681" x="6843713" y="2598738"/>
          <p14:tracePt t="573691" x="6872288" y="2613025"/>
          <p14:tracePt t="573703" x="6891338" y="2633663"/>
          <p14:tracePt t="573717" x="6891338" y="2640013"/>
          <p14:tracePt t="573725" x="6864350" y="2673350"/>
          <p14:tracePt t="573737" x="6824663" y="2700338"/>
          <p14:tracePt t="573750" x="6700838" y="2768600"/>
          <p14:tracePt t="573759" x="6586538" y="2843213"/>
          <p14:tracePt t="573770" x="6375400" y="2959100"/>
          <p14:tracePt t="573783" x="6149975" y="3095625"/>
          <p14:tracePt t="573793" x="6000750" y="3184525"/>
          <p14:tracePt t="573804" x="5789613" y="3327400"/>
          <p14:tracePt t="573818" x="5667375" y="3414713"/>
          <p14:tracePt t="573828" x="5538788" y="3524250"/>
          <p14:tracePt t="573838" x="5476875" y="3605213"/>
          <p14:tracePt t="573851" x="5456238" y="3652838"/>
          <p14:tracePt t="573861" x="5470525" y="3714750"/>
          <p14:tracePt t="573873" x="5476875" y="3741738"/>
          <p14:tracePt t="573884" x="5518150" y="3783013"/>
          <p14:tracePt t="573894" x="5572125" y="3803650"/>
          <p14:tracePt t="573907" x="5640388" y="3824288"/>
          <p14:tracePt t="573919" x="5688013" y="3836988"/>
          <p14:tracePt t="573929" x="5762625" y="3843338"/>
          <p14:tracePt t="573941" x="5810250" y="3843338"/>
          <p14:tracePt t="573953" x="5851525" y="3843338"/>
          <p14:tracePt t="573962" x="5878513" y="3836988"/>
          <p14:tracePt t="573975" x="5899150" y="3824288"/>
          <p14:tracePt t="573986" x="5919788" y="3824288"/>
          <p14:tracePt t="573995" x="5932488" y="3816350"/>
          <p14:tracePt t="574008" x="5938838" y="3803650"/>
          <p14:tracePt t="574028" x="5938838" y="3795713"/>
          <p14:tracePt t="574208" x="5932488" y="3795713"/>
          <p14:tracePt t="574211" x="5891213" y="3795713"/>
          <p14:tracePt t="574220" x="5851525" y="3795713"/>
          <p14:tracePt t="574234" x="5816600" y="3816350"/>
          <p14:tracePt t="574247" x="5810250" y="3836988"/>
          <p14:tracePt t="574256" x="5795963" y="3878263"/>
          <p14:tracePt t="574265" x="5783263" y="3952875"/>
          <p14:tracePt t="574278" x="5748338" y="4089400"/>
          <p14:tracePt t="574288" x="5708650" y="4217988"/>
          <p14:tracePt t="574299" x="5646738" y="4435475"/>
          <p14:tracePt t="574311" x="5578475" y="4660900"/>
          <p14:tracePt t="574321" x="5551488" y="4789488"/>
          <p14:tracePt t="574333" x="5510213" y="4911725"/>
          <p14:tracePt t="574345" x="5491163" y="4986338"/>
          <p14:tracePt t="574355" x="5476875" y="5021263"/>
          <p14:tracePt t="574366" x="5456238" y="5048250"/>
          <p14:tracePt t="574379" x="5456238" y="5062538"/>
          <p14:tracePt t="574388" x="5449888" y="5068888"/>
          <p14:tracePt t="574400" x="5449888" y="5081588"/>
          <p14:tracePt t="574422" x="5449888" y="5089525"/>
          <p14:tracePt t="574433" x="5435600" y="5102225"/>
          <p14:tracePt t="574446" x="5429250" y="5122863"/>
          <p14:tracePt t="574456" x="5408613" y="5149850"/>
          <p14:tracePt t="574467" x="5381625" y="5191125"/>
          <p14:tracePt t="574479" x="5360988" y="5218113"/>
          <p14:tracePt t="574490" x="5340350" y="5259388"/>
          <p14:tracePt t="574502" x="5327650" y="5272088"/>
          <p14:tracePt t="574513" x="5327650" y="5280025"/>
          <p14:tracePt t="574523" x="5319713" y="5280025"/>
          <p14:tracePt t="574535" x="5319713" y="5272088"/>
          <p14:tracePt t="574557" x="5319713" y="5259388"/>
          <p14:tracePt t="574569" x="5319713" y="5238750"/>
          <p14:tracePt t="575648" x="5300663" y="5232400"/>
          <p14:tracePt t="575659" x="5259388" y="5218113"/>
          <p14:tracePt t="575671" x="5224463" y="5218113"/>
          <p14:tracePt t="575682" x="5205413" y="5218113"/>
          <p14:tracePt t="575694" x="5197475" y="5218113"/>
          <p14:tracePt t="575794" x="5191125" y="5218113"/>
          <p14:tracePt t="575806" x="5176838" y="5211763"/>
          <p14:tracePt t="578461" x="5191125" y="5211763"/>
          <p14:tracePt t="578472" x="5238750" y="5191125"/>
          <p14:tracePt t="578485" x="5300663" y="5164138"/>
          <p14:tracePt t="578495" x="5414963" y="5089525"/>
          <p14:tracePt t="578507" x="5572125" y="5000625"/>
          <p14:tracePt t="578520" x="5721350" y="4891088"/>
          <p14:tracePt t="578530" x="5830888" y="4795838"/>
          <p14:tracePt t="578541" x="5994400" y="4687888"/>
          <p14:tracePt t="578554" x="6122988" y="4586288"/>
          <p14:tracePt t="578564" x="6197600" y="4530725"/>
          <p14:tracePt t="578574" x="6280150" y="4470400"/>
          <p14:tracePt t="578588" x="6334125" y="4435475"/>
          <p14:tracePt t="578598" x="6354763" y="4408488"/>
          <p14:tracePt t="578607" x="6354763" y="4395788"/>
          <p14:tracePt t="578620" x="6354763" y="4387850"/>
          <p14:tracePt t="578630" x="6340475" y="4375150"/>
          <p14:tracePt t="578641" x="6334125" y="4375150"/>
          <p14:tracePt t="578654" x="6300788" y="4367213"/>
          <p14:tracePt t="578664" x="6292850" y="4367213"/>
          <p14:tracePt t="578676" x="6280150" y="4367213"/>
          <p14:tracePt t="578922" x="6313488" y="4360863"/>
          <p14:tracePt t="578933" x="6375400" y="4340225"/>
          <p14:tracePt t="578946" x="6443663" y="4306888"/>
          <p14:tracePt t="578956" x="6491288" y="4279900"/>
          <p14:tracePt t="578967" x="6551613" y="4238625"/>
          <p14:tracePt t="578980" x="6592888" y="4176713"/>
          <p14:tracePt t="578991" x="6613525" y="4137025"/>
          <p14:tracePt t="579001" x="6619875" y="4068763"/>
          <p14:tracePt t="579013" x="6619875" y="3986213"/>
          <p14:tracePt t="579024" x="6613525" y="3938588"/>
          <p14:tracePt t="579035" x="6572250" y="3843338"/>
          <p14:tracePt t="579047" x="6503988" y="3762375"/>
          <p14:tracePt t="579058" x="6408738" y="3694113"/>
          <p14:tracePt t="579069" x="6334125" y="3646488"/>
          <p14:tracePt t="579081" x="6170613" y="3592513"/>
          <p14:tracePt t="579091" x="5973763" y="3544888"/>
          <p14:tracePt t="579104" x="5816600" y="3530600"/>
          <p14:tracePt t="579117" x="5626100" y="3524250"/>
          <p14:tracePt t="579127" x="5435600" y="3524250"/>
          <p14:tracePt t="579141" x="5259388" y="3544888"/>
          <p14:tracePt t="579154" x="5149850" y="3571875"/>
          <p14:tracePt t="579166" x="4986338" y="3625850"/>
          <p14:tracePt t="579174" x="4837113" y="3687763"/>
          <p14:tracePt t="579184" x="4748213" y="3741738"/>
          <p14:tracePt t="579195" x="4646613" y="3824288"/>
          <p14:tracePt t="579206" x="4578350" y="3905250"/>
          <p14:tracePt t="579217" x="4538663" y="3986213"/>
          <p14:tracePt t="579228" x="4524375" y="4033838"/>
          <p14:tracePt t="579240" x="4538663" y="4110038"/>
          <p14:tracePt t="579251" x="4557713" y="4164013"/>
          <p14:tracePt t="579261" x="4598988" y="4205288"/>
          <p14:tracePt t="579273" x="4667250" y="4265613"/>
          <p14:tracePt t="579284" x="4768850" y="4306888"/>
          <p14:tracePt t="579294" x="4884738" y="4348163"/>
          <p14:tracePt t="579306" x="4986338" y="4360863"/>
          <p14:tracePt t="579318" x="5110163" y="4360863"/>
          <p14:tracePt t="579327" x="5197475" y="4327525"/>
          <p14:tracePt t="579340" x="5238750" y="4306888"/>
          <p14:tracePt t="579351" x="5286375" y="4265613"/>
          <p14:tracePt t="579361" x="5319713" y="4205288"/>
          <p14:tracePt t="579373" x="5340350" y="4129088"/>
          <p14:tracePt t="579385" x="5340350" y="4068763"/>
          <p14:tracePt t="579406" x="5327650" y="3967163"/>
          <p14:tracePt t="579410" x="5286375" y="3863975"/>
          <p14:tracePt t="579418" x="5245100" y="3795713"/>
          <p14:tracePt t="579434" x="5191125" y="3714750"/>
          <p14:tracePt t="579443" x="5116513" y="3652838"/>
          <p14:tracePt t="579452" x="5068888" y="3625850"/>
          <p14:tracePt t="579466" x="5027613" y="3613150"/>
          <p14:tracePt t="579475" x="4994275" y="3605213"/>
          <p14:tracePt t="579485" x="4979988" y="3613150"/>
          <p14:tracePt t="579498" x="4959350" y="3625850"/>
          <p14:tracePt t="579508" x="4938713" y="3646488"/>
          <p14:tracePt t="579519" x="4919663" y="3687763"/>
          <p14:tracePt t="579531" x="4905375" y="3729038"/>
          <p14:tracePt t="579541" x="4884738" y="3783013"/>
          <p14:tracePt t="579552" x="4899025" y="3857625"/>
          <p14:tracePt t="579565" x="4905375" y="3925888"/>
          <p14:tracePt t="579574" x="4938713" y="3973513"/>
          <p14:tracePt t="579586" x="4979988" y="4027488"/>
          <p14:tracePt t="579598" x="5014913" y="4068763"/>
          <p14:tracePt t="579608" x="5033963" y="4089400"/>
          <p14:tracePt t="579621" x="5068888" y="4095750"/>
          <p14:tracePt t="579632" x="5089525" y="4110038"/>
          <p14:tracePt t="579642" x="5110163" y="4110038"/>
          <p14:tracePt t="579654" x="5116513" y="4110038"/>
          <p14:tracePt t="579676" x="5116513" y="4095750"/>
          <p14:tracePt t="579709" x="5110163" y="4089400"/>
          <p14:tracePt t="579722" x="5110163" y="4075113"/>
          <p14:tracePt t="579733" x="5095875" y="4068763"/>
          <p14:tracePt t="579745" x="5075238" y="4054475"/>
          <p14:tracePt t="579757" x="5068888" y="4048125"/>
          <p14:tracePt t="579769" x="5054600" y="4048125"/>
          <p14:tracePt t="579788" x="5048250" y="4048125"/>
          <p14:tracePt t="580103" x="5068888" y="4048125"/>
          <p14:tracePt t="580107" x="5068888" y="4033838"/>
          <p14:tracePt t="580119" x="5075238" y="4033838"/>
          <p14:tracePt t="580137" x="5089525" y="4033838"/>
          <p14:tracePt t="580160" x="5089525" y="4027488"/>
          <p14:tracePt t="581476" x="5149850" y="3986213"/>
          <p14:tracePt t="581480" x="5197475" y="3938588"/>
          <p14:tracePt t="581510" x="5224463" y="3884613"/>
          <p14:tracePt t="581514" x="5265738" y="3824288"/>
          <p14:tracePt t="581523" x="5300663" y="3762375"/>
          <p14:tracePt t="581526" x="5300663" y="3729038"/>
          <p14:tracePt t="581532" x="5300663" y="3673475"/>
          <p14:tracePt t="581548" x="5300663" y="3652838"/>
          <p14:tracePt t="581557" x="5280025" y="3625850"/>
          <p14:tracePt t="581566" x="5265738" y="3605213"/>
          <p14:tracePt t="581580" x="5245100" y="3586163"/>
          <p14:tracePt t="581590" x="5224463" y="3586163"/>
          <p14:tracePt t="581601" x="5197475" y="3571875"/>
          <p14:tracePt t="581612" x="5157788" y="3571875"/>
          <p14:tracePt t="581623" x="5129213" y="3571875"/>
          <p14:tracePt t="581634" x="5054600" y="3592513"/>
          <p14:tracePt t="581646" x="5006975" y="3613150"/>
          <p14:tracePt t="581656" x="4919663" y="3673475"/>
          <p14:tracePt t="581667" x="4837113" y="3741738"/>
          <p14:tracePt t="581680" x="4795838" y="3803650"/>
          <p14:tracePt t="581690" x="4756150" y="3878263"/>
          <p14:tracePt t="581701" x="4748213" y="3925888"/>
          <p14:tracePt t="581713" x="4748213" y="3973513"/>
          <p14:tracePt t="581723" x="4748213" y="4006850"/>
          <p14:tracePt t="581736" x="4748213" y="4033838"/>
          <p14:tracePt t="581747" x="4756150" y="4054475"/>
          <p14:tracePt t="581757" x="4768850" y="4068763"/>
          <p14:tracePt t="581769" x="4776788" y="4068763"/>
          <p14:tracePt t="581781" x="4789488" y="4075113"/>
          <p14:tracePt t="581791" x="4795838" y="4075113"/>
          <p14:tracePt t="581803" x="4803775" y="4075113"/>
          <p14:tracePt t="581815" x="4837113" y="4068763"/>
          <p14:tracePt t="581824" x="4864100" y="4054475"/>
          <p14:tracePt t="581837" x="4884738" y="4048125"/>
          <p14:tracePt t="581848" x="4919663" y="4027488"/>
          <p14:tracePt t="581858" x="4946650" y="4006850"/>
          <p14:tracePt t="581871" x="4986338" y="3986213"/>
          <p14:tracePt t="581883" x="5006975" y="3973513"/>
          <p14:tracePt t="581892" x="5027613" y="3952875"/>
          <p14:tracePt t="581905" x="5033963" y="3952875"/>
          <p14:tracePt t="581916" x="5048250" y="3946525"/>
          <p14:tracePt t="581926" x="5048250" y="3938588"/>
          <p14:tracePt t="581949" x="5054600" y="3938588"/>
          <p14:tracePt t="583299" x="5068888" y="3919538"/>
          <p14:tracePt t="583302" x="5095875" y="3884613"/>
          <p14:tracePt t="583321" x="5129213" y="3816350"/>
          <p14:tracePt t="583325" x="5157788" y="3714750"/>
          <p14:tracePt t="583334" x="5176838" y="3633788"/>
          <p14:tracePt t="583347" x="5191125" y="3517900"/>
          <p14:tracePt t="583357" x="5191125" y="3435350"/>
          <p14:tracePt t="583369" x="5191125" y="3340100"/>
          <p14:tracePt t="583378" x="5176838" y="3292475"/>
          <p14:tracePt t="583390" x="5157788" y="3232150"/>
          <p14:tracePt t="583401" x="5137150" y="3190875"/>
          <p14:tracePt t="583411" x="5116513" y="3163888"/>
          <p14:tracePt t="583423" x="5075238" y="3128963"/>
          <p14:tracePt t="583435" x="5033963" y="3122613"/>
          <p14:tracePt t="583445" x="4979988" y="3116263"/>
          <p14:tracePt t="583457" x="4938713" y="3116263"/>
          <p14:tracePt t="583469" x="4878388" y="3149600"/>
          <p14:tracePt t="583479" x="4824413" y="3224213"/>
          <p14:tracePt t="583491" x="4776788" y="3292475"/>
          <p14:tracePt t="583503" x="4729163" y="3455988"/>
          <p14:tracePt t="583513" x="4687888" y="3565525"/>
          <p14:tracePt t="583525" x="4652963" y="3741738"/>
          <p14:tracePt t="583536" x="4652963" y="3843338"/>
          <p14:tracePt t="583546" x="4667250" y="3952875"/>
          <p14:tracePt t="583559" x="4708525" y="4033838"/>
          <p14:tracePt t="583570" x="4735513" y="4075113"/>
          <p14:tracePt t="583580" x="4803775" y="4110038"/>
          <p14:tracePt t="583602" x="4857750" y="4116388"/>
          <p14:tracePt t="583606" x="4938713" y="4116388"/>
          <p14:tracePt t="583616" x="5006975" y="4116388"/>
          <p14:tracePt t="583628" x="5095875" y="4089400"/>
          <p14:tracePt t="583639" x="5191125" y="4048125"/>
          <p14:tracePt t="583649" x="5224463" y="4014788"/>
          <p14:tracePt t="583661" x="5265738" y="3973513"/>
          <p14:tracePt t="583672" x="5280025" y="3938588"/>
          <p14:tracePt t="583682" x="5280025" y="3878263"/>
          <p14:tracePt t="583692" x="5259388" y="3836988"/>
          <p14:tracePt t="583704" x="5205413" y="3762375"/>
          <p14:tracePt t="583714" x="5137150" y="3714750"/>
          <p14:tracePt t="583727" x="5068888" y="3673475"/>
          <p14:tracePt t="583738" x="4959350" y="3646488"/>
          <p14:tracePt t="583749" x="4878388" y="3625850"/>
          <p14:tracePt t="583761" x="4748213" y="3625850"/>
          <p14:tracePt t="583772" x="4667250" y="3633788"/>
          <p14:tracePt t="583782" x="4557713" y="3673475"/>
          <p14:tracePt t="583795" x="4462463" y="3741738"/>
          <p14:tracePt t="583806" x="4422775" y="3795713"/>
          <p14:tracePt t="583817" x="4395788" y="3863975"/>
          <p14:tracePt t="583828" x="4387850" y="3919538"/>
          <p14:tracePt t="583839" x="4395788" y="3973513"/>
          <p14:tracePt t="583851" x="4414838" y="4014788"/>
          <p14:tracePt t="583861" x="4443413" y="4054475"/>
          <p14:tracePt t="583873" x="4476750" y="4075113"/>
          <p14:tracePt t="583884" x="4538663" y="4095750"/>
          <p14:tracePt t="583895" x="4598988" y="4095750"/>
          <p14:tracePt t="583907" x="4646613" y="4095750"/>
          <p14:tracePt t="583919" x="4735513" y="4089400"/>
          <p14:tracePt t="583929" x="4789488" y="4068763"/>
          <p14:tracePt t="583940" x="4843463" y="4014788"/>
          <p14:tracePt t="583952" x="4864100" y="3973513"/>
          <p14:tracePt t="583963" x="4878388" y="3905250"/>
          <p14:tracePt t="583975" x="4857750" y="3816350"/>
          <p14:tracePt t="583987" x="4824413" y="3741738"/>
          <p14:tracePt t="583996" x="4756150" y="3633788"/>
          <p14:tracePt t="584009" x="4687888" y="3551238"/>
          <p14:tracePt t="584020" x="4578350" y="3462338"/>
          <p14:tracePt t="584030" x="4497388" y="3414713"/>
          <p14:tracePt t="584042" x="4395788" y="3375025"/>
          <p14:tracePt t="584053" x="4313238" y="3354388"/>
          <p14:tracePt t="584064" x="4271963" y="3354388"/>
          <p14:tracePt t="584076" x="4244975" y="3375025"/>
          <p14:tracePt t="584087" x="4224338" y="3402013"/>
          <p14:tracePt t="584097" x="4205288" y="3455988"/>
          <p14:tracePt t="584110" x="4205288" y="3517900"/>
          <p14:tracePt t="584120" x="4205288" y="3625850"/>
          <p14:tracePt t="584131" x="4232275" y="3741738"/>
          <p14:tracePt t="584143" x="4252913" y="3816350"/>
          <p14:tracePt t="584154" x="4327525" y="3938588"/>
          <p14:tracePt t="584165" x="4367213" y="3994150"/>
          <p14:tracePt t="584177" x="4443413" y="4068763"/>
          <p14:tracePt t="584188" x="4497388" y="4095750"/>
          <p14:tracePt t="584199" x="4565650" y="4137025"/>
          <p14:tracePt t="584211" x="4605338" y="4149725"/>
          <p14:tracePt t="584222" x="4667250" y="4149725"/>
          <p14:tracePt t="584232" x="4729163" y="4137025"/>
          <p14:tracePt t="584244" x="4756150" y="4116388"/>
          <p14:tracePt t="584256" x="4795838" y="4068763"/>
          <p14:tracePt t="584266" x="4824413" y="4014788"/>
          <p14:tracePt t="584288" x="4857750" y="3919538"/>
          <p14:tracePt t="584292" x="4864100" y="3843338"/>
          <p14:tracePt t="584304" x="4864100" y="3729038"/>
          <p14:tracePt t="584314" x="4857750" y="3613150"/>
          <p14:tracePt t="584324" x="4837113" y="3544888"/>
          <p14:tracePt t="584337" x="4816475" y="3462338"/>
          <p14:tracePt t="584346" x="4789488" y="3435350"/>
          <p14:tracePt t="584356" x="4756150" y="3402013"/>
          <p14:tracePt t="584369" x="4748213" y="3395663"/>
          <p14:tracePt t="584380" x="4729163" y="3395663"/>
          <p14:tracePt t="584391" x="4714875" y="3395663"/>
          <p14:tracePt t="584402" x="4708525" y="3414713"/>
          <p14:tracePt t="584412" x="4708525" y="3455988"/>
          <p14:tracePt t="584423" x="4694238" y="3503613"/>
          <p14:tracePt t="584435" x="4708525" y="3551238"/>
          <p14:tracePt t="584457" x="4756150" y="3633788"/>
          <p14:tracePt t="584470" x="4967288" y="3824288"/>
          <p14:tracePt t="584480" x="5089525" y="3884613"/>
          <p14:tracePt t="584492" x="5280025" y="3967163"/>
          <p14:tracePt t="584503" x="5491163" y="4014788"/>
          <p14:tracePt t="584513" x="5640388" y="4033838"/>
          <p14:tracePt t="584526" x="5837238" y="4048125"/>
          <p14:tracePt t="584547" x="6021388" y="4048125"/>
          <p14:tracePt t="584552" x="6164263" y="4014788"/>
          <p14:tracePt t="584560" x="6238875" y="3994150"/>
          <p14:tracePt t="584571" x="6313488" y="3952875"/>
          <p14:tracePt t="584585" x="6334125" y="3938588"/>
          <p14:tracePt t="584595" x="6334125" y="3919538"/>
          <p14:tracePt t="584606" x="6334125" y="3905250"/>
          <p14:tracePt t="584615" x="6334125" y="3898900"/>
          <p14:tracePt t="584627" x="6319838" y="3898900"/>
          <p14:tracePt t="584806" x="6354763" y="3898900"/>
          <p14:tracePt t="584809" x="6396038" y="3898900"/>
          <p14:tracePt t="584821" x="6450013" y="3884613"/>
          <p14:tracePt t="584831" x="6545263" y="3884613"/>
          <p14:tracePt t="584843" x="6673850" y="3878263"/>
          <p14:tracePt t="584855" x="6810375" y="3857625"/>
          <p14:tracePt t="584864" x="6891338" y="3843338"/>
          <p14:tracePt t="584875" x="6986588" y="3824288"/>
          <p14:tracePt t="584896" x="7042150" y="3783013"/>
          <p14:tracePt t="584900" x="7062788" y="3756025"/>
          <p14:tracePt t="584912" x="7075488" y="3729038"/>
          <p14:tracePt t="584920" x="7075488" y="3694113"/>
          <p14:tracePt t="584930" x="7054850" y="3652838"/>
          <p14:tracePt t="584943" x="7034213" y="3633788"/>
          <p14:tracePt t="584953" x="6994525" y="3613150"/>
          <p14:tracePt t="584965" x="6953250" y="3605213"/>
          <p14:tracePt t="584977" x="6926263" y="3592513"/>
          <p14:tracePt t="584987" x="6864350" y="3592513"/>
          <p14:tracePt t="584998" x="6796088" y="3605213"/>
          <p14:tracePt t="585010" x="6735763" y="3625850"/>
          <p14:tracePt t="585020" x="6700838" y="3646488"/>
          <p14:tracePt t="585031" x="6681788" y="3652838"/>
          <p14:tracePt t="585424" x="6681788" y="3646488"/>
          <p14:tracePt t="585447" x="6673850" y="3646488"/>
          <p14:tracePt t="585460" x="6673850" y="3633788"/>
          <p14:tracePt t="585469" x="6673850" y="3625850"/>
          <p14:tracePt t="585492" x="6661150" y="3613150"/>
          <p14:tracePt t="585548" x="6653213" y="3613150"/>
          <p14:tracePt t="585560" x="6640513" y="3605213"/>
          <p14:tracePt t="585571" x="6634163" y="3605213"/>
          <p14:tracePt t="585582" x="6613525" y="3605213"/>
          <p14:tracePt t="585594" x="6592888" y="3613150"/>
          <p14:tracePt t="585605" x="6565900" y="3613150"/>
          <p14:tracePt t="585617" x="6545263" y="3613150"/>
          <p14:tracePt t="585628" x="6524625" y="3625850"/>
          <p14:tracePt t="585638" x="6510338" y="3625850"/>
          <p14:tracePt t="585650" x="6491288" y="3633788"/>
          <p14:tracePt t="585694" x="6483350" y="3646488"/>
          <p14:tracePt t="585711" x="6491288" y="3646488"/>
          <p14:tracePt t="585720" x="6491288" y="3652838"/>
          <p14:tracePt t="585739" x="6503988" y="3652838"/>
          <p14:tracePt t="586651" x="6491288" y="3652838"/>
          <p14:tracePt t="586655" x="6462713" y="3687763"/>
          <p14:tracePt t="586667" x="6402388" y="3729038"/>
          <p14:tracePt t="586675" x="6259513" y="3824288"/>
          <p14:tracePt t="586686" x="5994400" y="4027488"/>
          <p14:tracePt t="586699" x="5741988" y="4205288"/>
          <p14:tracePt t="586708" x="5319713" y="4530725"/>
          <p14:tracePt t="586721" x="4986338" y="4748213"/>
          <p14:tracePt t="586753" x="4503738" y="5027613"/>
          <p14:tracePt t="586754" x="4232275" y="5164138"/>
          <p14:tracePt t="586763" x="3890963" y="5292725"/>
          <p14:tracePt t="586767" x="3714750" y="5354638"/>
          <p14:tracePt t="586778" x="3482975" y="5429250"/>
          <p14:tracePt t="586791" x="3360738" y="5462588"/>
          <p14:tracePt t="586800" x="3232150" y="5503863"/>
          <p14:tracePt t="586812" x="3170238" y="5510213"/>
          <p14:tracePt t="586823" x="3109913" y="5524500"/>
          <p14:tracePt t="586832" x="3068638" y="5530850"/>
          <p14:tracePt t="586844" x="3048000" y="5530850"/>
          <p14:tracePt t="586855" x="3027363" y="5530850"/>
          <p14:tracePt t="586865" x="3021013" y="5530850"/>
          <p14:tracePt t="586876" x="3006725" y="5530850"/>
          <p14:tracePt t="586888" x="3000375" y="5530850"/>
          <p14:tracePt t="586910" x="2994025" y="5524500"/>
          <p14:tracePt t="586922" x="2979738" y="5524500"/>
          <p14:tracePt t="586932" x="2973388" y="5524500"/>
          <p14:tracePt t="586944" x="2959100" y="5524500"/>
          <p14:tracePt t="586955" x="2952750" y="5530850"/>
          <p14:tracePt t="586966" x="2952750" y="5545138"/>
          <p14:tracePt t="586978" x="2938463" y="5545138"/>
          <p14:tracePt t="586989" x="2938463" y="5551488"/>
          <p14:tracePt t="587044" x="2952750" y="5551488"/>
          <p14:tracePt t="587056" x="2973388" y="5551488"/>
          <p14:tracePt t="587067" x="3048000" y="5545138"/>
          <p14:tracePt t="587080" x="3184525" y="5545138"/>
          <p14:tracePt t="587091" x="3292475" y="5545138"/>
          <p14:tracePt t="587101" x="3443288" y="5545138"/>
          <p14:tracePt t="587113" x="3586163" y="5545138"/>
          <p14:tracePt t="587124" x="3714750" y="5545138"/>
          <p14:tracePt t="587135" x="3783013" y="5545138"/>
          <p14:tracePt t="587147" x="3884613" y="5545138"/>
          <p14:tracePt t="587158" x="3952875" y="5545138"/>
          <p14:tracePt t="587169" x="4000500" y="5551488"/>
          <p14:tracePt t="587180" x="4054475" y="5565775"/>
          <p14:tracePt t="587202" x="4095750" y="5572125"/>
          <p14:tracePt t="587206" x="4122738" y="5572125"/>
          <p14:tracePt t="587216" x="4143375" y="5586413"/>
          <p14:tracePt t="587226" x="4164013" y="5592763"/>
          <p14:tracePt t="587238" x="4176713" y="5592763"/>
          <p14:tracePt t="587270" x="4164013" y="5592763"/>
          <p14:tracePt t="587281" x="4137025" y="5586413"/>
          <p14:tracePt t="587293" x="4075113" y="5572125"/>
          <p14:tracePt t="587305" x="3986213" y="5551488"/>
          <p14:tracePt t="587315" x="3863975" y="5524500"/>
          <p14:tracePt t="587327" x="3756025" y="5503863"/>
          <p14:tracePt t="587338" x="3586163" y="5449888"/>
          <p14:tracePt t="587348" x="3402013" y="5402263"/>
          <p14:tracePt t="587361" x="3259138" y="5375275"/>
          <p14:tracePt t="587372" x="3062288" y="5319713"/>
          <p14:tracePt t="587382" x="2857500" y="5272088"/>
          <p14:tracePt t="587394" x="2720975" y="5232400"/>
          <p14:tracePt t="587406" x="2578100" y="5211763"/>
          <p14:tracePt t="587416" x="2476500" y="5197475"/>
          <p14:tracePt t="587428" x="2414588" y="5191125"/>
          <p14:tracePt t="587440" x="2387600" y="5191125"/>
          <p14:tracePt t="587449" x="2366963" y="5191125"/>
          <p14:tracePt t="587462" x="2360613" y="5191125"/>
          <p14:tracePt t="587573" x="2366963" y="5191125"/>
          <p14:tracePt t="587584" x="2381250" y="5191125"/>
          <p14:tracePt t="587596" x="2387600" y="5191125"/>
          <p14:tracePt t="587608" x="2408238" y="5197475"/>
          <p14:tracePt t="587619" x="2428875" y="5197475"/>
          <p14:tracePt t="587631" x="2435225" y="5197475"/>
          <p14:tracePt t="587641" x="2455863" y="5197475"/>
          <p14:tracePt t="587652" x="2476500" y="5197475"/>
          <p14:tracePt t="587686" x="2490788" y="5197475"/>
          <p14:tracePt t="587720" x="2497138" y="5197475"/>
          <p14:tracePt t="587742" x="2509838" y="5197475"/>
          <p14:tracePt t="587753" x="2517775" y="5197475"/>
          <p14:tracePt t="587766" x="2538413" y="5197475"/>
          <p14:tracePt t="587776" x="2557463" y="5211763"/>
          <p14:tracePt t="587798" x="2592388" y="5211763"/>
          <p14:tracePt t="587802" x="2625725" y="5211763"/>
          <p14:tracePt t="587813" x="2681288" y="5218113"/>
          <p14:tracePt t="587822" x="2720975" y="5232400"/>
          <p14:tracePt t="587835" x="2768600" y="5238750"/>
          <p14:tracePt t="587845" x="2830513" y="5253038"/>
          <p14:tracePt t="587857" x="2871788" y="5253038"/>
          <p14:tracePt t="587867" x="2932113" y="5259388"/>
          <p14:tracePt t="587877" x="2979738" y="5272088"/>
          <p14:tracePt t="587890" x="3041650" y="5272088"/>
          <p14:tracePt t="587901" x="3081338" y="5272088"/>
          <p14:tracePt t="587911" x="3122613" y="5272088"/>
          <p14:tracePt t="587923" x="3163888" y="5272088"/>
          <p14:tracePt t="587935" x="3197225" y="5272088"/>
          <p14:tracePt t="587945" x="3259138" y="5272088"/>
          <p14:tracePt t="587957" x="3319463" y="5280025"/>
          <p14:tracePt t="587969" x="3395663" y="5280025"/>
          <p14:tracePt t="587979" x="3449638" y="5292725"/>
          <p14:tracePt t="587991" x="3551238" y="5300663"/>
          <p14:tracePt t="588003" x="3640138" y="5313363"/>
          <p14:tracePt t="588013" x="3714750" y="5319713"/>
          <p14:tracePt t="588025" x="3810000" y="5334000"/>
          <p14:tracePt t="588036" x="3911600" y="5334000"/>
          <p14:tracePt t="588046" x="4021138" y="5340350"/>
          <p14:tracePt t="588058" x="4102100" y="5340350"/>
          <p14:tracePt t="588069" x="4211638" y="5340350"/>
          <p14:tracePt t="588081" x="4313238" y="5340350"/>
          <p14:tracePt t="588091" x="4387850" y="5340350"/>
          <p14:tracePt t="588103" x="4483100" y="5340350"/>
          <p14:tracePt t="588115" x="4586288" y="5354638"/>
          <p14:tracePt t="588125" x="4652963" y="5354638"/>
          <p14:tracePt t="588136" x="4748213" y="5354638"/>
          <p14:tracePt t="588148" x="4837113" y="5354638"/>
          <p14:tracePt t="588159" x="4938713" y="5354638"/>
          <p14:tracePt t="588170" x="5014913" y="5354638"/>
          <p14:tracePt t="588182" x="5149850" y="5354638"/>
          <p14:tracePt t="588192" x="5300663" y="5360988"/>
          <p14:tracePt t="588204" x="5414963" y="5375275"/>
          <p14:tracePt t="588216" x="5578475" y="5375275"/>
          <p14:tracePt t="588226" x="5748338" y="5395913"/>
          <p14:tracePt t="588238" x="5932488" y="5402263"/>
          <p14:tracePt t="588249" x="6069013" y="5408613"/>
          <p14:tracePt t="588260" x="6259513" y="5422900"/>
          <p14:tracePt t="588272" x="6470650" y="5429250"/>
          <p14:tracePt t="588283" x="6619875" y="5429250"/>
          <p14:tracePt t="588293" x="6831013" y="5429250"/>
          <p14:tracePt t="588305" x="7034213" y="5422900"/>
          <p14:tracePt t="588317" x="7197725" y="5408613"/>
          <p14:tracePt t="588327" x="7396163" y="5408613"/>
          <p14:tracePt t="588339" x="7593013" y="5408613"/>
          <p14:tracePt t="588350" x="7769225" y="5408613"/>
          <p14:tracePt t="588361" x="7899400" y="5422900"/>
          <p14:tracePt t="588373" x="8048625" y="5429250"/>
          <p14:tracePt t="588385" x="8177213" y="5429250"/>
          <p14:tracePt t="588395" x="8266113" y="5443538"/>
          <p14:tracePt t="588407" x="8367713" y="5429250"/>
          <p14:tracePt t="588418" x="8456613" y="5429250"/>
          <p14:tracePt t="588428" x="8531225" y="5422900"/>
          <p14:tracePt t="588440" x="8599488" y="5408613"/>
          <p14:tracePt t="588452" x="8682038" y="5395913"/>
          <p14:tracePt t="588463" x="8742363" y="5381625"/>
          <p14:tracePt t="588474" x="8783638" y="5375275"/>
          <p14:tracePt t="588485" x="8831263" y="5360988"/>
          <p14:tracePt t="588496" x="8872538" y="5360988"/>
          <p14:tracePt t="588508" x="8899525" y="5360988"/>
          <p14:tracePt t="588519" x="8920163" y="5360988"/>
          <p14:tracePt t="588529" x="8953500" y="5360988"/>
          <p14:tracePt t="588541" x="8994775" y="5360988"/>
          <p14:tracePt t="588553" x="9028113" y="5375275"/>
          <p14:tracePt t="588564" x="9082088" y="5375275"/>
          <p14:tracePt t="588575" x="9144000" y="5375275"/>
          <p14:tracePt t="588586" x="9170988" y="5375275"/>
          <p14:tracePt t="588598" x="9212263" y="5375275"/>
          <p14:tracePt t="588608" x="9239250" y="5375275"/>
          <p14:tracePt t="588620" x="9259888" y="5375275"/>
          <p14:tracePt t="588632" x="9272588" y="5375275"/>
          <p14:tracePt t="588687" x="9259888" y="5375275"/>
          <p14:tracePt t="588699" x="9232900" y="5381625"/>
          <p14:tracePt t="588710" x="9170988" y="5395913"/>
          <p14:tracePt t="588722" x="9048750" y="5422900"/>
          <p14:tracePt t="588734" x="8878888" y="5483225"/>
          <p14:tracePt t="588744" x="8721725" y="5551488"/>
          <p14:tracePt t="588756" x="8491538" y="5640388"/>
          <p14:tracePt t="588767" x="8280400" y="5735638"/>
          <p14:tracePt t="588777" x="8089900" y="5795963"/>
          <p14:tracePt t="588789" x="7980363" y="5824538"/>
          <p14:tracePt t="588801" x="7843838" y="5843588"/>
          <p14:tracePt t="588811" x="7756525" y="5851525"/>
          <p14:tracePt t="588823" x="7694613" y="5851525"/>
          <p14:tracePt t="588845" x="7653338" y="5851525"/>
          <p14:tracePt t="588848" x="7626350" y="5851525"/>
          <p14:tracePt t="588858" x="7613650" y="5851525"/>
          <p14:tracePt t="588879" x="7605713" y="5851525"/>
          <p14:tracePt t="588891" x="7593013" y="5851525"/>
          <p14:tracePt t="588902" x="7586663" y="5851525"/>
          <p14:tracePt t="588912" x="7566025" y="5843588"/>
          <p14:tracePt t="588925" x="7539038" y="5843588"/>
          <p14:tracePt t="588936" x="7497763" y="5830888"/>
          <p14:tracePt t="588946" x="7435850" y="5830888"/>
          <p14:tracePt t="588959" x="7354888" y="5830888"/>
          <p14:tracePt t="588970" x="7253288" y="5843588"/>
          <p14:tracePt t="588981" x="7177088" y="5843588"/>
          <p14:tracePt t="588991" x="7054850" y="5864225"/>
          <p14:tracePt t="589003" x="6911975" y="5884863"/>
          <p14:tracePt t="589014" x="6796088" y="5891213"/>
          <p14:tracePt t="589025" x="6586538" y="5905500"/>
          <p14:tracePt t="589036" x="6340475" y="5905500"/>
          <p14:tracePt t="589048" x="6143625" y="5884863"/>
          <p14:tracePt t="589058" x="5857875" y="5851525"/>
          <p14:tracePt t="589070" x="5626100" y="5830888"/>
          <p14:tracePt t="589082" x="5414963" y="5816600"/>
          <p14:tracePt t="589092" x="5280025" y="5816600"/>
          <p14:tracePt t="589104" x="5116513" y="5803900"/>
          <p14:tracePt t="589116" x="4967288" y="5803900"/>
          <p14:tracePt t="589126" x="4864100" y="5795963"/>
          <p14:tracePt t="589138" x="4748213" y="5783263"/>
          <p14:tracePt t="589149" x="4625975" y="5776913"/>
          <p14:tracePt t="589160" x="4518025" y="5762625"/>
          <p14:tracePt t="589172" x="4443413" y="5756275"/>
          <p14:tracePt t="589183" x="4348163" y="5741988"/>
          <p14:tracePt t="589194" x="4271963" y="5735638"/>
          <p14:tracePt t="589206" x="4224338" y="5735638"/>
          <p14:tracePt t="589217" x="4176713" y="5721350"/>
          <p14:tracePt t="589227" x="4122738" y="5715000"/>
          <p14:tracePt t="589240" x="4095750" y="5715000"/>
          <p14:tracePt t="589251" x="4075113" y="5715000"/>
          <p14:tracePt t="589373" x="4095750" y="5715000"/>
          <p14:tracePt t="589385" x="4116388" y="5715000"/>
          <p14:tracePt t="589396" x="4143375" y="5715000"/>
          <p14:tracePt t="589408" x="4197350" y="5721350"/>
          <p14:tracePt t="589420" x="4292600" y="5735638"/>
          <p14:tracePt t="589430" x="4435475" y="5741988"/>
          <p14:tracePt t="589441" x="4565650" y="5756275"/>
          <p14:tracePt t="589453" x="4768850" y="5776913"/>
          <p14:tracePt t="589464" x="5006975" y="5783263"/>
          <p14:tracePt t="589475" x="5191125" y="5795963"/>
          <p14:tracePt t="589488" x="5456238" y="5795963"/>
          <p14:tracePt t="589508" x="5729288" y="5795963"/>
          <p14:tracePt t="589514" x="5938838" y="5783263"/>
          <p14:tracePt t="589525" x="6218238" y="5762625"/>
          <p14:tracePt t="589534" x="6470650" y="5741988"/>
          <p14:tracePt t="589543" x="6700838" y="5715000"/>
          <p14:tracePt t="589555" x="6851650" y="5694363"/>
          <p14:tracePt t="589565" x="7015163" y="5673725"/>
          <p14:tracePt t="589577" x="7158038" y="5640388"/>
          <p14:tracePt t="589588" x="7232650" y="5619750"/>
          <p14:tracePt t="589598" x="7327900" y="5605463"/>
          <p14:tracePt t="589611" x="7402513" y="5586413"/>
          <p14:tracePt t="589622" x="7462838" y="5572125"/>
          <p14:tracePt t="589632" x="7518400" y="5572125"/>
          <p14:tracePt t="589644" x="7566025" y="5565775"/>
          <p14:tracePt t="589656" x="7605713" y="5565775"/>
          <p14:tracePt t="589666" x="7613650" y="5565775"/>
          <p14:tracePt t="589678" x="7634288" y="5565775"/>
          <p14:tracePt t="589700" x="7646988" y="5551488"/>
          <p14:tracePt t="589733" x="7653338" y="5545138"/>
          <p14:tracePt t="589744" x="7667625" y="5530850"/>
          <p14:tracePt t="589756" x="7688263" y="5510213"/>
          <p14:tracePt t="589767" x="7715250" y="5483225"/>
          <p14:tracePt t="589780" x="7735888" y="5443538"/>
          <p14:tracePt t="589791" x="7748588" y="5422900"/>
          <p14:tracePt t="589801" x="7756525" y="5402263"/>
          <p14:tracePt t="589813" x="7756525" y="5381625"/>
          <p14:tracePt t="589824" x="7756525" y="5375275"/>
          <p14:tracePt t="589834" x="7748588" y="5360988"/>
          <p14:tracePt t="589847" x="7729538" y="5354638"/>
          <p14:tracePt t="589858" x="7694613" y="5340350"/>
          <p14:tracePt t="589870" x="7634288" y="5319713"/>
          <p14:tracePt t="589891" x="7524750" y="5313363"/>
          <p14:tracePt t="589895" x="7375525" y="5292725"/>
          <p14:tracePt t="589907" x="7245350" y="5272088"/>
          <p14:tracePt t="589917" x="7034213" y="5253038"/>
          <p14:tracePt t="589927" x="6824663" y="5238750"/>
          <p14:tracePt t="589939" x="6661150" y="5232400"/>
          <p14:tracePt t="589949" x="6429375" y="5211763"/>
          <p14:tracePt t="589961" x="6191250" y="5197475"/>
          <p14:tracePt t="589972" x="5973763" y="5184775"/>
          <p14:tracePt t="589982" x="5816600" y="5170488"/>
          <p14:tracePt t="589994" x="5619750" y="5170488"/>
          <p14:tracePt t="590005" x="5449888" y="5164138"/>
          <p14:tracePt t="590015" x="5327650" y="5164138"/>
          <p14:tracePt t="590026" x="5197475" y="5164138"/>
          <p14:tracePt t="590037" x="5075238" y="5170488"/>
          <p14:tracePt t="590048" x="5006975" y="5170488"/>
          <p14:tracePt t="590060" x="4919663" y="5184775"/>
          <p14:tracePt t="590072" x="4824413" y="5184775"/>
          <p14:tracePt t="590082" x="4729163" y="5191125"/>
          <p14:tracePt t="590095" x="4652963" y="5191125"/>
          <p14:tracePt t="590106" x="4557713" y="5197475"/>
          <p14:tracePt t="590116" x="4443413" y="5197475"/>
          <p14:tracePt t="590128" x="4375150" y="5197475"/>
          <p14:tracePt t="590139" x="4271963" y="5211763"/>
          <p14:tracePt t="590150" x="4176713" y="5218113"/>
          <p14:tracePt t="590162" x="4095750" y="5218113"/>
          <p14:tracePt t="590174" x="4054475" y="5218113"/>
          <p14:tracePt t="590184" x="4014788" y="5232400"/>
          <p14:tracePt t="590196" x="3994150" y="5232400"/>
          <p14:tracePt t="590207" x="3986213" y="5238750"/>
          <p14:tracePt t="590217" x="3973513" y="5238750"/>
          <p14:tracePt t="590262" x="3986213" y="5238750"/>
          <p14:tracePt t="590284" x="3994150" y="5253038"/>
          <p14:tracePt t="590296" x="4000500" y="5253038"/>
          <p14:tracePt t="590319" x="3994150" y="5253038"/>
          <p14:tracePt t="590712" x="3994150" y="5238750"/>
          <p14:tracePt t="590734" x="3986213" y="5253038"/>
          <p14:tracePt t="590746" x="3973513" y="5253038"/>
          <p14:tracePt t="590758" x="3952875" y="5253038"/>
          <p14:tracePt t="590769" x="3925888" y="5253038"/>
          <p14:tracePt t="590780" x="3890963" y="5253038"/>
          <p14:tracePt t="590791" x="3863975" y="5253038"/>
          <p14:tracePt t="590803" x="3803650" y="5253038"/>
          <p14:tracePt t="590814" x="3756025" y="5253038"/>
          <p14:tracePt t="590826" x="3721100" y="5253038"/>
          <p14:tracePt t="590837" x="3673475" y="5253038"/>
          <p14:tracePt t="590847" x="3619500" y="5253038"/>
          <p14:tracePt t="590860" x="3571875" y="5253038"/>
          <p14:tracePt t="590871" x="3530600" y="5253038"/>
          <p14:tracePt t="590882" x="3470275" y="5253038"/>
          <p14:tracePt t="590893" x="3408363" y="5253038"/>
          <p14:tracePt t="590904" x="3375025" y="5253038"/>
          <p14:tracePt t="590916" x="3319463" y="5238750"/>
          <p14:tracePt t="590937" x="3279775" y="5238750"/>
          <p14:tracePt t="590941" x="3252788" y="5238750"/>
          <p14:tracePt t="590953" x="3217863" y="5238750"/>
          <p14:tracePt t="590962" x="3197225" y="5238750"/>
          <p14:tracePt t="590971" x="3184525" y="5238750"/>
          <p14:tracePt t="590984" x="3170238" y="5238750"/>
          <p14:tracePt t="591027" x="3184525" y="5238750"/>
          <p14:tracePt t="591039" x="3211513" y="5238750"/>
          <p14:tracePt t="591050" x="3259138" y="5238750"/>
          <p14:tracePt t="591061" x="3319463" y="5253038"/>
          <p14:tracePt t="591073" x="3429000" y="5253038"/>
          <p14:tracePt t="591085" x="3571875" y="5259388"/>
          <p14:tracePt t="591095" x="3714750" y="5259388"/>
          <p14:tracePt t="591107" x="3911600" y="5259388"/>
          <p14:tracePt t="591118" x="4143375" y="5259388"/>
          <p14:tracePt t="591128" x="4395788" y="5259388"/>
          <p14:tracePt t="591141" x="4578350" y="5259388"/>
          <p14:tracePt t="591152" x="4816475" y="5272088"/>
          <p14:tracePt t="591162" x="5033963" y="5280025"/>
          <p14:tracePt t="591174" x="5191125" y="5300663"/>
          <p14:tracePt t="591185" x="5387975" y="5313363"/>
          <p14:tracePt t="591196" x="5578475" y="5319713"/>
          <p14:tracePt t="591208" x="5700713" y="5334000"/>
          <p14:tracePt t="591219" x="5857875" y="5354638"/>
          <p14:tracePt t="591229" x="6000750" y="5360988"/>
          <p14:tracePt t="591242" x="6129338" y="5360988"/>
          <p14:tracePt t="591253" x="6232525" y="5360988"/>
          <p14:tracePt t="591263" x="6396038" y="5375275"/>
          <p14:tracePt t="591274" x="6572250" y="5381625"/>
          <p14:tracePt t="591288" x="6715125" y="5395913"/>
          <p14:tracePt t="591302" x="6911975" y="5402263"/>
          <p14:tracePt t="591311" x="7123113" y="5408613"/>
          <p14:tracePt t="591320" x="7327900" y="5429250"/>
          <p14:tracePt t="591332" x="7462838" y="5443538"/>
          <p14:tracePt t="591343" x="7646988" y="5462588"/>
          <p14:tracePt t="591354" x="7837488" y="5462588"/>
          <p14:tracePt t="591366" x="7980363" y="5470525"/>
          <p14:tracePt t="591376" x="8177213" y="5483225"/>
          <p14:tracePt t="591388" x="8396288" y="5483225"/>
          <p14:tracePt t="591400" x="8551863" y="5483225"/>
          <p14:tracePt t="591410" x="8729663" y="5483225"/>
          <p14:tracePt t="591421" x="8872538" y="5470525"/>
          <p14:tracePt t="591434" x="8994775" y="5470525"/>
          <p14:tracePt t="591444" x="9063038" y="5470525"/>
          <p14:tracePt t="591455" x="9129713" y="5462588"/>
          <p14:tracePt t="591467" x="9185275" y="5462588"/>
          <p14:tracePt t="591477" x="9212263" y="5462588"/>
          <p14:tracePt t="591488" x="9232900" y="5462588"/>
          <p14:tracePt t="591544" x="9218613" y="5462588"/>
          <p14:tracePt t="591556" x="9197975" y="5462588"/>
          <p14:tracePt t="591568" x="9090025" y="5462588"/>
          <p14:tracePt t="591578" x="8872538" y="5462588"/>
          <p14:tracePt t="591590" x="8558213" y="5449888"/>
          <p14:tracePt t="591602" x="8259763" y="5449888"/>
          <p14:tracePt t="591612" x="7777163" y="5443538"/>
          <p14:tracePt t="591624" x="7272338" y="5429250"/>
          <p14:tracePt t="591635" x="6905625" y="5429250"/>
          <p14:tracePt t="591646" x="6361113" y="5402263"/>
          <p14:tracePt t="591658" x="5891213" y="5381625"/>
          <p14:tracePt t="591669" x="5551488" y="5360988"/>
          <p14:tracePt t="591680" x="5116513" y="5319713"/>
          <p14:tracePt t="591692" x="4768850" y="5292725"/>
          <p14:tracePt t="591703" x="4476750" y="5272088"/>
          <p14:tracePt t="591713" x="4313238" y="5259388"/>
          <p14:tracePt t="591726" x="4122738" y="5253038"/>
          <p14:tracePt t="591737" x="3973513" y="5238750"/>
          <p14:tracePt t="591747" x="3871913" y="5232400"/>
          <p14:tracePt t="591759" x="3762375" y="5218113"/>
          <p14:tracePt t="591771" x="3673475" y="5211763"/>
          <p14:tracePt t="591782" x="3598863" y="5211763"/>
          <p14:tracePt t="591792" x="3565525" y="5211763"/>
          <p14:tracePt t="591804" x="3509963" y="5197475"/>
          <p14:tracePt t="591816" x="3482975" y="5197475"/>
          <p14:tracePt t="591826" x="3462338" y="5197475"/>
          <p14:tracePt t="591838" x="3449638" y="5197475"/>
          <p14:tracePt t="591850" x="3443288" y="5197475"/>
          <p14:tracePt t="591860" x="3429000" y="5197475"/>
          <p14:tracePt t="592119" x="3449638" y="5211763"/>
          <p14:tracePt t="592122" x="3470275" y="5211763"/>
          <p14:tracePt t="592132" x="3509963" y="5211763"/>
          <p14:tracePt t="592142" x="3586163" y="5218113"/>
          <p14:tracePt t="592157" x="3694113" y="5232400"/>
          <p14:tracePt t="592166" x="3824288" y="5232400"/>
          <p14:tracePt t="592176" x="3932238" y="5238750"/>
          <p14:tracePt t="592187" x="4081463" y="5253038"/>
          <p14:tracePt t="592198" x="4224338" y="5253038"/>
          <p14:tracePt t="592209" x="4327525" y="5259388"/>
          <p14:tracePt t="592221" x="4435475" y="5272088"/>
          <p14:tracePt t="592231" x="4503738" y="5272088"/>
          <p14:tracePt t="592243" x="4557713" y="5280025"/>
          <p14:tracePt t="592255" x="4565650" y="5280025"/>
          <p14:tracePt t="592264" x="4578350" y="5280025"/>
          <p14:tracePt t="592321" x="4565650" y="5280025"/>
          <p14:tracePt t="592332" x="4538663" y="5280025"/>
          <p14:tracePt t="592344" x="4518025" y="5280025"/>
          <p14:tracePt t="592793" x="4503738" y="5280025"/>
          <p14:tracePt t="592805" x="4497388" y="5280025"/>
          <p14:tracePt t="592827" x="4483100" y="5280025"/>
          <p14:tracePt t="592840" x="4462463" y="5280025"/>
          <p14:tracePt t="592850" x="4456113" y="5280025"/>
          <p14:tracePt t="592862" x="4443413" y="5280025"/>
          <p14:tracePt t="592873" x="4443413" y="5292725"/>
          <p14:tracePt t="592884" x="4435475" y="5292725"/>
          <p14:tracePt t="592895" x="4435475" y="5300663"/>
          <p14:tracePt t="592962" x="4443413" y="5313363"/>
          <p14:tracePt t="592984" x="4456113" y="5313363"/>
          <p14:tracePt t="593007" x="4462463" y="5313363"/>
          <p14:tracePt t="593041" x="4476750" y="5313363"/>
          <p14:tracePt t="593057" x="4483100" y="5313363"/>
          <p14:tracePt t="593066" x="4497388" y="5313363"/>
          <p14:tracePt t="593502" x="4518025" y="5313363"/>
          <p14:tracePt t="593507" x="4545013" y="5313363"/>
          <p14:tracePt t="593516" x="4598988" y="5319713"/>
          <p14:tracePt t="593526" x="4673600" y="5334000"/>
          <p14:tracePt t="593540" x="4768850" y="5340350"/>
          <p14:tracePt t="593550" x="4837113" y="5354638"/>
          <p14:tracePt t="593559" x="4946650" y="5360988"/>
          <p14:tracePt t="593572" x="5033963" y="5375275"/>
          <p14:tracePt t="593582" x="5089525" y="5381625"/>
          <p14:tracePt t="593593" x="5149850" y="5381625"/>
          <p14:tracePt t="593605" x="5191125" y="5381625"/>
          <p14:tracePt t="593615" x="5224463" y="5381625"/>
          <p14:tracePt t="593626" x="5245100" y="5381625"/>
          <p14:tracePt t="593638" x="5265738" y="5381625"/>
          <p14:tracePt t="593648" x="5280025" y="5381625"/>
          <p14:tracePt t="593660" x="5286375" y="5381625"/>
          <p14:tracePt t="593673" x="5300663" y="5381625"/>
          <p14:tracePt t="593682" x="5307013" y="5381625"/>
          <p14:tracePt t="593694" x="5319713" y="5381625"/>
          <p14:tracePt t="593706" x="5340350" y="5381625"/>
          <p14:tracePt t="593716" x="5367338" y="5381625"/>
          <p14:tracePt t="593727" x="5395913" y="5381625"/>
          <p14:tracePt t="593739" x="5414963" y="5381625"/>
          <p14:tracePt t="593750" x="5449888" y="5381625"/>
          <p14:tracePt t="593761" x="5476875" y="5375275"/>
          <p14:tracePt t="593773" x="5497513" y="5375275"/>
          <p14:tracePt t="593783" x="5530850" y="5375275"/>
          <p14:tracePt t="593795" x="5551488" y="5375275"/>
          <p14:tracePt t="593807" x="5578475" y="5375275"/>
          <p14:tracePt t="593817" x="5592763" y="5375275"/>
          <p14:tracePt t="593829" x="5599113" y="5375275"/>
          <p14:tracePt t="593840" x="5605463" y="5375275"/>
          <p14:tracePt t="593862" x="5619750" y="5375275"/>
          <p14:tracePt t="593918" x="5626100" y="5360988"/>
          <p14:tracePt t="593930" x="5640388" y="5360988"/>
          <p14:tracePt t="593941" x="5661025" y="5360988"/>
          <p14:tracePt t="593952" x="5688013" y="5360988"/>
          <p14:tracePt t="593963" x="5708650" y="5360988"/>
          <p14:tracePt t="593975" x="5741988" y="5360988"/>
          <p14:tracePt t="593986" x="5789613" y="5375275"/>
          <p14:tracePt t="593998" x="5851525" y="5375275"/>
          <p14:tracePt t="594009" x="5911850" y="5375275"/>
          <p14:tracePt t="594021" x="6007100" y="5375275"/>
          <p14:tracePt t="594032" x="6110288" y="5375275"/>
          <p14:tracePt t="594044" x="6191250" y="5375275"/>
          <p14:tracePt t="594055" x="6292850" y="5375275"/>
          <p14:tracePt t="594065" x="6396038" y="5375275"/>
          <p14:tracePt t="594098" x="6483350" y="5375275"/>
          <p14:tracePt t="594103" x="6545263" y="5381625"/>
          <p14:tracePt t="594113" x="6681788" y="5395913"/>
          <p14:tracePt t="594125" x="6735763" y="5395913"/>
          <p14:tracePt t="594135" x="6804025" y="5402263"/>
          <p14:tracePt t="594146" x="6872288" y="5408613"/>
          <p14:tracePt t="594158" x="6926263" y="5408613"/>
          <p14:tracePt t="594167" x="6986588" y="5408613"/>
          <p14:tracePt t="594179" x="7042150" y="5422900"/>
          <p14:tracePt t="594190" x="7096125" y="5422900"/>
          <p14:tracePt t="594200" x="7137400" y="5422900"/>
          <p14:tracePt t="594211" x="7177088" y="5422900"/>
          <p14:tracePt t="594223" x="7205663" y="5422900"/>
          <p14:tracePt t="594233" x="7224713" y="5422900"/>
          <p14:tracePt t="594245" x="7245350" y="5422900"/>
          <p14:tracePt t="594257" x="7253288" y="5422900"/>
          <p14:tracePt t="594267" x="7265988" y="5422900"/>
          <p14:tracePt t="594279" x="7265988" y="5408613"/>
          <p14:tracePt t="594323" x="7272338" y="5408613"/>
          <p14:tracePt t="594345" x="7286625" y="5408613"/>
          <p14:tracePt t="594368" x="7307263" y="5408613"/>
          <p14:tracePt t="594380" x="7327900" y="5402263"/>
          <p14:tracePt t="594391" x="7348538" y="5402263"/>
          <p14:tracePt t="594402" x="7396163" y="5395913"/>
          <p14:tracePt t="594415" x="7443788" y="5381625"/>
          <p14:tracePt t="594426" x="7504113" y="5375275"/>
          <p14:tracePt t="594436" x="7593013" y="5360988"/>
          <p14:tracePt t="594449" x="7694613" y="5354638"/>
          <p14:tracePt t="594459" x="7777163" y="5340350"/>
          <p14:tracePt t="594471" x="7837488" y="5334000"/>
          <p14:tracePt t="594482" x="7926388" y="5319713"/>
          <p14:tracePt t="594493" x="8015288" y="5313363"/>
          <p14:tracePt t="594505" x="8089900" y="5313363"/>
          <p14:tracePt t="594515" x="8191500" y="5313363"/>
          <p14:tracePt t="594526" x="8286750" y="5313363"/>
          <p14:tracePt t="594539" x="8367713" y="5313363"/>
          <p14:tracePt t="594548" x="8415338" y="5313363"/>
          <p14:tracePt t="594560" x="8477250" y="5313363"/>
          <p14:tracePt t="594572" x="8531225" y="5300663"/>
          <p14:tracePt t="594582" x="8558213" y="5300663"/>
          <p14:tracePt t="594593" x="8599488" y="5300663"/>
          <p14:tracePt t="594606" x="8626475" y="5300663"/>
          <p14:tracePt t="594616" x="8640763" y="5292725"/>
          <p14:tracePt t="594628" x="8647113" y="5292725"/>
          <p14:tracePt t="594639" x="8661400" y="5292725"/>
          <p14:tracePt t="594672" x="8667750" y="5292725"/>
          <p14:tracePt t="594683" x="8682038" y="5300663"/>
          <p14:tracePt t="594696" x="8688388" y="5300663"/>
          <p14:tracePt t="594707" x="8709025" y="5300663"/>
          <p14:tracePt t="594717" x="8721725" y="5300663"/>
          <p14:tracePt t="594729" x="8742363" y="5300663"/>
          <p14:tracePt t="594741" x="8763000" y="5300663"/>
          <p14:tracePt t="594751" x="8769350" y="5300663"/>
          <p14:tracePt t="594763" x="8783638" y="5300663"/>
          <p14:tracePt t="594774" x="8789988" y="5300663"/>
          <p14:tracePt t="594796" x="8796338" y="5300663"/>
          <p14:tracePt t="595437" x="8789988" y="5300663"/>
          <p14:tracePt t="595450" x="8783638" y="5300663"/>
          <p14:tracePt t="595461" x="8721725" y="5300663"/>
          <p14:tracePt t="595932" x="8729663" y="5300663"/>
          <p14:tracePt t="595999" x="8729663" y="5313363"/>
          <p14:tracePt t="596022" x="8742363" y="5313363"/>
          <p14:tracePt t="596033" x="8748713" y="5313363"/>
          <p14:tracePt t="596045" x="8763000" y="5313363"/>
          <p14:tracePt t="596067" x="8769350" y="5313363"/>
          <p14:tracePt t="596078" x="8783638" y="5313363"/>
          <p14:tracePt t="596101" x="8789988" y="5313363"/>
          <p14:tracePt t="596112" x="8796338" y="5313363"/>
          <p14:tracePt t="596134" x="8810625" y="5313363"/>
          <p14:tracePt t="596181" x="8816975" y="5300663"/>
          <p14:tracePt t="596224" x="8810625" y="5292725"/>
          <p14:tracePt t="596258" x="8796338" y="5292725"/>
          <p14:tracePt t="596314" x="8789988" y="5280025"/>
          <p14:tracePt t="596337" x="8783638" y="5280025"/>
          <p14:tracePt t="596350" x="8769350" y="5272088"/>
          <p14:tracePt t="596371" x="8763000" y="5272088"/>
          <p14:tracePt t="596382" x="8763000" y="5259388"/>
          <p14:tracePt t="597260" x="8748713" y="5259388"/>
          <p14:tracePt t="597271" x="8742363" y="5280025"/>
          <p14:tracePt t="597283" x="8701088" y="5313363"/>
          <p14:tracePt t="597294" x="8593138" y="5360988"/>
          <p14:tracePt t="597307" x="8456613" y="5422900"/>
          <p14:tracePt t="597316" x="8177213" y="5510213"/>
          <p14:tracePt t="597329" x="7824788" y="5613400"/>
          <p14:tracePt t="597340" x="7423150" y="5715000"/>
          <p14:tracePt t="597350" x="7164388" y="5762625"/>
          <p14:tracePt t="597362" x="6810375" y="5824538"/>
          <p14:tracePt t="597373" x="6510338" y="5864225"/>
          <p14:tracePt t="597384" x="6319838" y="5872163"/>
          <p14:tracePt t="597396" x="6122988" y="5884863"/>
          <p14:tracePt t="597407" x="5959475" y="5884863"/>
          <p14:tracePt t="597418" x="5878513" y="5884863"/>
          <p14:tracePt t="597430" x="5789613" y="5872163"/>
          <p14:tracePt t="597451" x="5741988" y="5864225"/>
          <p14:tracePt t="597455" x="5688013" y="5851525"/>
          <p14:tracePt t="597467" x="5661025" y="5851525"/>
          <p14:tracePt t="597474" x="5619750" y="5851525"/>
          <p14:tracePt t="597487" x="5578475" y="5851525"/>
          <p14:tracePt t="597499" x="5530850" y="5851525"/>
          <p14:tracePt t="597508" x="5491163" y="5851525"/>
          <p14:tracePt t="597520" x="5429250" y="5843588"/>
          <p14:tracePt t="597531" x="5360988" y="5843588"/>
          <p14:tracePt t="597541" x="5307013" y="5830888"/>
          <p14:tracePt t="597553" x="5238750" y="5824538"/>
          <p14:tracePt t="597565" x="5176838" y="5824538"/>
          <p14:tracePt t="597575" x="5137150" y="5816600"/>
          <p14:tracePt t="597587" x="5095875" y="5816600"/>
          <p14:tracePt t="597598" x="5068888" y="5803900"/>
          <p14:tracePt t="597609" x="5054600" y="5803900"/>
          <p14:tracePt t="597642" x="5068888" y="5795963"/>
          <p14:tracePt t="597653" x="5075238" y="5795963"/>
          <p14:tracePt t="597665" x="5095875" y="5783263"/>
          <p14:tracePt t="597676" x="5137150" y="5776913"/>
          <p14:tracePt t="597688" x="5170488" y="5776913"/>
          <p14:tracePt t="597699" x="5238750" y="5776913"/>
          <p14:tracePt t="597710" x="5340350" y="5776913"/>
          <p14:tracePt t="597722" x="5497513" y="5783263"/>
          <p14:tracePt t="597733" x="5646738" y="5795963"/>
          <p14:tracePt t="597743" x="5891213" y="5816600"/>
          <p14:tracePt t="597755" x="6164263" y="5824538"/>
          <p14:tracePt t="597767" x="6319838" y="5830888"/>
          <p14:tracePt t="597779" x="6510338" y="5830888"/>
          <p14:tracePt t="597789" x="6661150" y="5843588"/>
          <p14:tracePt t="597800" x="6762750" y="5843588"/>
          <p14:tracePt t="597812" x="6796088" y="5843588"/>
          <p14:tracePt t="597823" x="6804025" y="5843588"/>
          <p14:tracePt t="597845" x="6783388" y="5843588"/>
          <p14:tracePt t="597856" x="6700838" y="5843588"/>
          <p14:tracePt t="597868" x="6545263" y="5843588"/>
          <p14:tracePt t="597880" x="6381750" y="5830888"/>
          <p14:tracePt t="597890" x="6102350" y="5816600"/>
          <p14:tracePt t="597901" x="5816600" y="5795963"/>
          <p14:tracePt t="597913" x="5551488" y="5783263"/>
          <p14:tracePt t="597923" x="5395913" y="5776913"/>
          <p14:tracePt t="597936" x="5245100" y="5776913"/>
          <p14:tracePt t="597947" x="5149850" y="5776913"/>
          <p14:tracePt t="597957" x="5110163" y="5762625"/>
          <p14:tracePt t="597970" x="5075238" y="5762625"/>
          <p14:tracePt t="598002" x="5095875" y="5762625"/>
          <p14:tracePt t="598014" x="5149850" y="5762625"/>
          <p14:tracePt t="598024" x="5245100" y="5762625"/>
          <p14:tracePt t="598036" x="5360988" y="5776913"/>
          <p14:tracePt t="598048" x="5557838" y="5783263"/>
          <p14:tracePt t="598059" x="5783263" y="5795963"/>
          <p14:tracePt t="598071" x="6000750" y="5803900"/>
          <p14:tracePt t="598082" x="6149975" y="5803900"/>
          <p14:tracePt t="598092" x="6313488" y="5816600"/>
          <p14:tracePt t="598105" x="6423025" y="5816600"/>
          <p14:tracePt t="598116" x="6462713" y="5816600"/>
          <p14:tracePt t="598126" x="6462713" y="5824538"/>
          <p14:tracePt t="598148" x="6423025" y="5824538"/>
          <p14:tracePt t="598160" x="6313488" y="5824538"/>
          <p14:tracePt t="598172" x="6110288" y="5824538"/>
          <p14:tracePt t="598183" x="5830888" y="5816600"/>
          <p14:tracePt t="598194" x="5592763" y="5803900"/>
          <p14:tracePt t="598206" x="5265738" y="5783263"/>
          <p14:tracePt t="598217" x="5027613" y="5762625"/>
          <p14:tracePt t="598228" x="4899025" y="5762625"/>
          <p14:tracePt t="598239" x="4789488" y="5756275"/>
          <p14:tracePt t="598250" x="4756150" y="5741988"/>
          <p14:tracePt t="598284" x="4768850" y="5741988"/>
          <p14:tracePt t="598297" x="4938713" y="5741988"/>
          <p14:tracePt t="598306" x="5048250" y="5741988"/>
          <p14:tracePt t="598318" x="5245100" y="5756275"/>
          <p14:tracePt t="598330" x="5491163" y="5762625"/>
          <p14:tracePt t="598340" x="5667375" y="5776913"/>
          <p14:tracePt t="598351" x="5899150" y="5783263"/>
          <p14:tracePt t="598363" x="6081713" y="5795963"/>
          <p14:tracePt t="598374" x="6197600" y="5795963"/>
          <p14:tracePt t="598385" x="6259513" y="5795963"/>
          <p14:tracePt t="598397" x="6292850" y="5795963"/>
          <p14:tracePt t="598418" x="6280150" y="5795963"/>
          <p14:tracePt t="598431" x="6218238" y="5795963"/>
          <p14:tracePt t="598441" x="6089650" y="5783263"/>
          <p14:tracePt t="598453" x="5878513" y="5776913"/>
          <p14:tracePt t="598465" x="5688013" y="5762625"/>
          <p14:tracePt t="598475" x="5429250" y="5756275"/>
          <p14:tracePt t="598487" x="5197475" y="5735638"/>
          <p14:tracePt t="598498" x="5068888" y="5735638"/>
          <p14:tracePt t="598508" x="4967288" y="5735638"/>
          <p14:tracePt t="598520" x="4926013" y="5735638"/>
          <p14:tracePt t="598553" x="4938713" y="5735638"/>
          <p14:tracePt t="598565" x="4959350" y="5735638"/>
          <p14:tracePt t="598576" x="4979988" y="5735638"/>
          <p14:tracePt t="598588" x="5014913" y="5735638"/>
          <p14:tracePt t="598599" x="5048250" y="5735638"/>
          <p14:tracePt t="598610" x="5068888" y="5735638"/>
          <p14:tracePt t="598632" x="5095875" y="5735638"/>
          <p14:tracePt t="598636" x="5116513" y="5741988"/>
          <p14:tracePt t="598649" x="5137150" y="5741988"/>
          <p14:tracePt t="598657" x="5176838" y="5741988"/>
          <p14:tracePt t="598666" x="5218113" y="5756275"/>
          <p14:tracePt t="598679" x="5265738" y="5756275"/>
          <p14:tracePt t="598689" x="5307013" y="5756275"/>
          <p14:tracePt t="598700" x="5367338" y="5756275"/>
          <p14:tracePt t="598712" x="5429250" y="5762625"/>
          <p14:tracePt t="598722" x="5470525" y="5762625"/>
          <p14:tracePt t="598733" x="5497513" y="5762625"/>
          <p14:tracePt t="598746" x="5518150" y="5762625"/>
          <p14:tracePt t="598756" x="5530850" y="5762625"/>
          <p14:tracePt t="598834" x="5518150" y="5762625"/>
          <p14:tracePt t="598857" x="5510213" y="5762625"/>
          <p14:tracePt t="598880" x="5497513" y="5762625"/>
          <p14:tracePt t="598891" x="5491163" y="5762625"/>
          <p14:tracePt t="598902" x="5476875" y="5762625"/>
          <p14:tracePt t="598914" x="5456238" y="5762625"/>
          <p14:tracePt t="598925" x="5449888" y="5762625"/>
          <p14:tracePt t="598936" x="5429250" y="5762625"/>
          <p14:tracePt t="598948" x="5414963" y="5762625"/>
          <p14:tracePt t="598959" x="5395913" y="5762625"/>
          <p14:tracePt t="598971" x="5387975" y="5762625"/>
          <p14:tracePt t="598983" x="5381625" y="5762625"/>
          <p14:tracePt t="598992" x="5367338" y="5762625"/>
          <p14:tracePt t="599014" x="5360988" y="5762625"/>
          <p14:tracePt t="599116" x="5381625" y="5762625"/>
          <p14:tracePt t="599127" x="5408613" y="5762625"/>
          <p14:tracePt t="599139" x="5470525" y="5776913"/>
          <p14:tracePt t="599151" x="5551488" y="5776913"/>
          <p14:tracePt t="599161" x="5708650" y="5783263"/>
          <p14:tracePt t="599173" x="5899150" y="5795963"/>
          <p14:tracePt t="599185" x="6089650" y="5803900"/>
          <p14:tracePt t="599196" x="6218238" y="5816600"/>
          <p14:tracePt t="599207" x="6354763" y="5824538"/>
          <p14:tracePt t="599218" x="6443663" y="5824538"/>
          <p14:tracePt t="599229" x="6470650" y="5824538"/>
          <p14:tracePt t="599240" x="6491288" y="5824538"/>
          <p14:tracePt t="599262" x="6483350" y="5824538"/>
          <p14:tracePt t="599273" x="6443663" y="5824538"/>
          <p14:tracePt t="599286" x="6340475" y="5824538"/>
          <p14:tracePt t="599296" x="6170613" y="5803900"/>
          <p14:tracePt t="599308" x="6021388" y="5795963"/>
          <p14:tracePt t="599330" x="5768975" y="5783263"/>
          <p14:tracePt t="599333" x="5518150" y="5762625"/>
          <p14:tracePt t="599343" x="5360988" y="5756275"/>
          <p14:tracePt t="599354" x="5157788" y="5741988"/>
          <p14:tracePt t="599365" x="5014913" y="5741988"/>
          <p14:tracePt t="599377" x="4938713" y="5741988"/>
          <p14:tracePt t="599388" x="4899025" y="5735638"/>
          <p14:tracePt t="599398" x="4857750" y="5735638"/>
          <p14:tracePt t="599410" x="4837113" y="5735638"/>
          <p14:tracePt t="599421" x="4824413" y="5735638"/>
          <p14:tracePt t="599431" x="4816475" y="5735638"/>
          <p14:tracePt t="599498" x="4824413" y="5735638"/>
          <p14:tracePt t="599510" x="4843463" y="5735638"/>
          <p14:tracePt t="599522" x="4864100" y="5735638"/>
          <p14:tracePt t="599532" x="4899025" y="5735638"/>
          <p14:tracePt t="599544" x="4946650" y="5735638"/>
          <p14:tracePt t="599556" x="5006975" y="5735638"/>
          <p14:tracePt t="599566" x="5075238" y="5735638"/>
          <p14:tracePt t="599578" x="5129213" y="5735638"/>
          <p14:tracePt t="599589" x="5205413" y="5735638"/>
          <p14:tracePt t="599600" x="5307013" y="5741988"/>
          <p14:tracePt t="599612" x="5381625" y="5741988"/>
          <p14:tracePt t="599623" x="5470525" y="5741988"/>
          <p14:tracePt t="599633" x="5572125" y="5756275"/>
          <p14:tracePt t="599646" x="5667375" y="5756275"/>
          <p14:tracePt t="599657" x="5748338" y="5756275"/>
          <p14:tracePt t="599667" x="5857875" y="5756275"/>
          <p14:tracePt t="599680" x="5994400" y="5756275"/>
          <p14:tracePt t="599691" x="6081713" y="5762625"/>
          <p14:tracePt t="599701" x="6197600" y="5762625"/>
          <p14:tracePt t="599713" x="6300788" y="5776913"/>
          <p14:tracePt t="599724" x="6375400" y="5776913"/>
          <p14:tracePt t="599736" x="6462713" y="5776913"/>
          <p14:tracePt t="599757" x="6530975" y="5783263"/>
          <p14:tracePt t="599761" x="6586538" y="5783263"/>
          <p14:tracePt t="599774" x="6599238" y="5783263"/>
          <p14:tracePt t="599783" x="6619875" y="5783263"/>
          <p14:tracePt t="599792" x="6634163" y="5783263"/>
          <p14:tracePt t="599805" x="6640513" y="5783263"/>
          <p14:tracePt t="599914" x="6619875" y="5783263"/>
          <p14:tracePt t="599926" x="6592888" y="5783263"/>
          <p14:tracePt t="599938" x="6530975" y="5795963"/>
          <p14:tracePt t="599948" x="6443663" y="5795963"/>
          <p14:tracePt t="599962" x="6340475" y="5795963"/>
          <p14:tracePt t="599971" x="6197600" y="5795963"/>
          <p14:tracePt t="599983" x="6062663" y="5803900"/>
          <p14:tracePt t="599995" x="5980113" y="5803900"/>
          <p14:tracePt t="600004" x="5911850" y="5803900"/>
          <p14:tracePt t="600016" x="5857875" y="5816600"/>
          <p14:tracePt t="600029" x="5837238" y="5816600"/>
          <p14:tracePt t="600050" x="5830888" y="5816600"/>
          <p14:tracePt t="600072" x="5837238" y="5816600"/>
          <p14:tracePt t="600094" x="5830888" y="5824538"/>
          <p14:tracePt t="600106" x="5816600" y="5824538"/>
          <p14:tracePt t="600117" x="5789613" y="5824538"/>
          <p14:tracePt t="600129" x="5768975" y="5816600"/>
          <p14:tracePt t="600533" x="5783263" y="5816600"/>
          <p14:tracePt t="600567" x="5789613" y="5816600"/>
          <p14:tracePt t="600578" x="5795963" y="5816600"/>
          <p14:tracePt t="600590" x="5816600" y="5824538"/>
          <p14:tracePt t="600602" x="5837238" y="5824538"/>
          <p14:tracePt t="600613" x="5857875" y="5824538"/>
          <p14:tracePt t="600624" x="5878513" y="5824538"/>
          <p14:tracePt t="600636" x="5911850" y="5824538"/>
          <p14:tracePt t="600647" x="5932488" y="5824538"/>
          <p14:tracePt t="600659" x="5959475" y="5824538"/>
          <p14:tracePt t="600670" x="6000750" y="5824538"/>
          <p14:tracePt t="600680" x="6027738" y="5824538"/>
          <p14:tracePt t="600691" x="6089650" y="5824538"/>
          <p14:tracePt t="600704" x="6129338" y="5824538"/>
          <p14:tracePt t="600713" x="6211888" y="5824538"/>
          <p14:tracePt t="600725" x="6292850" y="5824538"/>
          <p14:tracePt t="600737" x="6354763" y="5824538"/>
          <p14:tracePt t="600747" x="6443663" y="5824538"/>
          <p14:tracePt t="600759" x="6503988" y="5824538"/>
          <p14:tracePt t="600771" x="6572250" y="5824538"/>
          <p14:tracePt t="600781" x="6634163" y="5824538"/>
          <p14:tracePt t="600793" x="6700838" y="5830888"/>
          <p14:tracePt t="600805" x="6762750" y="5830888"/>
          <p14:tracePt t="600815" x="6796088" y="5830888"/>
          <p14:tracePt t="600827" x="6824663" y="5830888"/>
          <p14:tracePt t="600838" x="6843713" y="5830888"/>
          <p14:tracePt t="600849" x="6864350" y="5830888"/>
          <p14:tracePt t="600871" x="6872288" y="5830888"/>
          <p14:tracePt t="600882" x="6884988" y="5830888"/>
          <p14:tracePt t="600927" x="6891338" y="5830888"/>
          <p14:tracePt t="600961" x="6905625" y="5830888"/>
          <p14:tracePt t="600973" x="6911975" y="5830888"/>
          <p14:tracePt t="600983" x="6926263" y="5830888"/>
          <p14:tracePt t="600995" x="6932613" y="5830888"/>
          <p14:tracePt t="601007" x="6953250" y="5824538"/>
          <p14:tracePt t="601017" x="6973888" y="5824538"/>
          <p14:tracePt t="601029" x="6986588" y="5824538"/>
          <p14:tracePt t="601040" x="7015163" y="5824538"/>
          <p14:tracePt t="601052" x="7042150" y="5824538"/>
          <p14:tracePt t="601063" x="7081838" y="5824538"/>
          <p14:tracePt t="601074" x="7143750" y="5824538"/>
          <p14:tracePt t="601086" x="7212013" y="5824538"/>
          <p14:tracePt t="601096" x="7253288" y="5824538"/>
          <p14:tracePt t="601107" x="7327900" y="5824538"/>
          <p14:tracePt t="601120" x="7388225" y="5824538"/>
          <p14:tracePt t="601130" x="7435850" y="5824538"/>
          <p14:tracePt t="601142" x="7477125" y="5824538"/>
          <p14:tracePt t="601154" x="7497763" y="5824538"/>
          <p14:tracePt t="601163" x="7518400" y="5824538"/>
          <p14:tracePt t="601298" x="7524750" y="5824538"/>
          <p14:tracePt t="601354" x="7539038" y="5824538"/>
          <p14:tracePt t="601523" x="7545388" y="5824538"/>
          <p14:tracePt t="601526" x="7566025" y="5824538"/>
          <p14:tracePt t="601536" x="7586663" y="5824538"/>
          <p14:tracePt t="601548" x="7626350" y="5824538"/>
          <p14:tracePt t="601561" x="7667625" y="5816600"/>
          <p14:tracePt t="601571" x="7729538" y="5803900"/>
          <p14:tracePt t="601580" x="7796213" y="5795963"/>
          <p14:tracePt t="601593" x="7858125" y="5783263"/>
          <p14:tracePt t="601603" x="7905750" y="5776913"/>
          <p14:tracePt t="601614" x="7947025" y="5762625"/>
          <p14:tracePt t="601626" x="7967663" y="5762625"/>
          <p14:tracePt t="601636" x="7980363" y="5762625"/>
          <p14:tracePt t="601692" x="7967663" y="5762625"/>
          <p14:tracePt t="601703" x="7967663" y="5776913"/>
          <p14:tracePt t="601715" x="7959725" y="5776913"/>
          <p14:tracePt t="601737" x="7959725" y="5783263"/>
          <p14:tracePt t="601815" x="7959725" y="5776913"/>
          <p14:tracePt t="601828" x="7967663" y="5776913"/>
          <p14:tracePt t="601838" x="7967663" y="5762625"/>
          <p14:tracePt t="601850" x="7980363" y="5756275"/>
          <p14:tracePt t="601862" x="7980363" y="5741988"/>
          <p14:tracePt t="601883" x="7980363" y="5735638"/>
          <p14:tracePt t="601887" x="7980363" y="5721350"/>
          <p14:tracePt t="601898" x="7980363" y="5715000"/>
          <p14:tracePt t="601909" x="7967663" y="5700713"/>
          <p14:tracePt t="601919" x="7947025" y="5694363"/>
          <p14:tracePt t="601931" x="7926388" y="5694363"/>
          <p14:tracePt t="601940" x="7905750" y="5681663"/>
          <p14:tracePt t="601953" x="7885113" y="5681663"/>
          <p14:tracePt t="601964" x="7864475" y="5681663"/>
          <p14:tracePt t="601973" x="7843838" y="5694363"/>
          <p14:tracePt t="601986" x="7824788" y="5700713"/>
          <p14:tracePt t="601997" x="7804150" y="5715000"/>
          <p14:tracePt t="602007" x="7777163" y="5741988"/>
          <p14:tracePt t="602020" x="7748588" y="5762625"/>
          <p14:tracePt t="602031" x="7715250" y="5795963"/>
          <p14:tracePt t="602041" x="7694613" y="5830888"/>
          <p14:tracePt t="602053" x="7673975" y="5851525"/>
          <p14:tracePt t="602065" x="7673975" y="5872163"/>
          <p14:tracePt t="602075" x="7673975" y="5884863"/>
          <p14:tracePt t="602086" x="7688263" y="5884863"/>
          <p14:tracePt t="602098" x="7694613" y="5891213"/>
          <p14:tracePt t="602108" x="7735888" y="5891213"/>
          <p14:tracePt t="602120" x="7789863" y="5905500"/>
          <p14:tracePt t="602132" x="7843838" y="5905500"/>
          <p14:tracePt t="602143" x="7939088" y="5891213"/>
          <p14:tracePt t="602154" x="8027988" y="5884863"/>
          <p14:tracePt t="602166" x="8110538" y="5864225"/>
          <p14:tracePt t="602177" x="8150225" y="5851525"/>
          <p14:tracePt t="602188" x="8177213" y="5824538"/>
          <p14:tracePt t="602199" x="8197850" y="5803900"/>
          <p14:tracePt t="602211" x="8197850" y="5783263"/>
          <p14:tracePt t="602221" x="8197850" y="5762625"/>
          <p14:tracePt t="602232" x="8191500" y="5741988"/>
          <p14:tracePt t="602245" x="8158163" y="5721350"/>
          <p14:tracePt t="602255" x="8129588" y="5715000"/>
          <p14:tracePt t="602267" x="8075613" y="5700713"/>
          <p14:tracePt t="602278" x="8015288" y="5700713"/>
          <p14:tracePt t="602288" x="7980363" y="5700713"/>
          <p14:tracePt t="602300" x="7926388" y="5715000"/>
          <p14:tracePt t="602312" x="7885113" y="5721350"/>
          <p14:tracePt t="602322" x="7864475" y="5741988"/>
          <p14:tracePt t="602334" x="7858125" y="5756275"/>
          <p14:tracePt t="602345" x="7843838" y="5776913"/>
          <p14:tracePt t="602356" x="7858125" y="5783263"/>
          <p14:tracePt t="602368" x="7864475" y="5795963"/>
          <p14:tracePt t="602379" x="7885113" y="5795963"/>
          <p14:tracePt t="602390" x="7926388" y="5803900"/>
          <p14:tracePt t="602402" x="7967663" y="5803900"/>
          <p14:tracePt t="602413" x="8015288" y="5803900"/>
          <p14:tracePt t="602423" x="8075613" y="5795963"/>
          <p14:tracePt t="602436" x="8137525" y="5776913"/>
          <p14:tracePt t="602447" x="8170863" y="5756275"/>
          <p14:tracePt t="602457" x="8197850" y="5721350"/>
          <p14:tracePt t="602480" x="8205788" y="5681663"/>
          <p14:tracePt t="602481" x="8205788" y="5640388"/>
          <p14:tracePt t="602491" x="8205788" y="5605463"/>
          <p14:tracePt t="602503" x="8197850" y="5565775"/>
          <p14:tracePt t="602514" x="8170863" y="5524500"/>
          <p14:tracePt t="602525" x="8150225" y="5491163"/>
          <p14:tracePt t="602537" x="8110538" y="5483225"/>
          <p14:tracePt t="602548" x="8054975" y="5470525"/>
          <p14:tracePt t="602559" x="8015288" y="5470525"/>
          <p14:tracePt t="602570" x="7967663" y="5483225"/>
          <p14:tracePt t="602582" x="7905750" y="5510213"/>
          <p14:tracePt t="602593" x="7864475" y="5530850"/>
          <p14:tracePt t="602604" x="7804150" y="5572125"/>
          <p14:tracePt t="602615" x="7769225" y="5613400"/>
          <p14:tracePt t="602627" x="7748588" y="5640388"/>
          <p14:tracePt t="602638" x="7735888" y="5661025"/>
          <p14:tracePt t="602649" x="7735888" y="5694363"/>
          <p14:tracePt t="602661" x="7748588" y="5715000"/>
          <p14:tracePt t="602671" x="7769225" y="5721350"/>
          <p14:tracePt t="602683" x="7796213" y="5741988"/>
          <p14:tracePt t="602695" x="7843838" y="5756275"/>
          <p14:tracePt t="602705" x="7899400" y="5762625"/>
          <p14:tracePt t="602716" x="7947025" y="5776913"/>
          <p14:tracePt t="602728" x="7994650" y="5776913"/>
          <p14:tracePt t="602739" x="8048625" y="5776913"/>
          <p14:tracePt t="602750" x="8069263" y="5776913"/>
          <p14:tracePt t="602762" x="8089900" y="5776913"/>
          <p14:tracePt t="602772" x="8089900" y="5762625"/>
          <p14:tracePt t="602806" x="8089900" y="5756275"/>
          <p14:tracePt t="602828" x="8075613" y="5741988"/>
          <p14:tracePt t="606103" x="8048625" y="5741988"/>
          <p14:tracePt t="606114" x="8015288" y="5741988"/>
          <p14:tracePt t="606126" x="7986713" y="5741988"/>
          <p14:tracePt t="607418" x="7994650" y="5741988"/>
          <p14:tracePt t="607564" x="8007350" y="5741988"/>
          <p14:tracePt t="607587" x="8007350" y="5756275"/>
          <p14:tracePt t="607599" x="8015288" y="5756275"/>
          <p14:tracePt t="607611" x="8034338" y="5762625"/>
          <p14:tracePt t="607621" x="8048625" y="5776913"/>
          <p14:tracePt t="607634" x="8054975" y="5783263"/>
          <p14:tracePt t="607644" x="8069263" y="5795963"/>
          <p14:tracePt t="607655" x="8069263" y="5816600"/>
          <p14:tracePt t="607668" x="8027988" y="5830888"/>
          <p14:tracePt t="607678" x="7980363" y="5864225"/>
          <p14:tracePt t="607722" x="7920038" y="5905500"/>
          <p14:tracePt t="607726" x="7858125" y="5946775"/>
          <p14:tracePt t="607734" x="7748588" y="6007100"/>
          <p14:tracePt t="607736" x="7626350" y="6062663"/>
          <p14:tracePt t="607746" x="7539038" y="6102350"/>
          <p14:tracePt t="607747" x="7435850" y="6157913"/>
          <p14:tracePt t="607756" x="7367588" y="6197600"/>
          <p14:tracePt t="607769" x="7334250" y="6218238"/>
          <p14:tracePt t="607780" x="7313613" y="6232525"/>
          <p14:tracePt t="607791" x="7307263" y="6245225"/>
          <p14:tracePt t="607802" x="7307263" y="6265863"/>
          <p14:tracePt t="607823" x="7313613" y="6272213"/>
          <p14:tracePt t="607835" x="7313613" y="6286500"/>
          <p14:tracePt t="607846" x="7327900" y="6292850"/>
          <p14:tracePt t="607859" x="7334250" y="6307138"/>
          <p14:tracePt t="607870" x="7348538" y="6334125"/>
          <p14:tracePt t="607880" x="7354888" y="6367463"/>
          <p14:tracePt t="607891" x="7367588" y="6388100"/>
          <p14:tracePt t="607903" x="7375525" y="6429375"/>
          <p14:tracePt t="607914" x="7388225" y="6456363"/>
          <p14:tracePt t="607925" x="7402513" y="6483350"/>
          <p14:tracePt t="607937" x="7443788" y="6518275"/>
          <p14:tracePt t="607951" x="7477125" y="6545263"/>
          <p14:tracePt t="607961" x="7539038" y="6565900"/>
          <p14:tracePt t="607971" x="7578725" y="6578600"/>
          <p14:tracePt t="607985" x="7646988" y="6578600"/>
          <p14:tracePt t="607994" x="7748588" y="6565900"/>
          <p14:tracePt t="608004" x="7824788" y="6557963"/>
          <p14:tracePt t="608016" x="7959725" y="6538913"/>
          <p14:tracePt t="608027" x="8089900" y="6483350"/>
          <p14:tracePt t="608038" x="8158163" y="6443663"/>
          <p14:tracePt t="608050" x="8177213" y="6415088"/>
          <p14:tracePt t="608061" x="8191500" y="6367463"/>
          <p14:tracePt t="608073" x="8177213" y="6307138"/>
          <p14:tracePt t="608084" x="8137525" y="6253163"/>
          <p14:tracePt t="608094" x="8048625" y="6176963"/>
          <p14:tracePt t="608105" x="7920038" y="6096000"/>
          <p14:tracePt t="608118" x="7804150" y="6054725"/>
          <p14:tracePt t="608128" x="7646988" y="6027738"/>
          <p14:tracePt t="608140" x="7497763" y="6027738"/>
          <p14:tracePt t="608151" x="7354888" y="6034088"/>
          <p14:tracePt t="608161" x="7272338" y="6062663"/>
          <p14:tracePt t="608172" x="7197725" y="6116638"/>
          <p14:tracePt t="608184" x="7143750" y="6164263"/>
          <p14:tracePt t="608195" x="7137400" y="6197600"/>
          <p14:tracePt t="608207" x="7137400" y="6232525"/>
          <p14:tracePt t="608218" x="7158038" y="6286500"/>
          <p14:tracePt t="608229" x="7205663" y="6334125"/>
          <p14:tracePt t="608241" x="7253288" y="6375400"/>
          <p14:tracePt t="608252" x="7348538" y="6429375"/>
          <p14:tracePt t="608262" x="7443788" y="6456363"/>
          <p14:tracePt t="608274" x="7504113" y="6462713"/>
          <p14:tracePt t="608286" x="7586663" y="6477000"/>
          <p14:tracePt t="608296" x="7673975" y="6477000"/>
          <p14:tracePt t="608308" x="7789863" y="6462713"/>
          <p14:tracePt t="608320" x="7858125" y="6456363"/>
          <p14:tracePt t="608330" x="7926388" y="6429375"/>
          <p14:tracePt t="608342" x="7959725" y="6396038"/>
          <p14:tracePt t="608354" x="7959725" y="6354763"/>
          <p14:tracePt t="608363" x="7947025" y="6292850"/>
          <p14:tracePt t="608376" x="7899400" y="6224588"/>
          <p14:tracePt t="608387" x="7837488" y="6176963"/>
          <p14:tracePt t="608397" x="7756525" y="6137275"/>
          <p14:tracePt t="608410" x="7688263" y="6116638"/>
          <p14:tracePt t="608421" x="7626350" y="6102350"/>
          <p14:tracePt t="608431" x="7586663" y="6102350"/>
          <p14:tracePt t="608443" x="7524750" y="6102350"/>
          <p14:tracePt t="608454" x="7483475" y="6122988"/>
          <p14:tracePt t="608466" x="7456488" y="6157913"/>
          <p14:tracePt t="608477" x="7435850" y="6197600"/>
          <p14:tracePt t="608488" x="7423150" y="6245225"/>
          <p14:tracePt t="608500" x="7415213" y="6286500"/>
          <p14:tracePt t="608510" x="7415213" y="6307138"/>
          <p14:tracePt t="608522" x="7423150" y="6327775"/>
          <p14:tracePt t="608534" x="7435850" y="6348413"/>
          <p14:tracePt t="608544" x="7456488" y="6354763"/>
          <p14:tracePt t="608555" x="7497763" y="6375400"/>
          <p14:tracePt t="608567" x="7558088" y="6388100"/>
          <p14:tracePt t="608578" x="7613650" y="6388100"/>
          <p14:tracePt t="608589" x="7688263" y="6388100"/>
          <p14:tracePt t="608601" x="7789863" y="6367463"/>
          <p14:tracePt t="608611" x="7920038" y="6348413"/>
          <p14:tracePt t="608623" x="8007350" y="6313488"/>
          <p14:tracePt t="608635" x="8116888" y="6272213"/>
          <p14:tracePt t="608645" x="8177213" y="6224588"/>
          <p14:tracePt t="608658" x="8197850" y="6205538"/>
          <p14:tracePt t="608669" x="8197850" y="6164263"/>
          <p14:tracePt t="608679" x="8177213" y="6122988"/>
          <p14:tracePt t="608691" x="8129588" y="6081713"/>
          <p14:tracePt t="608702" x="8089900" y="6062663"/>
          <p14:tracePt t="608713" x="8007350" y="6027738"/>
          <p14:tracePt t="608725" x="7905750" y="5994400"/>
          <p14:tracePt t="608736" x="7824788" y="5986463"/>
          <p14:tracePt t="608746" x="7715250" y="5967413"/>
          <p14:tracePt t="608769" x="7626350" y="5973763"/>
          <p14:tracePt t="608773" x="7545388" y="5986463"/>
          <p14:tracePt t="608787" x="7504113" y="6007100"/>
          <p14:tracePt t="608793" x="7456488" y="6042025"/>
          <p14:tracePt t="608804" x="7415213" y="6081713"/>
          <p14:tracePt t="608816" x="7388225" y="6122988"/>
          <p14:tracePt t="608826" x="7367588" y="6184900"/>
          <p14:tracePt t="608837" x="7354888" y="6232525"/>
          <p14:tracePt t="608847" x="7354888" y="6272213"/>
          <p14:tracePt t="608860" x="7354888" y="6307138"/>
          <p14:tracePt t="608871" x="7367588" y="6348413"/>
          <p14:tracePt t="608881" x="7388225" y="6375400"/>
          <p14:tracePt t="608893" x="7402513" y="6396038"/>
          <p14:tracePt t="608904" x="7435850" y="6415088"/>
          <p14:tracePt t="608916" x="7483475" y="6429375"/>
          <p14:tracePt t="608927" x="7524750" y="6435725"/>
          <p14:tracePt t="608938" x="7578725" y="6435725"/>
          <p14:tracePt t="608950" x="7653338" y="6435725"/>
          <p14:tracePt t="608961" x="7756525" y="6429375"/>
          <p14:tracePt t="608972" x="7837488" y="6408738"/>
          <p14:tracePt t="608984" x="7959725" y="6388100"/>
          <p14:tracePt t="608994" x="8069263" y="6348413"/>
          <p14:tracePt t="609005" x="8150225" y="6313488"/>
          <p14:tracePt t="609017" x="8239125" y="6265863"/>
          <p14:tracePt t="609027" x="8301038" y="6218238"/>
          <p14:tracePt t="609039" x="8328025" y="6157913"/>
          <p14:tracePt t="609051" x="8340725" y="6116638"/>
          <p14:tracePt t="609061" x="8340725" y="6054725"/>
          <p14:tracePt t="609073" x="8307388" y="5994400"/>
          <p14:tracePt t="609085" x="8286750" y="5953125"/>
          <p14:tracePt t="609095" x="8224838" y="5911850"/>
          <p14:tracePt t="609107" x="8158163" y="5884863"/>
          <p14:tracePt t="609119" x="8048625" y="5851525"/>
          <p14:tracePt t="609129" x="7939088" y="5843588"/>
          <p14:tracePt t="609142" x="7789863" y="5830888"/>
          <p14:tracePt t="609153" x="7634288" y="5830888"/>
          <p14:tracePt t="609163" x="7539038" y="5830888"/>
          <p14:tracePt t="609175" x="7423150" y="5843588"/>
          <p14:tracePt t="609186" x="7334250" y="5864225"/>
          <p14:tracePt t="609196" x="7272338" y="5905500"/>
          <p14:tracePt t="609208" x="7212013" y="5973763"/>
          <p14:tracePt t="609220" x="7164388" y="6081713"/>
          <p14:tracePt t="609230" x="7158038" y="6205538"/>
          <p14:tracePt t="609242" x="7158038" y="6272213"/>
          <p14:tracePt t="609253" x="7164388" y="6367463"/>
          <p14:tracePt t="609263" x="7205663" y="6429375"/>
          <p14:tracePt t="609276" x="7224713" y="6462713"/>
          <p14:tracePt t="609287" x="7307263" y="6518275"/>
          <p14:tracePt t="609297" x="7415213" y="6565900"/>
          <p14:tracePt t="609310" x="7518400" y="6586538"/>
          <p14:tracePt t="609321" x="7593013" y="6586538"/>
          <p14:tracePt t="609332" x="7729538" y="6578600"/>
          <p14:tracePt t="609343" x="7843838" y="6565900"/>
          <p14:tracePt t="609354" x="7920038" y="6545263"/>
          <p14:tracePt t="609366" x="7986713" y="6503988"/>
          <p14:tracePt t="609377" x="8034338" y="6477000"/>
          <p14:tracePt t="609388" x="8048625" y="6443663"/>
          <p14:tracePt t="609400" x="8054975" y="6435725"/>
          <p14:tracePt t="609410" x="8054975" y="6429375"/>
          <p14:tracePt t="609421" x="8054975" y="6415088"/>
          <p14:tracePt t="609434" x="8048625" y="6415088"/>
          <p14:tracePt t="609455" x="8034338" y="6415088"/>
          <p14:tracePt t="609467" x="8034338" y="6408738"/>
          <p14:tracePt t="609713" x="8048625" y="6408738"/>
          <p14:tracePt t="609725" x="8054975" y="6408738"/>
          <p14:tracePt t="609736" x="8069263" y="6408738"/>
          <p14:tracePt t="609747" x="8089900" y="6396038"/>
          <p14:tracePt t="609760" x="8110538" y="6396038"/>
          <p14:tracePt t="609770" x="8129588" y="6388100"/>
          <p14:tracePt t="609782" x="8150225" y="6388100"/>
          <p14:tracePt t="609793" x="8158163" y="6375400"/>
          <p14:tracePt t="609815" x="8177213" y="6367463"/>
          <p14:tracePt t="609816" x="8191500" y="6367463"/>
          <p14:tracePt t="609826" x="8197850" y="6354763"/>
          <p14:tracePt t="609838" x="8205788" y="6354763"/>
          <p14:tracePt t="609850" x="8205788" y="6348413"/>
        </p14:tracePtLst>
      </p14:laserTrace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5" name="Picture 6" descr="f1.pdf"/>
          <p:cNvPicPr>
            <a:picLocks noChangeAspect="1"/>
          </p:cNvPicPr>
          <p:nvPr/>
        </p:nvPicPr>
        <p:blipFill>
          <a:blip r:embed="rId3"/>
          <a:srcRect l="4706" t="46364" r="7059" b="10909"/>
          <a:stretch>
            <a:fillRect/>
          </a:stretch>
        </p:blipFill>
        <p:spPr bwMode="auto">
          <a:xfrm>
            <a:off x="1597295" y="1219200"/>
            <a:ext cx="8997410" cy="5638800"/>
          </a:xfrm>
          <a:prstGeom prst="rect">
            <a:avLst/>
          </a:prstGeom>
          <a:noFill/>
          <a:ln w="9525">
            <a:noFill/>
            <a:miter lim="800000"/>
            <a:headEnd/>
            <a:tailEnd/>
          </a:ln>
        </p:spPr>
      </p:pic>
      <p:sp>
        <p:nvSpPr>
          <p:cNvPr id="2" name="Title 1">
            <a:extLst>
              <a:ext uri="{FF2B5EF4-FFF2-40B4-BE49-F238E27FC236}">
                <a16:creationId xmlns:a16="http://schemas.microsoft.com/office/drawing/2014/main" id="{4D2F0418-14B3-1278-3842-C7E71E23E943}"/>
              </a:ext>
            </a:extLst>
          </p:cNvPr>
          <p:cNvSpPr>
            <a:spLocks noGrp="1"/>
          </p:cNvSpPr>
          <p:nvPr>
            <p:ph type="title"/>
          </p:nvPr>
        </p:nvSpPr>
        <p:spPr/>
        <p:txBody>
          <a:bodyPr/>
          <a:lstStyle/>
          <a:p>
            <a:r>
              <a:rPr lang="en-US" dirty="0"/>
              <a:t>Triple Encryption</a:t>
            </a:r>
          </a:p>
        </p:txBody>
      </p:sp>
    </p:spTree>
  </p:cSld>
  <p:clrMapOvr>
    <a:masterClrMapping/>
  </p:clrMapOvr>
  <p:transition spd="med" advTm="200512">
    <p:pull dir="ld"/>
  </p:transition>
  <p:extLst>
    <p:ext uri="{3A86A75C-4F4B-4683-9AE1-C65F6400EC91}">
      <p14:laserTraceLst xmlns:p14="http://schemas.microsoft.com/office/powerpoint/2010/main">
        <p14:tracePtLst>
          <p14:tracePt t="1867" x="8605838" y="4244975"/>
          <p14:tracePt t="1882" x="8709025" y="3973513"/>
          <p14:tracePt t="1888" x="8789988" y="3783013"/>
          <p14:tracePt t="1903" x="8899525" y="3497263"/>
          <p14:tracePt t="1917" x="8974138" y="3313113"/>
          <p14:tracePt t="1938" x="9090025" y="2932113"/>
          <p14:tracePt t="1948" x="9144000" y="2720975"/>
          <p14:tracePt t="1957" x="9170988" y="2517775"/>
          <p14:tracePt t="1968" x="9185275" y="2381250"/>
          <p14:tracePt t="1979" x="9185275" y="2197100"/>
          <p14:tracePt t="1990" x="9185275" y="2095500"/>
          <p14:tracePt t="2000" x="9170988" y="1958975"/>
          <p14:tracePt t="2015" x="9150350" y="1851025"/>
          <p14:tracePt t="2023" x="9144000" y="1776413"/>
          <p14:tracePt t="2034" x="9123363" y="1693863"/>
          <p14:tracePt t="2047" x="9102725" y="1639888"/>
          <p14:tracePt t="2058" x="9082088" y="1577975"/>
          <p14:tracePt t="2067" x="9063038" y="1524000"/>
          <p14:tracePt t="2082" x="9042400" y="1462088"/>
          <p14:tracePt t="2103" x="9028113" y="1414463"/>
          <p14:tracePt t="2104" x="9021763" y="1387475"/>
          <p14:tracePt t="2115" x="9007475" y="1347788"/>
          <p14:tracePt t="2125" x="9007475" y="1327150"/>
          <p14:tracePt t="2135" x="9007475" y="1312863"/>
          <p14:tracePt t="2150" x="9001125" y="1306513"/>
          <p14:tracePt t="2162" x="9001125" y="1292225"/>
          <p14:tracePt t="2171" x="9007475" y="1292225"/>
          <p14:tracePt t="2183" x="9021763" y="1285875"/>
          <p14:tracePt t="2193" x="9028113" y="1285875"/>
          <p14:tracePt t="2205" x="9048750" y="1271588"/>
          <p14:tracePt t="2217" x="9069388" y="1265238"/>
          <p14:tracePt t="2227" x="9090025" y="1265238"/>
          <p14:tracePt t="2239" x="9110663" y="1252538"/>
          <p14:tracePt t="2250" x="9129713" y="1252538"/>
          <p14:tracePt t="2259" x="9129713" y="1265238"/>
          <p14:tracePt t="2271" x="9144000" y="1271588"/>
          <p14:tracePt t="2282" x="9150350" y="1285875"/>
          <p14:tracePt t="2303" x="9150350" y="1306513"/>
          <p14:tracePt t="2315" x="9123363" y="1333500"/>
          <p14:tracePt t="2326" x="9069388" y="1374775"/>
          <p14:tracePt t="2338" x="9007475" y="1395413"/>
          <p14:tracePt t="3552" x="9007475" y="1408113"/>
          <p14:tracePt t="3574" x="9021763" y="1408113"/>
          <p14:tracePt t="3766" x="9028113" y="1408113"/>
          <p14:tracePt t="3778" x="9028113" y="1395413"/>
          <p14:tracePt t="3799" x="9042400" y="1395413"/>
          <p14:tracePt t="3856" x="9042400" y="1387475"/>
          <p14:tracePt t="3890" x="9048750" y="1387475"/>
          <p14:tracePt t="11667" x="9028113" y="1408113"/>
          <p14:tracePt t="11670" x="9021763" y="1408113"/>
          <p14:tracePt t="11679" x="9007475" y="1414463"/>
          <p14:tracePt t="11689" x="9001125" y="1428750"/>
          <p14:tracePt t="11710" x="8994775" y="1428750"/>
          <p14:tracePt t="11731" x="8980488" y="1428750"/>
          <p14:tracePt t="11743" x="8974138" y="1428750"/>
          <p14:tracePt t="11765" x="8959850" y="1428750"/>
          <p14:tracePt t="11777" x="8939213" y="1428750"/>
          <p14:tracePt t="11787" x="8932863" y="1428750"/>
          <p14:tracePt t="11799" x="8912225" y="1428750"/>
          <p14:tracePt t="11811" x="8891588" y="1428750"/>
          <p14:tracePt t="11821" x="8872538" y="1435100"/>
          <p14:tracePt t="11834" x="8837613" y="1449388"/>
          <p14:tracePt t="11845" x="8796338" y="1455738"/>
          <p14:tracePt t="11855" x="8748713" y="1476375"/>
          <p14:tracePt t="11867" x="8701088" y="1503363"/>
          <p14:tracePt t="11879" x="8605838" y="1577975"/>
          <p14:tracePt t="11889" x="8510588" y="1660525"/>
          <p14:tracePt t="11901" x="8429625" y="1728788"/>
          <p14:tracePt t="11912" x="8361363" y="1830388"/>
          <p14:tracePt t="11923" x="8286750" y="1938338"/>
          <p14:tracePt t="11935" x="8224838" y="2047875"/>
          <p14:tracePt t="11946" x="8191500" y="2149475"/>
          <p14:tracePt t="11956" x="8150225" y="2259013"/>
          <p14:tracePt t="11968" x="8129588" y="2360613"/>
          <p14:tracePt t="11980" x="8116888" y="2422525"/>
          <p14:tracePt t="11993" x="8116888" y="2490788"/>
          <p14:tracePt t="12002" x="8137525" y="2538413"/>
          <p14:tracePt t="12013" x="8158163" y="2578100"/>
          <p14:tracePt t="12023" x="8191500" y="2613025"/>
          <p14:tracePt t="12036" x="8245475" y="2640013"/>
          <p14:tracePt t="12047" x="8320088" y="2660650"/>
          <p14:tracePt t="12058" x="8382000" y="2673350"/>
          <p14:tracePt t="12069" x="8456613" y="2681288"/>
          <p14:tracePt t="12081" x="8551863" y="2693988"/>
          <p14:tracePt t="12092" x="8620125" y="2693988"/>
          <p14:tracePt t="12102" x="8667750" y="2681288"/>
          <p14:tracePt t="12114" x="8701088" y="2681288"/>
          <p14:tracePt t="12126" x="8709025" y="2681288"/>
          <p14:tracePt t="12170" x="8701088" y="2681288"/>
          <p14:tracePt t="12182" x="8688388" y="2681288"/>
          <p14:tracePt t="12193" x="8667750" y="2681288"/>
          <p14:tracePt t="12203" x="8647113" y="2700338"/>
          <p14:tracePt t="12215" x="8626475" y="2708275"/>
          <p14:tracePt t="12227" x="8593138" y="2728913"/>
          <p14:tracePt t="12237" x="8558213" y="2762250"/>
          <p14:tracePt t="12250" x="8531225" y="2803525"/>
          <p14:tracePt t="12262" x="8497888" y="2843213"/>
          <p14:tracePt t="12272" x="8470900" y="2890838"/>
          <p14:tracePt t="12284" x="8435975" y="2952750"/>
          <p14:tracePt t="12295" x="8415338" y="3000375"/>
          <p14:tracePt t="12305" x="8396288" y="3081338"/>
          <p14:tracePt t="12317" x="8388350" y="3163888"/>
          <p14:tracePt t="12329" x="8388350" y="3252788"/>
          <p14:tracePt t="12339" x="8388350" y="3327400"/>
          <p14:tracePt t="12351" x="8408988" y="3402013"/>
          <p14:tracePt t="12362" x="8429625" y="3476625"/>
          <p14:tracePt t="12372" x="8456613" y="3517900"/>
          <p14:tracePt t="12385" x="8510588" y="3565525"/>
          <p14:tracePt t="12396" x="8558213" y="3605213"/>
          <p14:tracePt t="12406" x="8605838" y="3625850"/>
          <p14:tracePt t="12419" x="8661400" y="3633788"/>
          <p14:tracePt t="12430" x="8709025" y="3633788"/>
          <p14:tracePt t="12440" x="8748713" y="3625850"/>
          <p14:tracePt t="12452" x="8769350" y="3613150"/>
          <p14:tracePt t="12464" x="8789988" y="3586163"/>
          <p14:tracePt t="12474" x="8796338" y="3551238"/>
          <p14:tracePt t="12486" x="8796338" y="3503613"/>
          <p14:tracePt t="12497" x="8783638" y="3462338"/>
          <p14:tracePt t="12509" x="8729663" y="3402013"/>
          <p14:tracePt t="12519" x="8647113" y="3340100"/>
          <p14:tracePt t="12531" x="8558213" y="3306763"/>
          <p14:tracePt t="12542" x="8408988" y="3252788"/>
          <p14:tracePt t="12553" x="8224838" y="3224213"/>
          <p14:tracePt t="12564" x="8027988" y="3232150"/>
          <p14:tracePt t="12586" x="7905750" y="3252788"/>
          <p14:tracePt t="12590" x="7735888" y="3313113"/>
          <p14:tracePt t="12601" x="7605713" y="3414713"/>
          <p14:tracePt t="12612" x="7539038" y="3497263"/>
          <p14:tracePt t="12622" x="7462838" y="3592513"/>
          <p14:tracePt t="12634" x="7435850" y="3687763"/>
          <p14:tracePt t="12646" x="7435850" y="3741738"/>
          <p14:tracePt t="12655" x="7435850" y="3816350"/>
          <p14:tracePt t="12667" x="7456488" y="3863975"/>
          <p14:tracePt t="12677" x="7497763" y="3905250"/>
          <p14:tracePt t="12688" x="7524750" y="3938588"/>
          <p14:tracePt t="12700" x="7586663" y="3952875"/>
          <p14:tracePt t="12711" x="7667625" y="3973513"/>
          <p14:tracePt t="12721" x="7735888" y="3973513"/>
          <p14:tracePt t="12733" x="7843838" y="3973513"/>
          <p14:tracePt t="12744" x="7947025" y="3946525"/>
          <p14:tracePt t="12755" x="8034338" y="3919538"/>
          <p14:tracePt t="12767" x="8075613" y="3884613"/>
          <p14:tracePt t="12779" x="8110538" y="3857625"/>
          <p14:tracePt t="12789" x="8116888" y="3824288"/>
          <p14:tracePt t="12801" x="8116888" y="3803650"/>
          <p14:tracePt t="12813" x="8110538" y="3776663"/>
          <p14:tracePt t="12822" x="8075613" y="3756025"/>
          <p14:tracePt t="12835" x="8048625" y="3735388"/>
          <p14:tracePt t="12846" x="8015288" y="3729038"/>
          <p14:tracePt t="12856" x="7986713" y="3714750"/>
          <p14:tracePt t="12868" x="7967663" y="3714750"/>
          <p14:tracePt t="12880" x="7947025" y="3714750"/>
          <p14:tracePt t="12890" x="7939088" y="3714750"/>
          <p14:tracePt t="12902" x="7926388" y="3714750"/>
          <p14:tracePt t="12913" x="7920038" y="3714750"/>
          <p14:tracePt t="13182" x="7905750" y="3714750"/>
          <p14:tracePt t="13194" x="7905750" y="3708400"/>
          <p14:tracePt t="13205" x="7899400" y="3708400"/>
          <p14:tracePt t="16989" x="7864475" y="3714750"/>
          <p14:tracePt t="17001" x="7796213" y="3729038"/>
          <p14:tracePt t="17002" x="7653338" y="3735388"/>
          <p14:tracePt t="17010" x="7539038" y="3741738"/>
          <p14:tracePt t="17020" x="7334250" y="3741738"/>
          <p14:tracePt t="17031" x="7123113" y="3741738"/>
          <p14:tracePt t="17041" x="6905625" y="3756025"/>
          <p14:tracePt t="17053" x="6700838" y="3783013"/>
          <p14:tracePt t="17064" x="6423025" y="3824288"/>
          <p14:tracePt t="17076" x="6143625" y="3878263"/>
          <p14:tracePt t="17087" x="5959475" y="3919538"/>
          <p14:tracePt t="17098" x="5700713" y="3986213"/>
          <p14:tracePt t="17110" x="5429250" y="4068763"/>
          <p14:tracePt t="17121" x="5191125" y="4157663"/>
          <p14:tracePt t="17131" x="5014913" y="4224338"/>
          <p14:tracePt t="17143" x="4803775" y="4306888"/>
          <p14:tracePt t="17154" x="4633913" y="4387850"/>
          <p14:tracePt t="17166" x="4524375" y="4449763"/>
          <p14:tracePt t="17177" x="4395788" y="4518025"/>
          <p14:tracePt t="17188" x="4292600" y="4586288"/>
          <p14:tracePt t="17200" x="4205288" y="4646613"/>
          <p14:tracePt t="17210" x="4157663" y="4687888"/>
          <p14:tracePt t="17222" x="4116388" y="4741863"/>
          <p14:tracePt t="17234" x="4095750" y="4783138"/>
          <p14:tracePt t="17244" x="4081463" y="4795838"/>
          <p14:tracePt t="17256" x="4075113" y="4830763"/>
          <p14:tracePt t="17268" x="4075113" y="4851400"/>
          <p14:tracePt t="17278" x="4081463" y="4857750"/>
          <p14:tracePt t="17289" x="4102100" y="4872038"/>
          <p14:tracePt t="17301" x="4143375" y="4891088"/>
          <p14:tracePt t="17311" x="4211638" y="4911725"/>
          <p14:tracePt t="17323" x="4292600" y="4919663"/>
          <p14:tracePt t="17334" x="4435475" y="4932363"/>
          <p14:tracePt t="17345" x="4586288" y="4938713"/>
          <p14:tracePt t="17357" x="4694238" y="4953000"/>
          <p14:tracePt t="17368" x="4837113" y="4953000"/>
          <p14:tracePt t="17379" x="4986338" y="4953000"/>
          <p14:tracePt t="17390" x="5116513" y="4953000"/>
          <p14:tracePt t="17402" x="5205413" y="4953000"/>
          <p14:tracePt t="17412" x="5319713" y="4959350"/>
          <p14:tracePt t="17425" x="5414963" y="4959350"/>
          <p14:tracePt t="17436" x="5497513" y="4959350"/>
          <p14:tracePt t="17446" x="5599113" y="4959350"/>
          <p14:tracePt t="17458" x="5708650" y="4973638"/>
          <p14:tracePt t="17470" x="5816600" y="4979988"/>
          <p14:tracePt t="17480" x="5891213" y="4986338"/>
          <p14:tracePt t="17493" x="5973763" y="4986338"/>
          <p14:tracePt t="17504" x="6042025" y="5000625"/>
          <p14:tracePt t="17514" x="6081713" y="5000625"/>
          <p14:tracePt t="17525" x="6129338" y="5000625"/>
          <p14:tracePt t="17537" x="6184900" y="5000625"/>
          <p14:tracePt t="17547" x="6211888" y="5000625"/>
          <p14:tracePt t="17559" x="6232525" y="5000625"/>
          <p14:tracePt t="17570" x="6253163" y="4986338"/>
          <p14:tracePt t="17582" x="6259513" y="4986338"/>
          <p14:tracePt t="17649" x="6253163" y="4986338"/>
          <p14:tracePt t="17660" x="6197600" y="4979988"/>
          <p14:tracePt t="17671" x="6143625" y="4973638"/>
          <p14:tracePt t="17684" x="6000750" y="4959350"/>
          <p14:tracePt t="17693" x="5810250" y="4938713"/>
          <p14:tracePt t="17705" x="5599113" y="4919663"/>
          <p14:tracePt t="17717" x="5429250" y="4899025"/>
          <p14:tracePt t="17727" x="5218113" y="4878388"/>
          <p14:tracePt t="17739" x="5027613" y="4857750"/>
          <p14:tracePt t="17751" x="4905375" y="4851400"/>
          <p14:tracePt t="17762" x="4776788" y="4837113"/>
          <p14:tracePt t="17774" x="4667250" y="4830763"/>
          <p14:tracePt t="17785" x="4565650" y="4816475"/>
          <p14:tracePt t="17795" x="4497388" y="4810125"/>
          <p14:tracePt t="17808" x="4402138" y="4795838"/>
          <p14:tracePt t="17829" x="4313238" y="4783138"/>
          <p14:tracePt t="17841" x="4244975" y="4768850"/>
          <p14:tracePt t="17842" x="4143375" y="4762500"/>
          <p14:tracePt t="17853" x="4054475" y="4741863"/>
          <p14:tracePt t="17863" x="3952875" y="4729163"/>
          <p14:tracePt t="17875" x="3884613" y="4721225"/>
          <p14:tracePt t="17886" x="3795713" y="4700588"/>
          <p14:tracePt t="17896" x="3721100" y="4687888"/>
          <p14:tracePt t="17909" x="3694113" y="4687888"/>
          <p14:tracePt t="17920" x="3681413" y="4687888"/>
          <p14:tracePt t="17964" x="3694113" y="4681538"/>
          <p14:tracePt t="17975" x="3714750" y="4681538"/>
          <p14:tracePt t="17986" x="3756025" y="4687888"/>
          <p14:tracePt t="17997" x="3830638" y="4687888"/>
          <p14:tracePt t="18010" x="3946525" y="4700588"/>
          <p14:tracePt t="18021" x="4054475" y="4700588"/>
          <p14:tracePt t="18031" x="4205288" y="4721225"/>
          <p14:tracePt t="18043" x="4354513" y="4729163"/>
          <p14:tracePt t="18055" x="4518025" y="4741863"/>
          <p14:tracePt t="18066" x="4646613" y="4762500"/>
          <p14:tracePt t="18076" x="4837113" y="4768850"/>
          <p14:tracePt t="18088" x="5033963" y="4789488"/>
          <p14:tracePt t="18100" x="5176838" y="4795838"/>
          <p14:tracePt t="18110" x="5381625" y="4816475"/>
          <p14:tracePt t="18122" x="5557838" y="4851400"/>
          <p14:tracePt t="18134" x="5721350" y="4872038"/>
          <p14:tracePt t="18144" x="5816600" y="4878388"/>
          <p14:tracePt t="18155" x="5932488" y="4899025"/>
          <p14:tracePt t="18168" x="6021388" y="4911725"/>
          <p14:tracePt t="18178" x="6081713" y="4919663"/>
          <p14:tracePt t="18190" x="6143625" y="4932363"/>
          <p14:tracePt t="18202" x="6211888" y="4938713"/>
          <p14:tracePt t="18211" x="6272213" y="4953000"/>
          <p14:tracePt t="18224" x="6313488" y="4959350"/>
          <p14:tracePt t="18235" x="6354763" y="4959350"/>
          <p14:tracePt t="18245" x="6381750" y="4959350"/>
          <p14:tracePt t="18258" x="6402388" y="4959350"/>
          <p14:tracePt t="18312" x="6361113" y="4973638"/>
          <p14:tracePt t="18325" x="6253163" y="4979988"/>
          <p14:tracePt t="18336" x="6122988" y="4979988"/>
          <p14:tracePt t="18346" x="5878513" y="4973638"/>
          <p14:tracePt t="18358" x="5592763" y="4953000"/>
          <p14:tracePt t="18370" x="5381625" y="4932363"/>
          <p14:tracePt t="18380" x="5110163" y="4919663"/>
          <p14:tracePt t="18392" x="4864100" y="4911725"/>
          <p14:tracePt t="18404" x="4667250" y="4899025"/>
          <p14:tracePt t="18414" x="4545013" y="4899025"/>
          <p14:tracePt t="18425" x="4422775" y="4891088"/>
          <p14:tracePt t="18437" x="4333875" y="4891088"/>
          <p14:tracePt t="18447" x="4292600" y="4878388"/>
          <p14:tracePt t="18460" x="4271963" y="4878388"/>
          <p14:tracePt t="18471" x="4265613" y="4878388"/>
          <p14:tracePt t="18616" x="4286250" y="4878388"/>
          <p14:tracePt t="18627" x="4306888" y="4878388"/>
          <p14:tracePt t="18639" x="4333875" y="4878388"/>
          <p14:tracePt t="18650" x="4354513" y="4878388"/>
          <p14:tracePt t="18662" x="4395788" y="4878388"/>
          <p14:tracePt t="18673" x="4414838" y="4878388"/>
          <p14:tracePt t="18684" x="4435475" y="4878388"/>
          <p14:tracePt t="18696" x="4456113" y="4891088"/>
          <p14:tracePt t="18707" x="4462463" y="4891088"/>
          <p14:tracePt t="18718" x="4476750" y="4891088"/>
          <p14:tracePt t="21485" x="4578350" y="4891088"/>
          <p14:tracePt t="21489" x="4652963" y="4891088"/>
          <p14:tracePt t="21497" x="4714875" y="4891088"/>
          <p14:tracePt t="21510" x="4816475" y="4878388"/>
          <p14:tracePt t="21522" x="4878388" y="4878388"/>
          <p14:tracePt t="21533" x="4959350" y="4878388"/>
          <p14:tracePt t="21542" x="4986338" y="4878388"/>
          <p14:tracePt t="21554" x="5014913" y="4878388"/>
          <p14:tracePt t="21565" x="5027613" y="4878388"/>
          <p14:tracePt t="21608" x="5027613" y="4872038"/>
          <p14:tracePt t="21621" x="5027613" y="4857750"/>
          <p14:tracePt t="21631" x="5027613" y="4851400"/>
          <p14:tracePt t="21643" x="5027613" y="4830763"/>
          <p14:tracePt t="21655" x="5014913" y="4795838"/>
          <p14:tracePt t="21665" x="5006975" y="4762500"/>
          <p14:tracePt t="21677" x="4994275" y="4700588"/>
          <p14:tracePt t="21689" x="4979988" y="4646613"/>
          <p14:tracePt t="21699" x="4959350" y="4551363"/>
          <p14:tracePt t="21711" x="4938713" y="4435475"/>
          <p14:tracePt t="21723" x="4919663" y="4306888"/>
          <p14:tracePt t="21732" x="4905375" y="4217988"/>
          <p14:tracePt t="21744" x="4878388" y="4095750"/>
          <p14:tracePt t="21756" x="4857750" y="3986213"/>
          <p14:tracePt t="21766" x="4837113" y="3938588"/>
          <p14:tracePt t="21778" x="4816475" y="3863975"/>
          <p14:tracePt t="21790" x="4795838" y="3824288"/>
          <p14:tracePt t="21800" x="4789488" y="3795713"/>
          <p14:tracePt t="21812" x="4789488" y="3783013"/>
          <p14:tracePt t="21824" x="4789488" y="3776663"/>
          <p14:tracePt t="21834" x="4789488" y="3762375"/>
          <p14:tracePt t="21856" x="4789488" y="3756025"/>
          <p14:tracePt t="21980" x="4776788" y="3762375"/>
          <p14:tracePt t="21991" x="4776788" y="3783013"/>
          <p14:tracePt t="22002" x="4768850" y="3803650"/>
          <p14:tracePt t="22025" x="4756150" y="3836988"/>
          <p14:tracePt t="22038" x="4756150" y="3857625"/>
          <p14:tracePt t="22049" x="4756150" y="3878263"/>
          <p14:tracePt t="22050" x="4756150" y="3919538"/>
          <p14:tracePt t="22059" x="4748213" y="3952875"/>
          <p14:tracePt t="22071" x="4735513" y="4006850"/>
          <p14:tracePt t="22083" x="4729163" y="4048125"/>
          <p14:tracePt t="22093" x="4729163" y="4095750"/>
          <p14:tracePt t="22104" x="4708525" y="4129088"/>
          <p14:tracePt t="22117" x="4673600" y="4157663"/>
          <p14:tracePt t="22127" x="4633913" y="4184650"/>
          <p14:tracePt t="22138" x="4625975" y="4184650"/>
          <p14:tracePt t="22452" x="4633913" y="4184650"/>
          <p14:tracePt t="22486" x="4633913" y="4176713"/>
          <p14:tracePt t="22509" x="4625975" y="4164013"/>
          <p14:tracePt t="22531" x="4613275" y="4157663"/>
          <p14:tracePt t="22544" x="4605338" y="4149725"/>
          <p14:tracePt t="22554" x="4598988" y="4137025"/>
          <p14:tracePt t="22566" x="4578350" y="4116388"/>
          <p14:tracePt t="22578" x="4565650" y="4095750"/>
          <p14:tracePt t="22588" x="4538663" y="4054475"/>
          <p14:tracePt t="22600" x="4483100" y="4006850"/>
          <p14:tracePt t="22611" x="4422775" y="3946525"/>
          <p14:tracePt t="22622" x="4375150" y="3884613"/>
          <p14:tracePt t="22633" x="4306888" y="3795713"/>
          <p14:tracePt t="22645" x="4232275" y="3687763"/>
          <p14:tracePt t="22655" x="4197350" y="3592513"/>
          <p14:tracePt t="22666" x="4137025" y="3462338"/>
          <p14:tracePt t="22678" x="4081463" y="3354388"/>
          <p14:tracePt t="22689" x="4054475" y="3286125"/>
          <p14:tracePt t="22701" x="4014788" y="3190875"/>
          <p14:tracePt t="22712" x="3973513" y="3101975"/>
          <p14:tracePt t="22722" x="3932238" y="3033713"/>
          <p14:tracePt t="22735" x="3890963" y="2979738"/>
          <p14:tracePt t="22746" x="3830638" y="2932113"/>
          <p14:tracePt t="22756" x="3783013" y="2905125"/>
          <p14:tracePt t="22769" x="3741738" y="2884488"/>
          <p14:tracePt t="22780" x="3681413" y="2863850"/>
          <p14:tracePt t="22790" x="3619500" y="2863850"/>
          <p14:tracePt t="22802" x="3565525" y="2863850"/>
          <p14:tracePt t="22814" x="3524250" y="2871788"/>
          <p14:tracePt t="22824" x="3462338" y="2905125"/>
          <p14:tracePt t="22837" x="3402013" y="2938463"/>
          <p14:tracePt t="22849" x="3360738" y="2979738"/>
          <p14:tracePt t="22861" x="3333750" y="3041650"/>
          <p14:tracePt t="22871" x="3333750" y="3116263"/>
          <p14:tracePt t="22882" x="3333750" y="3170238"/>
          <p14:tracePt t="22892" x="3360738" y="3211513"/>
          <p14:tracePt t="22904" x="3408363" y="3271838"/>
          <p14:tracePt t="22915" x="3490913" y="3327400"/>
          <p14:tracePt t="22925" x="3571875" y="3354388"/>
          <p14:tracePt t="22937" x="3673475" y="3381375"/>
          <p14:tracePt t="22949" x="3762375" y="3395663"/>
          <p14:tracePt t="22960" x="3863975" y="3395663"/>
          <p14:tracePt t="22970" x="3932238" y="3381375"/>
          <p14:tracePt t="22993" x="4021138" y="3340100"/>
          <p14:tracePt t="22997" x="4095750" y="3286125"/>
          <p14:tracePt t="23006" x="4143375" y="3232150"/>
          <p14:tracePt t="23017" x="4184650" y="3163888"/>
          <p14:tracePt t="23029" x="4197350" y="3095625"/>
          <p14:tracePt t="23038" x="4184650" y="3041650"/>
          <p14:tracePt t="23049" x="4157663" y="2979738"/>
          <p14:tracePt t="23071" x="4081463" y="2919413"/>
          <p14:tracePt t="23075" x="3973513" y="2863850"/>
          <p14:tracePt t="23086" x="3863975" y="2824163"/>
          <p14:tracePt t="23097" x="3714750" y="2789238"/>
          <p14:tracePt t="23107" x="3524250" y="2768600"/>
          <p14:tracePt t="23117" x="3395663" y="2768600"/>
          <p14:tracePt t="23129" x="3259138" y="2789238"/>
          <p14:tracePt t="23139" x="3190875" y="2830513"/>
          <p14:tracePt t="23151" x="3149600" y="2871788"/>
          <p14:tracePt t="23162" x="3143250" y="2905125"/>
          <p14:tracePt t="23173" x="3149600" y="2952750"/>
          <p14:tracePt t="23185" x="3197225" y="3014663"/>
          <p14:tracePt t="23196" x="3259138" y="3054350"/>
          <p14:tracePt t="23206" x="3381375" y="3116263"/>
          <p14:tracePt t="23218" x="3551238" y="3170238"/>
          <p14:tracePt t="23230" x="3783013" y="3224213"/>
          <p14:tracePt t="23241" x="3986213" y="3244850"/>
          <p14:tracePt t="23253" x="4313238" y="3252788"/>
          <p14:tracePt t="23264" x="4694238" y="3244850"/>
          <p14:tracePt t="23274" x="4986338" y="3211513"/>
          <p14:tracePt t="23286" x="5348288" y="3149600"/>
          <p14:tracePt t="23298" x="5640388" y="3074988"/>
          <p14:tracePt t="23307" x="5830888" y="2994025"/>
          <p14:tracePt t="23320" x="5919788" y="2952750"/>
          <p14:tracePt t="23331" x="5973763" y="2905125"/>
          <p14:tracePt t="23341" x="5980113" y="2890838"/>
          <p14:tracePt t="23354" x="5973763" y="2884488"/>
          <p14:tracePt t="23365" x="5953125" y="2871788"/>
          <p14:tracePt t="23375" x="5891213" y="2871788"/>
          <p14:tracePt t="23387" x="5830888" y="2871788"/>
          <p14:tracePt t="23398" x="5741988" y="2911475"/>
          <p14:tracePt t="23410" x="5681663" y="2959100"/>
          <p14:tracePt t="23421" x="5646738" y="3000375"/>
          <p14:tracePt t="23432" x="5646738" y="3041650"/>
          <p14:tracePt t="23444" x="5688013" y="3101975"/>
          <p14:tracePt t="23454" x="5789613" y="3149600"/>
          <p14:tracePt t="23465" x="5911850" y="3190875"/>
          <p14:tracePt t="23478" x="6149975" y="3224213"/>
          <p14:tracePt t="23487" x="6443663" y="3232150"/>
          <p14:tracePt t="23499" x="6735763" y="3224213"/>
          <p14:tracePt t="23512" x="6946900" y="3205163"/>
          <p14:tracePt t="23521" x="7185025" y="3143250"/>
          <p14:tracePt t="23533" x="7354888" y="3081338"/>
          <p14:tracePt t="23545" x="7423150" y="3041650"/>
          <p14:tracePt t="23555" x="7456488" y="2994025"/>
          <p14:tracePt t="23567" x="7456488" y="2952750"/>
          <p14:tracePt t="23578" x="7423150" y="2911475"/>
          <p14:tracePt t="23589" x="7354888" y="2884488"/>
          <p14:tracePt t="23601" x="7197725" y="2830513"/>
          <p14:tracePt t="23613" x="6986588" y="2809875"/>
          <p14:tracePt t="23623" x="6824663" y="2809875"/>
          <p14:tracePt t="23634" x="6640513" y="2843213"/>
          <p14:tracePt t="23646" x="6545263" y="2890838"/>
          <p14:tracePt t="23656" x="6524625" y="2938463"/>
          <p14:tracePt t="23668" x="6524625" y="2979738"/>
          <p14:tracePt t="23680" x="6592888" y="3041650"/>
          <p14:tracePt t="23690" x="6742113" y="3116263"/>
          <p14:tracePt t="23702" x="6926263" y="3163888"/>
          <p14:tracePt t="23714" x="7232650" y="3211513"/>
          <p14:tracePt t="23723" x="7593013" y="3232150"/>
          <p14:tracePt t="23735" x="7959725" y="3224213"/>
          <p14:tracePt t="23747" x="8191500" y="3190875"/>
          <p14:tracePt t="23758" x="8429625" y="3143250"/>
          <p14:tracePt t="23769" x="8572500" y="3081338"/>
          <p14:tracePt t="23781" x="8620125" y="3054350"/>
          <p14:tracePt t="23791" x="8640763" y="3021013"/>
          <p14:tracePt t="23803" x="8620125" y="2979738"/>
          <p14:tracePt t="23815" x="8593138" y="2959100"/>
          <p14:tracePt t="23828" x="8491538" y="2919413"/>
          <p14:tracePt t="23837" x="8340725" y="2905125"/>
          <p14:tracePt t="23849" x="8129588" y="2890838"/>
          <p14:tracePt t="23858" x="7967663" y="2905125"/>
          <p14:tracePt t="23871" x="7769225" y="2938463"/>
          <p14:tracePt t="23882" x="7626350" y="2979738"/>
          <p14:tracePt t="23893" x="7578725" y="3000375"/>
          <p14:tracePt t="23904" x="7558088" y="3041650"/>
          <p14:tracePt t="23915" x="7558088" y="3081338"/>
          <p14:tracePt t="23928" x="7605713" y="3122613"/>
          <p14:tracePt t="23938" x="7667625" y="3163888"/>
          <p14:tracePt t="23949" x="7777163" y="3205163"/>
          <p14:tracePt t="23961" x="7920038" y="3232150"/>
          <p14:tracePt t="23971" x="8007350" y="3244850"/>
          <p14:tracePt t="23983" x="8110538" y="3252788"/>
          <p14:tracePt t="23995" x="8150225" y="3252788"/>
          <p14:tracePt t="24005" x="8150225" y="3244850"/>
          <p14:tracePt t="24027" x="8096250" y="3224213"/>
          <p14:tracePt t="24039" x="7994650" y="3190875"/>
          <p14:tracePt t="24050" x="7885113" y="3170238"/>
          <p14:tracePt t="24062" x="7715250" y="3143250"/>
          <p14:tracePt t="24072" x="7558088" y="3116263"/>
          <p14:tracePt t="24085" x="7402513" y="3101975"/>
          <p14:tracePt t="24096" x="7327900" y="3095625"/>
          <p14:tracePt t="24106" x="7253288" y="3081338"/>
          <p14:tracePt t="24129" x="7212013" y="3081338"/>
          <p14:tracePt t="24132" x="7205663" y="3081338"/>
          <p14:tracePt t="26458" x="7205663" y="3101975"/>
          <p14:tracePt t="26469" x="7224713" y="3128963"/>
          <p14:tracePt t="26480" x="7232650" y="3143250"/>
          <p14:tracePt t="26491" x="7265988" y="3170238"/>
          <p14:tracePt t="26504" x="7272338" y="3184525"/>
          <p14:tracePt t="26514" x="7292975" y="3190875"/>
          <p14:tracePt t="26526" x="7307263" y="3205163"/>
          <p14:tracePt t="26603" x="7307263" y="3211513"/>
          <p14:tracePt t="26637" x="7307263" y="3224213"/>
          <p14:tracePt t="26660" x="7292975" y="3232150"/>
          <p14:tracePt t="26671" x="7286625" y="3244850"/>
          <p14:tracePt t="26684" x="7253288" y="3244850"/>
          <p14:tracePt t="27031" x="7265988" y="3244850"/>
          <p14:tracePt t="27064" x="7265988" y="3252788"/>
          <p14:tracePt t="27087" x="7272338" y="3252788"/>
          <p14:tracePt t="27121" x="7272338" y="3244850"/>
          <p14:tracePt t="27132" x="7286625" y="3244850"/>
          <p14:tracePt t="27144" x="7272338" y="3244850"/>
          <p14:tracePt t="32408" x="7327900" y="3252788"/>
          <p14:tracePt t="32410" x="7367588" y="3252788"/>
          <p14:tracePt t="32423" x="7388225" y="3265488"/>
          <p14:tracePt t="32433" x="7402513" y="3265488"/>
          <p14:tracePt t="32444" x="7435850" y="3265488"/>
          <p14:tracePt t="32454" x="7477125" y="3265488"/>
          <p14:tracePt t="32466" x="7518400" y="3252788"/>
          <p14:tracePt t="32478" x="7558088" y="3244850"/>
          <p14:tracePt t="32488" x="7593013" y="3211513"/>
          <p14:tracePt t="32510" x="7613650" y="3190875"/>
          <p14:tracePt t="32516" x="7634288" y="3149600"/>
          <p14:tracePt t="32526" x="7646988" y="3122613"/>
          <p14:tracePt t="32535" x="7646988" y="3095625"/>
          <p14:tracePt t="32544" x="7634288" y="3074988"/>
          <p14:tracePt t="32558" x="7613650" y="3054350"/>
          <p14:tracePt t="32568" x="7566025" y="3021013"/>
          <p14:tracePt t="32579" x="7518400" y="3000375"/>
          <p14:tracePt t="32591" x="7375525" y="2959100"/>
          <p14:tracePt t="32601" x="7265988" y="2938463"/>
          <p14:tracePt t="32612" x="7096125" y="2911475"/>
          <p14:tracePt t="32624" x="6932613" y="2905125"/>
          <p14:tracePt t="32634" x="6824663" y="2905125"/>
          <p14:tracePt t="32645" x="6694488" y="2905125"/>
          <p14:tracePt t="32657" x="6619875" y="2911475"/>
          <p14:tracePt t="32668" x="6524625" y="2952750"/>
          <p14:tracePt t="32680" x="6450013" y="2994025"/>
          <p14:tracePt t="32691" x="6361113" y="3054350"/>
          <p14:tracePt t="32701" x="6272213" y="3122613"/>
          <p14:tracePt t="32713" x="6211888" y="3170238"/>
          <p14:tracePt t="32725" x="6149975" y="3244850"/>
          <p14:tracePt t="32735" x="6110288" y="3306763"/>
          <p14:tracePt t="32747" x="6069013" y="3395663"/>
          <p14:tracePt t="32759" x="6048375" y="3455988"/>
          <p14:tracePt t="32769" x="6042025" y="3565525"/>
          <p14:tracePt t="32781" x="6048375" y="3673475"/>
          <p14:tracePt t="32792" x="6069013" y="3735388"/>
          <p14:tracePt t="32802" x="6122988" y="3824288"/>
          <p14:tracePt t="32815" x="6149975" y="3878263"/>
          <p14:tracePt t="32826" x="6232525" y="3952875"/>
          <p14:tracePt t="32837" x="6292850" y="3994150"/>
          <p14:tracePt t="32847" x="6408738" y="4054475"/>
          <p14:tracePt t="32863" x="6586538" y="4095750"/>
          <p14:tracePt t="32875" x="6721475" y="4116388"/>
          <p14:tracePt t="32884" x="6953250" y="4116388"/>
          <p14:tracePt t="32894" x="7143750" y="4095750"/>
          <p14:tracePt t="32905" x="7388225" y="4054475"/>
          <p14:tracePt t="32916" x="7524750" y="4014788"/>
          <p14:tracePt t="32927" x="7694613" y="3925888"/>
          <p14:tracePt t="32939" x="7824788" y="3816350"/>
          <p14:tracePt t="32949" x="7885113" y="3741738"/>
          <p14:tracePt t="32961" x="7939088" y="3613150"/>
          <p14:tracePt t="32972" x="7947025" y="3517900"/>
          <p14:tracePt t="32983" x="7926388" y="3360738"/>
          <p14:tracePt t="32994" x="7885113" y="3252788"/>
          <p14:tracePt t="33007" x="7796213" y="3101975"/>
          <p14:tracePt t="33017" x="7653338" y="2959100"/>
          <p14:tracePt t="33028" x="7524750" y="2871788"/>
          <p14:tracePt t="33040" x="7292975" y="2768600"/>
          <p14:tracePt t="33050" x="7116763" y="2708275"/>
          <p14:tracePt t="33062" x="6804025" y="2660650"/>
          <p14:tracePt t="33074" x="6586538" y="2640013"/>
          <p14:tracePt t="33084" x="6253163" y="2652713"/>
          <p14:tracePt t="33095" x="5938838" y="2700338"/>
          <p14:tracePt t="33107" x="5748338" y="2782888"/>
          <p14:tracePt t="33118" x="5510213" y="2938463"/>
          <p14:tracePt t="33129" x="5381625" y="3081338"/>
          <p14:tracePt t="33141" x="5245100" y="3340100"/>
          <p14:tracePt t="33151" x="5205413" y="3530600"/>
          <p14:tracePt t="33163" x="5197475" y="3836988"/>
          <p14:tracePt t="33175" x="5245100" y="4137025"/>
          <p14:tracePt t="33185" x="5307013" y="4306888"/>
          <p14:tracePt t="33198" x="5408613" y="4476750"/>
          <p14:tracePt t="33209" x="5470525" y="4557713"/>
          <p14:tracePt t="33219" x="5557838" y="4625975"/>
          <p14:tracePt t="33232" x="5626100" y="4646613"/>
          <p14:tracePt t="33243" x="5741988" y="4667250"/>
          <p14:tracePt t="33253" x="5872163" y="4681538"/>
          <p14:tracePt t="33265" x="5980113" y="4667250"/>
          <p14:tracePt t="33276" x="6164263" y="4625975"/>
          <p14:tracePt t="33286" x="6280150" y="4586288"/>
          <p14:tracePt t="33297" x="6443663" y="4510088"/>
          <p14:tracePt t="33312" x="6524625" y="4449763"/>
          <p14:tracePt t="33325" x="6592888" y="4360863"/>
          <p14:tracePt t="33334" x="6634163" y="4265613"/>
          <p14:tracePt t="33343" x="6640513" y="4217988"/>
          <p14:tracePt t="33355" x="6640513" y="4137025"/>
          <p14:tracePt t="33366" x="6613525" y="4095750"/>
          <p14:tracePt t="33377" x="6545263" y="4027488"/>
          <p14:tracePt t="33389" x="6462713" y="3986213"/>
          <p14:tracePt t="33399" x="6292850" y="3925888"/>
          <p14:tracePt t="33410" x="6081713" y="3898900"/>
          <p14:tracePt t="33422" x="5899150" y="3898900"/>
          <p14:tracePt t="33433" x="5626100" y="3925888"/>
          <p14:tracePt t="33444" x="5470525" y="3986213"/>
          <p14:tracePt t="33457" x="5245100" y="4137025"/>
          <p14:tracePt t="33466" x="5129213" y="4279900"/>
          <p14:tracePt t="33478" x="5048250" y="4497388"/>
          <p14:tracePt t="33490" x="5048250" y="4660900"/>
          <p14:tracePt t="33500" x="5129213" y="4891088"/>
          <p14:tracePt t="33512" x="5307013" y="5129213"/>
          <p14:tracePt t="33524" x="5491163" y="5292725"/>
          <p14:tracePt t="33556" x="5810250" y="5510213"/>
          <p14:tracePt t="33560" x="6042025" y="5640388"/>
          <p14:tracePt t="33573" x="6396038" y="5795963"/>
          <p14:tracePt t="33575" x="6619875" y="5864225"/>
          <p14:tracePt t="33581" x="6953250" y="5911850"/>
          <p14:tracePt t="33593" x="7232650" y="5926138"/>
          <p14:tracePt t="33603" x="7348538" y="5911850"/>
          <p14:tracePt t="34062" x="7354888" y="5911850"/>
          <p14:tracePt t="34075" x="7367588" y="5911850"/>
          <p14:tracePt t="34085" x="7354888" y="5911850"/>
          <p14:tracePt t="34098" x="7327900" y="5911850"/>
          <p14:tracePt t="34109" x="7286625" y="5932488"/>
          <p14:tracePt t="34120" x="7197725" y="5973763"/>
          <p14:tracePt t="34131" x="7081838" y="6034088"/>
          <p14:tracePt t="34143" x="6994525" y="6096000"/>
          <p14:tracePt t="34153" x="6864350" y="6205538"/>
          <p14:tracePt t="34164" x="6715125" y="6327775"/>
          <p14:tracePt t="34177" x="6530975" y="6456363"/>
          <p14:tracePt t="34186" x="6375400" y="6538913"/>
          <p14:tracePt t="34198" x="6143625" y="6646863"/>
          <p14:tracePt t="34210" x="5911850" y="6748463"/>
          <p14:tracePt t="34220" x="5768975" y="6810375"/>
          <p14:tracePt t="35016" x="0" y="0"/>
        </p14:tracePtLst>
      </p14:laserTraceLst>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823CF-655F-A5F9-E0D9-99195F019CF8}"/>
              </a:ext>
            </a:extLst>
          </p:cNvPr>
          <p:cNvSpPr>
            <a:spLocks noGrp="1"/>
          </p:cNvSpPr>
          <p:nvPr>
            <p:ph type="title"/>
          </p:nvPr>
        </p:nvSpPr>
        <p:spPr/>
        <p:txBody>
          <a:bodyPr/>
          <a:lstStyle/>
          <a:p>
            <a:r>
              <a:rPr lang="en-US" b="1" dirty="0">
                <a:solidFill>
                  <a:srgbClr val="111111"/>
                </a:solidFill>
              </a:rPr>
              <a:t>Why do we need a mode at all?</a:t>
            </a:r>
            <a:endParaRPr lang="en-US" dirty="0"/>
          </a:p>
        </p:txBody>
      </p:sp>
      <p:sp>
        <p:nvSpPr>
          <p:cNvPr id="3" name="Content Placeholder 2">
            <a:extLst>
              <a:ext uri="{FF2B5EF4-FFF2-40B4-BE49-F238E27FC236}">
                <a16:creationId xmlns:a16="http://schemas.microsoft.com/office/drawing/2014/main" id="{288310A7-2B20-83A0-DC4C-D5E1915EF4A6}"/>
              </a:ext>
            </a:extLst>
          </p:cNvPr>
          <p:cNvSpPr>
            <a:spLocks noGrp="1"/>
          </p:cNvSpPr>
          <p:nvPr>
            <p:ph idx="1"/>
          </p:nvPr>
        </p:nvSpPr>
        <p:spPr/>
        <p:txBody>
          <a:bodyPr>
            <a:normAutofit/>
          </a:bodyPr>
          <a:lstStyle/>
          <a:p>
            <a:r>
              <a:rPr lang="en-US" b="1" dirty="0">
                <a:solidFill>
                  <a:srgbClr val="000000"/>
                </a:solidFill>
              </a:rPr>
              <a:t>A mode answers the practical questions:</a:t>
            </a:r>
            <a:endParaRPr lang="en-US" dirty="0"/>
          </a:p>
          <a:p>
            <a:r>
              <a:rPr lang="en-US" dirty="0">
                <a:solidFill>
                  <a:srgbClr val="111111"/>
                </a:solidFill>
              </a:rPr>
              <a:t>How do we encrypt many blocks under one key?</a:t>
            </a:r>
          </a:p>
          <a:p>
            <a:pPr marL="203200" indent="-203200">
              <a:buSzPct val="100000"/>
            </a:pPr>
            <a:r>
              <a:rPr lang="en-US" dirty="0">
                <a:solidFill>
                  <a:srgbClr val="111111"/>
                </a:solidFill>
              </a:rPr>
              <a:t>How do we stop repeated plaintext blocks from leaking visible patterns?</a:t>
            </a:r>
            <a:endParaRPr lang="en-US" dirty="0"/>
          </a:p>
          <a:p>
            <a:pPr marL="203200" indent="-203200">
              <a:buSzPct val="100000"/>
            </a:pPr>
            <a:r>
              <a:rPr lang="en-US" dirty="0">
                <a:solidFill>
                  <a:srgbClr val="111111"/>
                </a:solidFill>
              </a:rPr>
              <a:t>Can blocks be processed in parallel or only sequentially?</a:t>
            </a:r>
            <a:endParaRPr lang="en-US" dirty="0"/>
          </a:p>
          <a:p>
            <a:pPr marL="203200" indent="-203200">
              <a:buSzPct val="100000"/>
            </a:pPr>
            <a:r>
              <a:rPr lang="en-US" dirty="0">
                <a:solidFill>
                  <a:srgbClr val="111111"/>
                </a:solidFill>
              </a:rPr>
              <a:t>What extra input do we need: IV, nonce, or counter?</a:t>
            </a:r>
            <a:endParaRPr lang="en-US" dirty="0"/>
          </a:p>
          <a:p>
            <a:pPr marL="203200" indent="-203200">
              <a:buSzPct val="100000"/>
            </a:pPr>
            <a:r>
              <a:rPr lang="en-US" dirty="0">
                <a:solidFill>
                  <a:srgbClr val="111111"/>
                </a:solidFill>
              </a:rPr>
              <a:t>What do we do when the plaintext length is not a multiple of the block size?</a:t>
            </a:r>
            <a:endParaRPr lang="en-US" dirty="0"/>
          </a:p>
          <a:p>
            <a:endParaRPr lang="en-US" dirty="0"/>
          </a:p>
        </p:txBody>
      </p:sp>
      <p:sp>
        <p:nvSpPr>
          <p:cNvPr id="4" name="Shape 1">
            <a:extLst>
              <a:ext uri="{FF2B5EF4-FFF2-40B4-BE49-F238E27FC236}">
                <a16:creationId xmlns:a16="http://schemas.microsoft.com/office/drawing/2014/main" id="{051A79AA-04A4-3DD1-23B6-B293D03B58B6}"/>
              </a:ext>
              <a:ext uri="{C183D7F6-B498-43B3-948B-1728B52AA6E4}">
                <adec:decorative xmlns:adec="http://schemas.microsoft.com/office/drawing/2017/decorative" val="1"/>
              </a:ext>
            </a:extLst>
          </p:cNvPr>
          <p:cNvSpPr/>
          <p:nvPr/>
        </p:nvSpPr>
        <p:spPr>
          <a:xfrm>
            <a:off x="8568397" y="131519"/>
            <a:ext cx="3383280" cy="2240280"/>
          </a:xfrm>
          <a:prstGeom prst="roundRect">
            <a:avLst>
              <a:gd name="adj" fmla="val 2041"/>
            </a:avLst>
          </a:prstGeom>
          <a:solidFill>
            <a:srgbClr val="FFFFFF"/>
          </a:solidFill>
          <a:ln w="12700">
            <a:solidFill>
              <a:srgbClr val="222222"/>
            </a:solidFill>
            <a:prstDash val="solid"/>
          </a:ln>
        </p:spPr>
        <p:txBody>
          <a:bodyPr/>
          <a:lstStyle/>
          <a:p>
            <a:endParaRPr lang="en-US"/>
          </a:p>
        </p:txBody>
      </p:sp>
      <p:sp>
        <p:nvSpPr>
          <p:cNvPr id="5" name="Text 2">
            <a:extLst>
              <a:ext uri="{FF2B5EF4-FFF2-40B4-BE49-F238E27FC236}">
                <a16:creationId xmlns:a16="http://schemas.microsoft.com/office/drawing/2014/main" id="{189CB003-6675-A68B-9E9D-41FBD230ECB6}"/>
              </a:ext>
            </a:extLst>
          </p:cNvPr>
          <p:cNvSpPr/>
          <p:nvPr/>
        </p:nvSpPr>
        <p:spPr>
          <a:xfrm>
            <a:off x="8888437" y="203594"/>
            <a:ext cx="2743200" cy="372574"/>
          </a:xfrm>
          <a:prstGeom prst="rect">
            <a:avLst/>
          </a:prstGeom>
          <a:noFill/>
          <a:ln/>
        </p:spPr>
        <p:txBody>
          <a:bodyPr wrap="square" rtlCol="0" anchor="ctr"/>
          <a:lstStyle/>
          <a:p>
            <a:pPr marL="0" indent="0" algn="ctr">
              <a:buNone/>
            </a:pPr>
            <a:r>
              <a:rPr lang="en-US" sz="1800" b="1" dirty="0">
                <a:solidFill>
                  <a:srgbClr val="000000"/>
                </a:solidFill>
              </a:rPr>
              <a:t>Block cipher primitive</a:t>
            </a:r>
            <a:endParaRPr lang="en-US" sz="1800" dirty="0"/>
          </a:p>
        </p:txBody>
      </p:sp>
      <p:sp>
        <p:nvSpPr>
          <p:cNvPr id="6" name="Shape 3">
            <a:extLst>
              <a:ext uri="{FF2B5EF4-FFF2-40B4-BE49-F238E27FC236}">
                <a16:creationId xmlns:a16="http://schemas.microsoft.com/office/drawing/2014/main" id="{E96A9DFA-5F91-5BE6-164C-1FC2DA24732B}"/>
              </a:ext>
              <a:ext uri="{C183D7F6-B498-43B3-948B-1728B52AA6E4}">
                <adec:decorative xmlns:adec="http://schemas.microsoft.com/office/drawing/2017/decorative" val="1"/>
              </a:ext>
            </a:extLst>
          </p:cNvPr>
          <p:cNvSpPr/>
          <p:nvPr/>
        </p:nvSpPr>
        <p:spPr>
          <a:xfrm>
            <a:off x="9711397" y="711105"/>
            <a:ext cx="1097280" cy="566928"/>
          </a:xfrm>
          <a:prstGeom prst="rect">
            <a:avLst/>
          </a:prstGeom>
          <a:solidFill>
            <a:srgbClr val="FFFFFF"/>
          </a:solidFill>
          <a:ln w="12700">
            <a:solidFill>
              <a:srgbClr val="222222"/>
            </a:solidFill>
            <a:prstDash val="solid"/>
          </a:ln>
        </p:spPr>
        <p:txBody>
          <a:bodyPr/>
          <a:lstStyle/>
          <a:p>
            <a:endParaRPr lang="en-US"/>
          </a:p>
        </p:txBody>
      </p:sp>
      <p:sp>
        <p:nvSpPr>
          <p:cNvPr id="7" name="Text 4">
            <a:extLst>
              <a:ext uri="{FF2B5EF4-FFF2-40B4-BE49-F238E27FC236}">
                <a16:creationId xmlns:a16="http://schemas.microsoft.com/office/drawing/2014/main" id="{7E720A8F-F405-C478-902B-F4F40A073EDE}"/>
              </a:ext>
            </a:extLst>
          </p:cNvPr>
          <p:cNvSpPr/>
          <p:nvPr/>
        </p:nvSpPr>
        <p:spPr>
          <a:xfrm>
            <a:off x="9738829" y="729393"/>
            <a:ext cx="1042416" cy="530352"/>
          </a:xfrm>
          <a:prstGeom prst="rect">
            <a:avLst/>
          </a:prstGeom>
          <a:noFill/>
          <a:ln/>
        </p:spPr>
        <p:txBody>
          <a:bodyPr wrap="square" lIns="0" tIns="0" rIns="0" bIns="0" rtlCol="0" anchor="ctr"/>
          <a:lstStyle/>
          <a:p>
            <a:pPr marL="0" indent="0" algn="ctr">
              <a:buNone/>
            </a:pPr>
            <a:r>
              <a:rPr lang="en-US" sz="2600" dirty="0">
                <a:solidFill>
                  <a:srgbClr val="111111"/>
                </a:solidFill>
                <a:latin typeface="Cambria Math" pitchFamily="34" charset="0"/>
                <a:ea typeface="Cambria Math" pitchFamily="34" charset="-122"/>
                <a:cs typeface="Cambria Math" pitchFamily="34" charset="-120"/>
              </a:rPr>
              <a:t>Eₖ</a:t>
            </a:r>
            <a:endParaRPr lang="en-US" sz="2600" dirty="0"/>
          </a:p>
        </p:txBody>
      </p:sp>
      <p:sp>
        <p:nvSpPr>
          <p:cNvPr id="8" name="Text 5">
            <a:extLst>
              <a:ext uri="{FF2B5EF4-FFF2-40B4-BE49-F238E27FC236}">
                <a16:creationId xmlns:a16="http://schemas.microsoft.com/office/drawing/2014/main" id="{CC2BCEF6-BAC7-E5B9-4F64-959C24EDF21C}"/>
              </a:ext>
            </a:extLst>
          </p:cNvPr>
          <p:cNvSpPr/>
          <p:nvPr/>
        </p:nvSpPr>
        <p:spPr>
          <a:xfrm>
            <a:off x="8888437" y="1470565"/>
            <a:ext cx="2743200" cy="457200"/>
          </a:xfrm>
          <a:prstGeom prst="rect">
            <a:avLst/>
          </a:prstGeom>
          <a:noFill/>
          <a:ln/>
        </p:spPr>
        <p:txBody>
          <a:bodyPr wrap="square" lIns="0" tIns="0" rIns="0" bIns="0" rtlCol="0" anchor="ctr"/>
          <a:lstStyle/>
          <a:p>
            <a:pPr marL="0" indent="0" algn="ctr">
              <a:buNone/>
            </a:pPr>
            <a:r>
              <a:rPr lang="en-US" sz="1800" dirty="0">
                <a:solidFill>
                  <a:srgbClr val="000000"/>
                </a:solidFill>
              </a:rPr>
              <a:t>Input: exactly one block</a:t>
            </a:r>
            <a:endParaRPr lang="en-US" sz="1800" dirty="0"/>
          </a:p>
          <a:p>
            <a:pPr marL="0" indent="0" algn="ctr">
              <a:buNone/>
            </a:pPr>
            <a:r>
              <a:rPr lang="en-US" sz="1800" dirty="0">
                <a:solidFill>
                  <a:srgbClr val="000000"/>
                </a:solidFill>
              </a:rPr>
              <a:t>Output: exactly one block</a:t>
            </a:r>
            <a:endParaRPr lang="en-US" sz="1800" dirty="0"/>
          </a:p>
        </p:txBody>
      </p:sp>
    </p:spTree>
    <p:extLst>
      <p:ext uri="{BB962C8B-B14F-4D97-AF65-F5344CB8AC3E}">
        <p14:creationId xmlns:p14="http://schemas.microsoft.com/office/powerpoint/2010/main" val="323614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03.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5"/>
              <a:srcRect t="10000" b="14545"/>
              <a:stretch>
                <a:fillRect/>
              </a:stretch>
            </p:blipFill>
          </mc:Choice>
          <mc:Fallback>
            <p:blipFill>
              <a:blip r:embed="rId6"/>
              <a:srcRect t="10000" b="14545"/>
              <a:stretch>
                <a:fillRect/>
              </a:stretch>
            </p:blipFill>
          </mc:Fallback>
        </mc:AlternateContent>
        <p:spPr>
          <a:xfrm>
            <a:off x="2590800" y="-149591"/>
            <a:ext cx="7010400" cy="6845399"/>
          </a:xfrm>
          <a:prstGeom prst="rect">
            <a:avLst/>
          </a:prstGeom>
        </p:spPr>
      </p:pic>
      <p:sp>
        <p:nvSpPr>
          <p:cNvPr id="2" name="Rounded Rectangle 1">
            <a:extLst>
              <a:ext uri="{FF2B5EF4-FFF2-40B4-BE49-F238E27FC236}">
                <a16:creationId xmlns:a16="http://schemas.microsoft.com/office/drawing/2014/main" id="{C9AD25B1-1CE6-4762-9497-EF2A03360389}"/>
              </a:ext>
            </a:extLst>
          </p:cNvPr>
          <p:cNvSpPr/>
          <p:nvPr/>
        </p:nvSpPr>
        <p:spPr>
          <a:xfrm>
            <a:off x="0" y="1113693"/>
            <a:ext cx="2949331" cy="5345723"/>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solidFill>
                  <a:srgbClr val="000000"/>
                </a:solidFill>
                <a:ea typeface="Cambria Math" pitchFamily="34" charset="-122"/>
                <a:cs typeface="Cambria Math" pitchFamily="34" charset="-120"/>
              </a:rPr>
              <a:t>For each block mᵢ, compute cᵢ = Eₖ(mᵢ). Each block is encrypted independently.</a:t>
            </a:r>
          </a:p>
          <a:p>
            <a:endParaRPr lang="en-US" dirty="0">
              <a:solidFill>
                <a:srgbClr val="000000"/>
              </a:solidFill>
              <a:ea typeface="Cambria Math" pitchFamily="34" charset="-122"/>
              <a:cs typeface="Cambria Math" pitchFamily="34" charset="-120"/>
            </a:endParaRPr>
          </a:p>
          <a:p>
            <a:pPr marL="203200" indent="-203200">
              <a:buSzPct val="100000"/>
              <a:buChar char="•"/>
            </a:pPr>
            <a:r>
              <a:rPr lang="en-US" dirty="0">
                <a:solidFill>
                  <a:srgbClr val="111111"/>
                </a:solidFill>
              </a:rPr>
              <a:t>Very simple and fully parallelizable.</a:t>
            </a:r>
            <a:endParaRPr lang="en-US" dirty="0"/>
          </a:p>
          <a:p>
            <a:pPr marL="203200" indent="-203200">
              <a:buSzPct val="100000"/>
              <a:buChar char="•"/>
            </a:pPr>
            <a:r>
              <a:rPr lang="en-US" dirty="0">
                <a:solidFill>
                  <a:srgbClr val="111111"/>
                </a:solidFill>
              </a:rPr>
              <a:t>But identical plaintext blocks always produce identical ciphertext blocks under the same key.</a:t>
            </a:r>
            <a:endParaRPr lang="en-US" dirty="0"/>
          </a:p>
          <a:p>
            <a:pPr marL="203200" indent="-203200">
              <a:buSzPct val="100000"/>
              <a:buChar char="•"/>
            </a:pPr>
            <a:r>
              <a:rPr lang="en-US" dirty="0">
                <a:solidFill>
                  <a:srgbClr val="111111"/>
                </a:solidFill>
              </a:rPr>
              <a:t>ECB is good for learning, not for secure message encryption.</a:t>
            </a:r>
            <a:endParaRPr lang="en-US" dirty="0"/>
          </a:p>
          <a:p>
            <a:pPr marL="285750" indent="-285750">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3971B360-D1B7-CF57-048A-CFDD374C4156}"/>
              </a:ext>
            </a:extLst>
          </p:cNvPr>
          <p:cNvSpPr>
            <a:spLocks noGrp="1"/>
          </p:cNvSpPr>
          <p:nvPr>
            <p:ph type="title"/>
          </p:nvPr>
        </p:nvSpPr>
        <p:spPr>
          <a:xfrm>
            <a:off x="0" y="27881"/>
            <a:ext cx="10515600" cy="1325563"/>
          </a:xfrm>
        </p:spPr>
        <p:txBody>
          <a:bodyPr/>
          <a:lstStyle/>
          <a:p>
            <a:r>
              <a:rPr lang="en-US" dirty="0"/>
              <a:t>ECB Mode</a:t>
            </a:r>
          </a:p>
        </p:txBody>
      </p:sp>
    </p:spTree>
  </p:cSld>
  <p:clrMapOvr>
    <a:masterClrMapping/>
  </p:clrMapOvr>
  <p:transition spd="med" advTm="304064">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04.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5"/>
              <a:srcRect t="10909" b="14545"/>
              <a:stretch>
                <a:fillRect/>
              </a:stretch>
            </p:blipFill>
          </mc:Choice>
          <mc:Fallback>
            <p:blipFill>
              <a:blip r:embed="rId6"/>
              <a:srcRect t="10909" b="14545"/>
              <a:stretch>
                <a:fillRect/>
              </a:stretch>
            </p:blipFill>
          </mc:Fallback>
        </mc:AlternateContent>
        <p:spPr>
          <a:xfrm>
            <a:off x="4007768" y="86130"/>
            <a:ext cx="6930395" cy="6685740"/>
          </a:xfrm>
          <a:prstGeom prst="rect">
            <a:avLst/>
          </a:prstGeom>
        </p:spPr>
      </p:pic>
      <p:pic>
        <p:nvPicPr>
          <p:cNvPr id="7" name="Picture 6" descr="A table presenting CBC (Cipher Block Chaining) encryption and decryption formulas with mathematical notation. It includes equations for C1, Cj (encryption), and P1, Pj (decryption), using variables K, IV, and operations E, D, and XOR (⊕).">
            <a:extLst>
              <a:ext uri="{FF2B5EF4-FFF2-40B4-BE49-F238E27FC236}">
                <a16:creationId xmlns:a16="http://schemas.microsoft.com/office/drawing/2014/main" id="{956A7A7A-0359-C64A-A0C8-A2C17A2FE1EB}"/>
              </a:ext>
            </a:extLst>
          </p:cNvPr>
          <p:cNvPicPr>
            <a:picLocks noChangeAspect="1"/>
          </p:cNvPicPr>
          <p:nvPr/>
        </p:nvPicPr>
        <p:blipFill>
          <a:blip r:embed="rId7"/>
          <a:stretch>
            <a:fillRect/>
          </a:stretch>
        </p:blipFill>
        <p:spPr>
          <a:xfrm>
            <a:off x="4007074" y="6095327"/>
            <a:ext cx="7216060" cy="762673"/>
          </a:xfrm>
          <a:prstGeom prst="rect">
            <a:avLst/>
          </a:prstGeom>
        </p:spPr>
      </p:pic>
      <p:sp>
        <p:nvSpPr>
          <p:cNvPr id="8" name="Rounded Rectangle 7">
            <a:extLst>
              <a:ext uri="{FF2B5EF4-FFF2-40B4-BE49-F238E27FC236}">
                <a16:creationId xmlns:a16="http://schemas.microsoft.com/office/drawing/2014/main" id="{C4A0AE97-77A4-7849-8986-4AC779E39ECC}"/>
              </a:ext>
            </a:extLst>
          </p:cNvPr>
          <p:cNvSpPr>
            <a:spLocks noGrp="1"/>
          </p:cNvSpPr>
          <p:nvPr>
            <p:ph type="title" idx="4294967295"/>
          </p:nvPr>
        </p:nvSpPr>
        <p:spPr>
          <a:xfrm>
            <a:off x="1021454" y="332656"/>
            <a:ext cx="2335446" cy="1224136"/>
          </a:xfrm>
          <a:prstGeom prst="round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cap="flat" cmpd="sng" algn="ctr">
            <a:solidFill>
              <a:schemeClr val="accent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lt1"/>
                </a:solidFill>
                <a:effectLst/>
                <a:uLnTx/>
                <a:uFillTx/>
                <a:latin typeface="+mn-lt"/>
                <a:ea typeface="+mn-ea"/>
                <a:cs typeface="+mn-cs"/>
              </a:rPr>
              <a:t>Cipher</a:t>
            </a:r>
            <a:r>
              <a:rPr kumimoji="0" lang="zh-CN" altLang="en-US" sz="2400" b="1" i="0" u="none" strike="noStrike" kern="1200" cap="none" spc="0" normalizeH="0" baseline="0" noProof="0" dirty="0">
                <a:ln>
                  <a:noFill/>
                </a:ln>
                <a:solidFill>
                  <a:schemeClr val="lt1"/>
                </a:solidFill>
                <a:effectLst/>
                <a:uLnTx/>
                <a:uFillTx/>
                <a:latin typeface="+mn-lt"/>
                <a:ea typeface="+mn-ea"/>
                <a:cs typeface="+mn-cs"/>
              </a:rPr>
              <a:t> </a:t>
            </a:r>
            <a:r>
              <a:rPr kumimoji="0" lang="en-US" altLang="zh-CN" sz="2400" b="1" i="0" u="none" strike="noStrike" kern="1200" cap="none" spc="0" normalizeH="0" baseline="0" noProof="0" dirty="0">
                <a:ln>
                  <a:noFill/>
                </a:ln>
                <a:solidFill>
                  <a:schemeClr val="lt1"/>
                </a:solidFill>
                <a:effectLst/>
                <a:uLnTx/>
                <a:uFillTx/>
                <a:latin typeface="+mn-lt"/>
                <a:ea typeface="+mn-ea"/>
                <a:cs typeface="+mn-cs"/>
              </a:rPr>
              <a:t>Block Chaining Mode (CBC)</a:t>
            </a:r>
            <a:endParaRPr kumimoji="0" lang="en-US" sz="2400" b="1" i="0" u="none" strike="noStrike" kern="1200" cap="none" spc="0" normalizeH="0" baseline="0" noProof="0" dirty="0">
              <a:ln>
                <a:noFill/>
              </a:ln>
              <a:solidFill>
                <a:schemeClr val="lt1"/>
              </a:solidFill>
              <a:effectLst/>
              <a:uLnTx/>
              <a:uFillTx/>
              <a:latin typeface="+mn-lt"/>
              <a:ea typeface="+mn-ea"/>
              <a:cs typeface="+mn-cs"/>
            </a:endParaRPr>
          </a:p>
        </p:txBody>
      </p:sp>
      <p:sp>
        <p:nvSpPr>
          <p:cNvPr id="9" name="Rounded Rectangle 8">
            <a:extLst>
              <a:ext uri="{FF2B5EF4-FFF2-40B4-BE49-F238E27FC236}">
                <a16:creationId xmlns:a16="http://schemas.microsoft.com/office/drawing/2014/main" id="{A1F901E1-9A61-954B-AB14-E8812852F35D}"/>
              </a:ext>
            </a:extLst>
          </p:cNvPr>
          <p:cNvSpPr/>
          <p:nvPr/>
        </p:nvSpPr>
        <p:spPr>
          <a:xfrm>
            <a:off x="641005" y="2132856"/>
            <a:ext cx="3096345" cy="417990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Initialization vector (IV)</a:t>
            </a:r>
          </a:p>
          <a:p>
            <a:pPr algn="ctr"/>
            <a:endParaRPr lang="en-US" sz="2800" b="1" dirty="0"/>
          </a:p>
          <a:p>
            <a:pPr marL="342900" indent="-342900">
              <a:buFont typeface="Arial" panose="020B0604020202020204" pitchFamily="34" charset="0"/>
              <a:buChar char="•"/>
            </a:pPr>
            <a:r>
              <a:rPr lang="en-US" sz="2000" b="1" dirty="0"/>
              <a:t>Known</a:t>
            </a:r>
            <a:r>
              <a:rPr lang="en-US" sz="2000" dirty="0"/>
              <a:t> to both the sender and receiver but </a:t>
            </a:r>
            <a:r>
              <a:rPr lang="en-US" sz="2000" b="1" dirty="0"/>
              <a:t>unpredictable</a:t>
            </a:r>
            <a:r>
              <a:rPr lang="en-US" sz="2000" dirty="0"/>
              <a:t> by a third party</a:t>
            </a:r>
          </a:p>
          <a:p>
            <a:pPr marL="342900" indent="-342900">
              <a:buFont typeface="Arial" panose="020B0604020202020204" pitchFamily="34" charset="0"/>
              <a:buChar char="•"/>
            </a:pPr>
            <a:r>
              <a:rPr lang="en-US" sz="2000" dirty="0"/>
              <a:t>This could be done by sending the IV with ECB encryption.</a:t>
            </a:r>
          </a:p>
          <a:p>
            <a:pPr marL="342900" indent="-342900">
              <a:buFont typeface="Arial" panose="020B0604020202020204" pitchFamily="34" charset="0"/>
              <a:buChar char="•"/>
            </a:pPr>
            <a:endParaRPr lang="en-US" b="1" dirty="0"/>
          </a:p>
        </p:txBody>
      </p:sp>
    </p:spTree>
  </p:cSld>
  <p:clrMapOvr>
    <a:masterClrMapping/>
  </p:clrMapOvr>
  <p:transition spd="med" advTm="239029">
    <p:pull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lock cipher encryption with OFB mode.">
            <a:extLst>
              <a:ext uri="{FF2B5EF4-FFF2-40B4-BE49-F238E27FC236}">
                <a16:creationId xmlns:a16="http://schemas.microsoft.com/office/drawing/2014/main" id="{2B3C0391-EF4E-AB48-83AF-5815D8312D08}"/>
              </a:ext>
            </a:extLst>
          </p:cNvPr>
          <p:cNvPicPr>
            <a:picLocks noChangeAspect="1"/>
          </p:cNvPicPr>
          <p:nvPr/>
        </p:nvPicPr>
        <p:blipFill rotWithShape="1">
          <a:blip r:embed="rId3"/>
          <a:srcRect t="4851" b="54199"/>
          <a:stretch/>
        </p:blipFill>
        <p:spPr>
          <a:xfrm>
            <a:off x="1543982" y="332656"/>
            <a:ext cx="9104036" cy="4824536"/>
          </a:xfrm>
          <a:prstGeom prst="rect">
            <a:avLst/>
          </a:prstGeom>
        </p:spPr>
      </p:pic>
      <p:pic>
        <p:nvPicPr>
          <p:cNvPr id="7" name="Picture 6" descr="Figure caption.">
            <a:extLst>
              <a:ext uri="{FF2B5EF4-FFF2-40B4-BE49-F238E27FC236}">
                <a16:creationId xmlns:a16="http://schemas.microsoft.com/office/drawing/2014/main" id="{7BAB9F98-487E-D24A-9089-E6B7DAC185FF}"/>
              </a:ext>
            </a:extLst>
          </p:cNvPr>
          <p:cNvPicPr>
            <a:picLocks noChangeAspect="1"/>
          </p:cNvPicPr>
          <p:nvPr/>
        </p:nvPicPr>
        <p:blipFill rotWithShape="1">
          <a:blip r:embed="rId4"/>
          <a:srcRect t="82550" b="10100"/>
          <a:stretch/>
        </p:blipFill>
        <p:spPr>
          <a:xfrm>
            <a:off x="3446318" y="5661248"/>
            <a:ext cx="5299364" cy="504056"/>
          </a:xfrm>
          <a:prstGeom prst="rect">
            <a:avLst/>
          </a:prstGeom>
        </p:spPr>
      </p:pic>
      <p:sp>
        <p:nvSpPr>
          <p:cNvPr id="6" name="Rounded Rectangle 5">
            <a:extLst>
              <a:ext uri="{FF2B5EF4-FFF2-40B4-BE49-F238E27FC236}">
                <a16:creationId xmlns:a16="http://schemas.microsoft.com/office/drawing/2014/main" id="{D95C28C9-F26D-F545-81F2-81A07473E4C3}"/>
              </a:ext>
            </a:extLst>
          </p:cNvPr>
          <p:cNvSpPr>
            <a:spLocks noGrp="1"/>
          </p:cNvSpPr>
          <p:nvPr>
            <p:ph type="title" idx="4294967295"/>
          </p:nvPr>
        </p:nvSpPr>
        <p:spPr>
          <a:xfrm>
            <a:off x="263352" y="4944704"/>
            <a:ext cx="2304256" cy="1080120"/>
          </a:xfrm>
          <a:prstGeom prst="round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cap="flat" cmpd="sng" algn="ctr">
            <a:solidFill>
              <a:schemeClr val="accent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lt1"/>
                </a:solidFill>
                <a:effectLst/>
                <a:uLnTx/>
                <a:uFillTx/>
                <a:latin typeface="+mn-lt"/>
                <a:ea typeface="+mn-ea"/>
                <a:cs typeface="+mn-cs"/>
              </a:rPr>
              <a:t>Output Feedback Mode (OFB)</a:t>
            </a:r>
          </a:p>
        </p:txBody>
      </p:sp>
      <p:sp>
        <p:nvSpPr>
          <p:cNvPr id="8" name="TextBox 7">
            <a:extLst>
              <a:ext uri="{FF2B5EF4-FFF2-40B4-BE49-F238E27FC236}">
                <a16:creationId xmlns:a16="http://schemas.microsoft.com/office/drawing/2014/main" id="{84AD3B09-4D08-1E45-8648-43F7FE0CB9F0}"/>
              </a:ext>
            </a:extLst>
          </p:cNvPr>
          <p:cNvSpPr txBox="1"/>
          <p:nvPr/>
        </p:nvSpPr>
        <p:spPr>
          <a:xfrm>
            <a:off x="2783632" y="5104057"/>
            <a:ext cx="8568952" cy="646331"/>
          </a:xfrm>
          <a:prstGeom prst="rect">
            <a:avLst/>
          </a:prstGeom>
          <a:noFill/>
        </p:spPr>
        <p:txBody>
          <a:bodyPr wrap="square" rtlCol="0">
            <a:spAutoFit/>
          </a:bodyPr>
          <a:lstStyle/>
          <a:p>
            <a:r>
              <a:rPr lang="en-US" dirty="0"/>
              <a:t>The initialization vector here is a nonce. A </a:t>
            </a:r>
            <a:r>
              <a:rPr lang="en-US" b="1" dirty="0"/>
              <a:t>nonce</a:t>
            </a:r>
            <a:r>
              <a:rPr lang="en-US" dirty="0"/>
              <a:t> is an arbitrary number that can be used just once in a cryptographic communication.</a:t>
            </a:r>
          </a:p>
        </p:txBody>
      </p:sp>
    </p:spTree>
  </p:cSld>
  <p:clrMapOvr>
    <a:masterClrMapping/>
  </p:clrMapOvr>
  <p:transition advTm="187818">
    <p:dissolv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Block cipher decryption with OFB mode.">
            <a:extLst>
              <a:ext uri="{FF2B5EF4-FFF2-40B4-BE49-F238E27FC236}">
                <a16:creationId xmlns:a16="http://schemas.microsoft.com/office/drawing/2014/main" id="{A9F0F169-BD48-D048-B10C-ADD5AD2B223A}"/>
              </a:ext>
            </a:extLst>
          </p:cNvPr>
          <p:cNvPicPr>
            <a:picLocks noChangeAspect="1"/>
          </p:cNvPicPr>
          <p:nvPr/>
        </p:nvPicPr>
        <p:blipFill rotWithShape="1">
          <a:blip r:embed="rId3"/>
          <a:srcRect t="45288" b="9903"/>
          <a:stretch/>
        </p:blipFill>
        <p:spPr>
          <a:xfrm>
            <a:off x="1524001" y="908720"/>
            <a:ext cx="9166444" cy="5315318"/>
          </a:xfrm>
          <a:prstGeom prst="rect">
            <a:avLst/>
          </a:prstGeom>
        </p:spPr>
      </p:pic>
      <p:sp>
        <p:nvSpPr>
          <p:cNvPr id="5" name="Rounded Rectangle 4">
            <a:extLst>
              <a:ext uri="{FF2B5EF4-FFF2-40B4-BE49-F238E27FC236}">
                <a16:creationId xmlns:a16="http://schemas.microsoft.com/office/drawing/2014/main" id="{91E6C4C3-2B98-8348-BB8D-14AE0A3312A0}"/>
              </a:ext>
            </a:extLst>
          </p:cNvPr>
          <p:cNvSpPr>
            <a:spLocks noGrp="1"/>
          </p:cNvSpPr>
          <p:nvPr>
            <p:ph type="title" idx="4294967295"/>
          </p:nvPr>
        </p:nvSpPr>
        <p:spPr>
          <a:xfrm>
            <a:off x="263352" y="4944704"/>
            <a:ext cx="2304256" cy="1080120"/>
          </a:xfrm>
          <a:prstGeom prst="round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cap="flat" cmpd="sng" algn="ctr">
            <a:solidFill>
              <a:schemeClr val="accent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lt1"/>
                </a:solidFill>
                <a:effectLst/>
                <a:uLnTx/>
                <a:uFillTx/>
                <a:latin typeface="+mn-lt"/>
                <a:ea typeface="+mn-ea"/>
                <a:cs typeface="+mn-cs"/>
              </a:rPr>
              <a:t>Output Feedback Mode (OFB) (cont.)</a:t>
            </a:r>
          </a:p>
        </p:txBody>
      </p:sp>
    </p:spTree>
    <p:extLst>
      <p:ext uri="{BB962C8B-B14F-4D97-AF65-F5344CB8AC3E}">
        <p14:creationId xmlns:p14="http://schemas.microsoft.com/office/powerpoint/2010/main" val="780454642"/>
      </p:ext>
    </p:extLst>
  </p:cSld>
  <p:clrMapOvr>
    <a:masterClrMapping/>
  </p:clrMapOvr>
  <p:transition advTm="58346">
    <p:dissolv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8395C-D33D-ACB0-7BE8-9A6E3F236111}"/>
              </a:ext>
            </a:extLst>
          </p:cNvPr>
          <p:cNvSpPr>
            <a:spLocks noGrp="1"/>
          </p:cNvSpPr>
          <p:nvPr>
            <p:ph type="title"/>
          </p:nvPr>
        </p:nvSpPr>
        <p:spPr/>
        <p:txBody>
          <a:bodyPr/>
          <a:lstStyle/>
          <a:p>
            <a:r>
              <a:rPr lang="en-US" dirty="0"/>
              <a:t>Output Feedback Mode (OFB) Details</a:t>
            </a:r>
          </a:p>
        </p:txBody>
      </p:sp>
      <p:sp>
        <p:nvSpPr>
          <p:cNvPr id="3" name="Content Placeholder 2">
            <a:extLst>
              <a:ext uri="{FF2B5EF4-FFF2-40B4-BE49-F238E27FC236}">
                <a16:creationId xmlns:a16="http://schemas.microsoft.com/office/drawing/2014/main" id="{8CCBDD22-0429-00DC-E9BC-1ECD0BBA40AE}"/>
              </a:ext>
            </a:extLst>
          </p:cNvPr>
          <p:cNvSpPr>
            <a:spLocks noGrp="1"/>
          </p:cNvSpPr>
          <p:nvPr>
            <p:ph idx="1"/>
          </p:nvPr>
        </p:nvSpPr>
        <p:spPr/>
        <p:txBody>
          <a:bodyPr>
            <a:normAutofit/>
          </a:bodyPr>
          <a:lstStyle/>
          <a:p>
            <a:r>
              <a:rPr lang="en-US" dirty="0">
                <a:solidFill>
                  <a:srgbClr val="000000"/>
                </a:solidFill>
              </a:rPr>
              <a:t>OFB uses the block cipher to generate a keystream. Starting from an IV, we repeatedly encrypt the previous output and XOR the resulting keystream with plaintext.</a:t>
            </a:r>
            <a:endParaRPr lang="en-US" dirty="0"/>
          </a:p>
          <a:p>
            <a:pPr marL="660400" lvl="1" indent="-203200">
              <a:buSzPct val="100000"/>
            </a:pPr>
            <a:r>
              <a:rPr lang="en-US" dirty="0">
                <a:solidFill>
                  <a:srgbClr val="111111"/>
                </a:solidFill>
              </a:rPr>
              <a:t>OFB turns </a:t>
            </a:r>
            <a:r>
              <a:rPr lang="en-US" dirty="0">
                <a:solidFill>
                  <a:schemeClr val="accent4"/>
                </a:solidFill>
              </a:rPr>
              <a:t>a block cipher </a:t>
            </a:r>
            <a:r>
              <a:rPr lang="en-US" dirty="0">
                <a:solidFill>
                  <a:srgbClr val="111111"/>
                </a:solidFill>
              </a:rPr>
              <a:t>into </a:t>
            </a:r>
            <a:r>
              <a:rPr lang="en-US" dirty="0">
                <a:solidFill>
                  <a:schemeClr val="accent6"/>
                </a:solidFill>
              </a:rPr>
              <a:t>a stream-cipher-style </a:t>
            </a:r>
            <a:r>
              <a:rPr lang="en-US" dirty="0">
                <a:solidFill>
                  <a:srgbClr val="111111"/>
                </a:solidFill>
              </a:rPr>
              <a:t>construction.</a:t>
            </a:r>
            <a:endParaRPr lang="en-US" dirty="0"/>
          </a:p>
          <a:p>
            <a:pPr marL="660400" lvl="1" indent="-203200">
              <a:buSzPct val="100000"/>
            </a:pPr>
            <a:r>
              <a:rPr lang="en-US" dirty="0">
                <a:solidFill>
                  <a:srgbClr val="111111"/>
                </a:solidFill>
              </a:rPr>
              <a:t>The keystream depends on the key and IV, not on plaintext or ciphertext.</a:t>
            </a:r>
            <a:endParaRPr lang="en-US" dirty="0"/>
          </a:p>
          <a:p>
            <a:pPr marL="660400" lvl="1" indent="-203200">
              <a:buSzPct val="100000"/>
            </a:pPr>
            <a:r>
              <a:rPr lang="en-US" dirty="0">
                <a:solidFill>
                  <a:srgbClr val="111111"/>
                </a:solidFill>
              </a:rPr>
              <a:t>A one-bit ciphertext error gives a one-bit plaintext error after decryption.</a:t>
            </a:r>
            <a:endParaRPr lang="en-US" dirty="0"/>
          </a:p>
          <a:p>
            <a:pPr marL="660400" lvl="1" indent="-203200">
              <a:buSzPct val="100000"/>
            </a:pPr>
            <a:r>
              <a:rPr lang="en-US" dirty="0">
                <a:solidFill>
                  <a:srgbClr val="111111"/>
                </a:solidFill>
              </a:rPr>
              <a:t>Decryption uses the block cipher in the forward direction, not the inverse direction.</a:t>
            </a:r>
            <a:endParaRPr lang="en-US" dirty="0"/>
          </a:p>
          <a:p>
            <a:endParaRPr lang="en-US" dirty="0"/>
          </a:p>
        </p:txBody>
      </p:sp>
    </p:spTree>
    <p:extLst>
      <p:ext uri="{BB962C8B-B14F-4D97-AF65-F5344CB8AC3E}">
        <p14:creationId xmlns:p14="http://schemas.microsoft.com/office/powerpoint/2010/main" val="3229713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Block cipher encryption with CFB mode.">
            <a:extLst>
              <a:ext uri="{FF2B5EF4-FFF2-40B4-BE49-F238E27FC236}">
                <a16:creationId xmlns:a16="http://schemas.microsoft.com/office/drawing/2014/main" id="{E27C6606-DB47-2340-9778-C1CEE0310716}"/>
              </a:ext>
            </a:extLst>
          </p:cNvPr>
          <p:cNvPicPr>
            <a:picLocks noChangeAspect="1"/>
          </p:cNvPicPr>
          <p:nvPr/>
        </p:nvPicPr>
        <p:blipFill rotWithShape="1">
          <a:blip r:embed="rId3"/>
          <a:srcRect t="3801" b="54200"/>
          <a:stretch/>
        </p:blipFill>
        <p:spPr>
          <a:xfrm>
            <a:off x="1524001" y="625396"/>
            <a:ext cx="9222996" cy="5012900"/>
          </a:xfrm>
          <a:prstGeom prst="rect">
            <a:avLst/>
          </a:prstGeom>
        </p:spPr>
      </p:pic>
      <p:pic>
        <p:nvPicPr>
          <p:cNvPr id="10" name="Picture 9" descr="Figure caption.">
            <a:extLst>
              <a:ext uri="{FF2B5EF4-FFF2-40B4-BE49-F238E27FC236}">
                <a16:creationId xmlns:a16="http://schemas.microsoft.com/office/drawing/2014/main" id="{DEFFDF2B-0E4B-FF41-BB4A-7758FBF74AC6}"/>
              </a:ext>
            </a:extLst>
          </p:cNvPr>
          <p:cNvPicPr>
            <a:picLocks noChangeAspect="1"/>
          </p:cNvPicPr>
          <p:nvPr/>
        </p:nvPicPr>
        <p:blipFill rotWithShape="1">
          <a:blip r:embed="rId4"/>
          <a:srcRect t="86749" b="5324"/>
          <a:stretch/>
        </p:blipFill>
        <p:spPr>
          <a:xfrm>
            <a:off x="3485817" y="5806726"/>
            <a:ext cx="5299364" cy="543595"/>
          </a:xfrm>
          <a:prstGeom prst="rect">
            <a:avLst/>
          </a:prstGeom>
        </p:spPr>
      </p:pic>
      <p:sp>
        <p:nvSpPr>
          <p:cNvPr id="2" name="Rounded Rectangle 1">
            <a:extLst>
              <a:ext uri="{FF2B5EF4-FFF2-40B4-BE49-F238E27FC236}">
                <a16:creationId xmlns:a16="http://schemas.microsoft.com/office/drawing/2014/main" id="{42EBEC79-F748-954C-A584-8C8B0EFF0232}"/>
              </a:ext>
            </a:extLst>
          </p:cNvPr>
          <p:cNvSpPr>
            <a:spLocks noGrp="1"/>
          </p:cNvSpPr>
          <p:nvPr>
            <p:ph type="title" idx="4294967295"/>
          </p:nvPr>
        </p:nvSpPr>
        <p:spPr>
          <a:xfrm>
            <a:off x="407368" y="260648"/>
            <a:ext cx="2304256" cy="1080120"/>
          </a:xfrm>
          <a:prstGeom prst="round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cap="flat" cmpd="sng" algn="ctr">
            <a:solidFill>
              <a:schemeClr val="accent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lt1"/>
                </a:solidFill>
                <a:effectLst/>
                <a:uLnTx/>
                <a:uFillTx/>
                <a:latin typeface="+mn-lt"/>
                <a:ea typeface="+mn-ea"/>
                <a:cs typeface="+mn-cs"/>
              </a:rPr>
              <a:t>Cipher Feedback Mode (CFB)</a:t>
            </a:r>
          </a:p>
        </p:txBody>
      </p:sp>
    </p:spTree>
  </p:cSld>
  <p:clrMapOvr>
    <a:masterClrMapping/>
  </p:clrMapOvr>
  <p:transition spd="med" advTm="200629">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Block cipher decryption with CFB mode.">
            <a:extLst>
              <a:ext uri="{FF2B5EF4-FFF2-40B4-BE49-F238E27FC236}">
                <a16:creationId xmlns:a16="http://schemas.microsoft.com/office/drawing/2014/main" id="{E27C6606-DB47-2340-9778-C1CEE0310716}"/>
              </a:ext>
            </a:extLst>
          </p:cNvPr>
          <p:cNvPicPr>
            <a:picLocks noChangeAspect="1"/>
          </p:cNvPicPr>
          <p:nvPr/>
        </p:nvPicPr>
        <p:blipFill rotWithShape="1">
          <a:blip r:embed="rId3"/>
          <a:srcRect t="44750" b="5324"/>
          <a:stretch/>
        </p:blipFill>
        <p:spPr>
          <a:xfrm>
            <a:off x="1440212" y="548681"/>
            <a:ext cx="9200127" cy="5944195"/>
          </a:xfrm>
          <a:prstGeom prst="rect">
            <a:avLst/>
          </a:prstGeom>
        </p:spPr>
      </p:pic>
      <p:sp>
        <p:nvSpPr>
          <p:cNvPr id="5" name="Rounded Rectangle 4">
            <a:extLst>
              <a:ext uri="{FF2B5EF4-FFF2-40B4-BE49-F238E27FC236}">
                <a16:creationId xmlns:a16="http://schemas.microsoft.com/office/drawing/2014/main" id="{523163A4-FCFE-654F-B51C-4780D2C894CE}"/>
              </a:ext>
            </a:extLst>
          </p:cNvPr>
          <p:cNvSpPr>
            <a:spLocks noGrp="1"/>
          </p:cNvSpPr>
          <p:nvPr>
            <p:ph type="title" idx="4294967295"/>
          </p:nvPr>
        </p:nvSpPr>
        <p:spPr>
          <a:xfrm>
            <a:off x="407368" y="260648"/>
            <a:ext cx="2304256" cy="1080120"/>
          </a:xfrm>
          <a:prstGeom prst="round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cap="flat" cmpd="sng" algn="ctr">
            <a:solidFill>
              <a:schemeClr val="accent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lt1"/>
                </a:solidFill>
                <a:effectLst/>
                <a:uLnTx/>
                <a:uFillTx/>
                <a:latin typeface="+mn-lt"/>
                <a:ea typeface="+mn-ea"/>
                <a:cs typeface="+mn-cs"/>
              </a:rPr>
              <a:t>Cipher Feedback Mode (CFB) (cont.)</a:t>
            </a:r>
          </a:p>
        </p:txBody>
      </p:sp>
    </p:spTree>
    <p:extLst>
      <p:ext uri="{BB962C8B-B14F-4D97-AF65-F5344CB8AC3E}">
        <p14:creationId xmlns:p14="http://schemas.microsoft.com/office/powerpoint/2010/main" val="4044585978"/>
      </p:ext>
    </p:extLst>
  </p:cSld>
  <p:clrMapOvr>
    <a:masterClrMapping/>
  </p:clrMapOvr>
  <p:transition spd="med" advTm="143776">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1ADA0-AA65-8966-5108-B8A975FF47EB}"/>
              </a:ext>
            </a:extLst>
          </p:cNvPr>
          <p:cNvSpPr>
            <a:spLocks noGrp="1"/>
          </p:cNvSpPr>
          <p:nvPr>
            <p:ph type="title"/>
          </p:nvPr>
        </p:nvSpPr>
        <p:spPr/>
        <p:txBody>
          <a:bodyPr/>
          <a:lstStyle/>
          <a:p>
            <a:r>
              <a:rPr lang="en-US" dirty="0"/>
              <a:t>Cipher Feedback Mode (CFB) Details</a:t>
            </a:r>
          </a:p>
        </p:txBody>
      </p:sp>
      <p:sp>
        <p:nvSpPr>
          <p:cNvPr id="3" name="Content Placeholder 2">
            <a:extLst>
              <a:ext uri="{FF2B5EF4-FFF2-40B4-BE49-F238E27FC236}">
                <a16:creationId xmlns:a16="http://schemas.microsoft.com/office/drawing/2014/main" id="{4C2B7E3D-7FAB-C9DD-2A83-0439805B2497}"/>
              </a:ext>
            </a:extLst>
          </p:cNvPr>
          <p:cNvSpPr>
            <a:spLocks noGrp="1"/>
          </p:cNvSpPr>
          <p:nvPr>
            <p:ph idx="1"/>
          </p:nvPr>
        </p:nvSpPr>
        <p:spPr/>
        <p:txBody>
          <a:bodyPr>
            <a:normAutofit/>
          </a:bodyPr>
          <a:lstStyle/>
          <a:p>
            <a:r>
              <a:rPr lang="en-US" dirty="0">
                <a:solidFill>
                  <a:srgbClr val="000000"/>
                </a:solidFill>
              </a:rPr>
              <a:t>CFB also creates mask bits with the block cipher, but the next input is previous ciphertext rather than the previous internal output.</a:t>
            </a:r>
            <a:endParaRPr lang="en-US" dirty="0"/>
          </a:p>
          <a:p>
            <a:pPr marL="203200" indent="-203200">
              <a:buSzPct val="100000"/>
            </a:pPr>
            <a:r>
              <a:rPr lang="en-US" dirty="0">
                <a:solidFill>
                  <a:srgbClr val="111111"/>
                </a:solidFill>
              </a:rPr>
              <a:t>Like OFB, CFB behaves like a </a:t>
            </a:r>
            <a:r>
              <a:rPr lang="en-US" b="1" u="sng" dirty="0">
                <a:solidFill>
                  <a:srgbClr val="111111"/>
                </a:solidFill>
              </a:rPr>
              <a:t>stream-cipher-style mode </a:t>
            </a:r>
            <a:r>
              <a:rPr lang="en-US" dirty="0">
                <a:solidFill>
                  <a:srgbClr val="111111"/>
                </a:solidFill>
              </a:rPr>
              <a:t>built from a block cipher.</a:t>
            </a:r>
            <a:endParaRPr lang="en-US" dirty="0"/>
          </a:p>
          <a:p>
            <a:pPr marL="203200" indent="-203200">
              <a:buSzPct val="100000"/>
            </a:pPr>
            <a:r>
              <a:rPr lang="en-US" dirty="0">
                <a:solidFill>
                  <a:srgbClr val="111111"/>
                </a:solidFill>
              </a:rPr>
              <a:t>Unlike OFB, its internal state tracks ciphertext feedback.</a:t>
            </a:r>
            <a:endParaRPr lang="en-US" dirty="0"/>
          </a:p>
          <a:p>
            <a:pPr marL="203200" indent="-203200">
              <a:buSzPct val="100000"/>
            </a:pPr>
            <a:r>
              <a:rPr lang="en-US" dirty="0">
                <a:solidFill>
                  <a:srgbClr val="FF0000"/>
                </a:solidFill>
              </a:rPr>
              <a:t>So transmission errors influence the current segment and also affect what happens next.</a:t>
            </a:r>
          </a:p>
          <a:p>
            <a:pPr marL="203200" indent="-203200">
              <a:buSzPct val="100000"/>
            </a:pPr>
            <a:r>
              <a:rPr lang="en-US" dirty="0">
                <a:solidFill>
                  <a:srgbClr val="111111"/>
                </a:solidFill>
              </a:rPr>
              <a:t>This dependence also limits straightforward parallel encryption.</a:t>
            </a:r>
            <a:endParaRPr lang="en-US" dirty="0"/>
          </a:p>
          <a:p>
            <a:endParaRPr lang="en-US" dirty="0"/>
          </a:p>
        </p:txBody>
      </p:sp>
    </p:spTree>
    <p:extLst>
      <p:ext uri="{BB962C8B-B14F-4D97-AF65-F5344CB8AC3E}">
        <p14:creationId xmlns:p14="http://schemas.microsoft.com/office/powerpoint/2010/main" val="2791771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Block cipher mode with counter mode.">
            <a:extLst>
              <a:ext uri="{FF2B5EF4-FFF2-40B4-BE49-F238E27FC236}">
                <a16:creationId xmlns:a16="http://schemas.microsoft.com/office/drawing/2014/main" id="{583809C3-8608-C544-9036-E07160C6A054}"/>
              </a:ext>
            </a:extLst>
          </p:cNvPr>
          <p:cNvPicPr>
            <a:picLocks noChangeAspect="1"/>
          </p:cNvPicPr>
          <p:nvPr/>
        </p:nvPicPr>
        <p:blipFill rotWithShape="1">
          <a:blip r:embed="rId3"/>
          <a:srcRect t="9457" b="54128"/>
          <a:stretch/>
        </p:blipFill>
        <p:spPr>
          <a:xfrm>
            <a:off x="1512075" y="1274379"/>
            <a:ext cx="9155925" cy="4314862"/>
          </a:xfrm>
          <a:prstGeom prst="rect">
            <a:avLst/>
          </a:prstGeom>
        </p:spPr>
      </p:pic>
      <p:pic>
        <p:nvPicPr>
          <p:cNvPr id="5" name="Picture 4" descr="Figure caption.">
            <a:extLst>
              <a:ext uri="{FF2B5EF4-FFF2-40B4-BE49-F238E27FC236}">
                <a16:creationId xmlns:a16="http://schemas.microsoft.com/office/drawing/2014/main" id="{1F59D41A-D7C9-BF4A-AAB7-131ABD1E713B}"/>
              </a:ext>
            </a:extLst>
          </p:cNvPr>
          <p:cNvPicPr>
            <a:picLocks noChangeAspect="1"/>
          </p:cNvPicPr>
          <p:nvPr/>
        </p:nvPicPr>
        <p:blipFill rotWithShape="1">
          <a:blip r:embed="rId4"/>
          <a:srcRect t="81418" b="10100"/>
          <a:stretch/>
        </p:blipFill>
        <p:spPr>
          <a:xfrm>
            <a:off x="3446318" y="5583621"/>
            <a:ext cx="5299364" cy="581684"/>
          </a:xfrm>
          <a:prstGeom prst="rect">
            <a:avLst/>
          </a:prstGeom>
        </p:spPr>
      </p:pic>
      <p:sp>
        <p:nvSpPr>
          <p:cNvPr id="6" name="Rounded Rectangle 5">
            <a:extLst>
              <a:ext uri="{FF2B5EF4-FFF2-40B4-BE49-F238E27FC236}">
                <a16:creationId xmlns:a16="http://schemas.microsoft.com/office/drawing/2014/main" id="{4F0668D5-94BA-BC4F-8B9C-D11362108383}"/>
              </a:ext>
            </a:extLst>
          </p:cNvPr>
          <p:cNvSpPr>
            <a:spLocks noGrp="1"/>
          </p:cNvSpPr>
          <p:nvPr>
            <p:ph type="title" idx="4294967295"/>
          </p:nvPr>
        </p:nvSpPr>
        <p:spPr>
          <a:xfrm>
            <a:off x="263352" y="4944704"/>
            <a:ext cx="2304256" cy="1080120"/>
          </a:xfrm>
          <a:prstGeom prst="round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cap="flat" cmpd="sng" algn="ctr">
            <a:solidFill>
              <a:schemeClr val="accent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lt1"/>
                </a:solidFill>
                <a:effectLst/>
                <a:uLnTx/>
                <a:uFillTx/>
                <a:latin typeface="+mn-lt"/>
                <a:ea typeface="+mn-ea"/>
                <a:cs typeface="+mn-cs"/>
              </a:rPr>
              <a:t>Counter Mode (CTR)</a:t>
            </a:r>
          </a:p>
        </p:txBody>
      </p:sp>
    </p:spTree>
  </p:cSld>
  <p:clrMapOvr>
    <a:masterClrMapping/>
  </p:clrMapOvr>
  <p:transition spd="med" advTm="87968">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Block cipher decryption with counter mode.">
            <a:extLst>
              <a:ext uri="{FF2B5EF4-FFF2-40B4-BE49-F238E27FC236}">
                <a16:creationId xmlns:a16="http://schemas.microsoft.com/office/drawing/2014/main" id="{583809C3-8608-C544-9036-E07160C6A054}"/>
              </a:ext>
            </a:extLst>
          </p:cNvPr>
          <p:cNvPicPr>
            <a:picLocks noChangeAspect="1"/>
          </p:cNvPicPr>
          <p:nvPr/>
        </p:nvPicPr>
        <p:blipFill rotWithShape="1">
          <a:blip r:embed="rId3"/>
          <a:srcRect t="44984" b="10606"/>
          <a:stretch/>
        </p:blipFill>
        <p:spPr>
          <a:xfrm>
            <a:off x="1524001" y="764704"/>
            <a:ext cx="9207874" cy="5291882"/>
          </a:xfrm>
          <a:prstGeom prst="rect">
            <a:avLst/>
          </a:prstGeom>
        </p:spPr>
      </p:pic>
      <p:sp>
        <p:nvSpPr>
          <p:cNvPr id="6" name="Rounded Rectangle 5">
            <a:extLst>
              <a:ext uri="{FF2B5EF4-FFF2-40B4-BE49-F238E27FC236}">
                <a16:creationId xmlns:a16="http://schemas.microsoft.com/office/drawing/2014/main" id="{36F92E57-BC26-204B-AFE5-1D012EBEE71C}"/>
              </a:ext>
            </a:extLst>
          </p:cNvPr>
          <p:cNvSpPr>
            <a:spLocks noGrp="1"/>
          </p:cNvSpPr>
          <p:nvPr>
            <p:ph type="title" idx="4294967295"/>
          </p:nvPr>
        </p:nvSpPr>
        <p:spPr>
          <a:xfrm>
            <a:off x="263352" y="4944704"/>
            <a:ext cx="2304256" cy="1080120"/>
          </a:xfrm>
          <a:prstGeom prst="round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cap="flat" cmpd="sng" algn="ctr">
            <a:solidFill>
              <a:schemeClr val="accent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lt1"/>
                </a:solidFill>
                <a:effectLst/>
                <a:uLnTx/>
                <a:uFillTx/>
                <a:latin typeface="+mn-lt"/>
                <a:ea typeface="+mn-ea"/>
                <a:cs typeface="+mn-cs"/>
              </a:rPr>
              <a:t>Counter Mode (CTR) (cont.)</a:t>
            </a:r>
          </a:p>
        </p:txBody>
      </p:sp>
    </p:spTree>
    <p:extLst>
      <p:ext uri="{BB962C8B-B14F-4D97-AF65-F5344CB8AC3E}">
        <p14:creationId xmlns:p14="http://schemas.microsoft.com/office/powerpoint/2010/main" val="140070445"/>
      </p:ext>
    </p:extLst>
  </p:cSld>
  <p:clrMapOvr>
    <a:masterClrMapping/>
  </p:clrMapOvr>
  <p:transition spd="med" advTm="140149">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BACFC-A970-C318-D8E9-9FDFAF5E6850}"/>
              </a:ext>
            </a:extLst>
          </p:cNvPr>
          <p:cNvSpPr>
            <a:spLocks noGrp="1"/>
          </p:cNvSpPr>
          <p:nvPr>
            <p:ph type="title"/>
          </p:nvPr>
        </p:nvSpPr>
        <p:spPr/>
        <p:txBody>
          <a:bodyPr/>
          <a:lstStyle/>
          <a:p>
            <a:r>
              <a:rPr lang="en-US" dirty="0"/>
              <a:t>Counter Mode (CTR) Details</a:t>
            </a:r>
          </a:p>
        </p:txBody>
      </p:sp>
      <p:sp>
        <p:nvSpPr>
          <p:cNvPr id="3" name="Content Placeholder 2">
            <a:extLst>
              <a:ext uri="{FF2B5EF4-FFF2-40B4-BE49-F238E27FC236}">
                <a16:creationId xmlns:a16="http://schemas.microsoft.com/office/drawing/2014/main" id="{1165A9C3-9C57-4B8A-4EAC-060B75572F13}"/>
              </a:ext>
            </a:extLst>
          </p:cNvPr>
          <p:cNvSpPr>
            <a:spLocks noGrp="1"/>
          </p:cNvSpPr>
          <p:nvPr>
            <p:ph idx="1"/>
          </p:nvPr>
        </p:nvSpPr>
        <p:spPr/>
        <p:txBody>
          <a:bodyPr>
            <a:normAutofit/>
          </a:bodyPr>
          <a:lstStyle/>
          <a:p>
            <a:r>
              <a:rPr lang="en-US" dirty="0">
                <a:solidFill>
                  <a:srgbClr val="000000"/>
                </a:solidFill>
                <a:latin typeface="Cambria Math" pitchFamily="34" charset="0"/>
                <a:ea typeface="Cambria Math" pitchFamily="34" charset="-122"/>
                <a:cs typeface="Cambria Math" pitchFamily="34" charset="-120"/>
              </a:rPr>
              <a:t>Choose a nonce or initial counter r, then use Eₖ(r), Eₖ(r+1), Eₖ(r+2), … as a keystream and XOR it with plaintext blocks.</a:t>
            </a:r>
            <a:endParaRPr lang="en-US" dirty="0"/>
          </a:p>
          <a:p>
            <a:pPr marL="660400" lvl="1" indent="-203200">
              <a:buSzPct val="100000"/>
            </a:pPr>
            <a:r>
              <a:rPr lang="en-US" dirty="0">
                <a:solidFill>
                  <a:srgbClr val="111111"/>
                </a:solidFill>
              </a:rPr>
              <a:t>Once the counter values are fixed, blocks can be processed independently.</a:t>
            </a:r>
            <a:endParaRPr lang="en-US" dirty="0"/>
          </a:p>
          <a:p>
            <a:pPr marL="660400" lvl="1" indent="-203200">
              <a:buSzPct val="100000"/>
            </a:pPr>
            <a:r>
              <a:rPr lang="en-US" dirty="0">
                <a:solidFill>
                  <a:srgbClr val="111111"/>
                </a:solidFill>
              </a:rPr>
              <a:t>Both encryption and decryption support parallelism and random access.</a:t>
            </a:r>
            <a:endParaRPr lang="en-US" dirty="0"/>
          </a:p>
          <a:p>
            <a:pPr marL="660400" lvl="1" indent="-203200">
              <a:buSzPct val="100000"/>
            </a:pPr>
            <a:r>
              <a:rPr lang="en-US" dirty="0">
                <a:solidFill>
                  <a:srgbClr val="111111"/>
                </a:solidFill>
              </a:rPr>
              <a:t>The critical rule is uniqueness: never reuse the same nonce/counter sequence with the same key.</a:t>
            </a:r>
            <a:endParaRPr lang="en-US" dirty="0"/>
          </a:p>
          <a:p>
            <a:pPr marL="660400" lvl="1" indent="-203200">
              <a:buSzPct val="100000"/>
            </a:pPr>
            <a:r>
              <a:rPr lang="en-US" dirty="0">
                <a:solidFill>
                  <a:srgbClr val="111111"/>
                </a:solidFill>
              </a:rPr>
              <a:t>CTR keeps independent block computation without ECB’s pattern leakage.</a:t>
            </a:r>
            <a:endParaRPr lang="en-US" dirty="0"/>
          </a:p>
          <a:p>
            <a:endParaRPr lang="en-US" dirty="0"/>
          </a:p>
        </p:txBody>
      </p:sp>
    </p:spTree>
    <p:extLst>
      <p:ext uri="{BB962C8B-B14F-4D97-AF65-F5344CB8AC3E}">
        <p14:creationId xmlns:p14="http://schemas.microsoft.com/office/powerpoint/2010/main" val="1523841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B5DB1-CF25-D4B4-EC37-B552654FEC98}"/>
              </a:ext>
            </a:extLst>
          </p:cNvPr>
          <p:cNvSpPr>
            <a:spLocks noGrp="1"/>
          </p:cNvSpPr>
          <p:nvPr>
            <p:ph type="title"/>
          </p:nvPr>
        </p:nvSpPr>
        <p:spPr/>
        <p:txBody>
          <a:bodyPr/>
          <a:lstStyle/>
          <a:p>
            <a:r>
              <a:rPr lang="en-US" b="1" dirty="0">
                <a:solidFill>
                  <a:srgbClr val="111111"/>
                </a:solidFill>
              </a:rPr>
              <a:t>Comparing ECB, CBC, OFB, CFB, and CTR</a:t>
            </a:r>
            <a:endParaRPr lang="en-US" dirty="0"/>
          </a:p>
        </p:txBody>
      </p:sp>
      <p:graphicFrame>
        <p:nvGraphicFramePr>
          <p:cNvPr id="4" name="Table 0">
            <a:extLst>
              <a:ext uri="{FF2B5EF4-FFF2-40B4-BE49-F238E27FC236}">
                <a16:creationId xmlns:a16="http://schemas.microsoft.com/office/drawing/2014/main" id="{E4C02DA9-9E0B-D0F7-CB09-F56CE330B048}"/>
              </a:ext>
            </a:extLst>
          </p:cNvPr>
          <p:cNvGraphicFramePr>
            <a:graphicFrameLocks noGrp="1"/>
          </p:cNvGraphicFramePr>
          <p:nvPr>
            <p:extLst>
              <p:ext uri="{D42A27DB-BD31-4B8C-83A1-F6EECF244321}">
                <p14:modId xmlns:p14="http://schemas.microsoft.com/office/powerpoint/2010/main" val="619925844"/>
              </p:ext>
            </p:extLst>
          </p:nvPr>
        </p:nvGraphicFramePr>
        <p:xfrm>
          <a:off x="574637" y="1811712"/>
          <a:ext cx="11042725" cy="4511040"/>
        </p:xfrm>
        <a:graphic>
          <a:graphicData uri="http://schemas.openxmlformats.org/drawingml/2006/table">
            <a:tbl>
              <a:tblPr firstRow="1"/>
              <a:tblGrid>
                <a:gridCol w="977232">
                  <a:extLst>
                    <a:ext uri="{9D8B030D-6E8A-4147-A177-3AD203B41FA5}">
                      <a16:colId xmlns:a16="http://schemas.microsoft.com/office/drawing/2014/main" val="20000"/>
                    </a:ext>
                  </a:extLst>
                </a:gridCol>
                <a:gridCol w="3811206">
                  <a:extLst>
                    <a:ext uri="{9D8B030D-6E8A-4147-A177-3AD203B41FA5}">
                      <a16:colId xmlns:a16="http://schemas.microsoft.com/office/drawing/2014/main" val="20001"/>
                    </a:ext>
                  </a:extLst>
                </a:gridCol>
                <a:gridCol w="1710157">
                  <a:extLst>
                    <a:ext uri="{9D8B030D-6E8A-4147-A177-3AD203B41FA5}">
                      <a16:colId xmlns:a16="http://schemas.microsoft.com/office/drawing/2014/main" val="20002"/>
                    </a:ext>
                  </a:extLst>
                </a:gridCol>
                <a:gridCol w="4544130">
                  <a:extLst>
                    <a:ext uri="{9D8B030D-6E8A-4147-A177-3AD203B41FA5}">
                      <a16:colId xmlns:a16="http://schemas.microsoft.com/office/drawing/2014/main" val="20003"/>
                    </a:ext>
                  </a:extLst>
                </a:gridCol>
              </a:tblGrid>
              <a:tr h="687593">
                <a:tc>
                  <a:txBody>
                    <a:bodyPr/>
                    <a:lstStyle/>
                    <a:p>
                      <a:pPr marL="0" indent="0" algn="ctr">
                        <a:buNone/>
                      </a:pPr>
                      <a:r>
                        <a:rPr lang="en-US" sz="2000" b="1" dirty="0">
                          <a:solidFill>
                            <a:srgbClr val="111111"/>
                          </a:solidFill>
                          <a:latin typeface="Aptos" pitchFamily="34" charset="0"/>
                          <a:ea typeface="Aptos" pitchFamily="34" charset="-122"/>
                          <a:cs typeface="Aptos" pitchFamily="34" charset="-120"/>
                        </a:rPr>
                        <a:t>Mode</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ECECEC"/>
                    </a:solidFill>
                  </a:tcPr>
                </a:tc>
                <a:tc>
                  <a:txBody>
                    <a:bodyPr/>
                    <a:lstStyle/>
                    <a:p>
                      <a:pPr marL="0" indent="0" algn="ctr">
                        <a:buNone/>
                      </a:pPr>
                      <a:r>
                        <a:rPr lang="en-US" sz="2000" b="1" dirty="0">
                          <a:solidFill>
                            <a:srgbClr val="111111"/>
                          </a:solidFill>
                          <a:latin typeface="Aptos" pitchFamily="34" charset="0"/>
                          <a:ea typeface="Aptos" pitchFamily="34" charset="-122"/>
                          <a:cs typeface="Aptos" pitchFamily="34" charset="-120"/>
                        </a:rPr>
                        <a:t>Main idea</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ECECEC"/>
                    </a:solidFill>
                  </a:tcPr>
                </a:tc>
                <a:tc>
                  <a:txBody>
                    <a:bodyPr/>
                    <a:lstStyle/>
                    <a:p>
                      <a:pPr marL="0" indent="0" algn="ctr">
                        <a:buNone/>
                      </a:pPr>
                      <a:r>
                        <a:rPr lang="en-US" sz="2000" b="1" dirty="0">
                          <a:solidFill>
                            <a:srgbClr val="111111"/>
                          </a:solidFill>
                          <a:latin typeface="Aptos" pitchFamily="34" charset="0"/>
                          <a:ea typeface="Aptos" pitchFamily="34" charset="-122"/>
                          <a:cs typeface="Aptos" pitchFamily="34" charset="-120"/>
                        </a:rPr>
                        <a:t>Parallel encryption?</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ECECEC"/>
                    </a:solidFill>
                  </a:tcPr>
                </a:tc>
                <a:tc>
                  <a:txBody>
                    <a:bodyPr/>
                    <a:lstStyle/>
                    <a:p>
                      <a:pPr marL="0" indent="0" algn="ctr">
                        <a:buNone/>
                      </a:pPr>
                      <a:r>
                        <a:rPr lang="en-US" sz="2000" b="1" dirty="0">
                          <a:solidFill>
                            <a:srgbClr val="111111"/>
                          </a:solidFill>
                          <a:latin typeface="Aptos" pitchFamily="34" charset="0"/>
                          <a:ea typeface="Aptos" pitchFamily="34" charset="-122"/>
                          <a:cs typeface="Aptos" pitchFamily="34" charset="-120"/>
                        </a:rPr>
                        <a:t>Effect of a ciphertext bit error</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687593">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ECB</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Encrypt each block independently</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Yes</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Current block only, but repeated patterns leak</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7593">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CBC</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XOR with previous ciphertext before encryption</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No</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Current block badly corrupted; next block gets a one-bit error</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7593">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OFB</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Generate keystream from repeated cipher outputs</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No, keystream generation is sequential</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Matching plaintext bit flips only</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7593">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CFB</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Generate mask from previous ciphertext feedback</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No</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Current segment affected and later behavior also influenced</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7593">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CTR</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Encrypt nonce/counter values to form keystream</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Yes</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11111"/>
                          </a:solidFill>
                          <a:latin typeface="Aptos" pitchFamily="34" charset="0"/>
                          <a:ea typeface="Aptos" pitchFamily="34" charset="-122"/>
                          <a:cs typeface="Aptos" pitchFamily="34" charset="-120"/>
                        </a:rPr>
                        <a:t>Matching plaintext bit flips only</a:t>
                      </a:r>
                      <a:endParaRPr lang="en-US" sz="20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46098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B828E-6BE0-8D36-F940-DC8F2A86BA07}"/>
              </a:ext>
            </a:extLst>
          </p:cNvPr>
          <p:cNvSpPr>
            <a:spLocks noGrp="1"/>
          </p:cNvSpPr>
          <p:nvPr>
            <p:ph type="title"/>
          </p:nvPr>
        </p:nvSpPr>
        <p:spPr/>
        <p:txBody>
          <a:bodyPr>
            <a:normAutofit/>
          </a:bodyPr>
          <a:lstStyle/>
          <a:p>
            <a:r>
              <a:rPr lang="en-US" b="1" dirty="0">
                <a:solidFill>
                  <a:srgbClr val="111111"/>
                </a:solidFill>
              </a:rPr>
              <a:t>Handling plaintexts that are not exact multiples of the block size -- Padding</a:t>
            </a:r>
            <a:endParaRPr lang="en-US" dirty="0"/>
          </a:p>
        </p:txBody>
      </p:sp>
      <p:sp>
        <p:nvSpPr>
          <p:cNvPr id="3" name="Content Placeholder 2">
            <a:extLst>
              <a:ext uri="{FF2B5EF4-FFF2-40B4-BE49-F238E27FC236}">
                <a16:creationId xmlns:a16="http://schemas.microsoft.com/office/drawing/2014/main" id="{334157F8-0223-9F5C-CED2-C2C6B9B8D631}"/>
              </a:ext>
            </a:extLst>
          </p:cNvPr>
          <p:cNvSpPr>
            <a:spLocks noGrp="1"/>
          </p:cNvSpPr>
          <p:nvPr>
            <p:ph idx="1"/>
          </p:nvPr>
        </p:nvSpPr>
        <p:spPr/>
        <p:txBody>
          <a:bodyPr/>
          <a:lstStyle/>
          <a:p>
            <a:r>
              <a:rPr lang="en-US" dirty="0">
                <a:solidFill>
                  <a:srgbClr val="000000"/>
                </a:solidFill>
              </a:rPr>
              <a:t>A padding rule extends any input to a full-block multiple. After decryption, </a:t>
            </a:r>
            <a:r>
              <a:rPr lang="en-US" dirty="0" err="1">
                <a:solidFill>
                  <a:srgbClr val="000000"/>
                </a:solidFill>
              </a:rPr>
              <a:t>unpadding</a:t>
            </a:r>
            <a:r>
              <a:rPr lang="en-US" dirty="0">
                <a:solidFill>
                  <a:srgbClr val="000000"/>
                </a:solidFill>
              </a:rPr>
              <a:t> restores the original plaintext.</a:t>
            </a:r>
            <a:endParaRPr lang="en-US" dirty="0"/>
          </a:p>
          <a:p>
            <a:pPr marL="660400" lvl="1" indent="-203200">
              <a:buSzPct val="100000"/>
            </a:pPr>
            <a:r>
              <a:rPr lang="en-US" dirty="0">
                <a:solidFill>
                  <a:srgbClr val="111111"/>
                </a:solidFill>
              </a:rPr>
              <a:t>Padding is a reversible formatting rule, not a secrecy mechanism.</a:t>
            </a:r>
          </a:p>
          <a:p>
            <a:pPr marL="660400" lvl="1" indent="-203200">
              <a:buSzPct val="100000"/>
            </a:pPr>
            <a:r>
              <a:rPr lang="en-US" dirty="0">
                <a:solidFill>
                  <a:srgbClr val="000000"/>
                </a:solidFill>
              </a:rPr>
              <a:t>It is a public encoding rule that makes block-based encryption usable on arbitrary-length inputs.</a:t>
            </a:r>
            <a:endParaRPr lang="en-US" dirty="0"/>
          </a:p>
          <a:p>
            <a:pPr marL="660400" lvl="1" indent="-203200">
              <a:buSzPct val="100000"/>
            </a:pPr>
            <a:r>
              <a:rPr lang="en-US" dirty="0">
                <a:solidFill>
                  <a:srgbClr val="111111"/>
                </a:solidFill>
              </a:rPr>
              <a:t>Many padding conventions add a full extra block when the message is already block-aligned.</a:t>
            </a:r>
            <a:endParaRPr lang="en-US" dirty="0"/>
          </a:p>
          <a:p>
            <a:pPr marL="660400" lvl="1" indent="-203200">
              <a:buSzPct val="100000"/>
            </a:pPr>
            <a:r>
              <a:rPr lang="en-US" dirty="0">
                <a:solidFill>
                  <a:srgbClr val="111111"/>
                </a:solidFill>
              </a:rPr>
              <a:t>That avoids ambiguity when real data could otherwise look like padding.</a:t>
            </a:r>
          </a:p>
          <a:p>
            <a:endParaRPr lang="en-US" dirty="0"/>
          </a:p>
        </p:txBody>
      </p:sp>
    </p:spTree>
    <p:extLst>
      <p:ext uri="{BB962C8B-B14F-4D97-AF65-F5344CB8AC3E}">
        <p14:creationId xmlns:p14="http://schemas.microsoft.com/office/powerpoint/2010/main" val="2243644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F9446-420D-7D4D-6667-432EA19E3260}"/>
              </a:ext>
            </a:extLst>
          </p:cNvPr>
          <p:cNvSpPr>
            <a:spLocks noGrp="1"/>
          </p:cNvSpPr>
          <p:nvPr>
            <p:ph type="title"/>
          </p:nvPr>
        </p:nvSpPr>
        <p:spPr/>
        <p:txBody>
          <a:bodyPr/>
          <a:lstStyle/>
          <a:p>
            <a:r>
              <a:rPr lang="en-US" dirty="0"/>
              <a:t>Padding Schemes</a:t>
            </a:r>
          </a:p>
        </p:txBody>
      </p:sp>
      <p:graphicFrame>
        <p:nvGraphicFramePr>
          <p:cNvPr id="4" name="Table 0">
            <a:extLst>
              <a:ext uri="{FF2B5EF4-FFF2-40B4-BE49-F238E27FC236}">
                <a16:creationId xmlns:a16="http://schemas.microsoft.com/office/drawing/2014/main" id="{F61175CB-901A-DA9B-A859-539BC2D72368}"/>
              </a:ext>
            </a:extLst>
          </p:cNvPr>
          <p:cNvGraphicFramePr>
            <a:graphicFrameLocks noGrp="1"/>
          </p:cNvGraphicFramePr>
          <p:nvPr>
            <p:extLst>
              <p:ext uri="{D42A27DB-BD31-4B8C-83A1-F6EECF244321}">
                <p14:modId xmlns:p14="http://schemas.microsoft.com/office/powerpoint/2010/main" val="542472946"/>
              </p:ext>
            </p:extLst>
          </p:nvPr>
        </p:nvGraphicFramePr>
        <p:xfrm>
          <a:off x="822960" y="1783080"/>
          <a:ext cx="10378440" cy="3291840"/>
        </p:xfrm>
        <a:graphic>
          <a:graphicData uri="http://schemas.openxmlformats.org/drawingml/2006/table">
            <a:tbl>
              <a:tblPr firstRow="1"/>
              <a:tblGrid>
                <a:gridCol w="164592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5166360">
                  <a:extLst>
                    <a:ext uri="{9D8B030D-6E8A-4147-A177-3AD203B41FA5}">
                      <a16:colId xmlns:a16="http://schemas.microsoft.com/office/drawing/2014/main" val="20002"/>
                    </a:ext>
                  </a:extLst>
                </a:gridCol>
              </a:tblGrid>
              <a:tr h="822960">
                <a:tc>
                  <a:txBody>
                    <a:bodyPr/>
                    <a:lstStyle/>
                    <a:p>
                      <a:pPr marL="0" indent="0" algn="ctr">
                        <a:buNone/>
                      </a:pPr>
                      <a:r>
                        <a:rPr lang="en-US" sz="2400" b="1" dirty="0">
                          <a:solidFill>
                            <a:srgbClr val="111111"/>
                          </a:solidFill>
                          <a:latin typeface="Aptos" pitchFamily="34" charset="0"/>
                          <a:ea typeface="Aptos" pitchFamily="34" charset="-122"/>
                          <a:cs typeface="Aptos" pitchFamily="34" charset="-120"/>
                        </a:rPr>
                        <a:t>Scheme</a:t>
                      </a:r>
                      <a:endParaRPr lang="en-US" sz="24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ECECEC"/>
                    </a:solidFill>
                  </a:tcPr>
                </a:tc>
                <a:tc>
                  <a:txBody>
                    <a:bodyPr/>
                    <a:lstStyle/>
                    <a:p>
                      <a:pPr marL="0" indent="0" algn="ctr">
                        <a:buNone/>
                      </a:pPr>
                      <a:r>
                        <a:rPr lang="en-US" sz="2400" b="1" dirty="0">
                          <a:solidFill>
                            <a:srgbClr val="111111"/>
                          </a:solidFill>
                          <a:latin typeface="Aptos" pitchFamily="34" charset="0"/>
                          <a:ea typeface="Aptos" pitchFamily="34" charset="-122"/>
                          <a:cs typeface="Aptos" pitchFamily="34" charset="-120"/>
                        </a:rPr>
                        <a:t>How the added bytes look</a:t>
                      </a:r>
                      <a:endParaRPr lang="en-US" sz="24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ECECEC"/>
                    </a:solidFill>
                  </a:tcPr>
                </a:tc>
                <a:tc>
                  <a:txBody>
                    <a:bodyPr/>
                    <a:lstStyle/>
                    <a:p>
                      <a:pPr marL="0" indent="0" algn="ctr">
                        <a:buNone/>
                      </a:pPr>
                      <a:r>
                        <a:rPr lang="en-US" sz="2400" b="1" dirty="0">
                          <a:solidFill>
                            <a:srgbClr val="111111"/>
                          </a:solidFill>
                          <a:latin typeface="Aptos" pitchFamily="34" charset="0"/>
                          <a:ea typeface="Aptos" pitchFamily="34" charset="-122"/>
                          <a:cs typeface="Aptos" pitchFamily="34" charset="-120"/>
                        </a:rPr>
                        <a:t>Why it is reversible</a:t>
                      </a:r>
                      <a:endParaRPr lang="en-US" sz="24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822960">
                <a:tc>
                  <a:txBody>
                    <a:bodyPr/>
                    <a:lstStyle/>
                    <a:p>
                      <a:pPr marL="0" indent="0" algn="ctr">
                        <a:buNone/>
                      </a:pPr>
                      <a:r>
                        <a:rPr lang="en-US" sz="2400" dirty="0">
                          <a:solidFill>
                            <a:srgbClr val="111111"/>
                          </a:solidFill>
                          <a:latin typeface="Aptos" pitchFamily="34" charset="0"/>
                          <a:ea typeface="Aptos" pitchFamily="34" charset="-122"/>
                          <a:cs typeface="Aptos" pitchFamily="34" charset="-120"/>
                        </a:rPr>
                        <a:t>ANSI X9.23</a:t>
                      </a:r>
                      <a:endParaRPr lang="en-US" sz="24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11111"/>
                          </a:solidFill>
                          <a:latin typeface="Aptos" pitchFamily="34" charset="0"/>
                          <a:ea typeface="Aptos" pitchFamily="34" charset="-122"/>
                          <a:cs typeface="Aptos" pitchFamily="34" charset="-120"/>
                        </a:rPr>
                        <a:t>00 … 00 b</a:t>
                      </a:r>
                      <a:endParaRPr lang="en-US" sz="24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11111"/>
                          </a:solidFill>
                          <a:latin typeface="Aptos" pitchFamily="34" charset="0"/>
                          <a:ea typeface="Aptos" pitchFamily="34" charset="-122"/>
                          <a:cs typeface="Aptos" pitchFamily="34" charset="-120"/>
                        </a:rPr>
                        <a:t>The final byte b records how many padding bytes were added</a:t>
                      </a:r>
                      <a:endParaRPr lang="en-US" sz="24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marL="0" indent="0" algn="ctr">
                        <a:buNone/>
                      </a:pPr>
                      <a:r>
                        <a:rPr lang="en-US" sz="2400" dirty="0">
                          <a:solidFill>
                            <a:srgbClr val="111111"/>
                          </a:solidFill>
                          <a:latin typeface="Aptos" pitchFamily="34" charset="0"/>
                          <a:ea typeface="Aptos" pitchFamily="34" charset="-122"/>
                          <a:cs typeface="Aptos" pitchFamily="34" charset="-120"/>
                        </a:rPr>
                        <a:t>PKCS#7</a:t>
                      </a:r>
                      <a:endParaRPr lang="en-US" sz="24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11111"/>
                          </a:solidFill>
                          <a:latin typeface="Aptos" pitchFamily="34" charset="0"/>
                          <a:ea typeface="Aptos" pitchFamily="34" charset="-122"/>
                          <a:cs typeface="Aptos" pitchFamily="34" charset="-120"/>
                        </a:rPr>
                        <a:t>b b … b</a:t>
                      </a:r>
                      <a:endParaRPr lang="en-US" sz="24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11111"/>
                          </a:solidFill>
                          <a:latin typeface="Aptos" pitchFamily="34" charset="0"/>
                          <a:ea typeface="Aptos" pitchFamily="34" charset="-122"/>
                          <a:cs typeface="Aptos" pitchFamily="34" charset="-120"/>
                        </a:rPr>
                        <a:t>Every padding byte equals the padding length b</a:t>
                      </a:r>
                      <a:endParaRPr lang="en-US" sz="24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22960">
                <a:tc>
                  <a:txBody>
                    <a:bodyPr/>
                    <a:lstStyle/>
                    <a:p>
                      <a:pPr marL="0" indent="0" algn="ctr">
                        <a:buNone/>
                      </a:pPr>
                      <a:r>
                        <a:rPr lang="en-US" sz="2400" dirty="0">
                          <a:solidFill>
                            <a:srgbClr val="111111"/>
                          </a:solidFill>
                          <a:latin typeface="Aptos" pitchFamily="34" charset="0"/>
                          <a:ea typeface="Aptos" pitchFamily="34" charset="-122"/>
                          <a:cs typeface="Aptos" pitchFamily="34" charset="-120"/>
                        </a:rPr>
                        <a:t>ISO/IEC 7816-4</a:t>
                      </a:r>
                      <a:endParaRPr lang="en-US" sz="24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11111"/>
                          </a:solidFill>
                          <a:latin typeface="Aptos" pitchFamily="34" charset="0"/>
                          <a:ea typeface="Aptos" pitchFamily="34" charset="-122"/>
                          <a:cs typeface="Aptos" pitchFamily="34" charset="-120"/>
                        </a:rPr>
                        <a:t>80 00 … 00</a:t>
                      </a:r>
                      <a:endParaRPr lang="en-US" sz="24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11111"/>
                          </a:solidFill>
                          <a:latin typeface="Aptos" pitchFamily="34" charset="0"/>
                          <a:ea typeface="Aptos" pitchFamily="34" charset="-122"/>
                          <a:cs typeface="Aptos" pitchFamily="34" charset="-120"/>
                        </a:rPr>
                        <a:t>A single marker byte is followed by zeros</a:t>
                      </a:r>
                      <a:endParaRPr lang="en-US" sz="2400" dirty="0">
                        <a:latin typeface="Aptos" charset="0"/>
                        <a:ea typeface="Aptos" charset="0"/>
                        <a:cs typeface="Aptos" charset="0"/>
                      </a:endParaRPr>
                    </a:p>
                  </a:txBody>
                  <a:tcPr marL="45720" marR="45720" anchor="ctr">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39544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FBFD4-D695-DC04-80BE-0968AACECAA1}"/>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53301FB3-8CD2-ED7D-23F6-247B9333D70A}"/>
              </a:ext>
            </a:extLst>
          </p:cNvPr>
          <p:cNvSpPr>
            <a:spLocks noGrp="1"/>
          </p:cNvSpPr>
          <p:nvPr>
            <p:ph idx="1"/>
          </p:nvPr>
        </p:nvSpPr>
        <p:spPr/>
        <p:txBody>
          <a:bodyPr>
            <a:normAutofit/>
          </a:bodyPr>
          <a:lstStyle/>
          <a:p>
            <a:r>
              <a:rPr lang="en-US" b="1" dirty="0">
                <a:solidFill>
                  <a:srgbClr val="000000"/>
                </a:solidFill>
              </a:rPr>
              <a:t>By the end of this lecture, you should be able to:</a:t>
            </a:r>
            <a:endParaRPr lang="en-US" dirty="0"/>
          </a:p>
          <a:p>
            <a:pPr marL="203200" indent="-203200">
              <a:buSzPct val="100000"/>
            </a:pPr>
            <a:r>
              <a:rPr lang="en-US" dirty="0">
                <a:solidFill>
                  <a:srgbClr val="111111"/>
                </a:solidFill>
              </a:rPr>
              <a:t>Explain why a block cipher needs a mode of operation for long messages.</a:t>
            </a:r>
            <a:endParaRPr lang="en-US" dirty="0"/>
          </a:p>
          <a:p>
            <a:pPr marL="203200" indent="-203200">
              <a:buSzPct val="100000"/>
            </a:pPr>
            <a:r>
              <a:rPr lang="en-US" dirty="0">
                <a:solidFill>
                  <a:srgbClr val="111111"/>
                </a:solidFill>
              </a:rPr>
              <a:t>Describe ECB, CBC, OFB, CFB, and CTR in words and simple diagrams.</a:t>
            </a:r>
            <a:endParaRPr lang="en-US" dirty="0"/>
          </a:p>
          <a:p>
            <a:pPr marL="203200" indent="-203200">
              <a:buSzPct val="100000"/>
            </a:pPr>
            <a:r>
              <a:rPr lang="en-US" dirty="0">
                <a:solidFill>
                  <a:srgbClr val="111111"/>
                </a:solidFill>
              </a:rPr>
              <a:t>Compare their parallelism, dependencies, and error propagation.</a:t>
            </a:r>
            <a:endParaRPr lang="en-US" dirty="0"/>
          </a:p>
          <a:p>
            <a:pPr marL="203200" indent="-203200">
              <a:buSzPct val="100000"/>
            </a:pPr>
            <a:r>
              <a:rPr lang="en-US" dirty="0">
                <a:solidFill>
                  <a:srgbClr val="111111"/>
                </a:solidFill>
              </a:rPr>
              <a:t>Explain why padding is formatting rather than security.</a:t>
            </a:r>
            <a:endParaRPr lang="en-US" dirty="0"/>
          </a:p>
        </p:txBody>
      </p:sp>
    </p:spTree>
    <p:extLst>
      <p:ext uri="{BB962C8B-B14F-4D97-AF65-F5344CB8AC3E}">
        <p14:creationId xmlns:p14="http://schemas.microsoft.com/office/powerpoint/2010/main" val="27725103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13C0B28-92DE-41D3-810F-58C626DD95BF}">
  <we:reference id="WA200009978" version="1.0.0.1" store="Omex" storeType="OMEX"/>
  <we:alternateReferences>
    <we:reference id="WA200009978" version="1.0.0.1" store="WA200009978"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52</TotalTime>
  <Words>985</Words>
  <Application>Microsoft Office PowerPoint</Application>
  <PresentationFormat>Widescreen</PresentationFormat>
  <Paragraphs>132</Paragraphs>
  <Slides>21</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Cambria Math</vt:lpstr>
      <vt:lpstr>Office Theme</vt:lpstr>
      <vt:lpstr>Block Cipher Operation</vt:lpstr>
      <vt:lpstr>Double Encryption</vt:lpstr>
      <vt:lpstr>Meet in the middle Attack</vt:lpstr>
      <vt:lpstr>Meet-in-the-middle Attack (cont.)</vt:lpstr>
      <vt:lpstr>Triple Encryption</vt:lpstr>
      <vt:lpstr>Why do we need a mode at all?</vt:lpstr>
      <vt:lpstr>ECB Mode</vt:lpstr>
      <vt:lpstr>Cipher Block Chaining Mode (CBC)</vt:lpstr>
      <vt:lpstr>Output Feedback Mode (OFB)</vt:lpstr>
      <vt:lpstr>Output Feedback Mode (OFB) (cont.)</vt:lpstr>
      <vt:lpstr>Output Feedback Mode (OFB) Details</vt:lpstr>
      <vt:lpstr>Cipher Feedback Mode (CFB)</vt:lpstr>
      <vt:lpstr>Cipher Feedback Mode (CFB) (cont.)</vt:lpstr>
      <vt:lpstr>Cipher Feedback Mode (CFB) Details</vt:lpstr>
      <vt:lpstr>Counter Mode (CTR)</vt:lpstr>
      <vt:lpstr>Counter Mode (CTR) (cont.)</vt:lpstr>
      <vt:lpstr>Counter Mode (CTR) Details</vt:lpstr>
      <vt:lpstr>Comparing ECB, CBC, OFB, CFB, and CTR</vt:lpstr>
      <vt:lpstr>Handling plaintexts that are not exact multiples of the block size -- Padding</vt:lpstr>
      <vt:lpstr>Padding Schemes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Xinyue Zhang</dc:creator>
  <cp:lastModifiedBy>Xinyue Zhang</cp:lastModifiedBy>
  <cp:revision>13</cp:revision>
  <dcterms:created xsi:type="dcterms:W3CDTF">2026-03-19T17:13:52Z</dcterms:created>
  <dcterms:modified xsi:type="dcterms:W3CDTF">2026-04-21T03:49:22Z</dcterms:modified>
</cp:coreProperties>
</file>