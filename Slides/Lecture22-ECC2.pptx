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ags/tag1.xml" ContentType="application/vnd.openxmlformats-officedocument.presentationml.tags+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tags/tag2.xml" ContentType="application/vnd.openxmlformats-officedocument.presentationml.tags+xml"/>
  <Override PartName="/ppt/tags/tag3.xml" ContentType="application/vnd.openxmlformats-officedocument.presentationml.tags+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57" r:id="rId2"/>
    <p:sldId id="295" r:id="rId3"/>
    <p:sldId id="420" r:id="rId4"/>
    <p:sldId id="324" r:id="rId5"/>
    <p:sldId id="415" r:id="rId6"/>
    <p:sldId id="422" r:id="rId7"/>
    <p:sldId id="423" r:id="rId8"/>
    <p:sldId id="298" r:id="rId9"/>
    <p:sldId id="325" r:id="rId10"/>
    <p:sldId id="314"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7496"/>
    <p:restoredTop sz="74218"/>
  </p:normalViewPr>
  <p:slideViewPr>
    <p:cSldViewPr snapToGrid="0">
      <p:cViewPr varScale="1">
        <p:scale>
          <a:sx n="93" d="100"/>
          <a:sy n="93" d="100"/>
        </p:scale>
        <p:origin x="456" y="200"/>
      </p:cViewPr>
      <p:guideLst/>
    </p:cSldViewPr>
  </p:slideViewPr>
  <p:outlineViewPr>
    <p:cViewPr>
      <p:scale>
        <a:sx n="33" d="100"/>
        <a:sy n="33" d="100"/>
      </p:scale>
      <p:origin x="0" y="-1760"/>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5F2B0F-C7F4-9641-80FC-C9FE21212499}" type="datetimeFigureOut">
              <a:rPr lang="en-US" smtClean="0"/>
              <a:t>4/22/26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02289AC-015F-D84B-AA08-0C32BA5080FD}" type="slidenum">
              <a:rPr lang="en-US" smtClean="0"/>
              <a:t>‹#›</a:t>
            </a:fld>
            <a:endParaRPr lang="en-US"/>
          </a:p>
        </p:txBody>
      </p:sp>
    </p:spTree>
    <p:extLst>
      <p:ext uri="{BB962C8B-B14F-4D97-AF65-F5344CB8AC3E}">
        <p14:creationId xmlns:p14="http://schemas.microsoft.com/office/powerpoint/2010/main" val="352572907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7"/>
          <p:cNvSpPr>
            <a:spLocks noGrp="1" noChangeArrowheads="1"/>
          </p:cNvSpPr>
          <p:nvPr>
            <p:ph type="sldNum" sz="quarter" idx="5"/>
          </p:nvPr>
        </p:nvSpPr>
        <p:spPr>
          <a:noFill/>
        </p:spPr>
        <p:txBody>
          <a:bodyPr/>
          <a:lstStyle/>
          <a:p>
            <a:fld id="{4D8BBB31-E723-244F-9D12-A43C3B0D6F43}" type="slidenum">
              <a:rPr lang="en-AU">
                <a:latin typeface="Arial" pitchFamily="-84" charset="0"/>
              </a:rPr>
              <a:pPr/>
              <a:t>2</a:t>
            </a:fld>
            <a:endParaRPr lang="en-AU" dirty="0">
              <a:latin typeface="Arial" pitchFamily="-84" charset="0"/>
            </a:endParaRPr>
          </a:p>
        </p:txBody>
      </p:sp>
      <p:sp>
        <p:nvSpPr>
          <p:cNvPr id="48131" name="Rectangle 1026"/>
          <p:cNvSpPr>
            <a:spLocks noGrp="1" noRot="1" noChangeAspect="1" noChangeArrowheads="1" noTextEdit="1"/>
          </p:cNvSpPr>
          <p:nvPr>
            <p:ph type="sldImg"/>
          </p:nvPr>
        </p:nvSpPr>
        <p:spPr>
          <a:xfrm>
            <a:off x="381000" y="685800"/>
            <a:ext cx="6096000" cy="3429000"/>
          </a:xfrm>
          <a:ln/>
        </p:spPr>
      </p:sp>
      <p:sp>
        <p:nvSpPr>
          <p:cNvPr id="48132" name="Rectangle 1027"/>
          <p:cNvSpPr>
            <a:spLocks noGrp="1" noChangeArrowheads="1"/>
          </p:cNvSpPr>
          <p:nvPr>
            <p:ph type="body" idx="1"/>
          </p:nvPr>
        </p:nvSpPr>
        <p:spPr>
          <a:noFill/>
          <a:ln/>
        </p:spPr>
        <p:txBody>
          <a:bodyPr/>
          <a:lstStyle/>
          <a:p>
            <a:r>
              <a:rPr lang="en-US" sz="1200" kern="1200" baseline="0" dirty="0">
                <a:solidFill>
                  <a:schemeClr val="tx1"/>
                </a:solidFill>
                <a:latin typeface="Arial" charset="0"/>
                <a:ea typeface="ＭＳ Ｐゴシック" charset="-128"/>
                <a:cs typeface="ＭＳ Ｐゴシック" charset="-128"/>
              </a:rPr>
              <a:t>The addition operation in ECC is the counterpart of modular multiplication in RSA, and multiple addition is the counterpart of modular exponentiation. To form a cryptographic system using elliptic curves, we need to find a “hard problem” corresponding</a:t>
            </a:r>
          </a:p>
          <a:p>
            <a:r>
              <a:rPr lang="en-US" sz="1200" kern="1200" baseline="0" dirty="0">
                <a:solidFill>
                  <a:schemeClr val="tx1"/>
                </a:solidFill>
                <a:latin typeface="Arial" charset="0"/>
                <a:ea typeface="ＭＳ Ｐゴシック" charset="-128"/>
                <a:cs typeface="ＭＳ Ｐゴシック" charset="-128"/>
              </a:rPr>
              <a:t>to factoring the product of two primes or taking the discrete logarithm.</a:t>
            </a:r>
          </a:p>
          <a:p>
            <a:endParaRPr lang="en-US" dirty="0">
              <a:latin typeface="Arial" pitchFamily="-84" charset="0"/>
              <a:ea typeface="ＭＳ Ｐゴシック" pitchFamily="-84" charset="-128"/>
              <a:cs typeface="ＭＳ Ｐゴシック" pitchFamily="-84" charset="-128"/>
            </a:endParaRPr>
          </a:p>
          <a:p>
            <a:pPr eaLnBrk="1" hangingPunct="1"/>
            <a:r>
              <a:rPr lang="en-US" dirty="0">
                <a:latin typeface="Arial" pitchFamily="-84" charset="0"/>
                <a:ea typeface="ＭＳ Ｐゴシック" pitchFamily="-84" charset="-128"/>
                <a:cs typeface="ＭＳ Ｐゴシック" pitchFamily="-84" charset="-128"/>
              </a:rPr>
              <a:t>We give an example taken from the Certicom Web site (www.certicom.com). Consider the group E</a:t>
            </a:r>
            <a:r>
              <a:rPr lang="en-US" baseline="-25000" dirty="0">
                <a:latin typeface="Arial" pitchFamily="-84" charset="0"/>
                <a:ea typeface="ＭＳ Ｐゴシック" pitchFamily="-84" charset="-128"/>
                <a:cs typeface="ＭＳ Ｐゴシック" pitchFamily="-84" charset="-128"/>
              </a:rPr>
              <a:t>23</a:t>
            </a:r>
            <a:r>
              <a:rPr lang="en-US" dirty="0">
                <a:latin typeface="Arial" pitchFamily="-84" charset="0"/>
                <a:ea typeface="ＭＳ Ｐゴシック" pitchFamily="-84" charset="-128"/>
                <a:cs typeface="ＭＳ Ｐゴシック" pitchFamily="-84" charset="-128"/>
              </a:rPr>
              <a:t>(9, 17). This is the group defined by the equation </a:t>
            </a:r>
            <a:r>
              <a:rPr lang="en-US" i="1" dirty="0">
                <a:latin typeface="Arial" pitchFamily="-84" charset="0"/>
                <a:ea typeface="ＭＳ Ｐゴシック" pitchFamily="-84" charset="-128"/>
                <a:cs typeface="ＭＳ Ｐゴシック" pitchFamily="-84" charset="-128"/>
              </a:rPr>
              <a:t>y</a:t>
            </a:r>
            <a:r>
              <a:rPr lang="en-US" i="1" baseline="30000" dirty="0">
                <a:latin typeface="Arial" pitchFamily="-84" charset="0"/>
                <a:ea typeface="ＭＳ Ｐゴシック" pitchFamily="-84" charset="-128"/>
                <a:cs typeface="ＭＳ Ｐゴシック" pitchFamily="-84" charset="-128"/>
              </a:rPr>
              <a:t>2</a:t>
            </a:r>
            <a:r>
              <a:rPr lang="en-US" i="1" dirty="0">
                <a:latin typeface="Arial" pitchFamily="-84" charset="0"/>
                <a:ea typeface="ＭＳ Ｐゴシック" pitchFamily="-84" charset="-128"/>
                <a:cs typeface="ＭＳ Ｐゴシック" pitchFamily="-84" charset="-128"/>
              </a:rPr>
              <a:t>  mod 23 = (x</a:t>
            </a:r>
            <a:r>
              <a:rPr lang="en-US" i="1" baseline="30000" dirty="0">
                <a:latin typeface="Arial" pitchFamily="-84" charset="0"/>
                <a:ea typeface="ＭＳ Ｐゴシック" pitchFamily="-84" charset="-128"/>
                <a:cs typeface="ＭＳ Ｐゴシック" pitchFamily="-84" charset="-128"/>
              </a:rPr>
              <a:t>3</a:t>
            </a:r>
            <a:r>
              <a:rPr lang="en-US" i="1" dirty="0">
                <a:latin typeface="Arial" pitchFamily="-84" charset="0"/>
                <a:ea typeface="ＭＳ Ｐゴシック" pitchFamily="-84" charset="-128"/>
                <a:cs typeface="ＭＳ Ｐゴシック" pitchFamily="-84" charset="-128"/>
              </a:rPr>
              <a:t> + 9x + 17) </a:t>
            </a:r>
            <a:r>
              <a:rPr lang="en-US" dirty="0">
                <a:latin typeface="Arial" pitchFamily="-84" charset="0"/>
                <a:ea typeface="ＭＳ Ｐゴシック" pitchFamily="-84" charset="-128"/>
                <a:cs typeface="ＭＳ Ｐゴシック" pitchFamily="-84" charset="-128"/>
              </a:rPr>
              <a:t>mod 23. What is the discrete logarithm k of Q = (4, 5) to the base P = (16, 5)? The brute-force method is to compute multiples of P until Q is found. Thus </a:t>
            </a:r>
            <a:r>
              <a:rPr lang="en-US" i="1" dirty="0">
                <a:latin typeface="Arial" pitchFamily="-84" charset="0"/>
                <a:ea typeface="ＭＳ Ｐゴシック" pitchFamily="-84" charset="-128"/>
                <a:cs typeface="ＭＳ Ｐゴシック" pitchFamily="-84" charset="-128"/>
              </a:rPr>
              <a:t>P = (16, 5); 2P = (20, 20); 3P = (14, 14); 4P = (19, 20); 5P = (13, 10); 6P = (7, 3); 7P = (8, 7); 8P = (12, 17) ; 9P = (4, 5).   </a:t>
            </a:r>
            <a:r>
              <a:rPr lang="en-US" dirty="0">
                <a:latin typeface="Arial" pitchFamily="-84" charset="0"/>
                <a:ea typeface="ＭＳ Ｐゴシック" pitchFamily="-84" charset="-128"/>
                <a:cs typeface="ＭＳ Ｐゴシック" pitchFamily="-84" charset="-128"/>
              </a:rPr>
              <a:t>Because 9P = (4, 5) = Q, the discrete logarithm Q = (4, 5) to the base P = (16, 5) is k = 9. In a real application, k would be so large as to make the brute-force approach infeasible. </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r>
              <a:rPr lang="en-US" dirty="0"/>
              <a:t>Figure 10.7 ECC Diffie-Hellman Key Exchange.</a:t>
            </a:r>
          </a:p>
          <a:p>
            <a:endParaRPr lang="en-US" dirty="0"/>
          </a:p>
          <a:p>
            <a:pPr marL="0" marR="0" lvl="0" indent="0" algn="l" defTabSz="914400" rtl="0" eaLnBrk="0" fontAlgn="base" latinLnBrk="0" hangingPunct="0">
              <a:lnSpc>
                <a:spcPct val="100000"/>
              </a:lnSpc>
              <a:spcBef>
                <a:spcPct val="30000"/>
              </a:spcBef>
              <a:spcAft>
                <a:spcPct val="0"/>
              </a:spcAft>
              <a:buClrTx/>
              <a:buSzTx/>
              <a:buFontTx/>
              <a:buNone/>
              <a:tabLst/>
              <a:defRPr/>
            </a:pPr>
            <a:r>
              <a:rPr lang="en-US" sz="1200" kern="1200" dirty="0">
                <a:solidFill>
                  <a:schemeClr val="tx1"/>
                </a:solidFill>
                <a:effectLst/>
                <a:latin typeface="Arial" charset="0"/>
                <a:ea typeface="ＭＳ Ｐゴシック" charset="-128"/>
                <a:cs typeface="ＭＳ Ｐゴシック" charset="-128"/>
              </a:rPr>
              <a:t>A key exchange between users A and B can be accomplished as follows (Figure 10.7). </a:t>
            </a:r>
            <a:endParaRPr lang="en-US" dirty="0"/>
          </a:p>
          <a:p>
            <a:endParaRPr lang="en-US" dirty="0"/>
          </a:p>
        </p:txBody>
      </p:sp>
      <p:sp>
        <p:nvSpPr>
          <p:cNvPr id="4" name="Slide Number Placeholder 3"/>
          <p:cNvSpPr>
            <a:spLocks noGrp="1"/>
          </p:cNvSpPr>
          <p:nvPr>
            <p:ph type="sldNum" sz="quarter" idx="10"/>
          </p:nvPr>
        </p:nvSpPr>
        <p:spPr/>
        <p:txBody>
          <a:bodyPr/>
          <a:lstStyle/>
          <a:p>
            <a:pPr>
              <a:defRPr/>
            </a:pPr>
            <a:fld id="{6C914AB1-A579-2F42-995D-A924F462C005}" type="slidenum">
              <a:rPr lang="en-AU" smtClean="0"/>
              <a:pPr>
                <a:defRPr/>
              </a:pPr>
              <a:t>3</a:t>
            </a:fld>
            <a:endParaRPr lang="en-AU"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r>
              <a:rPr lang="en-US" dirty="0"/>
              <a:t>Figure 10.7 ECC Diffie-Hellman Key Exchange.</a:t>
            </a:r>
          </a:p>
          <a:p>
            <a:endParaRPr lang="en-US" dirty="0"/>
          </a:p>
          <a:p>
            <a:pPr marL="0" marR="0" lvl="0" indent="0" algn="l" defTabSz="914400" rtl="0" eaLnBrk="0" fontAlgn="base" latinLnBrk="0" hangingPunct="0">
              <a:lnSpc>
                <a:spcPct val="100000"/>
              </a:lnSpc>
              <a:spcBef>
                <a:spcPct val="30000"/>
              </a:spcBef>
              <a:spcAft>
                <a:spcPct val="0"/>
              </a:spcAft>
              <a:buClrTx/>
              <a:buSzTx/>
              <a:buFontTx/>
              <a:buNone/>
              <a:tabLst/>
              <a:defRPr/>
            </a:pPr>
            <a:r>
              <a:rPr lang="en-US" sz="1200" kern="1200" dirty="0">
                <a:solidFill>
                  <a:schemeClr val="tx1"/>
                </a:solidFill>
                <a:effectLst/>
                <a:latin typeface="Arial" charset="0"/>
                <a:ea typeface="ＭＳ Ｐゴシック" charset="-128"/>
                <a:cs typeface="ＭＳ Ｐゴシック" charset="-128"/>
              </a:rPr>
              <a:t>A key exchange between users A and B can be accomplished as follows (Figure 10.7). </a:t>
            </a:r>
            <a:endParaRPr lang="en-US" dirty="0"/>
          </a:p>
          <a:p>
            <a:endParaRPr lang="en-US" dirty="0"/>
          </a:p>
        </p:txBody>
      </p:sp>
      <p:sp>
        <p:nvSpPr>
          <p:cNvPr id="4" name="Slide Number Placeholder 3"/>
          <p:cNvSpPr>
            <a:spLocks noGrp="1"/>
          </p:cNvSpPr>
          <p:nvPr>
            <p:ph type="sldNum" sz="quarter" idx="10"/>
          </p:nvPr>
        </p:nvSpPr>
        <p:spPr/>
        <p:txBody>
          <a:bodyPr/>
          <a:lstStyle/>
          <a:p>
            <a:pPr>
              <a:defRPr/>
            </a:pPr>
            <a:fld id="{6C914AB1-A579-2F42-995D-A924F462C005}" type="slidenum">
              <a:rPr lang="en-AU" smtClean="0"/>
              <a:pPr>
                <a:defRPr/>
              </a:pPr>
              <a:t>4</a:t>
            </a:fld>
            <a:endParaRPr lang="en-AU"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r>
              <a:rPr lang="en-US" dirty="0"/>
              <a:t>Figure 10.7 ECC Diffie-Hellman Key Exchange.</a:t>
            </a:r>
          </a:p>
          <a:p>
            <a:endParaRPr lang="en-US" dirty="0"/>
          </a:p>
          <a:p>
            <a:pPr marL="0" marR="0" lvl="0" indent="0" algn="l" defTabSz="914400" rtl="0" eaLnBrk="0" fontAlgn="base" latinLnBrk="0" hangingPunct="0">
              <a:lnSpc>
                <a:spcPct val="100000"/>
              </a:lnSpc>
              <a:spcBef>
                <a:spcPct val="30000"/>
              </a:spcBef>
              <a:spcAft>
                <a:spcPct val="0"/>
              </a:spcAft>
              <a:buClrTx/>
              <a:buSzTx/>
              <a:buFontTx/>
              <a:buNone/>
              <a:tabLst/>
              <a:defRPr/>
            </a:pPr>
            <a:r>
              <a:rPr lang="en-US" sz="1200" kern="1200" dirty="0">
                <a:solidFill>
                  <a:schemeClr val="tx1"/>
                </a:solidFill>
                <a:effectLst/>
                <a:latin typeface="Arial" charset="0"/>
                <a:ea typeface="ＭＳ Ｐゴシック" charset="-128"/>
                <a:cs typeface="ＭＳ Ｐゴシック" charset="-128"/>
              </a:rPr>
              <a:t>A key exchange between users A and B can be accomplished as follows (Figure 10.7). </a:t>
            </a:r>
            <a:endParaRPr lang="en-US" dirty="0"/>
          </a:p>
          <a:p>
            <a:endParaRPr lang="en-US" dirty="0"/>
          </a:p>
        </p:txBody>
      </p:sp>
      <p:sp>
        <p:nvSpPr>
          <p:cNvPr id="4" name="Slide Number Placeholder 3"/>
          <p:cNvSpPr>
            <a:spLocks noGrp="1"/>
          </p:cNvSpPr>
          <p:nvPr>
            <p:ph type="sldNum" sz="quarter" idx="10"/>
          </p:nvPr>
        </p:nvSpPr>
        <p:spPr/>
        <p:txBody>
          <a:bodyPr/>
          <a:lstStyle/>
          <a:p>
            <a:pPr>
              <a:defRPr/>
            </a:pPr>
            <a:fld id="{6C914AB1-A579-2F42-995D-A924F462C005}" type="slidenum">
              <a:rPr lang="en-AU" smtClean="0"/>
              <a:pPr>
                <a:defRPr/>
              </a:pPr>
              <a:t>5</a:t>
            </a:fld>
            <a:endParaRPr lang="en-AU" dirty="0"/>
          </a:p>
        </p:txBody>
      </p:sp>
    </p:spTree>
    <p:extLst>
      <p:ext uri="{BB962C8B-B14F-4D97-AF65-F5344CB8AC3E}">
        <p14:creationId xmlns:p14="http://schemas.microsoft.com/office/powerpoint/2010/main" val="407927939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7"/>
          <p:cNvSpPr>
            <a:spLocks noGrp="1" noChangeArrowheads="1"/>
          </p:cNvSpPr>
          <p:nvPr>
            <p:ph type="sldNum" sz="quarter" idx="5"/>
          </p:nvPr>
        </p:nvSpPr>
        <p:spPr>
          <a:noFill/>
        </p:spPr>
        <p:txBody>
          <a:bodyPr/>
          <a:lstStyle/>
          <a:p>
            <a:fld id="{81E0DCAE-B7BD-6042-8BF4-344E03253E32}" type="slidenum">
              <a:rPr lang="en-AU">
                <a:latin typeface="Arial" pitchFamily="-84" charset="0"/>
              </a:rPr>
              <a:pPr/>
              <a:t>8</a:t>
            </a:fld>
            <a:endParaRPr lang="en-AU" dirty="0">
              <a:latin typeface="Arial" pitchFamily="-84" charset="0"/>
            </a:endParaRPr>
          </a:p>
        </p:txBody>
      </p:sp>
      <p:sp>
        <p:nvSpPr>
          <p:cNvPr id="54275" name="Rectangle 2"/>
          <p:cNvSpPr>
            <a:spLocks noGrp="1" noRot="1" noChangeAspect="1" noChangeArrowheads="1" noTextEdit="1"/>
          </p:cNvSpPr>
          <p:nvPr>
            <p:ph type="sldImg"/>
          </p:nvPr>
        </p:nvSpPr>
        <p:spPr>
          <a:xfrm>
            <a:off x="381000" y="685800"/>
            <a:ext cx="6096000" cy="3429000"/>
          </a:xfrm>
          <a:ln/>
        </p:spPr>
      </p:sp>
      <p:sp>
        <p:nvSpPr>
          <p:cNvPr id="54276" name="Rectangle 3"/>
          <p:cNvSpPr>
            <a:spLocks noGrp="1" noChangeArrowheads="1"/>
          </p:cNvSpPr>
          <p:nvPr>
            <p:ph type="body" idx="1"/>
          </p:nvPr>
        </p:nvSpPr>
        <p:spPr>
          <a:noFill/>
          <a:ln/>
        </p:spPr>
        <p:txBody>
          <a:bodyPr/>
          <a:lstStyle/>
          <a:p>
            <a:r>
              <a:rPr lang="en-US" sz="1200" kern="1200" baseline="0" dirty="0">
                <a:solidFill>
                  <a:schemeClr val="tx1"/>
                </a:solidFill>
                <a:latin typeface="Arial" charset="0"/>
                <a:ea typeface="ＭＳ Ｐゴシック" charset="-128"/>
                <a:cs typeface="ＭＳ Ｐゴシック" charset="-128"/>
              </a:rPr>
              <a:t> The security of ECC depends on how difficult it is to determine </a:t>
            </a:r>
            <a:r>
              <a:rPr lang="en-US" sz="1200" i="1" kern="1200" baseline="0" dirty="0">
                <a:solidFill>
                  <a:schemeClr val="tx1"/>
                </a:solidFill>
                <a:latin typeface="Arial" charset="0"/>
                <a:ea typeface="ＭＳ Ｐゴシック" charset="-128"/>
                <a:cs typeface="ＭＳ Ｐゴシック" charset="-128"/>
              </a:rPr>
              <a:t>k</a:t>
            </a:r>
            <a:r>
              <a:rPr lang="en-US" sz="1200" kern="1200" baseline="0" dirty="0">
                <a:solidFill>
                  <a:schemeClr val="tx1"/>
                </a:solidFill>
                <a:latin typeface="Arial" charset="0"/>
                <a:ea typeface="ＭＳ Ｐゴシック" charset="-128"/>
                <a:cs typeface="ＭＳ Ｐゴシック" charset="-128"/>
              </a:rPr>
              <a:t> given </a:t>
            </a:r>
            <a:r>
              <a:rPr lang="en-US" sz="1200" i="1" kern="1200" baseline="0" dirty="0">
                <a:solidFill>
                  <a:schemeClr val="tx1"/>
                </a:solidFill>
                <a:latin typeface="Arial" charset="0"/>
                <a:ea typeface="ＭＳ Ｐゴシック" charset="-128"/>
                <a:cs typeface="ＭＳ Ｐゴシック" charset="-128"/>
              </a:rPr>
              <a:t>kP</a:t>
            </a:r>
            <a:r>
              <a:rPr lang="en-US" sz="1200" kern="1200" baseline="0" dirty="0">
                <a:solidFill>
                  <a:schemeClr val="tx1"/>
                </a:solidFill>
                <a:latin typeface="Arial" charset="0"/>
                <a:ea typeface="ＭＳ Ｐゴシック" charset="-128"/>
                <a:cs typeface="ＭＳ Ｐゴシック" charset="-128"/>
              </a:rPr>
              <a:t>  and </a:t>
            </a:r>
            <a:r>
              <a:rPr lang="en-US" sz="1200" i="1" kern="1200" baseline="0" dirty="0">
                <a:solidFill>
                  <a:schemeClr val="tx1"/>
                </a:solidFill>
                <a:latin typeface="Arial" charset="0"/>
                <a:ea typeface="ＭＳ Ｐゴシック" charset="-128"/>
                <a:cs typeface="ＭＳ Ｐゴシック" charset="-128"/>
              </a:rPr>
              <a:t>P</a:t>
            </a:r>
            <a:r>
              <a:rPr lang="en-US" sz="1200" kern="1200" baseline="0" dirty="0">
                <a:solidFill>
                  <a:schemeClr val="tx1"/>
                </a:solidFill>
                <a:latin typeface="Arial" charset="0"/>
                <a:ea typeface="ＭＳ Ｐゴシック" charset="-128"/>
                <a:cs typeface="ＭＳ Ｐゴシック" charset="-128"/>
              </a:rPr>
              <a:t> . This is referred to as the elliptic curve logarithm problem. The fastest known technique for taking the elliptic curve logarithm is known as the Pollard rho method.</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Arial" charset="0"/>
                <a:ea typeface="ＭＳ Ｐゴシック" charset="-128"/>
                <a:cs typeface="ＭＳ Ｐゴシック" charset="-128"/>
              </a:rPr>
              <a:t>Table 10.3, from NIST SP800-57 (</a:t>
            </a:r>
            <a:r>
              <a:rPr lang="en-US" sz="1200" i="1" kern="1200" baseline="0" dirty="0">
                <a:solidFill>
                  <a:schemeClr val="tx1"/>
                </a:solidFill>
                <a:latin typeface="Arial" charset="0"/>
                <a:ea typeface="ＭＳ Ｐゴシック" charset="-128"/>
                <a:cs typeface="ＭＳ Ｐゴシック" charset="-128"/>
              </a:rPr>
              <a:t>Recommendation for Key Management—Part 1: General,</a:t>
            </a:r>
            <a:r>
              <a:rPr lang="en-US" sz="1200" kern="1200" baseline="0" dirty="0">
                <a:solidFill>
                  <a:schemeClr val="tx1"/>
                </a:solidFill>
                <a:latin typeface="Arial" charset="0"/>
                <a:ea typeface="ＭＳ Ｐゴシック" charset="-128"/>
                <a:cs typeface="ＭＳ Ｐゴシック" charset="-128"/>
              </a:rPr>
              <a:t> September 2015), compares various algorithms by showing comparable key sizes in terms of computational effort for cryptanalysis. As can be seen, a considerably</a:t>
            </a:r>
          </a:p>
          <a:p>
            <a:r>
              <a:rPr lang="en-US" sz="1200" kern="1200" baseline="0" dirty="0">
                <a:solidFill>
                  <a:schemeClr val="tx1"/>
                </a:solidFill>
                <a:latin typeface="Arial" charset="0"/>
                <a:ea typeface="ＭＳ Ｐゴシック" charset="-128"/>
                <a:cs typeface="ＭＳ Ｐゴシック" charset="-128"/>
              </a:rPr>
              <a:t>smaller key size can be used for ECC compared to RSA. </a:t>
            </a:r>
          </a:p>
          <a:p>
            <a:endParaRPr lang="en-US" sz="1200" kern="1200" baseline="0" dirty="0">
              <a:solidFill>
                <a:schemeClr val="tx1"/>
              </a:solidFill>
              <a:latin typeface="Arial" charset="0"/>
              <a:ea typeface="ＭＳ Ｐゴシック" charset="-128"/>
              <a:cs typeface="ＭＳ Ｐゴシック" charset="-128"/>
            </a:endParaRPr>
          </a:p>
          <a:p>
            <a:r>
              <a:rPr lang="en-US" sz="1200" kern="1200" baseline="0" dirty="0">
                <a:solidFill>
                  <a:schemeClr val="tx1"/>
                </a:solidFill>
                <a:latin typeface="Arial" charset="0"/>
                <a:ea typeface="ＭＳ Ｐゴシック" charset="-128"/>
                <a:cs typeface="ＭＳ Ｐゴシック" charset="-128"/>
              </a:rPr>
              <a:t> Based on this analysis, SP 800-57 recommends that at least through 2030, acceptable key lengths are from 3072 to 14,360 bits for RSA and 256 to 512 bits for ECC. Similarly, the European Union Agency for Network and Information Security (ENISA) recommends in their 2014 report (</a:t>
            </a:r>
            <a:r>
              <a:rPr lang="en-US" sz="1200" i="1" kern="1200" baseline="0" dirty="0">
                <a:solidFill>
                  <a:schemeClr val="tx1"/>
                </a:solidFill>
                <a:latin typeface="Arial" charset="0"/>
                <a:ea typeface="ＭＳ Ｐゴシック" charset="-128"/>
                <a:cs typeface="ＭＳ Ｐゴシック" charset="-128"/>
              </a:rPr>
              <a:t>Algorithms, Key Size and Parameters report—2014 , </a:t>
            </a:r>
            <a:r>
              <a:rPr lang="en-US" sz="1200" kern="1200" baseline="0" dirty="0">
                <a:solidFill>
                  <a:schemeClr val="tx1"/>
                </a:solidFill>
                <a:latin typeface="Arial" charset="0"/>
                <a:ea typeface="ＭＳ Ｐゴシック" charset="-128"/>
                <a:cs typeface="ＭＳ Ｐゴシック" charset="-128"/>
              </a:rPr>
              <a:t>November 2014) minimum key lengths for future system of 3072 bits</a:t>
            </a:r>
          </a:p>
          <a:p>
            <a:r>
              <a:rPr lang="en-US" sz="1200" kern="1200" baseline="0" dirty="0">
                <a:solidFill>
                  <a:schemeClr val="tx1"/>
                </a:solidFill>
                <a:latin typeface="Arial" charset="0"/>
                <a:ea typeface="ＭＳ Ｐゴシック" charset="-128"/>
                <a:cs typeface="ＭＳ Ｐゴシック" charset="-128"/>
              </a:rPr>
              <a:t>and 256 bits for RSA and ECC, respectively.</a:t>
            </a:r>
          </a:p>
          <a:p>
            <a:endParaRPr lang="en-US" sz="1200" kern="1200" baseline="0" dirty="0">
              <a:solidFill>
                <a:schemeClr val="tx1"/>
              </a:solidFill>
              <a:latin typeface="Arial" charset="0"/>
              <a:ea typeface="ＭＳ Ｐゴシック" charset="-128"/>
              <a:cs typeface="ＭＳ Ｐゴシック" charset="-128"/>
            </a:endParaRPr>
          </a:p>
          <a:p>
            <a:r>
              <a:rPr lang="en-US" sz="1200" kern="1200" baseline="0" dirty="0">
                <a:solidFill>
                  <a:schemeClr val="tx1"/>
                </a:solidFill>
                <a:latin typeface="Arial" charset="0"/>
                <a:ea typeface="ＭＳ Ｐゴシック" charset="-128"/>
                <a:cs typeface="ＭＳ Ｐゴシック" charset="-128"/>
              </a:rPr>
              <a:t> Analysis indicates that for equal key lengths, the computational effort required for ECC and RSA is comparable [JURI97]. Thus, there is a computational advantage to using ECC with a shorter key length than a comparably secure RSA.</a:t>
            </a:r>
          </a:p>
        </p:txBody>
      </p:sp>
      <p:sp>
        <p:nvSpPr>
          <p:cNvPr id="4" name="Slide Number Placeholder 3"/>
          <p:cNvSpPr>
            <a:spLocks noGrp="1"/>
          </p:cNvSpPr>
          <p:nvPr>
            <p:ph type="sldNum" sz="quarter" idx="10"/>
          </p:nvPr>
        </p:nvSpPr>
        <p:spPr/>
        <p:txBody>
          <a:bodyPr/>
          <a:lstStyle/>
          <a:p>
            <a:pPr>
              <a:defRPr/>
            </a:pPr>
            <a:fld id="{6C914AB1-A579-2F42-995D-A924F462C005}" type="slidenum">
              <a:rPr lang="en-AU" smtClean="0"/>
              <a:pPr>
                <a:defRPr/>
              </a:pPr>
              <a:t>9</a:t>
            </a:fld>
            <a:endParaRPr lang="en-AU"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Rectangle 1031"/>
          <p:cNvSpPr>
            <a:spLocks noGrp="1" noChangeArrowheads="1"/>
          </p:cNvSpPr>
          <p:nvPr>
            <p:ph type="sldNum" sz="quarter" idx="5"/>
          </p:nvPr>
        </p:nvSpPr>
        <p:spPr>
          <a:noFill/>
        </p:spPr>
        <p:txBody>
          <a:bodyPr/>
          <a:lstStyle/>
          <a:p>
            <a:fld id="{645F3BD3-6F3C-694C-8E1B-CF3CF7A9ECD3}" type="slidenum">
              <a:rPr lang="en-AU">
                <a:latin typeface="Arial" pitchFamily="-84" charset="0"/>
              </a:rPr>
              <a:pPr/>
              <a:t>10</a:t>
            </a:fld>
            <a:endParaRPr lang="en-AU" dirty="0">
              <a:latin typeface="Arial" pitchFamily="-84" charset="0"/>
            </a:endParaRPr>
          </a:p>
        </p:txBody>
      </p:sp>
      <p:sp>
        <p:nvSpPr>
          <p:cNvPr id="101379" name="Rectangle 2"/>
          <p:cNvSpPr>
            <a:spLocks noGrp="1" noRot="1" noChangeAspect="1" noChangeArrowheads="1" noTextEdit="1"/>
          </p:cNvSpPr>
          <p:nvPr>
            <p:ph type="sldImg"/>
          </p:nvPr>
        </p:nvSpPr>
        <p:spPr>
          <a:xfrm>
            <a:off x="381000" y="685800"/>
            <a:ext cx="6096000" cy="3429000"/>
          </a:xfrm>
          <a:ln/>
        </p:spPr>
      </p:sp>
      <p:sp>
        <p:nvSpPr>
          <p:cNvPr id="101380" name="Rectangle 3"/>
          <p:cNvSpPr>
            <a:spLocks noGrp="1" noChangeArrowheads="1"/>
          </p:cNvSpPr>
          <p:nvPr>
            <p:ph type="body" idx="1"/>
          </p:nvPr>
        </p:nvSpPr>
        <p:spPr>
          <a:noFill/>
          <a:ln/>
        </p:spPr>
        <p:txBody>
          <a:bodyPr/>
          <a:lstStyle/>
          <a:p>
            <a:pPr eaLnBrk="1" hangingPunct="1"/>
            <a:r>
              <a:rPr lang="en-US" dirty="0">
                <a:latin typeface="Arial" pitchFamily="-84" charset="0"/>
                <a:ea typeface="ＭＳ Ｐゴシック" pitchFamily="-84" charset="-128"/>
                <a:cs typeface="ＭＳ Ｐゴシック" pitchFamily="-84" charset="-128"/>
              </a:rPr>
              <a:t>Chapter 10 summary.</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A6036C-0153-763F-EE21-294D3AF58DC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99A465ED-0388-B9A7-9E65-3C89355DFB8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6ED10FD4-C428-7032-9547-D36D8BF8E0DC}"/>
              </a:ext>
            </a:extLst>
          </p:cNvPr>
          <p:cNvSpPr>
            <a:spLocks noGrp="1"/>
          </p:cNvSpPr>
          <p:nvPr>
            <p:ph type="dt" sz="half" idx="10"/>
          </p:nvPr>
        </p:nvSpPr>
        <p:spPr/>
        <p:txBody>
          <a:bodyPr/>
          <a:lstStyle/>
          <a:p>
            <a:fld id="{D76CDC00-E53B-7F42-9FF4-C2C71C6A6FC4}" type="datetimeFigureOut">
              <a:rPr lang="en-US" smtClean="0"/>
              <a:t>4/22/26</a:t>
            </a:fld>
            <a:endParaRPr lang="en-US"/>
          </a:p>
        </p:txBody>
      </p:sp>
      <p:sp>
        <p:nvSpPr>
          <p:cNvPr id="5" name="Footer Placeholder 4">
            <a:extLst>
              <a:ext uri="{FF2B5EF4-FFF2-40B4-BE49-F238E27FC236}">
                <a16:creationId xmlns:a16="http://schemas.microsoft.com/office/drawing/2014/main" id="{0AA17BBC-D50A-8374-F77A-D4412CB1AAE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B823BFC-6CBA-6CEF-D9DD-9A8758B988AE}"/>
              </a:ext>
            </a:extLst>
          </p:cNvPr>
          <p:cNvSpPr>
            <a:spLocks noGrp="1"/>
          </p:cNvSpPr>
          <p:nvPr>
            <p:ph type="sldNum" sz="quarter" idx="12"/>
          </p:nvPr>
        </p:nvSpPr>
        <p:spPr/>
        <p:txBody>
          <a:bodyPr/>
          <a:lstStyle/>
          <a:p>
            <a:fld id="{F11DC04A-6CE2-764C-AB12-88585C2B6E6A}" type="slidenum">
              <a:rPr lang="en-US" smtClean="0"/>
              <a:t>‹#›</a:t>
            </a:fld>
            <a:endParaRPr lang="en-US"/>
          </a:p>
        </p:txBody>
      </p:sp>
    </p:spTree>
    <p:extLst>
      <p:ext uri="{BB962C8B-B14F-4D97-AF65-F5344CB8AC3E}">
        <p14:creationId xmlns:p14="http://schemas.microsoft.com/office/powerpoint/2010/main" val="286648484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4288C9-1268-7AFA-D7F1-720AA29B140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EE8B3AA-1928-AF05-FD0C-C8E69DC1436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CAB0D55-BB4F-831F-21C6-8D0F43EECB67}"/>
              </a:ext>
            </a:extLst>
          </p:cNvPr>
          <p:cNvSpPr>
            <a:spLocks noGrp="1"/>
          </p:cNvSpPr>
          <p:nvPr>
            <p:ph type="dt" sz="half" idx="10"/>
          </p:nvPr>
        </p:nvSpPr>
        <p:spPr/>
        <p:txBody>
          <a:bodyPr/>
          <a:lstStyle/>
          <a:p>
            <a:fld id="{D76CDC00-E53B-7F42-9FF4-C2C71C6A6FC4}" type="datetimeFigureOut">
              <a:rPr lang="en-US" smtClean="0"/>
              <a:t>4/22/26</a:t>
            </a:fld>
            <a:endParaRPr lang="en-US"/>
          </a:p>
        </p:txBody>
      </p:sp>
      <p:sp>
        <p:nvSpPr>
          <p:cNvPr id="5" name="Footer Placeholder 4">
            <a:extLst>
              <a:ext uri="{FF2B5EF4-FFF2-40B4-BE49-F238E27FC236}">
                <a16:creationId xmlns:a16="http://schemas.microsoft.com/office/drawing/2014/main" id="{D7C58644-C9DF-C3C2-0ACB-F828664C2E9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441D91B-F374-3BBA-F993-48D965222A71}"/>
              </a:ext>
            </a:extLst>
          </p:cNvPr>
          <p:cNvSpPr>
            <a:spLocks noGrp="1"/>
          </p:cNvSpPr>
          <p:nvPr>
            <p:ph type="sldNum" sz="quarter" idx="12"/>
          </p:nvPr>
        </p:nvSpPr>
        <p:spPr/>
        <p:txBody>
          <a:bodyPr/>
          <a:lstStyle/>
          <a:p>
            <a:fld id="{F11DC04A-6CE2-764C-AB12-88585C2B6E6A}" type="slidenum">
              <a:rPr lang="en-US" smtClean="0"/>
              <a:t>‹#›</a:t>
            </a:fld>
            <a:endParaRPr lang="en-US"/>
          </a:p>
        </p:txBody>
      </p:sp>
    </p:spTree>
    <p:extLst>
      <p:ext uri="{BB962C8B-B14F-4D97-AF65-F5344CB8AC3E}">
        <p14:creationId xmlns:p14="http://schemas.microsoft.com/office/powerpoint/2010/main" val="131160785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38CBF7-6A28-F78B-BB7D-030282005FC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3B737540-2978-029F-C014-7934711A95FE}"/>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F2A9109-3FF4-2A2F-04C5-42B73FE9C824}"/>
              </a:ext>
            </a:extLst>
          </p:cNvPr>
          <p:cNvSpPr>
            <a:spLocks noGrp="1"/>
          </p:cNvSpPr>
          <p:nvPr>
            <p:ph type="dt" sz="half" idx="10"/>
          </p:nvPr>
        </p:nvSpPr>
        <p:spPr/>
        <p:txBody>
          <a:bodyPr/>
          <a:lstStyle/>
          <a:p>
            <a:fld id="{D76CDC00-E53B-7F42-9FF4-C2C71C6A6FC4}" type="datetimeFigureOut">
              <a:rPr lang="en-US" smtClean="0"/>
              <a:t>4/22/26</a:t>
            </a:fld>
            <a:endParaRPr lang="en-US"/>
          </a:p>
        </p:txBody>
      </p:sp>
      <p:sp>
        <p:nvSpPr>
          <p:cNvPr id="5" name="Footer Placeholder 4">
            <a:extLst>
              <a:ext uri="{FF2B5EF4-FFF2-40B4-BE49-F238E27FC236}">
                <a16:creationId xmlns:a16="http://schemas.microsoft.com/office/drawing/2014/main" id="{7C007585-B86F-9CE2-8C7D-5A75815DD28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B36E5B5-A0E3-532E-4508-5D0A239C2963}"/>
              </a:ext>
            </a:extLst>
          </p:cNvPr>
          <p:cNvSpPr>
            <a:spLocks noGrp="1"/>
          </p:cNvSpPr>
          <p:nvPr>
            <p:ph type="sldNum" sz="quarter" idx="12"/>
          </p:nvPr>
        </p:nvSpPr>
        <p:spPr/>
        <p:txBody>
          <a:bodyPr/>
          <a:lstStyle/>
          <a:p>
            <a:fld id="{F11DC04A-6CE2-764C-AB12-88585C2B6E6A}" type="slidenum">
              <a:rPr lang="en-US" smtClean="0"/>
              <a:t>‹#›</a:t>
            </a:fld>
            <a:endParaRPr lang="en-US"/>
          </a:p>
        </p:txBody>
      </p:sp>
    </p:spTree>
    <p:extLst>
      <p:ext uri="{BB962C8B-B14F-4D97-AF65-F5344CB8AC3E}">
        <p14:creationId xmlns:p14="http://schemas.microsoft.com/office/powerpoint/2010/main" val="385012495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674F6A-742B-16AB-4782-C8F5A1EB641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2E5F371-453E-D36E-57A4-F205F63566A7}"/>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D634E4C4-4793-4271-60A6-35B8EDA6DBC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01CE649E-67AE-B833-2487-D50D89DAD46E}"/>
              </a:ext>
            </a:extLst>
          </p:cNvPr>
          <p:cNvSpPr>
            <a:spLocks noGrp="1"/>
          </p:cNvSpPr>
          <p:nvPr>
            <p:ph type="dt" sz="half" idx="10"/>
          </p:nvPr>
        </p:nvSpPr>
        <p:spPr/>
        <p:txBody>
          <a:bodyPr/>
          <a:lstStyle/>
          <a:p>
            <a:fld id="{D76CDC00-E53B-7F42-9FF4-C2C71C6A6FC4}" type="datetimeFigureOut">
              <a:rPr lang="en-US" smtClean="0"/>
              <a:t>4/22/26</a:t>
            </a:fld>
            <a:endParaRPr lang="en-US"/>
          </a:p>
        </p:txBody>
      </p:sp>
      <p:sp>
        <p:nvSpPr>
          <p:cNvPr id="6" name="Footer Placeholder 5">
            <a:extLst>
              <a:ext uri="{FF2B5EF4-FFF2-40B4-BE49-F238E27FC236}">
                <a16:creationId xmlns:a16="http://schemas.microsoft.com/office/drawing/2014/main" id="{AEC32213-FBA9-DFF2-9FA6-D8A3A39D0EC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F8B942C-E8DB-447E-80A6-0CDAB3C178A5}"/>
              </a:ext>
            </a:extLst>
          </p:cNvPr>
          <p:cNvSpPr>
            <a:spLocks noGrp="1"/>
          </p:cNvSpPr>
          <p:nvPr>
            <p:ph type="sldNum" sz="quarter" idx="12"/>
          </p:nvPr>
        </p:nvSpPr>
        <p:spPr/>
        <p:txBody>
          <a:bodyPr/>
          <a:lstStyle/>
          <a:p>
            <a:fld id="{F11DC04A-6CE2-764C-AB12-88585C2B6E6A}" type="slidenum">
              <a:rPr lang="en-US" smtClean="0"/>
              <a:t>‹#›</a:t>
            </a:fld>
            <a:endParaRPr lang="en-US"/>
          </a:p>
        </p:txBody>
      </p:sp>
    </p:spTree>
    <p:extLst>
      <p:ext uri="{BB962C8B-B14F-4D97-AF65-F5344CB8AC3E}">
        <p14:creationId xmlns:p14="http://schemas.microsoft.com/office/powerpoint/2010/main" val="380061540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EAE98F-E668-203C-E5DA-0472A2AFE279}"/>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33DDED6C-71A5-5637-5CFD-93CEEF95F19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0E6D171-35FB-B252-C444-3454B6125BA2}"/>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45C3D69-B22F-70BC-0E45-2EE5E0AAAA0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7849633-F44D-43A4-DB16-898031EE36E4}"/>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3B0AF979-A85C-56CE-09A9-39E251F08C27}"/>
              </a:ext>
            </a:extLst>
          </p:cNvPr>
          <p:cNvSpPr>
            <a:spLocks noGrp="1"/>
          </p:cNvSpPr>
          <p:nvPr>
            <p:ph type="dt" sz="half" idx="10"/>
          </p:nvPr>
        </p:nvSpPr>
        <p:spPr/>
        <p:txBody>
          <a:bodyPr/>
          <a:lstStyle/>
          <a:p>
            <a:fld id="{D76CDC00-E53B-7F42-9FF4-C2C71C6A6FC4}" type="datetimeFigureOut">
              <a:rPr lang="en-US" smtClean="0"/>
              <a:t>4/22/26</a:t>
            </a:fld>
            <a:endParaRPr lang="en-US"/>
          </a:p>
        </p:txBody>
      </p:sp>
      <p:sp>
        <p:nvSpPr>
          <p:cNvPr id="8" name="Footer Placeholder 7">
            <a:extLst>
              <a:ext uri="{FF2B5EF4-FFF2-40B4-BE49-F238E27FC236}">
                <a16:creationId xmlns:a16="http://schemas.microsoft.com/office/drawing/2014/main" id="{78347954-2E6E-D68A-05DE-A39C43C87116}"/>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F879AEBB-FDA0-FA19-C7CA-912D00C0433E}"/>
              </a:ext>
            </a:extLst>
          </p:cNvPr>
          <p:cNvSpPr>
            <a:spLocks noGrp="1"/>
          </p:cNvSpPr>
          <p:nvPr>
            <p:ph type="sldNum" sz="quarter" idx="12"/>
          </p:nvPr>
        </p:nvSpPr>
        <p:spPr/>
        <p:txBody>
          <a:bodyPr/>
          <a:lstStyle/>
          <a:p>
            <a:fld id="{F11DC04A-6CE2-764C-AB12-88585C2B6E6A}" type="slidenum">
              <a:rPr lang="en-US" smtClean="0"/>
              <a:t>‹#›</a:t>
            </a:fld>
            <a:endParaRPr lang="en-US"/>
          </a:p>
        </p:txBody>
      </p:sp>
    </p:spTree>
    <p:extLst>
      <p:ext uri="{BB962C8B-B14F-4D97-AF65-F5344CB8AC3E}">
        <p14:creationId xmlns:p14="http://schemas.microsoft.com/office/powerpoint/2010/main" val="377351982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3B3861-FA15-F553-E2AB-2608707FA730}"/>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A321F2EF-8807-0872-CA8A-13B9023A4885}"/>
              </a:ext>
            </a:extLst>
          </p:cNvPr>
          <p:cNvSpPr>
            <a:spLocks noGrp="1"/>
          </p:cNvSpPr>
          <p:nvPr>
            <p:ph type="dt" sz="half" idx="10"/>
          </p:nvPr>
        </p:nvSpPr>
        <p:spPr/>
        <p:txBody>
          <a:bodyPr/>
          <a:lstStyle/>
          <a:p>
            <a:fld id="{D76CDC00-E53B-7F42-9FF4-C2C71C6A6FC4}" type="datetimeFigureOut">
              <a:rPr lang="en-US" smtClean="0"/>
              <a:t>4/22/26</a:t>
            </a:fld>
            <a:endParaRPr lang="en-US"/>
          </a:p>
        </p:txBody>
      </p:sp>
      <p:sp>
        <p:nvSpPr>
          <p:cNvPr id="4" name="Footer Placeholder 3">
            <a:extLst>
              <a:ext uri="{FF2B5EF4-FFF2-40B4-BE49-F238E27FC236}">
                <a16:creationId xmlns:a16="http://schemas.microsoft.com/office/drawing/2014/main" id="{18BDC609-3589-4FBB-741D-6D768A97BD64}"/>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A69B2609-B126-D3B6-E647-38DF2D6D8ED2}"/>
              </a:ext>
            </a:extLst>
          </p:cNvPr>
          <p:cNvSpPr>
            <a:spLocks noGrp="1"/>
          </p:cNvSpPr>
          <p:nvPr>
            <p:ph type="sldNum" sz="quarter" idx="12"/>
          </p:nvPr>
        </p:nvSpPr>
        <p:spPr/>
        <p:txBody>
          <a:bodyPr/>
          <a:lstStyle/>
          <a:p>
            <a:fld id="{F11DC04A-6CE2-764C-AB12-88585C2B6E6A}" type="slidenum">
              <a:rPr lang="en-US" smtClean="0"/>
              <a:t>‹#›</a:t>
            </a:fld>
            <a:endParaRPr lang="en-US"/>
          </a:p>
        </p:txBody>
      </p:sp>
    </p:spTree>
    <p:extLst>
      <p:ext uri="{BB962C8B-B14F-4D97-AF65-F5344CB8AC3E}">
        <p14:creationId xmlns:p14="http://schemas.microsoft.com/office/powerpoint/2010/main" val="34139313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781C606-3B5E-088C-2695-102C94E0DF29}"/>
              </a:ext>
            </a:extLst>
          </p:cNvPr>
          <p:cNvSpPr>
            <a:spLocks noGrp="1"/>
          </p:cNvSpPr>
          <p:nvPr>
            <p:ph type="dt" sz="half" idx="10"/>
          </p:nvPr>
        </p:nvSpPr>
        <p:spPr/>
        <p:txBody>
          <a:bodyPr/>
          <a:lstStyle/>
          <a:p>
            <a:fld id="{D76CDC00-E53B-7F42-9FF4-C2C71C6A6FC4}" type="datetimeFigureOut">
              <a:rPr lang="en-US" smtClean="0"/>
              <a:t>4/22/26</a:t>
            </a:fld>
            <a:endParaRPr lang="en-US"/>
          </a:p>
        </p:txBody>
      </p:sp>
      <p:sp>
        <p:nvSpPr>
          <p:cNvPr id="3" name="Footer Placeholder 2">
            <a:extLst>
              <a:ext uri="{FF2B5EF4-FFF2-40B4-BE49-F238E27FC236}">
                <a16:creationId xmlns:a16="http://schemas.microsoft.com/office/drawing/2014/main" id="{AD796ED2-41FE-853C-28FE-10095DCEEA93}"/>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40DBEF2D-F496-C6DC-C425-86C236D00BE4}"/>
              </a:ext>
            </a:extLst>
          </p:cNvPr>
          <p:cNvSpPr>
            <a:spLocks noGrp="1"/>
          </p:cNvSpPr>
          <p:nvPr>
            <p:ph type="sldNum" sz="quarter" idx="12"/>
          </p:nvPr>
        </p:nvSpPr>
        <p:spPr/>
        <p:txBody>
          <a:bodyPr/>
          <a:lstStyle/>
          <a:p>
            <a:fld id="{F11DC04A-6CE2-764C-AB12-88585C2B6E6A}" type="slidenum">
              <a:rPr lang="en-US" smtClean="0"/>
              <a:t>‹#›</a:t>
            </a:fld>
            <a:endParaRPr lang="en-US"/>
          </a:p>
        </p:txBody>
      </p:sp>
    </p:spTree>
    <p:extLst>
      <p:ext uri="{BB962C8B-B14F-4D97-AF65-F5344CB8AC3E}">
        <p14:creationId xmlns:p14="http://schemas.microsoft.com/office/powerpoint/2010/main" val="18556246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71414B-2731-86A1-F0D9-938C7D09AA3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629443FF-42C5-1DCE-B4DE-D168FF421A1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563574D8-6C0A-537A-B9C4-6956856CB89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5C41193-25AB-ADDB-EC69-904FDC83608B}"/>
              </a:ext>
            </a:extLst>
          </p:cNvPr>
          <p:cNvSpPr>
            <a:spLocks noGrp="1"/>
          </p:cNvSpPr>
          <p:nvPr>
            <p:ph type="dt" sz="half" idx="10"/>
          </p:nvPr>
        </p:nvSpPr>
        <p:spPr/>
        <p:txBody>
          <a:bodyPr/>
          <a:lstStyle/>
          <a:p>
            <a:fld id="{D76CDC00-E53B-7F42-9FF4-C2C71C6A6FC4}" type="datetimeFigureOut">
              <a:rPr lang="en-US" smtClean="0"/>
              <a:t>4/22/26</a:t>
            </a:fld>
            <a:endParaRPr lang="en-US"/>
          </a:p>
        </p:txBody>
      </p:sp>
      <p:sp>
        <p:nvSpPr>
          <p:cNvPr id="6" name="Footer Placeholder 5">
            <a:extLst>
              <a:ext uri="{FF2B5EF4-FFF2-40B4-BE49-F238E27FC236}">
                <a16:creationId xmlns:a16="http://schemas.microsoft.com/office/drawing/2014/main" id="{99DDBF2D-CF55-6AAC-0ACC-847A4C44103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1ED1E3E-60A1-44FB-F906-5FC9C2EA674C}"/>
              </a:ext>
            </a:extLst>
          </p:cNvPr>
          <p:cNvSpPr>
            <a:spLocks noGrp="1"/>
          </p:cNvSpPr>
          <p:nvPr>
            <p:ph type="sldNum" sz="quarter" idx="12"/>
          </p:nvPr>
        </p:nvSpPr>
        <p:spPr/>
        <p:txBody>
          <a:bodyPr/>
          <a:lstStyle/>
          <a:p>
            <a:fld id="{F11DC04A-6CE2-764C-AB12-88585C2B6E6A}" type="slidenum">
              <a:rPr lang="en-US" smtClean="0"/>
              <a:t>‹#›</a:t>
            </a:fld>
            <a:endParaRPr lang="en-US"/>
          </a:p>
        </p:txBody>
      </p:sp>
    </p:spTree>
    <p:extLst>
      <p:ext uri="{BB962C8B-B14F-4D97-AF65-F5344CB8AC3E}">
        <p14:creationId xmlns:p14="http://schemas.microsoft.com/office/powerpoint/2010/main" val="114165730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0FFB1-3B31-955E-B927-6ADFDD06BF1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14254197-99F2-E497-8368-267E310510D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C00DE3A0-46E7-CD33-AE7E-AC2EA3DDB15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DF4472A-A8D2-B58F-5897-98AB491B51A4}"/>
              </a:ext>
            </a:extLst>
          </p:cNvPr>
          <p:cNvSpPr>
            <a:spLocks noGrp="1"/>
          </p:cNvSpPr>
          <p:nvPr>
            <p:ph type="dt" sz="half" idx="10"/>
          </p:nvPr>
        </p:nvSpPr>
        <p:spPr/>
        <p:txBody>
          <a:bodyPr/>
          <a:lstStyle/>
          <a:p>
            <a:fld id="{D76CDC00-E53B-7F42-9FF4-C2C71C6A6FC4}" type="datetimeFigureOut">
              <a:rPr lang="en-US" smtClean="0"/>
              <a:t>4/22/26</a:t>
            </a:fld>
            <a:endParaRPr lang="en-US"/>
          </a:p>
        </p:txBody>
      </p:sp>
      <p:sp>
        <p:nvSpPr>
          <p:cNvPr id="6" name="Footer Placeholder 5">
            <a:extLst>
              <a:ext uri="{FF2B5EF4-FFF2-40B4-BE49-F238E27FC236}">
                <a16:creationId xmlns:a16="http://schemas.microsoft.com/office/drawing/2014/main" id="{7BD6A6AB-3A30-8443-D547-335AF9B2B49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45C677A-64C1-8D42-A441-76D17F7EC932}"/>
              </a:ext>
            </a:extLst>
          </p:cNvPr>
          <p:cNvSpPr>
            <a:spLocks noGrp="1"/>
          </p:cNvSpPr>
          <p:nvPr>
            <p:ph type="sldNum" sz="quarter" idx="12"/>
          </p:nvPr>
        </p:nvSpPr>
        <p:spPr/>
        <p:txBody>
          <a:bodyPr/>
          <a:lstStyle/>
          <a:p>
            <a:fld id="{F11DC04A-6CE2-764C-AB12-88585C2B6E6A}" type="slidenum">
              <a:rPr lang="en-US" smtClean="0"/>
              <a:t>‹#›</a:t>
            </a:fld>
            <a:endParaRPr lang="en-US"/>
          </a:p>
        </p:txBody>
      </p:sp>
    </p:spTree>
    <p:extLst>
      <p:ext uri="{BB962C8B-B14F-4D97-AF65-F5344CB8AC3E}">
        <p14:creationId xmlns:p14="http://schemas.microsoft.com/office/powerpoint/2010/main" val="227130459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9C1A1C-A080-EF2A-7B92-828D45E82F99}"/>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2CBD55CA-6A58-E06E-6329-706311F6CDC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11B778C-9A92-7A8C-1C0C-40551D83356E}"/>
              </a:ext>
            </a:extLst>
          </p:cNvPr>
          <p:cNvSpPr>
            <a:spLocks noGrp="1"/>
          </p:cNvSpPr>
          <p:nvPr>
            <p:ph type="dt" sz="half" idx="10"/>
          </p:nvPr>
        </p:nvSpPr>
        <p:spPr/>
        <p:txBody>
          <a:bodyPr/>
          <a:lstStyle/>
          <a:p>
            <a:fld id="{D76CDC00-E53B-7F42-9FF4-C2C71C6A6FC4}" type="datetimeFigureOut">
              <a:rPr lang="en-US" smtClean="0"/>
              <a:t>4/22/26</a:t>
            </a:fld>
            <a:endParaRPr lang="en-US"/>
          </a:p>
        </p:txBody>
      </p:sp>
      <p:sp>
        <p:nvSpPr>
          <p:cNvPr id="5" name="Footer Placeholder 4">
            <a:extLst>
              <a:ext uri="{FF2B5EF4-FFF2-40B4-BE49-F238E27FC236}">
                <a16:creationId xmlns:a16="http://schemas.microsoft.com/office/drawing/2014/main" id="{55605DF7-EA88-3D84-D606-8E7386E251D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93F7268-02B7-ECDB-CAD3-44F00966AF95}"/>
              </a:ext>
            </a:extLst>
          </p:cNvPr>
          <p:cNvSpPr>
            <a:spLocks noGrp="1"/>
          </p:cNvSpPr>
          <p:nvPr>
            <p:ph type="sldNum" sz="quarter" idx="12"/>
          </p:nvPr>
        </p:nvSpPr>
        <p:spPr/>
        <p:txBody>
          <a:bodyPr/>
          <a:lstStyle/>
          <a:p>
            <a:fld id="{F11DC04A-6CE2-764C-AB12-88585C2B6E6A}" type="slidenum">
              <a:rPr lang="en-US" smtClean="0"/>
              <a:t>‹#›</a:t>
            </a:fld>
            <a:endParaRPr lang="en-US"/>
          </a:p>
        </p:txBody>
      </p:sp>
    </p:spTree>
    <p:extLst>
      <p:ext uri="{BB962C8B-B14F-4D97-AF65-F5344CB8AC3E}">
        <p14:creationId xmlns:p14="http://schemas.microsoft.com/office/powerpoint/2010/main" val="43618647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4B8A478-D2C8-DA37-FBA9-863DBDD82710}"/>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E1964646-804C-4CED-6EF1-6AE707253D10}"/>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F098332-6131-6F2C-2068-8EFED79048C0}"/>
              </a:ext>
            </a:extLst>
          </p:cNvPr>
          <p:cNvSpPr>
            <a:spLocks noGrp="1"/>
          </p:cNvSpPr>
          <p:nvPr>
            <p:ph type="dt" sz="half" idx="10"/>
          </p:nvPr>
        </p:nvSpPr>
        <p:spPr/>
        <p:txBody>
          <a:bodyPr/>
          <a:lstStyle/>
          <a:p>
            <a:fld id="{D76CDC00-E53B-7F42-9FF4-C2C71C6A6FC4}" type="datetimeFigureOut">
              <a:rPr lang="en-US" smtClean="0"/>
              <a:t>4/22/26</a:t>
            </a:fld>
            <a:endParaRPr lang="en-US"/>
          </a:p>
        </p:txBody>
      </p:sp>
      <p:sp>
        <p:nvSpPr>
          <p:cNvPr id="5" name="Footer Placeholder 4">
            <a:extLst>
              <a:ext uri="{FF2B5EF4-FFF2-40B4-BE49-F238E27FC236}">
                <a16:creationId xmlns:a16="http://schemas.microsoft.com/office/drawing/2014/main" id="{92B5D1D1-E0F3-7512-2260-DA6D2602425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FA6D35C-46C5-D4EA-4337-74BFBF757C52}"/>
              </a:ext>
            </a:extLst>
          </p:cNvPr>
          <p:cNvSpPr>
            <a:spLocks noGrp="1"/>
          </p:cNvSpPr>
          <p:nvPr>
            <p:ph type="sldNum" sz="quarter" idx="12"/>
          </p:nvPr>
        </p:nvSpPr>
        <p:spPr/>
        <p:txBody>
          <a:bodyPr/>
          <a:lstStyle/>
          <a:p>
            <a:fld id="{F11DC04A-6CE2-764C-AB12-88585C2B6E6A}" type="slidenum">
              <a:rPr lang="en-US" smtClean="0"/>
              <a:t>‹#›</a:t>
            </a:fld>
            <a:endParaRPr lang="en-US"/>
          </a:p>
        </p:txBody>
      </p:sp>
    </p:spTree>
    <p:extLst>
      <p:ext uri="{BB962C8B-B14F-4D97-AF65-F5344CB8AC3E}">
        <p14:creationId xmlns:p14="http://schemas.microsoft.com/office/powerpoint/2010/main" val="4938078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D2D977D-3B76-7914-4019-91F1AB8E206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CF1F2F45-3B5C-8E71-C52E-09BCBBDBB6C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A7C90B4-B033-6466-482F-46E764C7CFD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D76CDC00-E53B-7F42-9FF4-C2C71C6A6FC4}" type="datetimeFigureOut">
              <a:rPr lang="en-US" smtClean="0"/>
              <a:t>4/22/26</a:t>
            </a:fld>
            <a:endParaRPr lang="en-US"/>
          </a:p>
        </p:txBody>
      </p:sp>
      <p:sp>
        <p:nvSpPr>
          <p:cNvPr id="5" name="Footer Placeholder 4">
            <a:extLst>
              <a:ext uri="{FF2B5EF4-FFF2-40B4-BE49-F238E27FC236}">
                <a16:creationId xmlns:a16="http://schemas.microsoft.com/office/drawing/2014/main" id="{811A567D-82E9-4AFE-B772-AD746E89A65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94A8B1AA-E0E8-80C5-7ACB-FD43777CDD1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F11DC04A-6CE2-764C-AB12-88585C2B6E6A}" type="slidenum">
              <a:rPr lang="en-US" smtClean="0"/>
              <a:t>‹#›</a:t>
            </a:fld>
            <a:endParaRPr lang="en-US"/>
          </a:p>
        </p:txBody>
      </p:sp>
    </p:spTree>
    <p:extLst>
      <p:ext uri="{BB962C8B-B14F-4D97-AF65-F5344CB8AC3E}">
        <p14:creationId xmlns:p14="http://schemas.microsoft.com/office/powerpoint/2010/main" val="42971475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2.xml"/><Relationship Id="rId1" Type="http://schemas.openxmlformats.org/officeDocument/2006/relationships/tags" Target="../tags/tag1.xml"/></Relationships>
</file>

<file path=ppt/slides/_rels/slide3.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slideLayout" Target="../slideLayouts/slideLayout2.xml"/><Relationship Id="rId1" Type="http://schemas.openxmlformats.org/officeDocument/2006/relationships/tags" Target="../tags/tag3.xml"/><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301F0C-3694-B169-B72C-D7AE691779C6}"/>
              </a:ext>
            </a:extLst>
          </p:cNvPr>
          <p:cNvSpPr>
            <a:spLocks noGrp="1"/>
          </p:cNvSpPr>
          <p:nvPr>
            <p:ph type="ctrTitle"/>
          </p:nvPr>
        </p:nvSpPr>
        <p:spPr/>
        <p:txBody>
          <a:bodyPr>
            <a:normAutofit/>
          </a:bodyPr>
          <a:lstStyle/>
          <a:p>
            <a:r>
              <a:rPr lang="en-AU" dirty="0"/>
              <a:t>Elliptic Curve Cryptography</a:t>
            </a:r>
            <a:endParaRPr lang="en-US" dirty="0"/>
          </a:p>
        </p:txBody>
      </p:sp>
      <p:sp>
        <p:nvSpPr>
          <p:cNvPr id="3" name="Subtitle 2">
            <a:extLst>
              <a:ext uri="{FF2B5EF4-FFF2-40B4-BE49-F238E27FC236}">
                <a16:creationId xmlns:a16="http://schemas.microsoft.com/office/drawing/2014/main" id="{301D296D-D05E-49D2-CF4E-70E95F259A2C}"/>
              </a:ext>
            </a:extLst>
          </p:cNvPr>
          <p:cNvSpPr>
            <a:spLocks noGrp="1"/>
          </p:cNvSpPr>
          <p:nvPr>
            <p:ph type="subTitle" idx="1"/>
          </p:nvPr>
        </p:nvSpPr>
        <p:spPr/>
        <p:txBody>
          <a:bodyPr>
            <a:normAutofit fontScale="77500" lnSpcReduction="20000"/>
          </a:bodyPr>
          <a:lstStyle/>
          <a:p>
            <a:r>
              <a:rPr lang="en-US" dirty="0"/>
              <a:t>Dr. Xinyue Zhang</a:t>
            </a:r>
          </a:p>
          <a:p>
            <a:r>
              <a:rPr lang="en-US" dirty="0"/>
              <a:t>Assistant Professor</a:t>
            </a:r>
          </a:p>
          <a:p>
            <a:r>
              <a:rPr lang="en-US" dirty="0"/>
              <a:t>Department of Computer Science</a:t>
            </a:r>
          </a:p>
          <a:p>
            <a:r>
              <a:rPr lang="en-US" dirty="0"/>
              <a:t>Kennesaw State University</a:t>
            </a:r>
          </a:p>
          <a:p>
            <a:r>
              <a:rPr lang="en-US" dirty="0"/>
              <a:t>Marietta, GA, USA</a:t>
            </a:r>
          </a:p>
        </p:txBody>
      </p:sp>
      <p:sp>
        <p:nvSpPr>
          <p:cNvPr id="4" name="Slide Number Placeholder 3">
            <a:extLst>
              <a:ext uri="{FF2B5EF4-FFF2-40B4-BE49-F238E27FC236}">
                <a16:creationId xmlns:a16="http://schemas.microsoft.com/office/drawing/2014/main" id="{24271D04-97B3-689D-68FA-7F087D2C6574}"/>
              </a:ext>
            </a:extLst>
          </p:cNvPr>
          <p:cNvSpPr>
            <a:spLocks noGrp="1"/>
          </p:cNvSpPr>
          <p:nvPr>
            <p:ph type="sldNum" sz="quarter" idx="12"/>
          </p:nvPr>
        </p:nvSpPr>
        <p:spPr/>
        <p:txBody>
          <a:bodyPr/>
          <a:lstStyle/>
          <a:p>
            <a:fld id="{E23A8710-7A90-574E-842E-AD40B2D58FE2}" type="slidenum">
              <a:rPr lang="en-US" smtClean="0"/>
              <a:t>1</a:t>
            </a:fld>
            <a:endParaRPr lang="en-US"/>
          </a:p>
        </p:txBody>
      </p:sp>
    </p:spTree>
    <p:extLst>
      <p:ext uri="{BB962C8B-B14F-4D97-AF65-F5344CB8AC3E}">
        <p14:creationId xmlns:p14="http://schemas.microsoft.com/office/powerpoint/2010/main" val="236544318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2"/>
          <p:cNvSpPr>
            <a:spLocks noGrp="1" noChangeArrowheads="1"/>
          </p:cNvSpPr>
          <p:nvPr>
            <p:ph type="title"/>
          </p:nvPr>
        </p:nvSpPr>
        <p:spPr/>
        <p:txBody>
          <a:bodyPr/>
          <a:lstStyle/>
          <a:p>
            <a:r>
              <a:rPr lang="en-US" dirty="0"/>
              <a:t>Elliptic Curve Cryptography (ECC)</a:t>
            </a:r>
            <a:endParaRPr lang="en-AU" dirty="0"/>
          </a:p>
        </p:txBody>
      </p:sp>
      <p:sp>
        <p:nvSpPr>
          <p:cNvPr id="74755" name="Rectangle 3"/>
          <p:cNvSpPr>
            <a:spLocks noGrp="1" noChangeArrowheads="1"/>
          </p:cNvSpPr>
          <p:nvPr>
            <p:ph idx="1"/>
          </p:nvPr>
        </p:nvSpPr>
        <p:spPr/>
        <p:txBody>
          <a:bodyPr>
            <a:normAutofit/>
          </a:bodyPr>
          <a:lstStyle/>
          <a:p>
            <a:r>
              <a:rPr lang="en-US" dirty="0"/>
              <a:t>Multiple addition is the counterpart of modular exponentiation in the other public-key encryption schemes</a:t>
            </a:r>
          </a:p>
          <a:p>
            <a:endParaRPr lang="en-US" dirty="0"/>
          </a:p>
          <a:p>
            <a:endParaRPr lang="en-US" dirty="0"/>
          </a:p>
        </p:txBody>
      </p:sp>
      <p:sp>
        <p:nvSpPr>
          <p:cNvPr id="3" name="Freeform 2">
            <a:extLst>
              <a:ext uri="{FF2B5EF4-FFF2-40B4-BE49-F238E27FC236}">
                <a16:creationId xmlns:a16="http://schemas.microsoft.com/office/drawing/2014/main" id="{08B938FF-9062-254F-BFEE-ED684B4352E6}"/>
              </a:ext>
            </a:extLst>
          </p:cNvPr>
          <p:cNvSpPr/>
          <p:nvPr/>
        </p:nvSpPr>
        <p:spPr>
          <a:xfrm>
            <a:off x="5073486" y="2924944"/>
            <a:ext cx="6279098" cy="3374256"/>
          </a:xfrm>
          <a:custGeom>
            <a:avLst/>
            <a:gdLst>
              <a:gd name="connsiteX0" fmla="*/ 0 w 4572000"/>
              <a:gd name="connsiteY0" fmla="*/ 273050 h 2184400"/>
              <a:gd name="connsiteX1" fmla="*/ 3479800 w 4572000"/>
              <a:gd name="connsiteY1" fmla="*/ 273050 h 2184400"/>
              <a:gd name="connsiteX2" fmla="*/ 3479800 w 4572000"/>
              <a:gd name="connsiteY2" fmla="*/ 0 h 2184400"/>
              <a:gd name="connsiteX3" fmla="*/ 4572000 w 4572000"/>
              <a:gd name="connsiteY3" fmla="*/ 1092200 h 2184400"/>
              <a:gd name="connsiteX4" fmla="*/ 3479800 w 4572000"/>
              <a:gd name="connsiteY4" fmla="*/ 2184400 h 2184400"/>
              <a:gd name="connsiteX5" fmla="*/ 3479800 w 4572000"/>
              <a:gd name="connsiteY5" fmla="*/ 1911350 h 2184400"/>
              <a:gd name="connsiteX6" fmla="*/ 0 w 4572000"/>
              <a:gd name="connsiteY6" fmla="*/ 1911350 h 2184400"/>
              <a:gd name="connsiteX7" fmla="*/ 0 w 4572000"/>
              <a:gd name="connsiteY7" fmla="*/ 273050 h 2184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572000" h="2184400">
                <a:moveTo>
                  <a:pt x="0" y="273050"/>
                </a:moveTo>
                <a:lnTo>
                  <a:pt x="3479800" y="273050"/>
                </a:lnTo>
                <a:lnTo>
                  <a:pt x="3479800" y="0"/>
                </a:lnTo>
                <a:lnTo>
                  <a:pt x="4572000" y="1092200"/>
                </a:lnTo>
                <a:lnTo>
                  <a:pt x="3479800" y="2184400"/>
                </a:lnTo>
                <a:lnTo>
                  <a:pt x="3479800" y="1911350"/>
                </a:lnTo>
                <a:lnTo>
                  <a:pt x="0" y="1911350"/>
                </a:lnTo>
                <a:lnTo>
                  <a:pt x="0" y="273050"/>
                </a:lnTo>
                <a:close/>
              </a:path>
            </a:pathLst>
          </a:custGeom>
          <a:solidFill>
            <a:schemeClr val="bg1"/>
          </a:solidFill>
          <a:ln>
            <a:solidFill>
              <a:schemeClr val="bg2"/>
            </a:solidFill>
          </a:ln>
        </p:spPr>
        <p:style>
          <a:lnRef idx="1">
            <a:scrgbClr r="0" g="0" b="0"/>
          </a:lnRef>
          <a:fillRef idx="1">
            <a:scrgbClr r="0" g="0" b="0"/>
          </a:fillRef>
          <a:effectRef idx="0">
            <a:schemeClr val="accent1">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10795" tIns="283845" rIns="829945" bIns="283845" numCol="1" spcCol="1270" anchor="t" anchorCtr="0">
            <a:noAutofit/>
          </a:bodyPr>
          <a:lstStyle/>
          <a:p>
            <a:pPr marL="171450" lvl="1" indent="-171450" algn="l" defTabSz="755650">
              <a:lnSpc>
                <a:spcPct val="90000"/>
              </a:lnSpc>
              <a:spcBef>
                <a:spcPct val="0"/>
              </a:spcBef>
              <a:spcAft>
                <a:spcPct val="15000"/>
              </a:spcAft>
              <a:buChar char="•"/>
            </a:pPr>
            <a:endParaRPr lang="en-US" sz="2400" i="1" kern="1200" dirty="0"/>
          </a:p>
          <a:p>
            <a:pPr marL="171450" lvl="1" indent="-171450" algn="l" defTabSz="755650">
              <a:lnSpc>
                <a:spcPct val="90000"/>
              </a:lnSpc>
              <a:spcBef>
                <a:spcPct val="0"/>
              </a:spcBef>
              <a:spcAft>
                <a:spcPct val="15000"/>
              </a:spcAft>
              <a:buChar char="•"/>
            </a:pPr>
            <a:r>
              <a:rPr lang="en-US" sz="2400" i="1" kern="1200" dirty="0"/>
              <a:t>Q=kP, </a:t>
            </a:r>
            <a:r>
              <a:rPr lang="en-US" sz="2400" kern="1200" dirty="0"/>
              <a:t>where </a:t>
            </a:r>
            <a:r>
              <a:rPr lang="en-US" sz="2400" i="1" kern="1200" dirty="0"/>
              <a:t>Q, P</a:t>
            </a:r>
            <a:r>
              <a:rPr lang="en-US" sz="2400" kern="1200" dirty="0"/>
              <a:t> belong to a prime curve</a:t>
            </a:r>
          </a:p>
          <a:p>
            <a:pPr marL="171450" lvl="1" indent="-171450" algn="l" defTabSz="755650">
              <a:lnSpc>
                <a:spcPct val="90000"/>
              </a:lnSpc>
              <a:spcBef>
                <a:spcPct val="0"/>
              </a:spcBef>
              <a:spcAft>
                <a:spcPct val="15000"/>
              </a:spcAft>
              <a:buChar char="•"/>
            </a:pPr>
            <a:r>
              <a:rPr lang="en-US" sz="2400" kern="1200" dirty="0"/>
              <a:t>Is “easy” to compute </a:t>
            </a:r>
            <a:r>
              <a:rPr lang="en-US" sz="2400" i="1" kern="1200" dirty="0"/>
              <a:t>Q </a:t>
            </a:r>
            <a:r>
              <a:rPr lang="en-US" sz="2400" kern="1200" dirty="0"/>
              <a:t>given </a:t>
            </a:r>
            <a:r>
              <a:rPr lang="en-US" sz="2400" i="1" kern="1200" dirty="0"/>
              <a:t>k </a:t>
            </a:r>
            <a:r>
              <a:rPr lang="en-US" sz="2400" kern="1200" dirty="0"/>
              <a:t>and </a:t>
            </a:r>
            <a:r>
              <a:rPr lang="en-US" sz="2400" i="1" kern="1200" dirty="0"/>
              <a:t>P</a:t>
            </a:r>
          </a:p>
          <a:p>
            <a:pPr marL="171450" lvl="1" indent="-171450" algn="l" defTabSz="755650">
              <a:lnSpc>
                <a:spcPct val="90000"/>
              </a:lnSpc>
              <a:spcBef>
                <a:spcPct val="0"/>
              </a:spcBef>
              <a:spcAft>
                <a:spcPct val="15000"/>
              </a:spcAft>
              <a:buChar char="•"/>
            </a:pPr>
            <a:r>
              <a:rPr lang="en-US" sz="2400" kern="1200" dirty="0"/>
              <a:t>But “hard” to find </a:t>
            </a:r>
            <a:r>
              <a:rPr lang="en-US" sz="2400" i="1" kern="1200" dirty="0"/>
              <a:t>k</a:t>
            </a:r>
            <a:r>
              <a:rPr lang="en-US" sz="2400" kern="1200" dirty="0"/>
              <a:t> given </a:t>
            </a:r>
            <a:r>
              <a:rPr lang="en-US" sz="2400" i="1" kern="1200" dirty="0"/>
              <a:t>Q, </a:t>
            </a:r>
            <a:r>
              <a:rPr lang="en-US" sz="2400" kern="1200" dirty="0"/>
              <a:t>and </a:t>
            </a:r>
            <a:r>
              <a:rPr lang="en-US" sz="2400" i="1" kern="1200" dirty="0"/>
              <a:t>P</a:t>
            </a:r>
          </a:p>
          <a:p>
            <a:pPr marL="171450" lvl="1" indent="-171450" algn="l" defTabSz="755650">
              <a:lnSpc>
                <a:spcPct val="90000"/>
              </a:lnSpc>
              <a:spcBef>
                <a:spcPct val="0"/>
              </a:spcBef>
              <a:spcAft>
                <a:spcPct val="15000"/>
              </a:spcAft>
              <a:buChar char="•"/>
            </a:pPr>
            <a:r>
              <a:rPr lang="en-US" sz="2400" kern="1200" dirty="0"/>
              <a:t>Known as the elliptic curve logarithm problem</a:t>
            </a:r>
          </a:p>
        </p:txBody>
      </p:sp>
      <p:sp>
        <p:nvSpPr>
          <p:cNvPr id="6" name="Freeform 5">
            <a:extLst>
              <a:ext uri="{FF2B5EF4-FFF2-40B4-BE49-F238E27FC236}">
                <a16:creationId xmlns:a16="http://schemas.microsoft.com/office/drawing/2014/main" id="{55B05D58-1036-9D4F-8F7A-5AD523912F76}"/>
              </a:ext>
            </a:extLst>
          </p:cNvPr>
          <p:cNvSpPr/>
          <p:nvPr/>
        </p:nvSpPr>
        <p:spPr>
          <a:xfrm>
            <a:off x="983432" y="2924944"/>
            <a:ext cx="4090055" cy="3374256"/>
          </a:xfrm>
          <a:custGeom>
            <a:avLst/>
            <a:gdLst>
              <a:gd name="connsiteX0" fmla="*/ 0 w 3048000"/>
              <a:gd name="connsiteY0" fmla="*/ 364074 h 2184400"/>
              <a:gd name="connsiteX1" fmla="*/ 364074 w 3048000"/>
              <a:gd name="connsiteY1" fmla="*/ 0 h 2184400"/>
              <a:gd name="connsiteX2" fmla="*/ 2683926 w 3048000"/>
              <a:gd name="connsiteY2" fmla="*/ 0 h 2184400"/>
              <a:gd name="connsiteX3" fmla="*/ 3048000 w 3048000"/>
              <a:gd name="connsiteY3" fmla="*/ 364074 h 2184400"/>
              <a:gd name="connsiteX4" fmla="*/ 3048000 w 3048000"/>
              <a:gd name="connsiteY4" fmla="*/ 1820326 h 2184400"/>
              <a:gd name="connsiteX5" fmla="*/ 2683926 w 3048000"/>
              <a:gd name="connsiteY5" fmla="*/ 2184400 h 2184400"/>
              <a:gd name="connsiteX6" fmla="*/ 364074 w 3048000"/>
              <a:gd name="connsiteY6" fmla="*/ 2184400 h 2184400"/>
              <a:gd name="connsiteX7" fmla="*/ 0 w 3048000"/>
              <a:gd name="connsiteY7" fmla="*/ 1820326 h 2184400"/>
              <a:gd name="connsiteX8" fmla="*/ 0 w 3048000"/>
              <a:gd name="connsiteY8" fmla="*/ 364074 h 2184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048000" h="2184400">
                <a:moveTo>
                  <a:pt x="0" y="364074"/>
                </a:moveTo>
                <a:cubicBezTo>
                  <a:pt x="0" y="163001"/>
                  <a:pt x="163001" y="0"/>
                  <a:pt x="364074" y="0"/>
                </a:cubicBezTo>
                <a:lnTo>
                  <a:pt x="2683926" y="0"/>
                </a:lnTo>
                <a:cubicBezTo>
                  <a:pt x="2884999" y="0"/>
                  <a:pt x="3048000" y="163001"/>
                  <a:pt x="3048000" y="364074"/>
                </a:cubicBezTo>
                <a:lnTo>
                  <a:pt x="3048000" y="1820326"/>
                </a:lnTo>
                <a:cubicBezTo>
                  <a:pt x="3048000" y="2021399"/>
                  <a:pt x="2884999" y="2184400"/>
                  <a:pt x="2683926" y="2184400"/>
                </a:cubicBezTo>
                <a:lnTo>
                  <a:pt x="364074" y="2184400"/>
                </a:lnTo>
                <a:cubicBezTo>
                  <a:pt x="163001" y="2184400"/>
                  <a:pt x="0" y="2021399"/>
                  <a:pt x="0" y="1820326"/>
                </a:cubicBezTo>
                <a:lnTo>
                  <a:pt x="0" y="364074"/>
                </a:lnTo>
                <a:close/>
              </a:path>
            </a:pathLst>
          </a:custGeom>
          <a:solidFill>
            <a:schemeClr val="accent1"/>
          </a:solidFill>
        </p:spPr>
        <p:style>
          <a:lnRef idx="0">
            <a:schemeClr val="lt1">
              <a:hueOff val="0"/>
              <a:satOff val="0"/>
              <a:lumOff val="0"/>
              <a:alphaOff val="0"/>
            </a:schemeClr>
          </a:lnRef>
          <a:fillRef idx="3">
            <a:scrgbClr r="0" g="0" b="0"/>
          </a:fillRef>
          <a:effectRef idx="2">
            <a:schemeClr val="accent1">
              <a:hueOff val="0"/>
              <a:satOff val="0"/>
              <a:lumOff val="0"/>
              <a:alphaOff val="0"/>
            </a:schemeClr>
          </a:effectRef>
          <a:fontRef idx="minor">
            <a:schemeClr val="lt1"/>
          </a:fontRef>
        </p:style>
        <p:txBody>
          <a:bodyPr spcFirstLastPara="0" vert="horz" wrap="square" lIns="175214" tIns="140924" rIns="175214" bIns="140924" numCol="1" spcCol="1270" anchor="ctr" anchorCtr="0">
            <a:noAutofit/>
          </a:bodyPr>
          <a:lstStyle/>
          <a:p>
            <a:pPr marL="0" lvl="0" indent="0" algn="ctr" defTabSz="800100">
              <a:lnSpc>
                <a:spcPct val="90000"/>
              </a:lnSpc>
              <a:spcBef>
                <a:spcPct val="0"/>
              </a:spcBef>
              <a:spcAft>
                <a:spcPct val="35000"/>
              </a:spcAft>
              <a:buNone/>
            </a:pPr>
            <a:r>
              <a:rPr lang="en-US" sz="2400" kern="1200" dirty="0">
                <a:effectLst>
                  <a:outerShdw blurRad="38100" dist="38100" dir="2700000" algn="tl">
                    <a:srgbClr val="000000">
                      <a:alpha val="43137"/>
                    </a:srgbClr>
                  </a:outerShdw>
                </a:effectLst>
              </a:rPr>
              <a:t>To form a cryptographic system using elliptic curves, we need to find a </a:t>
            </a:r>
            <a:r>
              <a:rPr lang="en-US" sz="2400" b="1" u="sng" kern="1200" dirty="0">
                <a:effectLst>
                  <a:outerShdw blurRad="38100" dist="38100" dir="2700000" algn="tl">
                    <a:srgbClr val="000000">
                      <a:alpha val="43137"/>
                    </a:srgbClr>
                  </a:outerShdw>
                </a:effectLst>
              </a:rPr>
              <a:t>“hard problem (trap-door one-way function)” </a:t>
            </a:r>
            <a:r>
              <a:rPr lang="en-US" sz="2400" kern="1200" dirty="0">
                <a:effectLst>
                  <a:outerShdw blurRad="38100" dist="38100" dir="2700000" algn="tl">
                    <a:srgbClr val="000000">
                      <a:alpha val="43137"/>
                    </a:srgbClr>
                  </a:outerShdw>
                </a:effectLst>
              </a:rPr>
              <a:t>like factoring the product of two primes or taking the discrete logarithm</a:t>
            </a:r>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125536"/>
    </mc:Choice>
    <mc:Fallback xmlns="">
      <p:transition spd="slow" advTm="125536"/>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475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3" presetClass="entr" presetSubtype="1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blinds(horizontal)">
                                      <p:cBhvr>
                                        <p:cTn id="11" dur="500"/>
                                        <p:tgtEl>
                                          <p:spTgt spid="6"/>
                                        </p:tgtEl>
                                      </p:cBhvr>
                                    </p:animEffect>
                                  </p:childTnLst>
                                </p:cTn>
                              </p:par>
                            </p:childTnLst>
                          </p:cTn>
                        </p:par>
                      </p:childTnLst>
                    </p:cTn>
                  </p:par>
                  <p:par>
                    <p:cTn id="12" fill="hold">
                      <p:stCondLst>
                        <p:cond delay="indefinite"/>
                      </p:stCondLst>
                      <p:childTnLst>
                        <p:par>
                          <p:cTn id="13" fill="hold">
                            <p:stCondLst>
                              <p:cond delay="0"/>
                            </p:stCondLst>
                            <p:childTnLst>
                              <p:par>
                                <p:cTn id="14" presetID="3" presetClass="entr" presetSubtype="10" fill="hold" grpId="0" nodeType="clickEffect">
                                  <p:stCondLst>
                                    <p:cond delay="0"/>
                                  </p:stCondLst>
                                  <p:childTnLst>
                                    <p:set>
                                      <p:cBhvr>
                                        <p:cTn id="15" dur="1" fill="hold">
                                          <p:stCondLst>
                                            <p:cond delay="0"/>
                                          </p:stCondLst>
                                        </p:cTn>
                                        <p:tgtEl>
                                          <p:spTgt spid="3"/>
                                        </p:tgtEl>
                                        <p:attrNameLst>
                                          <p:attrName>style.visibility</p:attrName>
                                        </p:attrNameLst>
                                      </p:cBhvr>
                                      <p:to>
                                        <p:strVal val="visible"/>
                                      </p:to>
                                    </p:set>
                                    <p:animEffect transition="in" filter="blinds(horizontal)">
                                      <p:cBhvr>
                                        <p:cTn id="16"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4755" grpId="0" build="p"/>
      <p:bldP spid="3" grpId="0" animBg="1"/>
      <p:bldP spid="6" grpId="0" animBg="1"/>
    </p:bldLst>
  </p:timing>
  <p:extLst>
    <p:ext uri="{3A86A75C-4F4B-4683-9AE1-C65F6400EC91}">
      <p14:laserTraceLst xmlns:p14="http://schemas.microsoft.com/office/powerpoint/2010/main">
        <p14:tracePtLst>
          <p14:tracePt t="56338" x="7042150" y="14288"/>
          <p14:tracePt t="56348" x="6973888" y="238125"/>
          <p14:tracePt t="56358" x="6932613" y="407988"/>
          <p14:tracePt t="56371" x="6864350" y="633413"/>
          <p14:tracePt t="56382" x="6796088" y="857250"/>
          <p14:tracePt t="56393" x="6742113" y="1062038"/>
          <p14:tracePt t="56405" x="6694488" y="1211263"/>
          <p14:tracePt t="56414" x="6640513" y="1401763"/>
          <p14:tracePt t="56426" x="6592888" y="1571625"/>
          <p14:tracePt t="56438" x="6545263" y="1714500"/>
          <p14:tracePt t="56449" x="6503988" y="1843088"/>
          <p14:tracePt t="56460" x="6477000" y="1919288"/>
          <p14:tracePt t="56471" x="6435725" y="2047875"/>
          <p14:tracePt t="56482" x="6402388" y="2157413"/>
          <p14:tracePt t="56494" x="6367463" y="2259013"/>
          <p14:tracePt t="56505" x="6334125" y="2327275"/>
          <p14:tracePt t="56527" x="6313488" y="2374900"/>
          <p14:tracePt t="56532" x="6286500" y="2408238"/>
          <p14:tracePt t="56539" x="6265863" y="2428875"/>
          <p14:tracePt t="56550" x="6245225" y="2443163"/>
          <p14:tracePt t="56563" x="6245225" y="2449513"/>
          <p14:tracePt t="56574" x="6232525" y="2449513"/>
          <p14:tracePt t="56606" x="6218238" y="2449513"/>
          <p14:tracePt t="56617" x="6211888" y="2449513"/>
          <p14:tracePt t="56629" x="6184900" y="2449513"/>
          <p14:tracePt t="56640" x="6149975" y="2462213"/>
          <p14:tracePt t="56651" x="6116638" y="2462213"/>
          <p14:tracePt t="56664" x="6062663" y="2482850"/>
          <p14:tracePt t="56674" x="6015038" y="2497138"/>
          <p14:tracePt t="56686" x="5926138" y="2530475"/>
          <p14:tracePt t="56698" x="5891213" y="2551113"/>
          <p14:tracePt t="56707" x="5872163" y="2586038"/>
          <p14:tracePt t="56720" x="5857875" y="2613025"/>
          <p14:tracePt t="56731" x="5824538" y="2687638"/>
          <p14:tracePt t="56741" x="5783263" y="2782888"/>
          <p14:tracePt t="56756" x="5715000" y="2905125"/>
          <p14:tracePt t="56766" x="5646738" y="3041650"/>
          <p14:tracePt t="56775" x="5599113" y="3143250"/>
          <p14:tracePt t="56789" x="5545138" y="3265488"/>
          <p14:tracePt t="56799" x="5497513" y="3367088"/>
          <p14:tracePt t="56810" x="5462588" y="3455988"/>
          <p14:tracePt t="56822" x="5429250" y="3524250"/>
          <p14:tracePt t="56833" x="5408613" y="3571875"/>
          <p14:tracePt t="56845" x="5381625" y="3613150"/>
          <p14:tracePt t="56857" x="5375275" y="3646488"/>
          <p14:tracePt t="56867" x="5360988" y="3673475"/>
          <p14:tracePt t="56878" x="5360988" y="3681413"/>
          <p14:tracePt t="56890" x="5348288" y="3694113"/>
          <p14:tracePt t="56977" x="5340350" y="3694113"/>
          <p14:tracePt t="56999" x="5327650" y="3694113"/>
          <p14:tracePt t="57010" x="5307013" y="3708400"/>
          <p14:tracePt t="57022" x="5286375" y="3729038"/>
          <p14:tracePt t="57033" x="5272088" y="3748088"/>
          <p14:tracePt t="57045" x="5253038" y="3783013"/>
          <p14:tracePt t="57057" x="5238750" y="3816350"/>
          <p14:tracePt t="57068" x="5224463" y="3843338"/>
          <p14:tracePt t="57080" x="5224463" y="3851275"/>
          <p14:tracePt t="57091" x="5218113" y="3863975"/>
          <p14:tracePt t="57214" x="5224463" y="3863975"/>
          <p14:tracePt t="57226" x="5238750" y="3863975"/>
          <p14:tracePt t="57247" x="5238750" y="3878263"/>
          <p14:tracePt t="57258" x="5253038" y="3878263"/>
          <p14:tracePt t="57281" x="5259388" y="3878263"/>
          <p14:tracePt t="57292" x="5272088" y="3878263"/>
          <p14:tracePt t="57304" x="5286375" y="3878263"/>
          <p14:tracePt t="57314" x="5286375" y="3884613"/>
          <p14:tracePt t="57370" x="5292725" y="3884613"/>
          <p14:tracePt t="57393" x="5307013" y="3884613"/>
          <p14:tracePt t="57404" x="5319713" y="3884613"/>
          <p14:tracePt t="57416" x="5340350" y="3884613"/>
          <p14:tracePt t="57428" x="5381625" y="3884613"/>
          <p14:tracePt t="57439" x="5429250" y="3884613"/>
          <p14:tracePt t="57450" x="5497513" y="3898900"/>
          <p14:tracePt t="57462" x="5545138" y="3898900"/>
          <p14:tracePt t="57473" x="5613400" y="3898900"/>
          <p14:tracePt t="57485" x="5667375" y="3898900"/>
          <p14:tracePt t="57495" x="5700713" y="3898900"/>
          <p14:tracePt t="57506" x="5735638" y="3898900"/>
          <p14:tracePt t="57518" x="5756275" y="3898900"/>
          <p14:tracePt t="57529" x="5783263" y="3898900"/>
          <p14:tracePt t="57541" x="5803900" y="3898900"/>
          <p14:tracePt t="57552" x="5816600" y="3898900"/>
          <p14:tracePt t="57606" x="5803900" y="3898900"/>
          <p14:tracePt t="57618" x="5768975" y="3884613"/>
          <p14:tracePt t="57629" x="5715000" y="3884613"/>
          <p14:tracePt t="57642" x="5646738" y="3884613"/>
          <p14:tracePt t="57652" x="5578475" y="3898900"/>
          <p14:tracePt t="57663" x="5510213" y="3898900"/>
          <p14:tracePt t="57676" x="5414963" y="3911600"/>
          <p14:tracePt t="57687" x="5340350" y="3911600"/>
          <p14:tracePt t="57697" x="5272088" y="3911600"/>
          <p14:tracePt t="57709" x="5218113" y="3911600"/>
          <p14:tracePt t="57720" x="5191125" y="3911600"/>
          <p14:tracePt t="57731" x="5170488" y="3911600"/>
          <p14:tracePt t="57743" x="5157788" y="3911600"/>
          <p14:tracePt t="57809" x="5170488" y="3911600"/>
          <p14:tracePt t="57821" x="5184775" y="3911600"/>
          <p14:tracePt t="57832" x="5218113" y="3911600"/>
          <p14:tracePt t="57844" x="5259388" y="3919538"/>
          <p14:tracePt t="57856" x="5348288" y="3919538"/>
          <p14:tracePt t="57867" x="5449888" y="3919538"/>
          <p14:tracePt t="57877" x="5518150" y="3919538"/>
          <p14:tracePt t="57889" x="5599113" y="3919538"/>
          <p14:tracePt t="57900" x="5681663" y="3919538"/>
          <p14:tracePt t="57911" x="5735638" y="3919538"/>
          <p14:tracePt t="57923" x="5783263" y="3919538"/>
          <p14:tracePt t="57935" x="5803900" y="3919538"/>
          <p14:tracePt t="57945" x="5824538" y="3919538"/>
          <p14:tracePt t="57989" x="5816600" y="3919538"/>
          <p14:tracePt t="58002" x="5783263" y="3911600"/>
          <p14:tracePt t="58012" x="5721350" y="3911600"/>
          <p14:tracePt t="58023" x="5667375" y="3911600"/>
          <p14:tracePt t="58035" x="5619750" y="3911600"/>
          <p14:tracePt t="58046" x="5551488" y="3911600"/>
          <p14:tracePt t="58057" x="5483225" y="3919538"/>
          <p14:tracePt t="58069" x="5443538" y="3919538"/>
          <p14:tracePt t="58080" x="5408613" y="3919538"/>
          <p14:tracePt t="58091" x="5395913" y="3919538"/>
          <p14:tracePt t="58157" x="5414963" y="3919538"/>
          <p14:tracePt t="58169" x="5429250" y="3919538"/>
          <p14:tracePt t="58180" x="5462588" y="3919538"/>
          <p14:tracePt t="58192" x="5510213" y="3932238"/>
          <p14:tracePt t="58204" x="5599113" y="3932238"/>
          <p14:tracePt t="58214" x="5688013" y="3932238"/>
          <p14:tracePt t="58226" x="5756275" y="3932238"/>
          <p14:tracePt t="58259" x="5789613" y="3919538"/>
          <p14:tracePt t="58264" x="5816600" y="3919538"/>
          <p14:tracePt t="58271" x="5837238" y="3919538"/>
          <p14:tracePt t="58304" x="5824538" y="3919538"/>
          <p14:tracePt t="58307" x="5803900" y="3919538"/>
          <p14:tracePt t="58321" x="5748338" y="3919538"/>
          <p14:tracePt t="58329" x="5681663" y="3932238"/>
          <p14:tracePt t="58338" x="5613400" y="3932238"/>
          <p14:tracePt t="58351" x="5518150" y="3946525"/>
          <p14:tracePt t="58361" x="5443538" y="3946525"/>
          <p14:tracePt t="58372" x="5381625" y="3952875"/>
          <p14:tracePt t="58385" x="5319713" y="3952875"/>
          <p14:tracePt t="58394" x="5292725" y="3952875"/>
          <p14:tracePt t="58406" x="5259388" y="3952875"/>
          <p14:tracePt t="58484" x="5286375" y="3952875"/>
          <p14:tracePt t="58495" x="5292725" y="3952875"/>
          <p14:tracePt t="58507" x="5327650" y="3952875"/>
          <p14:tracePt t="58519" x="5381625" y="3952875"/>
          <p14:tracePt t="58529" x="5483225" y="3952875"/>
          <p14:tracePt t="58541" x="5599113" y="3952875"/>
          <p14:tracePt t="58552" x="5688013" y="3952875"/>
          <p14:tracePt t="58563" x="5756275" y="3952875"/>
          <p14:tracePt t="58575" x="5803900" y="3952875"/>
          <p14:tracePt t="58586" x="5824538" y="3952875"/>
          <p14:tracePt t="58597" x="5837238" y="3952875"/>
          <p14:tracePt t="58675" x="5824538" y="3952875"/>
          <p14:tracePt t="58687" x="5816600" y="3952875"/>
          <p14:tracePt t="58698" x="5803900" y="3952875"/>
          <p14:tracePt t="58710" x="5789613" y="3952875"/>
          <p14:tracePt t="58721" x="5783263" y="3952875"/>
          <p14:tracePt t="58732" x="5768975" y="3952875"/>
          <p14:tracePt t="58900" x="5768975" y="3946525"/>
          <p14:tracePt t="58945" x="5756275" y="3946525"/>
          <p14:tracePt t="58979" x="5748338" y="3932238"/>
          <p14:tracePt t="59002" x="5735638" y="3932238"/>
          <p14:tracePt t="59013" x="5721350" y="3932238"/>
          <p14:tracePt t="59036" x="5715000" y="3932238"/>
          <p14:tracePt t="59047" x="5700713" y="3919538"/>
          <p14:tracePt t="59070" x="5688013" y="3919538"/>
          <p14:tracePt t="59148" x="5688013" y="3932238"/>
          <p14:tracePt t="59160" x="5700713" y="3932238"/>
          <p14:tracePt t="59181" x="5715000" y="3932238"/>
          <p14:tracePt t="59194" x="5721350" y="3932238"/>
          <p14:tracePt t="59216" x="5735638" y="3932238"/>
          <p14:tracePt t="59238" x="5748338" y="3932238"/>
          <p14:tracePt t="59734" x="5756275" y="3932238"/>
          <p14:tracePt t="59755" x="5768975" y="3932238"/>
          <p14:tracePt t="59767" x="5789613" y="3932238"/>
          <p14:tracePt t="59780" x="5803900" y="3932238"/>
          <p14:tracePt t="59790" x="5824538" y="3946525"/>
          <p14:tracePt t="59803" x="5843588" y="3946525"/>
          <p14:tracePt t="59813" x="5872163" y="3946525"/>
          <p14:tracePt t="59823" x="5878513" y="3946525"/>
          <p14:tracePt t="59835" x="5905500" y="3946525"/>
          <p14:tracePt t="59848" x="5911850" y="3946525"/>
          <p14:tracePt t="59857" x="5926138" y="3946525"/>
          <p14:tracePt t="59868" x="5938838" y="3946525"/>
          <p14:tracePt t="59881" x="5946775" y="3946525"/>
          <p14:tracePt t="59891" x="5959475" y="3946525"/>
          <p14:tracePt t="59913" x="5973763" y="3946525"/>
          <p14:tracePt t="59936" x="5980113" y="3946525"/>
          <p14:tracePt t="59958" x="5994400" y="3946525"/>
          <p14:tracePt t="59970" x="6015038" y="3946525"/>
          <p14:tracePt t="59981" x="6042025" y="3946525"/>
          <p14:tracePt t="59993" x="6062663" y="3946525"/>
          <p14:tracePt t="60004" x="6081713" y="3946525"/>
          <p14:tracePt t="60015" x="6096000" y="3946525"/>
          <p14:tracePt t="60027" x="6110288" y="3946525"/>
          <p14:tracePt t="60038" x="6129338" y="3946525"/>
          <p14:tracePt t="60049" x="6149975" y="3946525"/>
          <p14:tracePt t="60061" x="6176963" y="3932238"/>
          <p14:tracePt t="60073" x="6184900" y="3932238"/>
          <p14:tracePt t="60082" x="6184900" y="3919538"/>
          <p14:tracePt t="60757" x="6197600" y="3919538"/>
          <p14:tracePt t="60768" x="6211888" y="3919538"/>
          <p14:tracePt t="60779" x="6232525" y="3919538"/>
          <p14:tracePt t="60791" x="6265863" y="3919538"/>
          <p14:tracePt t="60802" x="6280150" y="3919538"/>
          <p14:tracePt t="60815" x="6313488" y="3919538"/>
          <p14:tracePt t="60825" x="6367463" y="3919538"/>
          <p14:tracePt t="60835" x="6408738" y="3932238"/>
          <p14:tracePt t="60848" x="6477000" y="3932238"/>
          <p14:tracePt t="60859" x="6545263" y="3932238"/>
          <p14:tracePt t="60869" x="6640513" y="3932238"/>
          <p14:tracePt t="60882" x="6694488" y="3932238"/>
          <p14:tracePt t="60893" x="6783388" y="3932238"/>
          <p14:tracePt t="60903" x="6864350" y="3932238"/>
          <p14:tracePt t="60916" x="6919913" y="3932238"/>
          <p14:tracePt t="60927" x="6967538" y="3932238"/>
          <p14:tracePt t="60937" x="6986588" y="3919538"/>
          <p14:tracePt t="60950" x="7007225" y="3919538"/>
          <p14:tracePt t="61015" x="7000875" y="3919538"/>
          <p14:tracePt t="61049" x="6986588" y="3919538"/>
          <p14:tracePt t="61072" x="6973888" y="3919538"/>
          <p14:tracePt t="61467" x="6986588" y="3919538"/>
          <p14:tracePt t="61477" x="7000875" y="3919538"/>
          <p14:tracePt t="61488" x="7007225" y="3919538"/>
          <p14:tracePt t="61502" x="7021513" y="3919538"/>
          <p14:tracePt t="61511" x="7054850" y="3919538"/>
          <p14:tracePt t="61523" x="7089775" y="3932238"/>
          <p14:tracePt t="61534" x="7137400" y="3932238"/>
          <p14:tracePt t="61546" x="7191375" y="3932238"/>
          <p14:tracePt t="61557" x="7212013" y="3946525"/>
          <p14:tracePt t="61567" x="7245350" y="3946525"/>
          <p14:tracePt t="61579" x="7280275" y="3946525"/>
          <p14:tracePt t="61590" x="7307263" y="3946525"/>
          <p14:tracePt t="61601" x="7313613" y="3946525"/>
          <p14:tracePt t="61613" x="7327900" y="3946525"/>
          <p14:tracePt t="61624" x="7340600" y="3946525"/>
          <p14:tracePt t="61656" x="7348538" y="3946525"/>
          <p14:tracePt t="61702" x="7361238" y="3946525"/>
          <p14:tracePt t="61724" x="7381875" y="3946525"/>
          <p14:tracePt t="61737" x="7402513" y="3946525"/>
          <p14:tracePt t="61747" x="7435850" y="3946525"/>
          <p14:tracePt t="61760" x="7483475" y="3952875"/>
          <p14:tracePt t="61772" x="7551738" y="3952875"/>
          <p14:tracePt t="61782" x="7620000" y="3952875"/>
          <p14:tracePt t="61792" x="7673975" y="3967163"/>
          <p14:tracePt t="61805" x="7742238" y="3967163"/>
          <p14:tracePt t="61815" x="7804150" y="3967163"/>
          <p14:tracePt t="61827" x="7843838" y="3967163"/>
          <p14:tracePt t="61838" x="7878763" y="3967163"/>
          <p14:tracePt t="61848" x="7899400" y="3952875"/>
          <p14:tracePt t="61861" x="7912100" y="3952875"/>
          <p14:tracePt t="61872" x="7926388" y="3946525"/>
          <p14:tracePt t="61882" x="7912100" y="3932238"/>
          <p14:tracePt t="61895" x="7891463" y="3919538"/>
          <p14:tracePt t="62412" x="7899400" y="3919538"/>
          <p14:tracePt t="62579" x="7912100" y="3919538"/>
          <p14:tracePt t="62759" x="7926388" y="3919538"/>
          <p14:tracePt t="62804" x="7932738" y="3919538"/>
          <p14:tracePt t="62838" x="7947025" y="3919538"/>
          <p14:tracePt t="62883" x="7959725" y="3919538"/>
          <p14:tracePt t="63312" x="7967663" y="3919538"/>
          <p14:tracePt t="63344" x="7980363" y="3919538"/>
          <p14:tracePt t="63356" x="7994650" y="3932238"/>
          <p14:tracePt t="63367" x="8001000" y="3932238"/>
          <p14:tracePt t="63378" x="8015288" y="3932238"/>
          <p14:tracePt t="63389" x="8034338" y="3932238"/>
          <p14:tracePt t="63401" x="8048625" y="3946525"/>
          <p14:tracePt t="63412" x="8062913" y="3946525"/>
          <p14:tracePt t="63434" x="8081963" y="3946525"/>
          <p14:tracePt t="63438" x="8096250" y="3946525"/>
          <p14:tracePt t="63446" x="8102600" y="3946525"/>
          <p14:tracePt t="63457" x="8116888" y="3946525"/>
          <p14:tracePt t="63468" x="8129588" y="3946525"/>
          <p14:tracePt t="63502" x="8137525" y="3946525"/>
          <p14:tracePt t="63830" x="8069263" y="3946525"/>
          <p14:tracePt t="63839" x="7932738" y="3946525"/>
          <p14:tracePt t="63853" x="7756525" y="3952875"/>
          <p14:tracePt t="63862" x="7497763" y="3967163"/>
          <p14:tracePt t="63873" x="7292975" y="3986213"/>
          <p14:tracePt t="63885" x="7000875" y="4014788"/>
          <p14:tracePt t="63899" x="6694488" y="4048125"/>
          <p14:tracePt t="63907" x="6423025" y="4054475"/>
          <p14:tracePt t="63918" x="6253163" y="4068763"/>
          <p14:tracePt t="63932" x="6042025" y="4075113"/>
          <p14:tracePt t="63942" x="5878513" y="4075113"/>
          <p14:tracePt t="63952" x="5783263" y="4075113"/>
          <p14:tracePt t="63965" x="5721350" y="4075113"/>
          <p14:tracePt t="63976" x="5688013" y="4075113"/>
          <p14:tracePt t="63986" x="5667375" y="4068763"/>
          <p14:tracePt t="63999" x="5653088" y="4068763"/>
          <p14:tracePt t="64109" x="5646738" y="4068763"/>
          <p14:tracePt t="64122" x="5634038" y="4068763"/>
          <p14:tracePt t="64133" x="5619750" y="4075113"/>
          <p14:tracePt t="64143" x="5613400" y="4075113"/>
          <p14:tracePt t="64155" x="5599113" y="4089400"/>
          <p14:tracePt t="64167" x="5578475" y="4089400"/>
          <p14:tracePt t="64178" x="5551488" y="4102100"/>
          <p14:tracePt t="64188" x="5545138" y="4102100"/>
          <p14:tracePt t="64202" x="5545138" y="4110038"/>
          <p14:tracePt t="64212" x="5530850" y="4110038"/>
          <p14:tracePt t="64223" x="5530850" y="4122738"/>
          <p14:tracePt t="64300" x="5545138" y="4122738"/>
          <p14:tracePt t="64312" x="5551488" y="4122738"/>
          <p14:tracePt t="64324" x="5565775" y="4122738"/>
          <p14:tracePt t="64335" x="5578475" y="4122738"/>
          <p14:tracePt t="64345" x="5599113" y="4137025"/>
          <p14:tracePt t="64358" x="5619750" y="4137025"/>
          <p14:tracePt t="64369" x="5653088" y="4137025"/>
          <p14:tracePt t="64380" x="5688013" y="4143375"/>
          <p14:tracePt t="64392" x="5748338" y="4143375"/>
          <p14:tracePt t="64403" x="5789613" y="4157663"/>
          <p14:tracePt t="64413" x="5824538" y="4170363"/>
          <p14:tracePt t="64426" x="5843588" y="4170363"/>
          <p14:tracePt t="64437" x="5857875" y="4170363"/>
          <p14:tracePt t="64447" x="5878513" y="4170363"/>
          <p14:tracePt t="64459" x="5905500" y="4176713"/>
          <p14:tracePt t="64471" x="5911850" y="4176713"/>
          <p14:tracePt t="64481" x="5926138" y="4176713"/>
          <p14:tracePt t="64493" x="5946775" y="4176713"/>
          <p14:tracePt t="64504" x="5959475" y="4176713"/>
          <p14:tracePt t="64514" x="5980113" y="4170363"/>
          <p14:tracePt t="64527" x="6007100" y="4170363"/>
          <p14:tracePt t="64559" x="6015038" y="4170363"/>
          <p14:tracePt t="64562" x="6027738" y="4157663"/>
          <p14:tracePt t="64571" x="6042025" y="4143375"/>
          <p14:tracePt t="64573" x="6042025" y="4137025"/>
          <p14:tracePt t="64586" x="6048375" y="4122738"/>
          <p14:tracePt t="64596" x="6048375" y="4110038"/>
          <p14:tracePt t="64605" x="6048375" y="4089400"/>
          <p14:tracePt t="64618" x="6042025" y="4075113"/>
          <p14:tracePt t="64628" x="6015038" y="4075113"/>
          <p14:tracePt t="64639" x="5994400" y="4068763"/>
          <p14:tracePt t="64651" x="5946775" y="4068763"/>
          <p14:tracePt t="64661" x="5905500" y="4068763"/>
          <p14:tracePt t="64673" x="5843588" y="4068763"/>
          <p14:tracePt t="64685" x="5783263" y="4068763"/>
          <p14:tracePt t="64695" x="5721350" y="4068763"/>
          <p14:tracePt t="64706" x="5667375" y="4075113"/>
          <p14:tracePt t="64719" x="5619750" y="4089400"/>
          <p14:tracePt t="64729" x="5586413" y="4102100"/>
          <p14:tracePt t="64741" x="5565775" y="4110038"/>
          <p14:tracePt t="64753" x="5551488" y="4122738"/>
          <p14:tracePt t="64763" x="5551488" y="4137025"/>
          <p14:tracePt t="64795" x="5565775" y="4143375"/>
          <p14:tracePt t="64807" x="5578475" y="4143375"/>
          <p14:tracePt t="64819" x="5586413" y="4143375"/>
          <p14:tracePt t="64829" x="5599113" y="4143375"/>
          <p14:tracePt t="64841" x="5619750" y="4143375"/>
          <p14:tracePt t="64852" x="5646738" y="4143375"/>
          <p14:tracePt t="64863" x="5667375" y="4143375"/>
          <p14:tracePt t="64875" x="5688013" y="4143375"/>
          <p14:tracePt t="64886" x="5715000" y="4143375"/>
          <p14:tracePt t="64897" x="5721350" y="4143375"/>
          <p14:tracePt t="64909" x="5735638" y="4143375"/>
          <p14:tracePt t="64953" x="5735638" y="4137025"/>
          <p14:tracePt t="64964" x="5721350" y="4137025"/>
          <p14:tracePt t="65009" x="5715000" y="4137025"/>
          <p14:tracePt t="65132" x="5721350" y="4137025"/>
          <p14:tracePt t="65178" x="5735638" y="4137025"/>
          <p14:tracePt t="65380" x="5721350" y="4137025"/>
          <p14:tracePt t="65437" x="5721350" y="4143375"/>
          <p14:tracePt t="65470" x="5735638" y="4143375"/>
          <p14:tracePt t="65482" x="5748338" y="4143375"/>
          <p14:tracePt t="65505" x="5756275" y="4143375"/>
          <p14:tracePt t="65515" x="5768975" y="4143375"/>
          <p14:tracePt t="65527" x="5783263" y="4143375"/>
          <p14:tracePt t="65539" x="5803900" y="4143375"/>
          <p14:tracePt t="65561" x="5816600" y="4143375"/>
          <p14:tracePt t="65594" x="5824538" y="4143375"/>
          <p14:tracePt t="65607" x="5824538" y="4137025"/>
          <p14:tracePt t="65617" x="5816600" y="4137025"/>
          <p14:tracePt t="65639" x="5803900" y="4137025"/>
          <p14:tracePt t="65662" x="5789613" y="4122738"/>
          <p14:tracePt t="65684" x="5783263" y="4122738"/>
          <p14:tracePt t="65697" x="5783263" y="4137025"/>
          <p14:tracePt t="65708" x="5768975" y="4137025"/>
          <p14:tracePt t="65729" x="5768975" y="4143375"/>
          <p14:tracePt t="65785" x="5783263" y="4143375"/>
          <p14:tracePt t="65819" x="5789613" y="4143375"/>
          <p14:tracePt t="65842" x="5803900" y="4143375"/>
          <p14:tracePt t="65875" x="5816600" y="4143375"/>
          <p14:tracePt t="65909" x="5803900" y="4137025"/>
          <p14:tracePt t="65976" x="5789613" y="4137025"/>
          <p14:tracePt t="65999" x="5789613" y="4143375"/>
          <p14:tracePt t="66077" x="5803900" y="4143375"/>
          <p14:tracePt t="66111" x="5803900" y="4137025"/>
          <p14:tracePt t="66156" x="5803900" y="4122738"/>
          <p14:tracePt t="66327" x="5816600" y="4137025"/>
          <p14:tracePt t="66337" x="5824538" y="4137025"/>
          <p14:tracePt t="66360" x="5837238" y="4137025"/>
          <p14:tracePt t="66371" x="5843588" y="4137025"/>
          <p14:tracePt t="66382" x="5857875" y="4137025"/>
          <p14:tracePt t="66393" x="5872163" y="4137025"/>
          <p14:tracePt t="66404" x="5878513" y="4137025"/>
          <p14:tracePt t="66416" x="5905500" y="4137025"/>
          <p14:tracePt t="66429" x="5938838" y="4137025"/>
          <p14:tracePt t="66439" x="5959475" y="4137025"/>
          <p14:tracePt t="66450" x="5973763" y="4137025"/>
          <p14:tracePt t="67979" x="5980113" y="4137025"/>
          <p14:tracePt t="68103" x="5994400" y="4137025"/>
          <p14:tracePt t="68181" x="5980113" y="4143375"/>
          <p14:tracePt t="68193" x="5973763" y="4157663"/>
          <p14:tracePt t="68204" x="5959475" y="4176713"/>
          <p14:tracePt t="68217" x="5946775" y="4191000"/>
          <p14:tracePt t="68227" x="5938838" y="4211638"/>
          <p14:tracePt t="68238" x="5926138" y="4244975"/>
          <p14:tracePt t="68250" x="5911850" y="4259263"/>
          <p14:tracePt t="68261" x="5891213" y="4279900"/>
          <p14:tracePt t="68272" x="5891213" y="4292600"/>
          <p14:tracePt t="68285" x="5878513" y="4313238"/>
          <p14:tracePt t="68294" x="5872163" y="4327525"/>
          <p14:tracePt t="68306" x="5857875" y="4340225"/>
          <p14:tracePt t="68329" x="5843588" y="4348163"/>
          <p14:tracePt t="68351" x="5837238" y="4348163"/>
          <p14:tracePt t="68362" x="5816600" y="4348163"/>
          <p14:tracePt t="68374" x="5803900" y="4340225"/>
          <p14:tracePt t="69003" x="5803900" y="4348163"/>
          <p14:tracePt t="69014" x="5816600" y="4348163"/>
          <p14:tracePt t="69048" x="5824538" y="4348163"/>
          <p14:tracePt t="69104" x="5824538" y="4360863"/>
          <p14:tracePt t="69217" x="5837238" y="4360863"/>
          <p14:tracePt t="69239" x="5843588" y="4360863"/>
          <p14:tracePt t="69262" x="5857875" y="4360863"/>
          <p14:tracePt t="69273" x="5872163" y="4360863"/>
          <p14:tracePt t="69285" x="5878513" y="4375150"/>
          <p14:tracePt t="69296" x="5905500" y="4375150"/>
          <p14:tracePt t="69307" x="5911850" y="4375150"/>
          <p14:tracePt t="69319" x="5926138" y="4375150"/>
          <p14:tracePt t="69330" x="5938838" y="4375150"/>
          <p14:tracePt t="69341" x="5959475" y="4375150"/>
          <p14:tracePt t="69353" x="5973763" y="4375150"/>
          <p14:tracePt t="69364" x="5994400" y="4375150"/>
          <p14:tracePt t="69376" x="6027738" y="4381500"/>
          <p14:tracePt t="69386" x="6048375" y="4381500"/>
          <p14:tracePt t="69397" x="6075363" y="4381500"/>
          <p14:tracePt t="69409" x="6110288" y="4381500"/>
          <p14:tracePt t="69420" x="6129338" y="4395788"/>
          <p14:tracePt t="69431" x="6149975" y="4395788"/>
          <p14:tracePt t="69442" x="6164263" y="4395788"/>
          <p14:tracePt t="70006" x="6176963" y="4395788"/>
          <p14:tracePt t="70038" x="6184900" y="4395788"/>
          <p14:tracePt t="70049" x="6197600" y="4395788"/>
          <p14:tracePt t="70072" x="6211888" y="4395788"/>
          <p14:tracePt t="70195" x="6211888" y="4381500"/>
          <p14:tracePt t="70263" x="6211888" y="4375150"/>
          <p14:tracePt t="70297" x="6211888" y="4360863"/>
          <p14:tracePt t="70308" x="6211888" y="4348163"/>
          <p14:tracePt t="70320" x="6197600" y="4327525"/>
          <p14:tracePt t="70332" x="6176963" y="4313238"/>
          <p14:tracePt t="70342" x="6143625" y="4259263"/>
          <p14:tracePt t="70354" x="6081713" y="4191000"/>
          <p14:tracePt t="70366" x="6007100" y="4102100"/>
          <p14:tracePt t="70376" x="5959475" y="4033838"/>
          <p14:tracePt t="70387" x="5911850" y="3952875"/>
          <p14:tracePt t="70399" x="5872163" y="3898900"/>
          <p14:tracePt t="70411" x="5837238" y="3843338"/>
          <p14:tracePt t="70421" x="5803900" y="3795713"/>
          <p14:tracePt t="70432" x="5783263" y="3776663"/>
          <p14:tracePt t="70444" x="5748338" y="3748088"/>
          <p14:tracePt t="70455" x="5715000" y="3741738"/>
          <p14:tracePt t="70466" x="5681663" y="3729038"/>
          <p14:tracePt t="70479" x="5646738" y="3714750"/>
          <p14:tracePt t="70492" x="5619750" y="3714750"/>
          <p14:tracePt t="70500" x="5599113" y="3714750"/>
          <p14:tracePt t="70511" x="5578475" y="3714750"/>
          <p14:tracePt t="70523" x="5551488" y="3714750"/>
          <p14:tracePt t="70534" x="5545138" y="3714750"/>
          <p14:tracePt t="70545" x="5530850" y="3714750"/>
          <p14:tracePt t="70556" x="5530850" y="3729038"/>
          <p14:tracePt t="70569" x="5518150" y="3729038"/>
          <p14:tracePt t="70590" x="5518150" y="3741738"/>
          <p14:tracePt t="70645" x="5530850" y="3741738"/>
          <p14:tracePt t="70690" x="5545138" y="3729038"/>
          <p14:tracePt t="70881" x="5545138" y="3741738"/>
          <p14:tracePt t="71074" x="5565775" y="3748088"/>
          <p14:tracePt t="71085" x="5578475" y="3762375"/>
          <p14:tracePt t="71096" x="5613400" y="3776663"/>
          <p14:tracePt t="71107" x="5634038" y="3783013"/>
          <p14:tracePt t="71119" x="5667375" y="3795713"/>
          <p14:tracePt t="71130" x="5715000" y="3816350"/>
          <p14:tracePt t="71141" x="5748338" y="3830638"/>
          <p14:tracePt t="71152" x="5768975" y="3830638"/>
          <p14:tracePt t="71164" x="5803900" y="3830638"/>
          <p14:tracePt t="71177" x="5824538" y="3830638"/>
          <p14:tracePt t="71188" x="5843588" y="3830638"/>
          <p14:tracePt t="71197" x="5857875" y="3830638"/>
          <p14:tracePt t="71219" x="5872163" y="3830638"/>
          <p14:tracePt t="71286" x="5857875" y="3830638"/>
          <p14:tracePt t="71298" x="5843588" y="3830638"/>
          <p14:tracePt t="71311" x="5816600" y="3830638"/>
          <p14:tracePt t="71321" x="5783263" y="3830638"/>
          <p14:tracePt t="71334" x="5735638" y="3830638"/>
          <p14:tracePt t="71344" x="5688013" y="3830638"/>
          <p14:tracePt t="71354" x="5667375" y="3830638"/>
          <p14:tracePt t="71366" x="5646738" y="3830638"/>
          <p14:tracePt t="71378" x="5634038" y="3830638"/>
          <p14:tracePt t="71388" x="5619750" y="3830638"/>
          <p14:tracePt t="71422" x="5634038" y="3830638"/>
          <p14:tracePt t="71434" x="5646738" y="3843338"/>
          <p14:tracePt t="71445" x="5653088" y="3843338"/>
          <p14:tracePt t="71456" x="5667375" y="3843338"/>
          <p14:tracePt t="71468" x="5688013" y="3843338"/>
          <p14:tracePt t="71479" x="5715000" y="3843338"/>
          <p14:tracePt t="71489" x="5735638" y="3843338"/>
          <p14:tracePt t="71502" x="5748338" y="3843338"/>
          <p14:tracePt t="71513" x="5756275" y="3843338"/>
          <p14:tracePt t="71568" x="5748338" y="3843338"/>
          <p14:tracePt t="71579" x="5721350" y="3843338"/>
          <p14:tracePt t="71591" x="5700713" y="3843338"/>
          <p14:tracePt t="71603" x="5688013" y="3851275"/>
          <p14:tracePt t="71624" x="5681663" y="3851275"/>
          <p14:tracePt t="71636" x="5667375" y="3851275"/>
          <p14:tracePt t="71680" x="5681663" y="3851275"/>
          <p14:tracePt t="71704" x="5700713" y="3863975"/>
          <p14:tracePt t="71715" x="5715000" y="3863975"/>
          <p14:tracePt t="71728" x="5721350" y="3863975"/>
          <p14:tracePt t="71738" x="5748338" y="3863975"/>
          <p14:tracePt t="71749" x="5756275" y="3863975"/>
          <p14:tracePt t="71761" x="5768975" y="3863975"/>
          <p14:tracePt t="71771" x="5783263" y="3863975"/>
          <p14:tracePt t="71816" x="5768975" y="3863975"/>
          <p14:tracePt t="71828" x="5748338" y="3863975"/>
          <p14:tracePt t="71838" x="5721350" y="3863975"/>
          <p14:tracePt t="71851" x="5700713" y="3863975"/>
          <p14:tracePt t="71861" x="5681663" y="3851275"/>
          <p14:tracePt t="71894" x="5653088" y="3851275"/>
          <p14:tracePt t="71897" x="5646738" y="3851275"/>
          <p14:tracePt t="71907" x="5634038" y="3851275"/>
          <p14:tracePt t="71911" x="5619750" y="3851275"/>
          <p14:tracePt t="71939" x="5634038" y="3863975"/>
          <p14:tracePt t="71962" x="5653088" y="3863975"/>
          <p14:tracePt t="71973" x="5667375" y="3878263"/>
          <p14:tracePt t="71986" x="5700713" y="3878263"/>
          <p14:tracePt t="71997" x="5721350" y="3878263"/>
          <p14:tracePt t="72007" x="5748338" y="3878263"/>
          <p14:tracePt t="72020" x="5768975" y="3884613"/>
          <p14:tracePt t="72030" x="5783263" y="3884613"/>
          <p14:tracePt t="72085" x="5756275" y="3884613"/>
          <p14:tracePt t="72097" x="5748338" y="3884613"/>
          <p14:tracePt t="72108" x="5721350" y="3884613"/>
          <p14:tracePt t="72121" x="5715000" y="3884613"/>
          <p14:tracePt t="72131" x="5700713" y="3884613"/>
          <p14:tracePt t="72143" x="5688013" y="3884613"/>
          <p14:tracePt t="72503" x="5700713" y="3884613"/>
          <p14:tracePt t="72513" x="5715000" y="3884613"/>
          <p14:tracePt t="72525" x="5721350" y="3884613"/>
          <p14:tracePt t="72547" x="5735638" y="3884613"/>
          <p14:tracePt t="72559" x="5748338" y="3884613"/>
          <p14:tracePt t="73178" x="5735638" y="3884613"/>
          <p14:tracePt t="73188" x="5721350" y="3884613"/>
          <p14:tracePt t="73201" x="5715000" y="3884613"/>
          <p14:tracePt t="73212" x="5700713" y="3884613"/>
          <p14:tracePt t="73233" x="5688013" y="3884613"/>
          <p14:tracePt t="73256" x="5688013" y="3878263"/>
          <p14:tracePt t="78691" x="5681663" y="3878263"/>
          <p14:tracePt t="78702" x="5667375" y="3884613"/>
          <p14:tracePt t="78712" x="5646738" y="3884613"/>
          <p14:tracePt t="78723" x="5619750" y="3884613"/>
          <p14:tracePt t="78735" x="5613400" y="3884613"/>
          <p14:tracePt t="78746" x="5599113" y="3884613"/>
          <p14:tracePt t="78757" x="5586413" y="3898900"/>
          <p14:tracePt t="78769" x="5565775" y="3898900"/>
          <p14:tracePt t="78791" x="5551488" y="3898900"/>
          <p14:tracePt t="78802" x="5545138" y="3898900"/>
          <p14:tracePt t="79085" x="5551488" y="3898900"/>
          <p14:tracePt t="79095" x="5565775" y="3898900"/>
          <p14:tracePt t="79117" x="5578475" y="3898900"/>
          <p14:tracePt t="79163" x="5586413" y="3898900"/>
          <p14:tracePt t="79173" x="5586413" y="3911600"/>
          <p14:tracePt t="79187" x="5599113" y="3911600"/>
          <p14:tracePt t="79196" x="5613400" y="3911600"/>
          <p14:tracePt t="79229" x="5619750" y="3911600"/>
          <p14:tracePt t="79285" x="5634038" y="3911600"/>
          <p14:tracePt t="79330" x="5646738" y="3911600"/>
          <p14:tracePt t="79546" x="5653088" y="3911600"/>
          <p14:tracePt t="79546" x="5667375" y="3911600"/>
          <p14:tracePt t="79556" x="5667375" y="3919538"/>
          <p14:tracePt t="79567" x="5681663" y="3919538"/>
          <p14:tracePt t="79578" x="5688013" y="3919538"/>
          <p14:tracePt t="79601" x="5700713" y="3919538"/>
          <p14:tracePt t="79904" x="5700713" y="3932238"/>
          <p14:tracePt t="79983" x="5715000" y="3932238"/>
          <p14:tracePt t="80061" x="5721350" y="3932238"/>
          <p14:tracePt t="80804" x="5735638" y="3932238"/>
          <p14:tracePt t="80808" x="5756275" y="3946525"/>
          <p14:tracePt t="80816" x="5837238" y="3979863"/>
          <p14:tracePt t="80827" x="5973763" y="4021138"/>
          <p14:tracePt t="80838" x="6149975" y="4089400"/>
          <p14:tracePt t="80850" x="6300788" y="4137025"/>
          <p14:tracePt t="80861" x="6477000" y="4191000"/>
          <p14:tracePt t="80872" x="6661150" y="4238625"/>
          <p14:tracePt t="80883" x="6783388" y="4259263"/>
          <p14:tracePt t="80895" x="6884988" y="4279900"/>
          <p14:tracePt t="80910" x="6953250" y="4292600"/>
          <p14:tracePt t="80920" x="7034213" y="4313238"/>
          <p14:tracePt t="80934" x="7102475" y="4327525"/>
          <p14:tracePt t="80943" x="7170738" y="4340225"/>
          <p14:tracePt t="80959" x="7212013" y="4348163"/>
          <p14:tracePt t="80971" x="7272338" y="4360863"/>
          <p14:tracePt t="80980" x="7340600" y="4375150"/>
          <p14:tracePt t="80993" x="7396163" y="4395788"/>
          <p14:tracePt t="81006" x="7462838" y="4408488"/>
          <p14:tracePt t="81017" x="7504113" y="4414838"/>
          <p14:tracePt t="81019" x="7586663" y="4443413"/>
          <p14:tracePt t="81043" x="7735888" y="4476750"/>
          <p14:tracePt t="81053" x="7777163" y="4483100"/>
          <p14:tracePt t="81065" x="7837488" y="4497388"/>
          <p14:tracePt t="81077" x="7891463" y="4510088"/>
          <p14:tracePt t="81086" x="7947025" y="4518025"/>
          <p14:tracePt t="81097" x="8015288" y="4530725"/>
          <p14:tracePt t="81110" x="8048625" y="4530725"/>
          <p14:tracePt t="81121" x="8096250" y="4545013"/>
          <p14:tracePt t="81133" x="8129588" y="4545013"/>
          <p14:tracePt t="81144" x="8150225" y="4551363"/>
          <p14:tracePt t="81155" x="8170863" y="4551363"/>
          <p14:tracePt t="81167" x="8185150" y="4551363"/>
          <p14:tracePt t="81177" x="8218488" y="4551363"/>
          <p14:tracePt t="81187" x="8253413" y="4551363"/>
          <p14:tracePt t="81199" x="8286750" y="4565650"/>
          <p14:tracePt t="81210" x="8320088" y="4578350"/>
          <p14:tracePt t="81221" x="8355013" y="4578350"/>
          <p14:tracePt t="81233" x="8388350" y="4586288"/>
          <p14:tracePt t="81245" x="8423275" y="4586288"/>
          <p14:tracePt t="81255" x="8477250" y="4586288"/>
          <p14:tracePt t="81267" x="8510588" y="4598988"/>
          <p14:tracePt t="81278" x="8566150" y="4613275"/>
          <p14:tracePt t="81289" x="8634413" y="4613275"/>
          <p14:tracePt t="81301" x="8694738" y="4619625"/>
          <p14:tracePt t="81322" x="8748713" y="4633913"/>
          <p14:tracePt t="81326" x="8783638" y="4633913"/>
          <p14:tracePt t="81334" x="8816975" y="4633913"/>
          <p14:tracePt t="81345" x="8831263" y="4633913"/>
          <p14:tracePt t="81626" x="8816975" y="4633913"/>
          <p14:tracePt t="81637" x="8796338" y="4633913"/>
          <p14:tracePt t="81648" x="8783638" y="4633913"/>
          <p14:tracePt t="81660" x="8769350" y="4619625"/>
          <p14:tracePt t="85880" x="8578850" y="4673600"/>
          <p14:tracePt t="85880" x="8491538" y="4700588"/>
          <p14:tracePt t="85889" x="8355013" y="4735513"/>
          <p14:tracePt t="85901" x="8272463" y="4756150"/>
          <p14:tracePt t="85912" x="8170863" y="4789488"/>
          <p14:tracePt t="85923" x="8096250" y="4810125"/>
          <p14:tracePt t="85935" x="8048625" y="4824413"/>
          <p14:tracePt t="85946" x="7980363" y="4837113"/>
          <p14:tracePt t="85958" x="7932738" y="4843463"/>
          <p14:tracePt t="85968" x="7899400" y="4843463"/>
          <p14:tracePt t="85983" x="7878763" y="4843463"/>
          <p14:tracePt t="85991" x="7858125" y="4843463"/>
          <p14:tracePt t="86003" x="7843838" y="4857750"/>
          <p14:tracePt t="86017" x="7810500" y="4857750"/>
          <p14:tracePt t="86025" x="7789863" y="4872038"/>
          <p14:tracePt t="86036" x="7742238" y="4878388"/>
          <p14:tracePt t="86050" x="7673975" y="4891088"/>
          <p14:tracePt t="86060" x="7605713" y="4891088"/>
          <p14:tracePt t="86407" x="7634288" y="4891088"/>
          <p14:tracePt t="86419" x="7640638" y="4891088"/>
          <p14:tracePt t="86430" x="7653338" y="4891088"/>
          <p14:tracePt t="86441" x="7667625" y="4891088"/>
          <p14:tracePt t="86453" x="7673975" y="4891088"/>
          <p14:tracePt t="86530" x="7667625" y="4891088"/>
          <p14:tracePt t="86542" x="7653338" y="4891088"/>
          <p14:tracePt t="86576" x="7640638" y="4891088"/>
          <p14:tracePt t="86578" x="7599363" y="4891088"/>
          <p14:tracePt t="86589" x="7518400" y="4891088"/>
          <p14:tracePt t="86590" x="7396163" y="4905375"/>
          <p14:tracePt t="86599" x="7239000" y="4911725"/>
          <p14:tracePt t="86610" x="7123113" y="4911725"/>
          <p14:tracePt t="86623" x="6953250" y="4926013"/>
          <p14:tracePt t="86633" x="6783388" y="4946650"/>
          <p14:tracePt t="86643" x="6626225" y="4959350"/>
          <p14:tracePt t="86658" x="6477000" y="4979988"/>
          <p14:tracePt t="86668" x="6402388" y="4994275"/>
          <p14:tracePt t="86678" x="6319838" y="5014913"/>
          <p14:tracePt t="86691" x="6265863" y="5027613"/>
          <p14:tracePt t="86701" x="6232525" y="5041900"/>
          <p14:tracePt t="86712" x="6211888" y="5048250"/>
          <p14:tracePt t="86725" x="6197600" y="5048250"/>
          <p14:tracePt t="86935" x="6197600" y="5041900"/>
          <p14:tracePt t="86969" x="6197600" y="5027613"/>
          <p14:tracePt t="87207" x="6184900" y="5027613"/>
          <p14:tracePt t="87228" x="6176963" y="5027613"/>
          <p14:tracePt t="87262" x="6176963" y="5014913"/>
          <p14:tracePt t="87635" x="6164263" y="5027613"/>
          <p14:tracePt t="87646" x="6164263" y="5041900"/>
          <p14:tracePt t="87768" x="6149975" y="5027613"/>
          <p14:tracePt t="87779" x="6143625" y="4994275"/>
          <p14:tracePt t="87792" x="6129338" y="4938713"/>
          <p14:tracePt t="87802" x="6116638" y="4872038"/>
          <p14:tracePt t="87814" x="6096000" y="4768850"/>
          <p14:tracePt t="87826" x="6075363" y="4667250"/>
          <p14:tracePt t="87836" x="6042025" y="4578350"/>
          <p14:tracePt t="87847" x="6027738" y="4518025"/>
          <p14:tracePt t="87859" x="5994400" y="4462463"/>
          <p14:tracePt t="87870" x="5959475" y="4408488"/>
          <p14:tracePt t="87882" x="5938838" y="4360863"/>
          <p14:tracePt t="87893" x="5905500" y="4313238"/>
          <p14:tracePt t="87904" x="5878513" y="4292600"/>
          <p14:tracePt t="87915" x="5843588" y="4244975"/>
          <p14:tracePt t="87926" x="5824538" y="4224338"/>
          <p14:tracePt t="87938" x="5803900" y="4205288"/>
          <p14:tracePt t="87949" x="5768975" y="4170363"/>
          <p14:tracePt t="87961" x="5748338" y="4157663"/>
          <p14:tracePt t="87973" x="5700713" y="4137025"/>
          <p14:tracePt t="87984" x="5653088" y="4110038"/>
          <p14:tracePt t="87994" x="5599113" y="4089400"/>
          <p14:tracePt t="88008" x="5551488" y="4068763"/>
          <p14:tracePt t="88018" x="5497513" y="4048125"/>
          <p14:tracePt t="88029" x="5449888" y="4021138"/>
          <p14:tracePt t="88041" x="5414963" y="4014788"/>
          <p14:tracePt t="88052" x="5395913" y="4014788"/>
          <p14:tracePt t="88072" x="5381625" y="4014788"/>
          <p14:tracePt t="88186" x="5395913" y="4014788"/>
          <p14:tracePt t="88196" x="5408613" y="4000500"/>
          <p14:tracePt t="88208" x="5429250" y="4000500"/>
          <p14:tracePt t="88218" x="5462588" y="3986213"/>
          <p14:tracePt t="88231" x="5510213" y="3967163"/>
          <p14:tracePt t="88242" x="5545138" y="3946525"/>
          <p14:tracePt t="88252" x="5578475" y="3919538"/>
          <p14:tracePt t="88264" x="5599113" y="3911600"/>
          <p14:tracePt t="88276" x="5613400" y="3884613"/>
          <p14:tracePt t="88286" x="5619750" y="3863975"/>
          <p14:tracePt t="88299" x="5634038" y="3851275"/>
          <p14:tracePt t="88310" x="5634038" y="3843338"/>
          <p14:tracePt t="88321" x="5634038" y="3830638"/>
          <p14:tracePt t="88332" x="5634038" y="3816350"/>
          <p14:tracePt t="88343" x="5619750" y="3816350"/>
          <p14:tracePt t="88355" x="5613400" y="3810000"/>
          <p14:tracePt t="88366" x="5586413" y="3795713"/>
          <p14:tracePt t="88377" x="5565775" y="3795713"/>
          <p14:tracePt t="88389" x="5530850" y="3795713"/>
          <p14:tracePt t="88398" x="5483225" y="3810000"/>
          <p14:tracePt t="88410" x="5429250" y="3816350"/>
          <p14:tracePt t="88423" x="5395913" y="3843338"/>
          <p14:tracePt t="88433" x="5340350" y="3878263"/>
          <p14:tracePt t="88445" x="5307013" y="3919538"/>
          <p14:tracePt t="88458" x="5286375" y="3952875"/>
          <p14:tracePt t="88468" x="5292725" y="3986213"/>
          <p14:tracePt t="88479" x="5319713" y="4033838"/>
          <p14:tracePt t="88492" x="5375275" y="4075113"/>
          <p14:tracePt t="88501" x="5449888" y="4102100"/>
          <p14:tracePt t="88514" x="5551488" y="4110038"/>
          <p14:tracePt t="88525" x="5646738" y="4110038"/>
          <p14:tracePt t="88535" x="5768975" y="4089400"/>
          <p14:tracePt t="88547" x="5872163" y="4054475"/>
          <p14:tracePt t="88559" x="5946775" y="4021138"/>
          <p14:tracePt t="88569" x="5994400" y="3986213"/>
          <p14:tracePt t="88581" x="6027738" y="3952875"/>
          <p14:tracePt t="88593" x="6042025" y="3919538"/>
          <p14:tracePt t="88602" x="6027738" y="3884613"/>
          <p14:tracePt t="88614" x="6015038" y="3851275"/>
          <p14:tracePt t="88626" x="5980113" y="3816350"/>
          <p14:tracePt t="88636" x="5926138" y="3783013"/>
          <p14:tracePt t="88668" x="5837238" y="3748088"/>
          <p14:tracePt t="88672" x="5735638" y="3741738"/>
          <p14:tracePt t="88682" x="5619750" y="3729038"/>
          <p14:tracePt t="88684" x="5530850" y="3729038"/>
          <p14:tracePt t="88692" x="5408613" y="3741738"/>
          <p14:tracePt t="88706" x="5327650" y="3748088"/>
          <p14:tracePt t="88716" x="5259388" y="3776663"/>
          <p14:tracePt t="88728" x="5238750" y="3795713"/>
          <p14:tracePt t="88741" x="5224463" y="3810000"/>
          <p14:tracePt t="88749" x="5238750" y="3830638"/>
          <p14:tracePt t="88759" x="5253038" y="3851275"/>
          <p14:tracePt t="88772" x="5272088" y="3863975"/>
          <p14:tracePt t="88782" x="5292725" y="3884613"/>
          <p14:tracePt t="88794" x="5340350" y="3898900"/>
          <p14:tracePt t="88806" x="5408613" y="3911600"/>
          <p14:tracePt t="88816" x="5462588" y="3911600"/>
          <p14:tracePt t="88826" x="5510213" y="3911600"/>
          <p14:tracePt t="88839" x="5565775" y="3911600"/>
          <p14:tracePt t="88849" x="5613400" y="3911600"/>
          <p14:tracePt t="88860" x="5634038" y="3898900"/>
          <p14:tracePt t="88882" x="5646738" y="3898900"/>
          <p14:tracePt t="88894" x="5646738" y="3884613"/>
          <p14:tracePt t="88906" x="5646738" y="3878263"/>
          <p14:tracePt t="88927" x="5646738" y="3863975"/>
          <p14:tracePt t="88939" x="5634038" y="3851275"/>
          <p14:tracePt t="88950" x="5619750" y="3843338"/>
          <p14:tracePt t="88962" x="5613400" y="3830638"/>
          <p14:tracePt t="88974" x="5586413" y="3810000"/>
          <p14:tracePt t="88984" x="5578475" y="3810000"/>
          <p14:tracePt t="88996" x="5551488" y="3795713"/>
          <p14:tracePt t="89007" x="5545138" y="3783013"/>
          <p14:tracePt t="89017" x="5530850" y="3783013"/>
          <p14:tracePt t="89030" x="5518150" y="3783013"/>
          <p14:tracePt t="89041" x="5510213" y="3783013"/>
          <p14:tracePt t="89051" x="5483225" y="3783013"/>
          <p14:tracePt t="89062" x="5476875" y="3810000"/>
          <p14:tracePt t="89075" x="5462588" y="3816350"/>
          <p14:tracePt t="89085" x="5462588" y="3843338"/>
          <p14:tracePt t="89097" x="5462588" y="3884613"/>
          <p14:tracePt t="89108" x="5476875" y="3932238"/>
          <p14:tracePt t="89119" x="5510213" y="3967163"/>
          <p14:tracePt t="89131" x="5545138" y="3986213"/>
          <p14:tracePt t="89143" x="5565775" y="4000500"/>
          <p14:tracePt t="89153" x="5619750" y="4000500"/>
          <p14:tracePt t="89165" x="5688013" y="4000500"/>
          <p14:tracePt t="89176" x="5768975" y="3986213"/>
          <p14:tracePt t="89186" x="5816600" y="3967163"/>
          <p14:tracePt t="89198" x="5872163" y="3946525"/>
          <p14:tracePt t="89209" x="5905500" y="3911600"/>
          <p14:tracePt t="89221" x="5911850" y="3884613"/>
          <p14:tracePt t="89232" x="5911850" y="3863975"/>
          <p14:tracePt t="89243" x="5911850" y="3851275"/>
          <p14:tracePt t="89255" x="5905500" y="3843338"/>
          <p14:tracePt t="89266" x="5878513" y="3816350"/>
          <p14:tracePt t="89277" x="5843588" y="3795713"/>
          <p14:tracePt t="89289" x="5789613" y="3783013"/>
          <p14:tracePt t="89299" x="5735638" y="3776663"/>
          <p14:tracePt t="89310" x="5646738" y="3776663"/>
          <p14:tracePt t="89323" x="5565775" y="3783013"/>
          <p14:tracePt t="89333" x="5497513" y="3795713"/>
          <p14:tracePt t="89346" x="5462588" y="3810000"/>
          <p14:tracePt t="89357" x="5443538" y="3843338"/>
          <p14:tracePt t="89367" x="5443538" y="3863975"/>
          <p14:tracePt t="89379" x="5443538" y="3898900"/>
          <p14:tracePt t="89390" x="5449888" y="3932238"/>
          <p14:tracePt t="89401" x="5462588" y="3952875"/>
          <p14:tracePt t="89413" x="5497513" y="3979863"/>
          <p14:tracePt t="89425" x="5545138" y="3986213"/>
          <p14:tracePt t="89435" x="5586413" y="3986213"/>
          <p14:tracePt t="89447" x="5619750" y="3986213"/>
          <p14:tracePt t="89458" x="5667375" y="3979863"/>
          <p14:tracePt t="89468" x="5688013" y="3967163"/>
          <p14:tracePt t="89480" x="5715000" y="3952875"/>
          <p14:tracePt t="89492" x="5721350" y="3946525"/>
          <p14:tracePt t="89512" x="5721350" y="3932238"/>
          <p14:tracePt t="89524" x="5721350" y="3919538"/>
          <p14:tracePt t="89535" x="5715000" y="3911600"/>
          <p14:tracePt t="89557" x="5700713" y="3898900"/>
          <p14:tracePt t="89568" x="5688013" y="3898900"/>
          <p14:tracePt t="89739" x="5681663" y="3898900"/>
          <p14:tracePt t="89748" x="5681663" y="3884613"/>
          <p14:tracePt t="89782" x="5681663" y="3878263"/>
          <p14:tracePt t="90053" x="5667375" y="3878263"/>
          <p14:tracePt t="90065" x="5653088" y="3884613"/>
          <p14:tracePt t="90076" x="5634038" y="3898900"/>
          <p14:tracePt t="90086" x="5619750" y="3911600"/>
          <p14:tracePt t="90098" x="5613400" y="3919538"/>
          <p14:tracePt t="90109" x="5599113" y="3932238"/>
          <p14:tracePt t="90119" x="5578475" y="3946525"/>
          <p14:tracePt t="90132" x="5565775" y="3967163"/>
          <p14:tracePt t="90143" x="5551488" y="3979863"/>
          <p14:tracePt t="90153" x="5551488" y="4000500"/>
          <p14:tracePt t="90165" x="5545138" y="4021138"/>
          <p14:tracePt t="90177" x="5545138" y="4054475"/>
          <p14:tracePt t="90189" x="5545138" y="4075113"/>
          <p14:tracePt t="90199" x="5551488" y="4122738"/>
          <p14:tracePt t="90210" x="5578475" y="4143375"/>
          <p14:tracePt t="90222" x="5613400" y="4191000"/>
          <p14:tracePt t="90233" x="5653088" y="4238625"/>
          <p14:tracePt t="90245" x="5715000" y="4271963"/>
          <p14:tracePt t="90256" x="5756275" y="4306888"/>
          <p14:tracePt t="90267" x="5789613" y="4327525"/>
          <p14:tracePt t="90278" x="5824538" y="4340225"/>
          <p14:tracePt t="90291" x="5843588" y="4360863"/>
          <p14:tracePt t="90301" x="5857875" y="4375150"/>
          <p14:tracePt t="90313" x="5878513" y="4381500"/>
          <p14:tracePt t="90492" x="5891213" y="4395788"/>
          <p14:tracePt t="90502" x="5905500" y="4395788"/>
          <p14:tracePt t="90513" x="5938838" y="4414838"/>
          <p14:tracePt t="90525" x="5980113" y="4443413"/>
          <p14:tracePt t="90536" x="6062663" y="4476750"/>
          <p14:tracePt t="90548" x="6143625" y="4510088"/>
          <p14:tracePt t="90558" x="6211888" y="4530725"/>
          <p14:tracePt t="90570" x="6265863" y="4551363"/>
          <p14:tracePt t="90582" x="6334125" y="4578350"/>
          <p14:tracePt t="90592" x="6388100" y="4598988"/>
          <p14:tracePt t="90604" x="6456363" y="4619625"/>
          <p14:tracePt t="90616" x="6510338" y="4646613"/>
          <p14:tracePt t="90626" x="6545263" y="4652963"/>
          <p14:tracePt t="90638" x="6592888" y="4673600"/>
          <p14:tracePt t="90649" x="6640513" y="4687888"/>
          <p14:tracePt t="90661" x="6681788" y="4708525"/>
          <p14:tracePt t="90672" x="6729413" y="4735513"/>
          <p14:tracePt t="90683" x="6748463" y="4741863"/>
          <p14:tracePt t="90695" x="6777038" y="4768850"/>
          <p14:tracePt t="90706" x="6796088" y="4776788"/>
          <p14:tracePt t="90717" x="6816725" y="4789488"/>
          <p14:tracePt t="90730" x="6831013" y="4803775"/>
          <p14:tracePt t="90740" x="6864350" y="4810125"/>
          <p14:tracePt t="90762" x="6884988" y="4837113"/>
          <p14:tracePt t="90772" x="6919913" y="4857750"/>
          <p14:tracePt t="90776" x="6938963" y="4872038"/>
          <p14:tracePt t="90787" x="6986588" y="4891088"/>
          <p14:tracePt t="90798" x="7021513" y="4911725"/>
          <p14:tracePt t="90809" x="7054850" y="4926013"/>
          <p14:tracePt t="90819" x="7089775" y="4938713"/>
          <p14:tracePt t="90834" x="7102475" y="4946650"/>
          <p14:tracePt t="90843" x="7123113" y="4959350"/>
          <p14:tracePt t="90853" x="7143750" y="4973638"/>
          <p14:tracePt t="90866" x="7170738" y="4979988"/>
          <p14:tracePt t="90876" x="7205663" y="4994275"/>
          <p14:tracePt t="90887" x="7245350" y="5006975"/>
          <p14:tracePt t="90899" x="7292975" y="5027613"/>
          <p14:tracePt t="90908" x="7348538" y="5048250"/>
          <p14:tracePt t="90919" x="7396163" y="5062538"/>
          <p14:tracePt t="90931" x="7429500" y="5075238"/>
          <p14:tracePt t="90941" x="7450138" y="5075238"/>
          <p14:tracePt t="90953" x="7470775" y="5081588"/>
          <p14:tracePt t="90965" x="7497763" y="5095875"/>
          <p14:tracePt t="90975" x="7518400" y="5110163"/>
          <p14:tracePt t="90987" x="7539038" y="5110163"/>
          <p14:tracePt t="90998" x="7566025" y="5116513"/>
          <p14:tracePt t="91019" x="7551738" y="5110163"/>
          <p14:tracePt t="91606" x="7566025" y="5110163"/>
          <p14:tracePt t="91617" x="7572375" y="5110163"/>
          <p14:tracePt t="91638" x="7586663" y="5110163"/>
          <p14:tracePt t="91650" x="7599363" y="5110163"/>
          <p14:tracePt t="91661" x="7620000" y="5095875"/>
          <p14:tracePt t="91672" x="7634288" y="5095875"/>
          <p14:tracePt t="91683" x="7640638" y="5095875"/>
          <p14:tracePt t="91706" x="7653338" y="5095875"/>
          <p14:tracePt t="91739" x="7667625" y="5095875"/>
          <p14:tracePt t="91762" x="7667625" y="5110163"/>
          <p14:tracePt t="91897" x="7673975" y="5110163"/>
          <p14:tracePt t="91942" x="7688263" y="5110163"/>
          <p14:tracePt t="91953" x="7700963" y="5110163"/>
          <p14:tracePt t="91965" x="7708900" y="5110163"/>
          <p14:tracePt t="91976" x="7742238" y="5110163"/>
          <p14:tracePt t="91987" x="7777163" y="5116513"/>
          <p14:tracePt t="92000" x="7824788" y="5129213"/>
          <p14:tracePt t="92011" x="7858125" y="5129213"/>
          <p14:tracePt t="92022" x="7912100" y="5143500"/>
          <p14:tracePt t="92033" x="7947025" y="5143500"/>
          <p14:tracePt t="92044" x="7967663" y="5149850"/>
          <p14:tracePt t="92066" x="7967663" y="5143500"/>
          <p14:tracePt t="92606" x="7980363" y="5143500"/>
          <p14:tracePt t="92617" x="7994650" y="5143500"/>
          <p14:tracePt t="92639" x="8001000" y="5143500"/>
          <p14:tracePt t="92651" x="8015288" y="5143500"/>
          <p14:tracePt t="92663" x="8027988" y="5143500"/>
          <p14:tracePt t="92673" x="8034338" y="5143500"/>
          <p14:tracePt t="92707" x="8048625" y="5143500"/>
          <p14:tracePt t="92810" x="8048625" y="5129213"/>
          <p14:tracePt t="93011" x="8062913" y="5129213"/>
          <p14:tracePt t="93033" x="8062913" y="5116513"/>
          <p14:tracePt t="93056" x="8069263" y="5116513"/>
          <p14:tracePt t="93618" x="8081963" y="5116513"/>
          <p14:tracePt t="94079" x="8081963" y="5110163"/>
          <p14:tracePt t="94597" x="8096250" y="5110163"/>
          <p14:tracePt t="94608" x="8096250" y="5095875"/>
          <p14:tracePt t="94732" x="8102600" y="5095875"/>
          <p14:tracePt t="96701" x="8102600" y="5110163"/>
          <p14:tracePt t="96713" x="8096250" y="5110163"/>
          <p14:tracePt t="96746" x="8096250" y="5116513"/>
          <p14:tracePt t="96758" x="8081963" y="5116513"/>
          <p14:tracePt t="96835" x="8081963" y="5129213"/>
          <p14:tracePt t="96858" x="8069263" y="5129213"/>
          <p14:tracePt t="96881" x="8062913" y="5129213"/>
          <p14:tracePt t="96893" x="8034338" y="5143500"/>
          <p14:tracePt t="96904" x="8001000" y="5143500"/>
          <p14:tracePt t="96915" x="7947025" y="5143500"/>
          <p14:tracePt t="96928" x="7858125" y="5143500"/>
          <p14:tracePt t="96938" x="7789863" y="5129213"/>
          <p14:tracePt t="96949" x="7673975" y="5116513"/>
          <p14:tracePt t="96962" x="7572375" y="5110163"/>
          <p14:tracePt t="96971" x="7483475" y="5095875"/>
          <p14:tracePt t="96982" x="7415213" y="5081588"/>
          <p14:tracePt t="96995" x="7348538" y="5075238"/>
          <p14:tracePt t="97005" x="7292975" y="5062538"/>
          <p14:tracePt t="97016" x="7239000" y="5062538"/>
          <p14:tracePt t="97029" x="7212013" y="5062538"/>
          <p14:tracePt t="97061" x="7191375" y="5048250"/>
          <p14:tracePt t="97064" x="7158038" y="5048250"/>
          <p14:tracePt t="97073" x="7137400" y="5062538"/>
          <p14:tracePt t="97074" x="7110413" y="5062538"/>
          <p14:tracePt t="97084" x="7102475" y="5075238"/>
          <p14:tracePt t="97096" x="7069138" y="5081588"/>
          <p14:tracePt t="97107" x="7021513" y="5095875"/>
          <p14:tracePt t="97389" x="7034213" y="5095875"/>
          <p14:tracePt t="97466" x="7034213" y="5081588"/>
          <p14:tracePt t="97477" x="7042150" y="5081588"/>
          <p14:tracePt t="97555" x="7054850" y="5081588"/>
          <p14:tracePt t="97668" x="7054850" y="5075238"/>
          <p14:tracePt t="97927" x="7054850" y="5062538"/>
          <p14:tracePt t="103216" x="7000875" y="5095875"/>
          <p14:tracePt t="103217" x="6932613" y="5129213"/>
          <p14:tracePt t="103226" x="6872288" y="5164138"/>
          <p14:tracePt t="103239" x="6783388" y="5197475"/>
          <p14:tracePt t="103249" x="6694488" y="5245100"/>
          <p14:tracePt t="103260" x="6626225" y="5265738"/>
          <p14:tracePt t="103271" x="6538913" y="5286375"/>
          <p14:tracePt t="103282" x="6443663" y="5307013"/>
          <p14:tracePt t="103294" x="6402388" y="5307013"/>
          <p14:tracePt t="103305" x="6348413" y="5307013"/>
          <p14:tracePt t="103316" x="6319838" y="5307013"/>
          <p14:tracePt t="103328" x="6300788" y="5307013"/>
          <p14:tracePt t="103485" x="6286500" y="5307013"/>
          <p14:tracePt t="103721" x="6280150" y="5307013"/>
          <p14:tracePt t="103788" x="6286500" y="5319713"/>
          <p14:tracePt t="103800" x="6319838" y="5340350"/>
          <p14:tracePt t="103811" x="6375400" y="5375275"/>
          <p14:tracePt t="103834" x="6456363" y="5422900"/>
          <p14:tracePt t="103838" x="6545263" y="5470525"/>
          <p14:tracePt t="103846" x="6605588" y="5491163"/>
          <p14:tracePt t="103856" x="6673850" y="5510213"/>
          <p14:tracePt t="103870" x="6742113" y="5538788"/>
          <p14:tracePt t="103878" x="6796088" y="5545138"/>
          <p14:tracePt t="103891" x="6843713" y="5557838"/>
          <p14:tracePt t="103904" x="6872288" y="5557838"/>
          <p14:tracePt t="103912" x="6905625" y="5557838"/>
          <p14:tracePt t="103924" x="6932613" y="5557838"/>
          <p14:tracePt t="103938" x="6938963" y="5557838"/>
          <p14:tracePt t="104013" x="6919913" y="5557838"/>
          <p14:tracePt t="104026" x="6872288" y="5578475"/>
          <p14:tracePt t="104038" x="6810375" y="5613400"/>
          <p14:tracePt t="104049" x="6708775" y="5694363"/>
          <p14:tracePt t="104059" x="6613525" y="5776913"/>
          <p14:tracePt t="104072" x="6503988" y="5899150"/>
          <p14:tracePt t="104082" x="6388100" y="6042025"/>
          <p14:tracePt t="104093" x="6300788" y="6176963"/>
          <p14:tracePt t="104106" x="6232525" y="6272213"/>
          <p14:tracePt t="104116" x="6149975" y="6375400"/>
          <p14:tracePt t="104128" x="6096000" y="6462713"/>
          <p14:tracePt t="104139" x="6075363" y="6530975"/>
          <p14:tracePt t="104150" x="6062663" y="6586538"/>
          <p14:tracePt t="104161" x="6062663" y="6634163"/>
          <p14:tracePt t="104172" x="6075363" y="6673850"/>
          <p14:tracePt t="104183" x="6075363" y="6708775"/>
          <p14:tracePt t="104195" x="6081713" y="6742113"/>
          <p14:tracePt t="104206" x="6081713" y="6756400"/>
          <p14:tracePt t="104216" x="6096000" y="6777038"/>
          <p14:tracePt t="104228" x="6096000" y="6804025"/>
          <p14:tracePt t="104239" x="6110288" y="6824663"/>
          <p14:tracePt t="104250" x="6110288" y="6837363"/>
          <p14:tracePt t="105281" x="0" y="0"/>
        </p14:tracePtLst>
      </p14:laserTraceLst>
    </p:ext>
  </p:extLs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Figure shows an elliptic curve Diffie–Hellman key exchange diagram, starting with the shared public elements (E_q(a,b)) and base point (G), followed by User A and User B generating private and public keys. Figure then shows each user computing the same secret key by multiplying their private key with the other user’s public key.&#10;">
            <a:extLst>
              <a:ext uri="{FF2B5EF4-FFF2-40B4-BE49-F238E27FC236}">
                <a16:creationId xmlns:a16="http://schemas.microsoft.com/office/drawing/2014/main" id="{BC12AFFF-3630-F247-B7A7-703C99093D4E}"/>
              </a:ext>
            </a:extLst>
          </p:cNvPr>
          <p:cNvPicPr>
            <a:picLocks noChangeAspect="1"/>
          </p:cNvPicPr>
          <p:nvPr/>
        </p:nvPicPr>
        <p:blipFill rotWithShape="1">
          <a:blip r:embed="rId3"/>
          <a:srcRect l="10595" t="5900" r="11953" b="18501"/>
          <a:stretch/>
        </p:blipFill>
        <p:spPr>
          <a:xfrm>
            <a:off x="3431704" y="-55416"/>
            <a:ext cx="5328592" cy="6730853"/>
          </a:xfrm>
          <a:prstGeom prst="rect">
            <a:avLst/>
          </a:prstGeom>
        </p:spPr>
      </p:pic>
      <p:sp>
        <p:nvSpPr>
          <p:cNvPr id="2" name="Rounded Rectangle 1">
            <a:extLst>
              <a:ext uri="{FF2B5EF4-FFF2-40B4-BE49-F238E27FC236}">
                <a16:creationId xmlns:a16="http://schemas.microsoft.com/office/drawing/2014/main" id="{59875DC0-5868-4F4E-A964-DAB4EE12C60F}"/>
              </a:ext>
            </a:extLst>
          </p:cNvPr>
          <p:cNvSpPr/>
          <p:nvPr/>
        </p:nvSpPr>
        <p:spPr>
          <a:xfrm>
            <a:off x="4799856" y="1052736"/>
            <a:ext cx="3456384" cy="288032"/>
          </a:xfrm>
          <a:prstGeom prst="round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400" dirty="0"/>
              <a:t>The primitive element of the elliptic curve</a:t>
            </a:r>
          </a:p>
        </p:txBody>
      </p:sp>
      <p:sp>
        <p:nvSpPr>
          <p:cNvPr id="3" name="Title 2">
            <a:extLst>
              <a:ext uri="{FF2B5EF4-FFF2-40B4-BE49-F238E27FC236}">
                <a16:creationId xmlns:a16="http://schemas.microsoft.com/office/drawing/2014/main" id="{1C6BC146-EC64-3384-9C99-85C196944ABE}"/>
              </a:ext>
            </a:extLst>
          </p:cNvPr>
          <p:cNvSpPr>
            <a:spLocks noGrp="1"/>
          </p:cNvSpPr>
          <p:nvPr>
            <p:ph type="title" idx="4294967295"/>
          </p:nvPr>
        </p:nvSpPr>
        <p:spPr>
          <a:xfrm>
            <a:off x="146956" y="365125"/>
            <a:ext cx="3284747" cy="1325563"/>
          </a:xfrm>
        </p:spPr>
        <p:txBody>
          <a:bodyPr>
            <a:normAutofit fontScale="90000"/>
          </a:bodyPr>
          <a:lstStyle/>
          <a:p>
            <a:r>
              <a:rPr lang="en-US" dirty="0"/>
              <a:t>ECC Diffie-Hellman Key Exchange</a:t>
            </a:r>
          </a:p>
        </p:txBody>
      </p:sp>
    </p:spTree>
  </p:cSld>
  <p:clrMapOvr>
    <a:masterClrMapping/>
  </p:clrMapOvr>
  <p:transition>
    <p:dissolv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Figure shows an elliptic curve Diffie–Hellman key exchange diagram, starting with the shared public elements (E_q(a,b)) and base point (G), followed by User A and User B generating private and public keys. Figure then shows each user computing the same secret key by multiplying their private key with the other user’s public key.&#10;">
            <a:extLst>
              <a:ext uri="{FF2B5EF4-FFF2-40B4-BE49-F238E27FC236}">
                <a16:creationId xmlns:a16="http://schemas.microsoft.com/office/drawing/2014/main" id="{BC12AFFF-3630-F247-B7A7-703C99093D4E}"/>
              </a:ext>
            </a:extLst>
          </p:cNvPr>
          <p:cNvPicPr>
            <a:picLocks noChangeAspect="1"/>
          </p:cNvPicPr>
          <p:nvPr/>
        </p:nvPicPr>
        <p:blipFill rotWithShape="1">
          <a:blip r:embed="rId3"/>
          <a:srcRect l="10595" t="5900" r="11953" b="18501"/>
          <a:stretch/>
        </p:blipFill>
        <p:spPr>
          <a:xfrm>
            <a:off x="3431704" y="-55416"/>
            <a:ext cx="5328592" cy="6730853"/>
          </a:xfrm>
          <a:prstGeom prst="rect">
            <a:avLst/>
          </a:prstGeom>
        </p:spPr>
      </p:pic>
      <p:sp>
        <p:nvSpPr>
          <p:cNvPr id="2" name="Rounded Rectangle 1">
            <a:extLst>
              <a:ext uri="{FF2B5EF4-FFF2-40B4-BE49-F238E27FC236}">
                <a16:creationId xmlns:a16="http://schemas.microsoft.com/office/drawing/2014/main" id="{59875DC0-5868-4F4E-A964-DAB4EE12C60F}"/>
              </a:ext>
            </a:extLst>
          </p:cNvPr>
          <p:cNvSpPr/>
          <p:nvPr/>
        </p:nvSpPr>
        <p:spPr>
          <a:xfrm>
            <a:off x="4799856" y="1052736"/>
            <a:ext cx="3456384" cy="288032"/>
          </a:xfrm>
          <a:prstGeom prst="round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400" dirty="0"/>
              <a:t>The primitive element of the elliptic curve</a:t>
            </a:r>
          </a:p>
        </p:txBody>
      </p:sp>
      <p:sp>
        <p:nvSpPr>
          <p:cNvPr id="4" name="TextBox 3">
            <a:extLst>
              <a:ext uri="{FF2B5EF4-FFF2-40B4-BE49-F238E27FC236}">
                <a16:creationId xmlns:a16="http://schemas.microsoft.com/office/drawing/2014/main" id="{9183E82A-3934-D461-A8E4-48A98CCA651B}"/>
              </a:ext>
            </a:extLst>
          </p:cNvPr>
          <p:cNvSpPr txBox="1"/>
          <p:nvPr/>
        </p:nvSpPr>
        <p:spPr>
          <a:xfrm>
            <a:off x="9232546" y="908720"/>
            <a:ext cx="1896673" cy="5355312"/>
          </a:xfrm>
          <a:prstGeom prst="rect">
            <a:avLst/>
          </a:prstGeom>
          <a:noFill/>
        </p:spPr>
        <p:txBody>
          <a:bodyPr wrap="none" rtlCol="0">
            <a:spAutoFit/>
          </a:bodyPr>
          <a:lstStyle/>
          <a:p>
            <a:r>
              <a:rPr lang="en-US" dirty="0"/>
              <a:t>1 * G = (15, 13)</a:t>
            </a:r>
          </a:p>
          <a:p>
            <a:r>
              <a:rPr lang="en-US" dirty="0"/>
              <a:t>2 * G = (?, ?)</a:t>
            </a:r>
          </a:p>
          <a:p>
            <a:r>
              <a:rPr lang="en-US" dirty="0"/>
              <a:t>3 * G = (8, 3)</a:t>
            </a:r>
          </a:p>
          <a:p>
            <a:r>
              <a:rPr lang="en-US" dirty="0"/>
              <a:t>4 * G = (?, ?)</a:t>
            </a:r>
          </a:p>
          <a:p>
            <a:r>
              <a:rPr lang="en-US" dirty="0"/>
              <a:t>5 * G = (6, 6)</a:t>
            </a:r>
          </a:p>
          <a:p>
            <a:r>
              <a:rPr lang="en-US" dirty="0"/>
              <a:t>6 * G = (5, 8)</a:t>
            </a:r>
          </a:p>
          <a:p>
            <a:r>
              <a:rPr lang="en-US" dirty="0"/>
              <a:t>7 * G = (10, 15)</a:t>
            </a:r>
          </a:p>
          <a:p>
            <a:r>
              <a:rPr lang="en-US" dirty="0"/>
              <a:t>8 * G = (1, 12)</a:t>
            </a:r>
          </a:p>
          <a:p>
            <a:r>
              <a:rPr lang="en-US" dirty="0"/>
              <a:t>9 * G = (3, 0)</a:t>
            </a:r>
          </a:p>
          <a:p>
            <a:r>
              <a:rPr lang="en-US" dirty="0"/>
              <a:t>10 * G = (1, 5)</a:t>
            </a:r>
          </a:p>
          <a:p>
            <a:r>
              <a:rPr lang="en-US" dirty="0"/>
              <a:t>11 * G = (10, 2)</a:t>
            </a:r>
          </a:p>
          <a:p>
            <a:r>
              <a:rPr lang="en-US" dirty="0"/>
              <a:t>12 * G = (5, 9)</a:t>
            </a:r>
          </a:p>
          <a:p>
            <a:r>
              <a:rPr lang="en-US" dirty="0"/>
              <a:t>13 * G = (6, 11)</a:t>
            </a:r>
          </a:p>
          <a:p>
            <a:r>
              <a:rPr lang="en-US" dirty="0"/>
              <a:t>14 * G = (12, 16)</a:t>
            </a:r>
          </a:p>
          <a:p>
            <a:r>
              <a:rPr lang="en-US" dirty="0"/>
              <a:t>15 * G = (8, 14)</a:t>
            </a:r>
          </a:p>
          <a:p>
            <a:r>
              <a:rPr lang="en-US" dirty="0"/>
              <a:t>16 * G = (2, 7)</a:t>
            </a:r>
          </a:p>
          <a:p>
            <a:r>
              <a:rPr lang="en-US" dirty="0"/>
              <a:t>17 * G = (15, 4)</a:t>
            </a:r>
          </a:p>
          <a:p>
            <a:r>
              <a:rPr lang="en-US" dirty="0"/>
              <a:t>18 * G = O</a:t>
            </a:r>
          </a:p>
          <a:p>
            <a:endParaRPr lang="en-US" dirty="0"/>
          </a:p>
        </p:txBody>
      </p:sp>
      <p:sp>
        <p:nvSpPr>
          <p:cNvPr id="6" name="TextBox 5">
            <a:extLst>
              <a:ext uri="{FF2B5EF4-FFF2-40B4-BE49-F238E27FC236}">
                <a16:creationId xmlns:a16="http://schemas.microsoft.com/office/drawing/2014/main" id="{72470F11-811E-2445-B945-DFD17AB9C791}"/>
              </a:ext>
            </a:extLst>
          </p:cNvPr>
          <p:cNvSpPr txBox="1"/>
          <p:nvPr/>
        </p:nvSpPr>
        <p:spPr>
          <a:xfrm>
            <a:off x="528238" y="458088"/>
            <a:ext cx="2219390" cy="1477328"/>
          </a:xfrm>
          <a:prstGeom prst="rect">
            <a:avLst/>
          </a:prstGeom>
          <a:noFill/>
        </p:spPr>
        <p:txBody>
          <a:bodyPr wrap="none" rtlCol="0">
            <a:spAutoFit/>
          </a:bodyPr>
          <a:lstStyle/>
          <a:p>
            <a:r>
              <a:rPr lang="en-US" dirty="0"/>
              <a:t>Example: </a:t>
            </a:r>
          </a:p>
          <a:p>
            <a:r>
              <a:rPr lang="en-US" dirty="0"/>
              <a:t>E</a:t>
            </a:r>
            <a:r>
              <a:rPr lang="en-US" baseline="-25000" dirty="0"/>
              <a:t>17</a:t>
            </a:r>
            <a:r>
              <a:rPr lang="en-US" dirty="0"/>
              <a:t>(0,7), G=(15,13)</a:t>
            </a:r>
          </a:p>
          <a:p>
            <a:r>
              <a:rPr lang="en-US" dirty="0" err="1"/>
              <a:t>n</a:t>
            </a:r>
            <a:r>
              <a:rPr lang="en-US" baseline="-25000" dirty="0" err="1"/>
              <a:t>A</a:t>
            </a:r>
            <a:r>
              <a:rPr lang="en-US" dirty="0"/>
              <a:t>=4</a:t>
            </a:r>
          </a:p>
          <a:p>
            <a:r>
              <a:rPr lang="en-US" dirty="0" err="1"/>
              <a:t>n</a:t>
            </a:r>
            <a:r>
              <a:rPr lang="en-US" baseline="-25000" dirty="0" err="1"/>
              <a:t>B</a:t>
            </a:r>
            <a:r>
              <a:rPr lang="en-US" dirty="0"/>
              <a:t>=2</a:t>
            </a:r>
          </a:p>
          <a:p>
            <a:r>
              <a:rPr lang="en-US" dirty="0"/>
              <a:t>What are P</a:t>
            </a:r>
            <a:r>
              <a:rPr lang="en-US" baseline="-25000" dirty="0"/>
              <a:t>A</a:t>
            </a:r>
            <a:r>
              <a:rPr lang="en-US" dirty="0"/>
              <a:t>, P</a:t>
            </a:r>
            <a:r>
              <a:rPr lang="en-US" baseline="-25000" dirty="0"/>
              <a:t>B</a:t>
            </a:r>
            <a:r>
              <a:rPr lang="en-US" dirty="0"/>
              <a:t>, K?</a:t>
            </a:r>
          </a:p>
        </p:txBody>
      </p:sp>
      <p:sp>
        <p:nvSpPr>
          <p:cNvPr id="3" name="Title 2">
            <a:extLst>
              <a:ext uri="{FF2B5EF4-FFF2-40B4-BE49-F238E27FC236}">
                <a16:creationId xmlns:a16="http://schemas.microsoft.com/office/drawing/2014/main" id="{8E97CA09-49AC-BB47-F1AB-0D066CA89F4B}"/>
              </a:ext>
            </a:extLst>
          </p:cNvPr>
          <p:cNvSpPr>
            <a:spLocks noGrp="1"/>
          </p:cNvSpPr>
          <p:nvPr>
            <p:ph type="title" idx="4294967295"/>
          </p:nvPr>
        </p:nvSpPr>
        <p:spPr>
          <a:xfrm>
            <a:off x="838200" y="-1325563"/>
            <a:ext cx="10515600" cy="1325563"/>
          </a:xfrm>
        </p:spPr>
        <p:txBody>
          <a:bodyPr vert="horz" lIns="91440" tIns="45720" rIns="91440" bIns="45720" rtlCol="0" anchor="b">
            <a:normAutofit/>
          </a:bodyPr>
          <a:lstStyle/>
          <a:p>
            <a:r>
              <a:rPr lang="en-US" dirty="0"/>
              <a:t>ECC Example</a:t>
            </a:r>
          </a:p>
        </p:txBody>
      </p:sp>
    </p:spTree>
  </p:cSld>
  <p:clrMapOvr>
    <a:masterClrMapping/>
  </p:clrMapOvr>
  <p:transition advTm="398734">
    <p:dissolv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9183E82A-3934-D461-A8E4-48A98CCA651B}"/>
              </a:ext>
            </a:extLst>
          </p:cNvPr>
          <p:cNvSpPr txBox="1"/>
          <p:nvPr/>
        </p:nvSpPr>
        <p:spPr>
          <a:xfrm>
            <a:off x="9232546" y="908720"/>
            <a:ext cx="1750800" cy="5355312"/>
          </a:xfrm>
          <a:prstGeom prst="rect">
            <a:avLst/>
          </a:prstGeom>
          <a:noFill/>
        </p:spPr>
        <p:txBody>
          <a:bodyPr wrap="none" rtlCol="0">
            <a:spAutoFit/>
          </a:bodyPr>
          <a:lstStyle/>
          <a:p>
            <a:r>
              <a:rPr lang="en-US" dirty="0"/>
              <a:t>1 * G = (15, 13)</a:t>
            </a:r>
          </a:p>
          <a:p>
            <a:r>
              <a:rPr lang="en-US" b="1" dirty="0"/>
              <a:t>2 * G = (2, 10)</a:t>
            </a:r>
          </a:p>
          <a:p>
            <a:r>
              <a:rPr lang="en-US" dirty="0"/>
              <a:t>3 * G = (8, 3)</a:t>
            </a:r>
          </a:p>
          <a:p>
            <a:r>
              <a:rPr lang="en-US" b="1" dirty="0"/>
              <a:t>4 * G = (12, 1)</a:t>
            </a:r>
          </a:p>
          <a:p>
            <a:r>
              <a:rPr lang="en-US" dirty="0"/>
              <a:t>5 * G = (6, 6)</a:t>
            </a:r>
          </a:p>
          <a:p>
            <a:r>
              <a:rPr lang="en-US" dirty="0"/>
              <a:t>6 * G = (5, 8)</a:t>
            </a:r>
          </a:p>
          <a:p>
            <a:r>
              <a:rPr lang="en-US" dirty="0"/>
              <a:t>7 * G = (10, 15)</a:t>
            </a:r>
          </a:p>
          <a:p>
            <a:r>
              <a:rPr lang="en-US" b="1" dirty="0"/>
              <a:t>8 * G = (1, 12)</a:t>
            </a:r>
          </a:p>
          <a:p>
            <a:r>
              <a:rPr lang="en-US" dirty="0"/>
              <a:t>9 * G = (3, 0)</a:t>
            </a:r>
          </a:p>
          <a:p>
            <a:r>
              <a:rPr lang="en-US" dirty="0"/>
              <a:t>10 * G = (1, 5)</a:t>
            </a:r>
          </a:p>
          <a:p>
            <a:r>
              <a:rPr lang="en-US" dirty="0"/>
              <a:t>11 * G = (10, 2)</a:t>
            </a:r>
          </a:p>
          <a:p>
            <a:r>
              <a:rPr lang="en-US" dirty="0"/>
              <a:t>12 * G = (5, 9)</a:t>
            </a:r>
          </a:p>
          <a:p>
            <a:r>
              <a:rPr lang="en-US" dirty="0"/>
              <a:t>13 * G = (6, 11)</a:t>
            </a:r>
          </a:p>
          <a:p>
            <a:r>
              <a:rPr lang="en-US" dirty="0"/>
              <a:t>14 * G = (12, 16)</a:t>
            </a:r>
          </a:p>
          <a:p>
            <a:r>
              <a:rPr lang="en-US" dirty="0"/>
              <a:t>15 * G = (8, 14)</a:t>
            </a:r>
          </a:p>
          <a:p>
            <a:r>
              <a:rPr lang="en-US" dirty="0"/>
              <a:t>16 * G = (2, 7)</a:t>
            </a:r>
          </a:p>
          <a:p>
            <a:r>
              <a:rPr lang="en-US" dirty="0"/>
              <a:t>17 * G = (15, 4)</a:t>
            </a:r>
          </a:p>
          <a:p>
            <a:r>
              <a:rPr lang="en-US" dirty="0"/>
              <a:t>18 * G = O</a:t>
            </a:r>
          </a:p>
          <a:p>
            <a:endParaRPr lang="en-US" dirty="0"/>
          </a:p>
        </p:txBody>
      </p:sp>
      <p:sp>
        <p:nvSpPr>
          <p:cNvPr id="6" name="TextBox 5">
            <a:extLst>
              <a:ext uri="{FF2B5EF4-FFF2-40B4-BE49-F238E27FC236}">
                <a16:creationId xmlns:a16="http://schemas.microsoft.com/office/drawing/2014/main" id="{72470F11-811E-2445-B945-DFD17AB9C791}"/>
              </a:ext>
            </a:extLst>
          </p:cNvPr>
          <p:cNvSpPr txBox="1"/>
          <p:nvPr/>
        </p:nvSpPr>
        <p:spPr>
          <a:xfrm>
            <a:off x="528238" y="458088"/>
            <a:ext cx="2219390" cy="1477328"/>
          </a:xfrm>
          <a:prstGeom prst="rect">
            <a:avLst/>
          </a:prstGeom>
          <a:noFill/>
        </p:spPr>
        <p:txBody>
          <a:bodyPr wrap="none" rtlCol="0">
            <a:spAutoFit/>
          </a:bodyPr>
          <a:lstStyle/>
          <a:p>
            <a:r>
              <a:rPr lang="en-US" dirty="0"/>
              <a:t>Example: </a:t>
            </a:r>
          </a:p>
          <a:p>
            <a:r>
              <a:rPr lang="en-US" dirty="0"/>
              <a:t>E</a:t>
            </a:r>
            <a:r>
              <a:rPr lang="en-US" baseline="-25000" dirty="0"/>
              <a:t>17</a:t>
            </a:r>
            <a:r>
              <a:rPr lang="en-US" dirty="0"/>
              <a:t>(0,7), G=(15,13)</a:t>
            </a:r>
          </a:p>
          <a:p>
            <a:r>
              <a:rPr lang="en-US" dirty="0" err="1"/>
              <a:t>n</a:t>
            </a:r>
            <a:r>
              <a:rPr lang="en-US" baseline="-25000" dirty="0" err="1"/>
              <a:t>A</a:t>
            </a:r>
            <a:r>
              <a:rPr lang="en-US" dirty="0"/>
              <a:t>=4</a:t>
            </a:r>
          </a:p>
          <a:p>
            <a:r>
              <a:rPr lang="en-US" dirty="0" err="1"/>
              <a:t>n</a:t>
            </a:r>
            <a:r>
              <a:rPr lang="en-US" baseline="-25000" dirty="0" err="1"/>
              <a:t>B</a:t>
            </a:r>
            <a:r>
              <a:rPr lang="en-US" dirty="0"/>
              <a:t>=2</a:t>
            </a:r>
          </a:p>
          <a:p>
            <a:r>
              <a:rPr lang="en-US" dirty="0"/>
              <a:t>What are P</a:t>
            </a:r>
            <a:r>
              <a:rPr lang="en-US" baseline="-25000" dirty="0"/>
              <a:t>A</a:t>
            </a:r>
            <a:r>
              <a:rPr lang="en-US" dirty="0"/>
              <a:t>, P</a:t>
            </a:r>
            <a:r>
              <a:rPr lang="en-US" baseline="-25000" dirty="0"/>
              <a:t>B</a:t>
            </a:r>
            <a:r>
              <a:rPr lang="en-US" dirty="0"/>
              <a:t>, K?</a:t>
            </a:r>
          </a:p>
        </p:txBody>
      </p:sp>
      <p:pic>
        <p:nvPicPr>
          <p:cNvPr id="2" name="Picture 1" descr="A mathematical formula displays two equations defining variables x_R and y_R in terms of Δ, x_P, x_Q, and y_P. The equations involve squared, addition, subtraction, and multiplication operations, presented in a clean, typeset format.">
            <a:extLst>
              <a:ext uri="{FF2B5EF4-FFF2-40B4-BE49-F238E27FC236}">
                <a16:creationId xmlns:a16="http://schemas.microsoft.com/office/drawing/2014/main" id="{1E753D09-0233-959B-3A25-36477136026E}"/>
              </a:ext>
            </a:extLst>
          </p:cNvPr>
          <p:cNvPicPr>
            <a:picLocks noChangeAspect="1"/>
          </p:cNvPicPr>
          <p:nvPr/>
        </p:nvPicPr>
        <p:blipFill>
          <a:blip r:embed="rId3"/>
          <a:stretch>
            <a:fillRect/>
          </a:stretch>
        </p:blipFill>
        <p:spPr>
          <a:xfrm>
            <a:off x="191344" y="5949280"/>
            <a:ext cx="2591793" cy="738522"/>
          </a:xfrm>
          <a:prstGeom prst="rect">
            <a:avLst/>
          </a:prstGeom>
        </p:spPr>
      </p:pic>
      <p:sp>
        <p:nvSpPr>
          <p:cNvPr id="3" name="TextBox 2">
            <a:extLst>
              <a:ext uri="{FF2B5EF4-FFF2-40B4-BE49-F238E27FC236}">
                <a16:creationId xmlns:a16="http://schemas.microsoft.com/office/drawing/2014/main" id="{2669C22B-0D7F-01F2-5FE9-E46C07FA119E}"/>
              </a:ext>
            </a:extLst>
          </p:cNvPr>
          <p:cNvSpPr txBox="1"/>
          <p:nvPr/>
        </p:nvSpPr>
        <p:spPr>
          <a:xfrm>
            <a:off x="2558169" y="5940866"/>
            <a:ext cx="1569660" cy="646331"/>
          </a:xfrm>
          <a:prstGeom prst="rect">
            <a:avLst/>
          </a:prstGeom>
          <a:noFill/>
        </p:spPr>
        <p:txBody>
          <a:bodyPr wrap="none" rtlCol="0">
            <a:spAutoFit/>
          </a:bodyPr>
          <a:lstStyle/>
          <a:p>
            <a:r>
              <a:rPr lang="en-US" sz="3600" b="1" dirty="0">
                <a:solidFill>
                  <a:srgbClr val="FF0000"/>
                </a:solidFill>
              </a:rPr>
              <a:t>mod p</a:t>
            </a:r>
          </a:p>
        </p:txBody>
      </p:sp>
      <p:pic>
        <p:nvPicPr>
          <p:cNvPr id="5" name="Picture 4" descr="Mathematical equations showing expressions for x_R and y_R in terms of variables x_P, y_P, a, and constants. The equations involve fractions, squares, and subtraction, indicating a relationship between coordinates or points in a plane.">
            <a:extLst>
              <a:ext uri="{FF2B5EF4-FFF2-40B4-BE49-F238E27FC236}">
                <a16:creationId xmlns:a16="http://schemas.microsoft.com/office/drawing/2014/main" id="{4DB399CC-8B89-8EF7-0CD5-FC4ACE4BBC59}"/>
              </a:ext>
            </a:extLst>
          </p:cNvPr>
          <p:cNvPicPr>
            <a:picLocks noChangeAspect="1"/>
          </p:cNvPicPr>
          <p:nvPr/>
        </p:nvPicPr>
        <p:blipFill>
          <a:blip r:embed="rId4"/>
          <a:stretch>
            <a:fillRect/>
          </a:stretch>
        </p:blipFill>
        <p:spPr>
          <a:xfrm>
            <a:off x="4237609" y="5786152"/>
            <a:ext cx="2496325" cy="1053644"/>
          </a:xfrm>
          <a:prstGeom prst="rect">
            <a:avLst/>
          </a:prstGeom>
        </p:spPr>
      </p:pic>
      <p:sp>
        <p:nvSpPr>
          <p:cNvPr id="7" name="TextBox 6">
            <a:extLst>
              <a:ext uri="{FF2B5EF4-FFF2-40B4-BE49-F238E27FC236}">
                <a16:creationId xmlns:a16="http://schemas.microsoft.com/office/drawing/2014/main" id="{DC8EC929-6D37-4E1B-89B2-459C2E9C64A1}"/>
              </a:ext>
            </a:extLst>
          </p:cNvPr>
          <p:cNvSpPr txBox="1"/>
          <p:nvPr/>
        </p:nvSpPr>
        <p:spPr>
          <a:xfrm>
            <a:off x="6469857" y="5940865"/>
            <a:ext cx="1569660" cy="646331"/>
          </a:xfrm>
          <a:prstGeom prst="rect">
            <a:avLst/>
          </a:prstGeom>
          <a:noFill/>
        </p:spPr>
        <p:txBody>
          <a:bodyPr wrap="none" rtlCol="0">
            <a:spAutoFit/>
          </a:bodyPr>
          <a:lstStyle/>
          <a:p>
            <a:r>
              <a:rPr lang="en-US" sz="3600" b="1" dirty="0">
                <a:solidFill>
                  <a:srgbClr val="FF0000"/>
                </a:solidFill>
              </a:rPr>
              <a:t>mod p</a:t>
            </a:r>
          </a:p>
        </p:txBody>
      </p:sp>
      <p:sp>
        <p:nvSpPr>
          <p:cNvPr id="8" name="Title 7">
            <a:extLst>
              <a:ext uri="{FF2B5EF4-FFF2-40B4-BE49-F238E27FC236}">
                <a16:creationId xmlns:a16="http://schemas.microsoft.com/office/drawing/2014/main" id="{E262F82C-98C6-88CF-2F4F-EE4D608D538E}"/>
              </a:ext>
            </a:extLst>
          </p:cNvPr>
          <p:cNvSpPr>
            <a:spLocks noGrp="1"/>
          </p:cNvSpPr>
          <p:nvPr>
            <p:ph type="title" idx="4294967295"/>
          </p:nvPr>
        </p:nvSpPr>
        <p:spPr>
          <a:xfrm>
            <a:off x="838200" y="-1325563"/>
            <a:ext cx="10515600" cy="1325563"/>
          </a:xfrm>
        </p:spPr>
        <p:txBody>
          <a:bodyPr vert="horz" lIns="91440" tIns="45720" rIns="91440" bIns="45720" rtlCol="0" anchor="b">
            <a:normAutofit/>
          </a:bodyPr>
          <a:lstStyle/>
          <a:p>
            <a:r>
              <a:rPr lang="en-US" dirty="0"/>
              <a:t>ECC Example answers</a:t>
            </a:r>
          </a:p>
        </p:txBody>
      </p:sp>
    </p:spTree>
    <p:extLst>
      <p:ext uri="{BB962C8B-B14F-4D97-AF65-F5344CB8AC3E}">
        <p14:creationId xmlns:p14="http://schemas.microsoft.com/office/powerpoint/2010/main" val="3183869481"/>
      </p:ext>
    </p:extLst>
  </p:cSld>
  <p:clrMapOvr>
    <a:masterClrMapping/>
  </p:clrMapOvr>
  <p:transition advTm="1195274">
    <p:dissolve/>
  </p:transition>
  <p:extLst>
    <p:ext uri="{3A86A75C-4F4B-4683-9AE1-C65F6400EC91}">
      <p14:laserTraceLst xmlns:p14="http://schemas.microsoft.com/office/powerpoint/2010/main">
        <p14:tracePtLst>
          <p14:tracePt t="613" x="3700463" y="6824663"/>
          <p14:tracePt t="615" x="3509963" y="6661150"/>
          <p14:tracePt t="652" x="3081338" y="6300788"/>
          <p14:tracePt t="653" x="2925763" y="6157913"/>
          <p14:tracePt t="662" x="2708275" y="5994400"/>
          <p14:tracePt t="683" x="2300288" y="5729288"/>
          <p14:tracePt t="730" x="1985963" y="5599113"/>
          <p14:tracePt t="766" x="1538288" y="5518150"/>
          <p14:tracePt t="767" x="1482725" y="5530850"/>
          <p14:tracePt t="775" x="1449388" y="5538788"/>
          <p14:tracePt t="817" x="1387475" y="5613400"/>
          <p14:tracePt t="818" x="1354138" y="5700713"/>
          <p14:tracePt t="843" x="1319213" y="5843588"/>
          <p14:tracePt t="855" x="1319213" y="5899150"/>
          <p14:tracePt t="892" x="1319213" y="5994400"/>
          <p14:tracePt t="893" x="1339850" y="6054725"/>
          <p14:tracePt t="906" x="1374775" y="6102350"/>
          <p14:tracePt t="944" x="1470025" y="6184900"/>
          <p14:tracePt t="945" x="1619250" y="6253163"/>
          <p14:tracePt t="956" x="1728788" y="6272213"/>
          <p14:tracePt t="977" x="2020888" y="6300788"/>
          <p14:tracePt t="1014" x="2252663" y="6307138"/>
          <p14:tracePt t="1015" x="2681288" y="6272213"/>
          <p14:tracePt t="1023" x="2803525" y="6238875"/>
          <p14:tracePt t="1047" x="2973388" y="6143625"/>
          <p14:tracePt t="1067" x="3000375" y="6062663"/>
          <p14:tracePt t="1084" x="2973388" y="6027738"/>
          <p14:tracePt t="1116" x="2728913" y="5864225"/>
          <p14:tracePt t="1116" x="2497138" y="5776913"/>
          <p14:tracePt t="1124" x="2286000" y="5715000"/>
          <p14:tracePt t="1144" x="1993900" y="5653088"/>
          <p14:tracePt t="1161" x="1747838" y="5634038"/>
          <p14:tracePt t="1162" x="1538288" y="5646738"/>
          <p14:tracePt t="1172" x="1422400" y="5667375"/>
          <p14:tracePt t="1192" x="1176338" y="5783263"/>
          <p14:tracePt t="1223" x="1122363" y="5843588"/>
          <p14:tracePt t="1224" x="1047750" y="5980113"/>
          <p14:tracePt t="1249" x="1047750" y="6137275"/>
          <p14:tracePt t="1257" x="1074738" y="6205538"/>
          <p14:tracePt t="1294" x="1238250" y="6367463"/>
          <p14:tracePt t="1302" x="1339850" y="6415088"/>
          <p14:tracePt t="1316" x="1470025" y="6450013"/>
          <p14:tracePt t="1330" x="1612900" y="6470650"/>
          <p14:tracePt t="1346" x="2074863" y="6483350"/>
          <p14:tracePt t="1363" x="2312988" y="6470650"/>
          <p14:tracePt t="1383" x="2517775" y="6450013"/>
          <p14:tracePt t="1384" x="2660650" y="6415088"/>
          <p14:tracePt t="1411" x="2789238" y="6367463"/>
          <p14:tracePt t="1414" x="2905125" y="6286500"/>
          <p14:tracePt t="1438" x="2919413" y="6224588"/>
          <p14:tracePt t="1465" x="2890838" y="6184900"/>
          <p14:tracePt t="1466" x="2836863" y="6122988"/>
          <p14:tracePt t="1474" x="2728913" y="6054725"/>
          <p14:tracePt t="1492" x="2646363" y="6007100"/>
          <p14:tracePt t="1494" x="2509838" y="5959475"/>
          <p14:tracePt t="1510" x="2381250" y="5911850"/>
          <p14:tracePt t="1523" x="2238375" y="5891213"/>
          <p14:tracePt t="1542" x="2020888" y="5878513"/>
          <p14:tracePt t="1561" x="1809750" y="5938838"/>
          <p14:tracePt t="1575" x="1714500" y="5994400"/>
          <p14:tracePt t="1594" x="1666875" y="6042025"/>
          <p14:tracePt t="1595" x="1619250" y="6102350"/>
          <p14:tracePt t="1612" x="1598613" y="6157913"/>
          <p14:tracePt t="1625" x="1585913" y="6218238"/>
          <p14:tracePt t="1628" x="1585913" y="6272213"/>
          <p14:tracePt t="1644" x="1598613" y="6319838"/>
          <p14:tracePt t="1660" x="1646238" y="6381750"/>
          <p14:tracePt t="1662" x="1700213" y="6450013"/>
          <p14:tracePt t="1674" x="1782763" y="6497638"/>
          <p14:tracePt t="1706" x="1863725" y="6530975"/>
          <p14:tracePt t="1707" x="2170113" y="6599238"/>
          <p14:tracePt t="1732" x="2625725" y="6626225"/>
          <p14:tracePt t="1740" x="2789238" y="6613525"/>
          <p14:tracePt t="1758" x="2973388" y="6599238"/>
          <p14:tracePt t="1791" x="3136900" y="6578600"/>
          <p14:tracePt t="1791" x="3395663" y="6518275"/>
          <p14:tracePt t="1824" x="3538538" y="6483350"/>
          <p14:tracePt t="1824" x="3803650" y="6450013"/>
          <p14:tracePt t="1832" x="3952875" y="6429375"/>
          <p14:tracePt t="1849" x="4081463" y="6429375"/>
          <p14:tracePt t="1866" x="4491038" y="6415088"/>
          <p14:tracePt t="1880" x="4762500" y="6429375"/>
          <p14:tracePt t="1913" x="4994275" y="6429375"/>
          <p14:tracePt t="1914" x="5565775" y="6415088"/>
          <p14:tracePt t="1922" x="5789613" y="6388100"/>
          <p14:tracePt t="1940" x="5959475" y="6348413"/>
          <p14:tracePt t="1958" x="6137275" y="6265863"/>
          <p14:tracePt t="1977" x="6197600" y="6191250"/>
          <p14:tracePt t="1990" x="6184900" y="6157913"/>
          <p14:tracePt t="2027" x="6137275" y="6122988"/>
          <p14:tracePt t="2028" x="5872163" y="5980113"/>
          <p14:tracePt t="2036" x="5661025" y="5899150"/>
          <p14:tracePt t="2055" x="5340350" y="5857875"/>
          <p14:tracePt t="2074" x="5224463" y="5864225"/>
          <p14:tracePt t="2106" x="5041900" y="5938838"/>
          <p14:tracePt t="2107" x="4994275" y="5980113"/>
          <p14:tracePt t="2132" x="4946650" y="6042025"/>
          <p14:tracePt t="2133" x="4926013" y="6110288"/>
          <p14:tracePt t="2134" x="4926013" y="6184900"/>
          <p14:tracePt t="2162" x="4979988" y="6348413"/>
          <p14:tracePt t="2170" x="5075238" y="6435725"/>
          <p14:tracePt t="2188" x="5191125" y="6518275"/>
          <p14:tracePt t="2228" x="5953125" y="6694488"/>
          <p14:tracePt t="2236" x="6157913" y="6694488"/>
          <p14:tracePt t="2257" x="6313488" y="6681788"/>
          <p14:tracePt t="2258" x="6396038" y="6661150"/>
          <p14:tracePt t="2290" x="6483350" y="6626225"/>
          <p14:tracePt t="2291" x="6565900" y="6530975"/>
          <p14:tracePt t="2313" x="6578600" y="6510338"/>
          <p14:tracePt t="2314" x="6578600" y="6450013"/>
          <p14:tracePt t="2340" x="6524625" y="6319838"/>
          <p14:tracePt t="2349" x="6450013" y="6253163"/>
          <p14:tracePt t="2366" x="6381750" y="6191250"/>
          <p14:tracePt t="2382" x="6116638" y="6075363"/>
          <p14:tracePt t="2415" x="5959475" y="6042025"/>
          <p14:tracePt t="2416" x="5748338" y="6042025"/>
          <p14:tracePt t="2445" x="5599113" y="6122988"/>
          <p14:tracePt t="2453" x="5565775" y="6184900"/>
          <p14:tracePt t="2467" x="5551488" y="6238875"/>
          <p14:tracePt t="2482" x="5565775" y="6334125"/>
          <p14:tracePt t="2483" x="5613400" y="6435725"/>
          <p14:tracePt t="2513" x="5715000" y="6545263"/>
          <p14:tracePt t="2514" x="5843588" y="6634163"/>
          <p14:tracePt t="2522" x="5986463" y="6694488"/>
          <p14:tracePt t="2540" x="6477000" y="6796088"/>
          <p14:tracePt t="2557" x="6729413" y="6796088"/>
          <p14:tracePt t="2584" x="7081838" y="6756400"/>
          <p14:tracePt t="2586" x="7212013" y="6708775"/>
          <p14:tracePt t="2610" x="7327900" y="6592888"/>
          <p14:tracePt t="2621" x="7327900" y="6545263"/>
          <p14:tracePt t="2639" x="7300913" y="6470650"/>
          <p14:tracePt t="2651" x="7212013" y="6381750"/>
          <p14:tracePt t="2653" x="7015163" y="6272213"/>
          <p14:tracePt t="2665" x="6777038" y="6184900"/>
          <p14:tracePt t="2681" x="6415088" y="6089650"/>
          <p14:tracePt t="2710" x="6034088" y="6042025"/>
          <p14:tracePt t="2711" x="5286375" y="6042025"/>
          <p14:tracePt t="2720" x="5014913" y="6062663"/>
          <p14:tracePt t="2746" x="4524375" y="6191250"/>
          <p14:tracePt t="2754" x="4435475" y="6265863"/>
          <p14:tracePt t="2768" x="4387850" y="6334125"/>
          <p14:tracePt t="2793" x="4375150" y="6381750"/>
          <p14:tracePt t="2795" x="4387850" y="6450013"/>
          <p14:tracePt t="2804" x="4456113" y="6518275"/>
          <p14:tracePt t="2816" x="4598988" y="6599238"/>
          <p14:tracePt t="2845" x="5238750" y="6729413"/>
          <p14:tracePt t="2866" x="5729288" y="6708775"/>
          <p14:tracePt t="2889" x="5986463" y="6613525"/>
          <p14:tracePt t="2907" x="6042025" y="6551613"/>
          <p14:tracePt t="2916" x="6054725" y="6510338"/>
          <p14:tracePt t="2946" x="6034088" y="6470650"/>
          <p14:tracePt t="2947" x="5729288" y="6272213"/>
          <p14:tracePt t="2967" x="4926013" y="6007100"/>
          <p14:tracePt t="2991" x="4027488" y="5857875"/>
          <p14:tracePt t="3013" x="2803525" y="5795963"/>
          <p14:tracePt t="3045" x="2054225" y="5843588"/>
          <p14:tracePt t="3045" x="1741488" y="5911850"/>
          <p14:tracePt t="3066" x="1517650" y="5994400"/>
          <p14:tracePt t="3067" x="1366838" y="6062663"/>
          <p14:tracePt t="3099" x="1244600" y="6143625"/>
          <p14:tracePt t="3107" x="1238250" y="6184900"/>
          <p14:tracePt t="3125" x="1238250" y="6238875"/>
          <p14:tracePt t="3138" x="1244600" y="6253163"/>
          <p14:tracePt t="3156" x="1285875" y="6272213"/>
          <p14:tracePt t="3176" x="1366838" y="6319838"/>
          <p14:tracePt t="3191" x="1408113" y="6334125"/>
          <p14:tracePt t="3192" x="1482725" y="6348413"/>
          <p14:tracePt t="3212" x="1565275" y="6348413"/>
          <p14:tracePt t="3249" x="1782763" y="6348413"/>
          <p14:tracePt t="3250" x="1973263" y="6319838"/>
          <p14:tracePt t="3286" x="2041525" y="6286500"/>
          <p14:tracePt t="3287" x="2041525" y="6272213"/>
          <p14:tracePt t="3310" x="2041525" y="6265863"/>
          <p14:tracePt t="3310" x="2020888" y="6253163"/>
          <p14:tracePt t="3322" x="1973263" y="6224588"/>
          <p14:tracePt t="3345" x="1830388" y="6184900"/>
          <p14:tracePt t="3363" x="1598613" y="6143625"/>
          <p14:tracePt t="3413" x="1422400" y="6137275"/>
          <p14:tracePt t="3414" x="1354138" y="6143625"/>
          <p14:tracePt t="3423" x="1339850" y="6143625"/>
          <p14:tracePt t="3460" x="1327150" y="6157913"/>
          <p14:tracePt t="3461" x="1319213" y="6191250"/>
          <p14:tracePt t="3494" x="1319213" y="6238875"/>
          <p14:tracePt t="3495" x="1327150" y="6265863"/>
          <p14:tracePt t="3523" x="1366838" y="6300788"/>
          <p14:tracePt t="3531" x="1401763" y="6307138"/>
          <p14:tracePt t="3551" x="1422400" y="6319838"/>
          <p14:tracePt t="3552" x="1470025" y="6334125"/>
          <p14:tracePt t="3577" x="1598613" y="6367463"/>
          <p14:tracePt t="3617" x="1741488" y="6388100"/>
          <p14:tracePt t="3618" x="1857375" y="6402388"/>
          <p14:tracePt t="3618" x="1958975" y="6402388"/>
          <p14:tracePt t="3644" x="2184400" y="6415088"/>
          <p14:tracePt t="3676" x="2265363" y="6429375"/>
          <p14:tracePt t="3677" x="2482850" y="6435725"/>
          <p14:tracePt t="3712" x="2640013" y="6435725"/>
          <p14:tracePt t="3713" x="2720975" y="6435725"/>
          <p14:tracePt t="3721" x="2789238" y="6435725"/>
          <p14:tracePt t="3741" x="2843213" y="6450013"/>
          <p14:tracePt t="3762" x="2938463" y="6462713"/>
          <p14:tracePt t="3778" x="3048000" y="6483350"/>
          <p14:tracePt t="3816" x="3184525" y="6497638"/>
          <p14:tracePt t="3817" x="3300413" y="6497638"/>
          <p14:tracePt t="3824" x="3443288" y="6497638"/>
          <p14:tracePt t="3846" x="3783013" y="6483350"/>
          <p14:tracePt t="3878" x="3898900" y="6470650"/>
          <p14:tracePt t="3913" x="4340225" y="6415088"/>
          <p14:tracePt t="3913" x="4375150" y="6402388"/>
          <p14:tracePt t="3943" x="4354513" y="6388100"/>
          <p14:tracePt t="4272" x="4375150" y="6388100"/>
          <p14:tracePt t="4305" x="4408488" y="6388100"/>
          <p14:tracePt t="4306" x="4422775" y="6388100"/>
          <p14:tracePt t="4330" x="4435475" y="6388100"/>
          <p14:tracePt t="4340" x="4443413" y="6388100"/>
          <p14:tracePt t="4380" x="4456113" y="6388100"/>
          <p14:tracePt t="4419" x="4476750" y="6388100"/>
          <p14:tracePt t="4420" x="4491038" y="6388100"/>
          <p14:tracePt t="4448" x="4503738" y="6388100"/>
          <p14:tracePt t="4456" x="4518025" y="6388100"/>
          <p14:tracePt t="4475" x="4538663" y="6388100"/>
          <p14:tracePt t="4519" x="4633913" y="6388100"/>
          <p14:tracePt t="4554" x="4700588" y="6388100"/>
          <p14:tracePt t="4555" x="4748213" y="6388100"/>
          <p14:tracePt t="4584" x="4830763" y="6388100"/>
          <p14:tracePt t="4592" x="4864100" y="6388100"/>
          <p14:tracePt t="4609" x="4946650" y="6367463"/>
          <p14:tracePt t="4632" x="5006975" y="6334125"/>
          <p14:tracePt t="4649" x="5027613" y="6307138"/>
          <p14:tracePt t="4673" x="5054600" y="6238875"/>
          <p14:tracePt t="4691" x="5054600" y="6170613"/>
          <p14:tracePt t="4737" x="5006975" y="6110288"/>
          <p14:tracePt t="4737" x="4959350" y="6062663"/>
          <p14:tracePt t="4746" x="4926013" y="6054725"/>
          <p14:tracePt t="4769" x="4851400" y="6027738"/>
          <p14:tracePt t="4808" x="4830763" y="6027738"/>
          <p14:tracePt t="4808" x="4735513" y="6021388"/>
          <p14:tracePt t="4818" x="4667250" y="6007100"/>
          <p14:tracePt t="4839" x="4557713" y="5994400"/>
          <p14:tracePt t="4857" x="4435475" y="5980113"/>
          <p14:tracePt t="4874" x="4360863" y="5980113"/>
          <p14:tracePt t="4891" x="4244975" y="5973763"/>
          <p14:tracePt t="4923" x="4191000" y="5973763"/>
          <p14:tracePt t="4950" x="3967163" y="5973763"/>
          <p14:tracePt t="4958" x="3905250" y="5973763"/>
          <p14:tracePt t="4973" x="3851275" y="5973763"/>
          <p14:tracePt t="4990" x="3803650" y="5973763"/>
          <p14:tracePt t="4991" x="3756025" y="5980113"/>
          <p14:tracePt t="5023" x="3700463" y="5994400"/>
          <p14:tracePt t="5023" x="3652838" y="6007100"/>
          <p14:tracePt t="5032" x="3578225" y="6027738"/>
          <p14:tracePt t="5049" x="3509963" y="6062663"/>
          <p14:tracePt t="5073" x="3443288" y="6122988"/>
          <p14:tracePt t="5106" x="3408363" y="6170613"/>
          <p14:tracePt t="5107" x="3408363" y="6205538"/>
          <p14:tracePt t="5135" x="3429000" y="6265863"/>
          <p14:tracePt t="5143" x="3443288" y="6272213"/>
          <p14:tracePt t="5167" x="3490913" y="6307138"/>
          <p14:tracePt t="5188" x="3571875" y="6334125"/>
          <p14:tracePt t="5223" x="3619500" y="6348413"/>
          <p14:tracePt t="5224" x="3735388" y="6367463"/>
          <p14:tracePt t="5234" x="3803650" y="6367463"/>
          <p14:tracePt t="5255" x="3919538" y="6388100"/>
          <p14:tracePt t="5269" x="4000500" y="6402388"/>
          <p14:tracePt t="5306" x="4095750" y="6415088"/>
          <p14:tracePt t="5307" x="4164013" y="6415088"/>
          <p14:tracePt t="5334" x="4224338" y="6415088"/>
          <p14:tracePt t="5342" x="4244975" y="6415088"/>
          <p14:tracePt t="5357" x="4271963" y="6415088"/>
          <p14:tracePt t="5375" x="4360863" y="6402388"/>
          <p14:tracePt t="5407" x="4435475" y="6402388"/>
          <p14:tracePt t="5407" x="4557713" y="6388100"/>
          <p14:tracePt t="5442" x="4748213" y="6367463"/>
          <p14:tracePt t="5443" x="4810125" y="6367463"/>
          <p14:tracePt t="5464" x="4946650" y="6348413"/>
          <p14:tracePt t="5491" x="5041900" y="6319838"/>
          <p14:tracePt t="5520" x="5062538" y="6307138"/>
          <p14:tracePt t="5521" x="5110163" y="6286500"/>
          <p14:tracePt t="5552" x="5122863" y="6265863"/>
          <p14:tracePt t="5585" x="5110163" y="6238875"/>
          <p14:tracePt t="5625" x="5089525" y="6224588"/>
          <p14:tracePt t="5626" x="5041900" y="6218238"/>
          <p14:tracePt t="5635" x="5014913" y="6205538"/>
          <p14:tracePt t="5674" x="4979988" y="6191250"/>
          <p14:tracePt t="5675" x="4899025" y="6184900"/>
          <p14:tracePt t="5684" x="4851400" y="6170613"/>
          <p14:tracePt t="5720" x="4795838" y="6157913"/>
          <p14:tracePt t="5721" x="4687888" y="6143625"/>
          <p14:tracePt t="5730" x="4619625" y="6143625"/>
          <p14:tracePt t="5751" x="4518025" y="6143625"/>
          <p14:tracePt t="5765" x="4470400" y="6157913"/>
          <p14:tracePt t="5801" x="4375150" y="6205538"/>
          <p14:tracePt t="5802" x="4306888" y="6238875"/>
          <p14:tracePt t="5814" x="4271963" y="6265863"/>
          <p14:tracePt t="5838" x="4232275" y="6307138"/>
          <p14:tracePt t="5854" x="4232275" y="6334125"/>
          <p14:tracePt t="5881" x="4232275" y="6367463"/>
          <p14:tracePt t="5902" x="4232275" y="6388100"/>
          <p14:tracePt t="5904" x="4244975" y="6402388"/>
          <p14:tracePt t="5918" x="4259263" y="6415088"/>
          <p14:tracePt t="5941" x="4292600" y="6429375"/>
          <p14:tracePt t="5958" x="4306888" y="6435725"/>
          <p14:tracePt t="5989" x="4354513" y="6450013"/>
          <p14:tracePt t="6015" x="4422775" y="6462713"/>
          <p14:tracePt t="6016" x="4518025" y="6462713"/>
          <p14:tracePt t="6040" x="4652963" y="6470650"/>
          <p14:tracePt t="6067" x="4783138" y="6470650"/>
          <p14:tracePt t="6075" x="4851400" y="6470650"/>
          <p14:tracePt t="6090" x="4926013" y="6470650"/>
          <p14:tracePt t="6107" x="5054600" y="6470650"/>
          <p14:tracePt t="6140" x="5089525" y="6470650"/>
          <p14:tracePt t="6141" x="5170488" y="6462713"/>
          <p14:tracePt t="6168" x="5218113" y="6435725"/>
          <p14:tracePt t="6176" x="5238750" y="6429375"/>
          <p14:tracePt t="6191" x="5253038" y="6415088"/>
          <p14:tracePt t="6206" x="5259388" y="6381750"/>
          <p14:tracePt t="6223" x="5259388" y="6367463"/>
          <p14:tracePt t="6240" x="5259388" y="6348413"/>
          <p14:tracePt t="6241" x="5253038" y="6319838"/>
          <p14:tracePt t="6254" x="5218113" y="6300788"/>
          <p14:tracePt t="6272" x="5176838" y="6272213"/>
          <p14:tracePt t="6274" x="5110163" y="6238875"/>
          <p14:tracePt t="6286" x="4994275" y="6191250"/>
          <p14:tracePt t="6320" x="4864100" y="6157913"/>
          <p14:tracePt t="6321" x="4557713" y="6102350"/>
          <p14:tracePt t="6346" x="4232275" y="6102350"/>
          <p14:tracePt t="6354" x="4095750" y="6137275"/>
          <p14:tracePt t="6368" x="3979863" y="6184900"/>
          <p14:tracePt t="6384" x="3905250" y="6224588"/>
          <p14:tracePt t="6413" x="3851275" y="6272213"/>
          <p14:tracePt t="6414" x="3816350" y="6354763"/>
          <p14:tracePt t="6423" x="3824288" y="6381750"/>
          <p14:tracePt t="6437" x="3836988" y="6415088"/>
          <p14:tracePt t="6454" x="3884613" y="6435725"/>
          <p14:tracePt t="6455" x="3946525" y="6462713"/>
          <p14:tracePt t="6471" x="3986213" y="6483350"/>
          <p14:tracePt t="6489" x="4143375" y="6497638"/>
          <p14:tracePt t="6518" x="4224338" y="6497638"/>
          <p14:tracePt t="6519" x="4313238" y="6483350"/>
          <p14:tracePt t="6528" x="4395788" y="6483350"/>
          <p14:tracePt t="6555" x="4491038" y="6470650"/>
          <p14:tracePt t="6556" x="4667250" y="6435725"/>
          <p14:tracePt t="6580" x="4735513" y="6402388"/>
          <p14:tracePt t="6601" x="4748213" y="6354763"/>
          <p14:tracePt t="6624" x="4714875" y="6319838"/>
          <p14:tracePt t="6651" x="4646613" y="6265863"/>
          <p14:tracePt t="6659" x="4598988" y="6253163"/>
          <p14:tracePt t="6673" x="4538663" y="6224588"/>
          <p14:tracePt t="6689" x="4503738" y="6218238"/>
          <p14:tracePt t="6690" x="4443413" y="6205538"/>
          <p14:tracePt t="6722" x="4395788" y="6205538"/>
          <p14:tracePt t="6723" x="4306888" y="6205538"/>
          <p14:tracePt t="6747" x="4211638" y="6205538"/>
          <p14:tracePt t="6778" x="4164013" y="6224588"/>
          <p14:tracePt t="6778" x="4116388" y="6238875"/>
          <p14:tracePt t="6787" x="4081463" y="6253163"/>
          <p14:tracePt t="6824" x="4062413" y="6272213"/>
          <p14:tracePt t="6825" x="4033838" y="6307138"/>
          <p14:tracePt t="6825" x="4033838" y="6334125"/>
          <p14:tracePt t="6846" x="4033838" y="6348413"/>
          <p14:tracePt t="6847" x="4048125" y="6354763"/>
          <p14:tracePt t="6873" x="4068763" y="6388100"/>
          <p14:tracePt t="6906" x="4149725" y="6435725"/>
          <p14:tracePt t="6907" x="4224338" y="6462713"/>
          <p14:tracePt t="6916" x="4313238" y="6483350"/>
          <p14:tracePt t="6938" x="4524375" y="6518275"/>
          <p14:tracePt t="6957" x="4652963" y="6518275"/>
          <p14:tracePt t="6974" x="4864100" y="6518275"/>
          <p14:tracePt t="7007" x="4932363" y="6510338"/>
          <p14:tracePt t="7007" x="4979988" y="6470650"/>
          <p14:tracePt t="7036" x="4979988" y="6415088"/>
          <p14:tracePt t="7044" x="4973638" y="6388100"/>
          <p14:tracePt t="7063" x="4851400" y="6286500"/>
          <p14:tracePt t="7084" x="4768850" y="6238875"/>
          <p14:tracePt t="7085" x="4667250" y="6191250"/>
          <p14:tracePt t="7116" x="4586288" y="6184900"/>
          <p14:tracePt t="7117" x="4470400" y="6157913"/>
          <p14:tracePt t="7118" x="4360863" y="6157913"/>
          <p14:tracePt t="7146" x="4176713" y="6170613"/>
          <p14:tracePt t="7155" x="4068763" y="6184900"/>
          <p14:tracePt t="7170" x="3986213" y="6205538"/>
          <p14:tracePt t="7190" x="3824288" y="6272213"/>
          <p14:tracePt t="7222" x="3768725" y="6307138"/>
          <p14:tracePt t="7223" x="3700463" y="6354763"/>
          <p14:tracePt t="7233" x="3687763" y="6381750"/>
          <p14:tracePt t="7252" x="3673475" y="6388100"/>
          <p14:tracePt t="7254" x="3687763" y="6388100"/>
          <p14:tracePt t="7265" x="3700463" y="6415088"/>
          <p14:tracePt t="7297" x="3735388" y="6429375"/>
          <p14:tracePt t="7298" x="3783013" y="6435725"/>
          <p14:tracePt t="7323" x="3851275" y="6435725"/>
          <p14:tracePt t="7348" x="3946525" y="6435725"/>
          <p14:tracePt t="7357" x="3979863" y="6435725"/>
          <p14:tracePt t="7371" x="4014788" y="6429375"/>
          <p14:tracePt t="7387" x="4027488" y="6415088"/>
          <p14:tracePt t="7388" x="4033838" y="6415088"/>
          <p14:tracePt t="7406" x="4033838" y="6402388"/>
          <p14:tracePt t="7423" x="4027488" y="6367463"/>
          <p14:tracePt t="7456" x="3986213" y="6348413"/>
          <p14:tracePt t="7456" x="3884613" y="6272213"/>
          <p14:tracePt t="7483" x="3660775" y="6205538"/>
          <p14:tracePt t="7491" x="3538538" y="6170613"/>
          <p14:tracePt t="7517" x="3313113" y="6143625"/>
          <p14:tracePt t="7526" x="3170238" y="6137275"/>
          <p14:tracePt t="7540" x="3021013" y="6122988"/>
          <p14:tracePt t="7558" x="2803525" y="6137275"/>
          <p14:tracePt t="7573" x="2720975" y="6143625"/>
          <p14:tracePt t="7588" x="2673350" y="6170613"/>
          <p14:tracePt t="7623" x="2613025" y="6191250"/>
          <p14:tracePt t="7623" x="2592388" y="6218238"/>
          <p14:tracePt t="7650" x="2592388" y="6238875"/>
          <p14:tracePt t="7687" x="2592388" y="6253163"/>
          <p14:tracePt t="7723" x="2592388" y="6265863"/>
          <p14:tracePt t="7724" x="2598738" y="6265863"/>
          <p14:tracePt t="7725" x="2598738" y="6272213"/>
          <p14:tracePt t="7750" x="2625725" y="6286500"/>
          <p14:tracePt t="7780" x="2646363" y="6307138"/>
          <p14:tracePt t="7781" x="2660650" y="6307138"/>
          <p14:tracePt t="7806" x="2693988" y="6319838"/>
          <p14:tracePt t="7834" x="2728913" y="6319838"/>
          <p14:tracePt t="7842" x="2762250" y="6319838"/>
          <p14:tracePt t="7857" x="2803525" y="6307138"/>
          <p14:tracePt t="7874" x="2843213" y="6300788"/>
          <p14:tracePt t="7891" x="2884488" y="6286500"/>
          <p14:tracePt t="7907" x="2938463" y="6253163"/>
          <p14:tracePt t="7923" x="2967038" y="6238875"/>
          <p14:tracePt t="7939" x="3021013" y="6170613"/>
          <p14:tracePt t="7954" x="3068638" y="6122988"/>
          <p14:tracePt t="7972" x="3197225" y="5973763"/>
          <p14:tracePt t="7987" x="3279775" y="5830888"/>
          <p14:tracePt t="8020" x="3381375" y="5646738"/>
          <p14:tracePt t="8021" x="3592513" y="5238750"/>
          <p14:tracePt t="8030" x="3721100" y="4979988"/>
          <p14:tracePt t="8056" x="3851275" y="4700588"/>
          <p14:tracePt t="8059" x="3979863" y="4375150"/>
          <p14:tracePt t="8084" x="4164013" y="3851275"/>
          <p14:tracePt t="8086" x="4259263" y="3613150"/>
          <p14:tracePt t="8107" x="4395788" y="3252788"/>
          <p14:tracePt t="8133" x="4435475" y="3021013"/>
          <p14:tracePt t="8142" x="4395788" y="2905125"/>
          <p14:tracePt t="8156" x="4327525" y="2762250"/>
          <p14:tracePt t="8171" x="4224338" y="2625725"/>
          <p14:tracePt t="8187" x="3979863" y="2428875"/>
          <p14:tracePt t="8220" x="3803650" y="2354263"/>
          <p14:tracePt t="8221" x="3333750" y="2286000"/>
          <p14:tracePt t="8246" x="2857500" y="2271713"/>
          <p14:tracePt t="8255" x="2598738" y="2300288"/>
          <p14:tracePt t="8283" x="2381250" y="2333625"/>
          <p14:tracePt t="8284" x="2265363" y="2381250"/>
          <p14:tracePt t="8293" x="2157413" y="2482850"/>
          <p14:tracePt t="8308" x="2122488" y="2633663"/>
          <p14:tracePt t="8323" x="2190750" y="3170238"/>
          <p14:tracePt t="8339" x="2286000" y="3414713"/>
          <p14:tracePt t="8354" x="2449513" y="3776663"/>
          <p14:tracePt t="8362" x="2640013" y="4143375"/>
          <p14:tracePt t="8380" x="3006725" y="4714875"/>
          <p14:tracePt t="8413" x="3244850" y="5000625"/>
          <p14:tracePt t="8414" x="3673475" y="5491163"/>
          <p14:tracePt t="8435" x="3986213" y="5810250"/>
          <p14:tracePt t="8462" x="4327525" y="6062663"/>
          <p14:tracePt t="8470" x="4491038" y="6157913"/>
          <p14:tracePt t="8497" x="4633913" y="6224588"/>
          <p14:tracePt t="8501" x="4816475" y="6300788"/>
          <p14:tracePt t="8502" x="5006975" y="6367463"/>
          <p14:tracePt t="8527" x="5300663" y="6435725"/>
          <p14:tracePt t="8548" x="5503863" y="6470650"/>
          <p14:tracePt t="8573" x="5661025" y="6497638"/>
          <p14:tracePt t="8582" x="5715000" y="6510338"/>
          <p14:tracePt t="8617" x="5748338" y="6518275"/>
          <p14:tracePt t="8618" x="5810250" y="6530975"/>
          <p14:tracePt t="8627" x="5830888" y="6545263"/>
          <p14:tracePt t="8642" x="5843588" y="6551613"/>
          <p14:tracePt t="8657" x="5872163" y="6578600"/>
          <p14:tracePt t="8672" x="5911850" y="6661150"/>
          <p14:tracePt t="8689" x="5911850" y="6694488"/>
          <p14:tracePt t="8706" x="5911850" y="6756400"/>
          <p14:tracePt t="8734" x="5911850" y="6796088"/>
          <p14:tracePt t="9162" x="0" y="0"/>
        </p14:tracePtLst>
        <p14:tracePtLst>
          <p14:tracePt t="252796" x="4491038" y="6238875"/>
          <p14:tracePt t="252798" x="4518025" y="5830888"/>
          <p14:tracePt t="252845" x="4524375" y="5340350"/>
          <p14:tracePt t="252847" x="4586288" y="3938588"/>
          <p14:tracePt t="252867" x="4598988" y="2878138"/>
          <p14:tracePt t="252895" x="4551363" y="2062163"/>
          <p14:tracePt t="252926" x="4387850" y="1176338"/>
          <p14:tracePt t="252946" x="4313238" y="966788"/>
          <p14:tracePt t="253004" x="4271963" y="884238"/>
          <p14:tracePt t="253006" x="4271963" y="877888"/>
          <p14:tracePt t="253059" x="4244975" y="898525"/>
          <p14:tracePt t="253081" x="4244975" y="919163"/>
          <p14:tracePt t="253084" x="4224338" y="966788"/>
          <p14:tracePt t="253109" x="4164013" y="1041400"/>
          <p14:tracePt t="253114" x="4143375" y="1047750"/>
          <p14:tracePt t="253173" x="4081463" y="1062038"/>
          <p14:tracePt t="253175" x="4062413" y="1074738"/>
          <p14:tracePt t="253197" x="4062413" y="1062038"/>
          <p14:tracePt t="253224" x="4068763" y="1047750"/>
          <p14:tracePt t="253227" x="4068763" y="1027113"/>
          <p14:tracePt t="253256" x="4068763" y="993775"/>
          <p14:tracePt t="253289" x="4068763" y="946150"/>
          <p14:tracePt t="253316" x="4081463" y="911225"/>
          <p14:tracePt t="253318" x="4081463" y="884238"/>
          <p14:tracePt t="253374" x="4081463" y="863600"/>
          <p14:tracePt t="253376" x="4062413" y="836613"/>
          <p14:tracePt t="253397" x="4048125" y="830263"/>
          <p14:tracePt t="253425" x="4027488" y="830263"/>
          <p14:tracePt t="253428" x="4014788" y="815975"/>
          <p14:tracePt t="253457" x="4000500" y="815975"/>
          <p14:tracePt t="253524" x="3986213" y="815975"/>
          <p14:tracePt t="253526" x="3986213" y="830263"/>
          <p14:tracePt t="253547" x="3986213" y="836613"/>
          <p14:tracePt t="253578" x="4033838" y="863600"/>
          <p14:tracePt t="253642" x="4149725" y="884238"/>
          <p14:tracePt t="253643" x="4244975" y="877888"/>
          <p14:tracePt t="253665" x="4271963" y="836613"/>
          <p14:tracePt t="253724" x="4279900" y="803275"/>
          <p14:tracePt t="253726" x="4292600" y="747713"/>
          <p14:tracePt t="253747" x="4292600" y="720725"/>
          <p14:tracePt t="253776" x="4279900" y="700088"/>
          <p14:tracePt t="253812" x="4259263" y="687388"/>
          <p14:tracePt t="253871" x="4244975" y="673100"/>
          <p14:tracePt t="253873" x="4191000" y="652463"/>
          <p14:tracePt t="253896" x="4143375" y="639763"/>
          <p14:tracePt t="253930" x="4081463" y="639763"/>
          <p14:tracePt t="253993" x="4033838" y="639763"/>
          <p14:tracePt t="253994" x="4000500" y="666750"/>
          <p14:tracePt t="254016" x="3986213" y="687388"/>
          <p14:tracePt t="254043" x="3967163" y="700088"/>
          <p14:tracePt t="254075" x="3967163" y="747713"/>
          <p14:tracePt t="254142" x="3967163" y="795338"/>
          <p14:tracePt t="254144" x="4014788" y="830263"/>
          <p14:tracePt t="254191" x="4062413" y="830263"/>
          <p14:tracePt t="254193" x="4164013" y="830263"/>
          <p14:tracePt t="254215" x="4197350" y="815975"/>
          <p14:tracePt t="254217" x="4232275" y="803275"/>
          <p14:tracePt t="254246" x="4279900" y="782638"/>
          <p14:tracePt t="254313" x="4313238" y="735013"/>
          <p14:tracePt t="254315" x="4313238" y="687388"/>
          <p14:tracePt t="254316" x="4306888" y="673100"/>
          <p14:tracePt t="254337" x="4292600" y="652463"/>
          <p14:tracePt t="254340" x="4279900" y="639763"/>
          <p14:tracePt t="254405" x="4224338" y="604838"/>
          <p14:tracePt t="254406" x="4116388" y="585788"/>
          <p14:tracePt t="254427" x="4095750" y="585788"/>
          <p14:tracePt t="254432" x="4081463" y="585788"/>
          <p14:tracePt t="254461" x="4062413" y="585788"/>
          <p14:tracePt t="254464" x="4048125" y="592138"/>
          <p14:tracePt t="254526" x="4048125" y="604838"/>
          <p14:tracePt t="254528" x="4033838" y="673100"/>
          <p14:tracePt t="254548" x="4048125" y="720725"/>
          <p14:tracePt t="254577" x="4081463" y="768350"/>
          <p14:tracePt t="254610" x="4116388" y="795338"/>
          <p14:tracePt t="254643" x="4191000" y="782638"/>
          <p14:tracePt t="254709" x="4279900" y="687388"/>
          <p14:tracePt t="254710" x="4279900" y="666750"/>
          <p14:tracePt t="254731" x="4271963" y="639763"/>
          <p14:tracePt t="254758" x="4232275" y="585788"/>
          <p14:tracePt t="254792" x="4143375" y="571500"/>
          <p14:tracePt t="254858" x="4068763" y="585788"/>
          <p14:tracePt t="254860" x="4000500" y="639763"/>
          <p14:tracePt t="254881" x="3979863" y="700088"/>
          <p14:tracePt t="254943" x="3979863" y="755650"/>
          <p14:tracePt t="254945" x="4014788" y="803275"/>
          <p14:tracePt t="254947" x="4033838" y="815975"/>
          <p14:tracePt t="254968" x="4068763" y="815975"/>
          <p14:tracePt t="254971" x="4110038" y="815975"/>
          <p14:tracePt t="255027" x="4176713" y="803275"/>
          <p14:tracePt t="255030" x="4244975" y="768350"/>
          <p14:tracePt t="255055" x="4244975" y="735013"/>
          <p14:tracePt t="255087" x="4211638" y="673100"/>
          <p14:tracePt t="255142" x="4129088" y="633413"/>
          <p14:tracePt t="255144" x="3967163" y="604838"/>
          <p14:tracePt t="255165" x="3905250" y="604838"/>
          <p14:tracePt t="255196" x="3898900" y="633413"/>
          <p14:tracePt t="255227" x="3905250" y="652463"/>
          <p14:tracePt t="255476" x="3919538" y="652463"/>
          <p14:tracePt t="255567" x="3932238" y="666750"/>
          <p14:tracePt t="255589" x="4000500" y="673100"/>
          <p14:tracePt t="255650" x="4164013" y="673100"/>
          <p14:tracePt t="255651" x="4667250" y="687388"/>
          <p14:tracePt t="255672" x="5253038" y="666750"/>
          <p14:tracePt t="255727" x="6122988" y="592138"/>
          <p14:tracePt t="255729" x="6626225" y="571500"/>
          <p14:tracePt t="255756" x="6932613" y="557213"/>
          <p14:tracePt t="255758" x="7054850" y="550863"/>
          <p14:tracePt t="255822" x="7177088" y="550863"/>
          <p14:tracePt t="255824" x="7218363" y="538163"/>
          <p14:tracePt t="255874" x="7232650" y="538163"/>
          <p14:tracePt t="255922" x="7259638" y="538163"/>
          <p14:tracePt t="255923" x="7265988" y="538163"/>
          <p14:tracePt t="255944" x="7259638" y="538163"/>
          <p14:tracePt t="255973" x="7197725" y="550863"/>
          <p14:tracePt t="256034" x="7212013" y="550863"/>
          <p14:tracePt t="256066" x="7245350" y="538163"/>
          <p14:tracePt t="256131" x="7300913" y="503238"/>
          <p14:tracePt t="256133" x="7313613" y="490538"/>
          <p14:tracePt t="256156" x="7292975" y="490538"/>
          <p14:tracePt t="256189" x="7150100" y="476250"/>
          <p14:tracePt t="256252" x="7069138" y="476250"/>
          <p14:tracePt t="256254" x="7081838" y="476250"/>
          <p14:tracePt t="256275" x="7177088" y="490538"/>
          <p14:tracePt t="256335" x="7280275" y="490538"/>
          <p14:tracePt t="256337" x="7361238" y="490538"/>
          <p14:tracePt t="256358" x="7375525" y="490538"/>
          <p14:tracePt t="256386" x="7340600" y="490538"/>
          <p14:tracePt t="256389" x="7300913" y="490538"/>
          <p14:tracePt t="256420" x="7232650" y="490538"/>
          <p14:tracePt t="256423" x="7212013" y="490538"/>
          <p14:tracePt t="256485" x="7197725" y="490538"/>
          <p14:tracePt t="256487" x="7212013" y="490538"/>
          <p14:tracePt t="256489" x="7218363" y="490538"/>
          <p14:tracePt t="256536" x="7232650" y="490538"/>
          <p14:tracePt t="256538" x="7280275" y="490538"/>
          <p14:tracePt t="256560" x="7300913" y="490538"/>
          <p14:tracePt t="256651" x="7280275" y="490538"/>
          <p14:tracePt t="256861" x="7375525" y="503238"/>
          <p14:tracePt t="256882" x="7462838" y="509588"/>
          <p14:tracePt t="256941" x="7539038" y="509588"/>
          <p14:tracePt t="256943" x="7593013" y="509588"/>
          <p14:tracePt t="256964" x="7572375" y="503238"/>
          <p14:tracePt t="256992" x="7504113" y="503238"/>
          <p14:tracePt t="256996" x="7462838" y="490538"/>
          <p14:tracePt t="257025" x="7375525" y="490538"/>
          <p14:tracePt t="257029" x="7340600" y="490538"/>
          <p14:tracePt t="257059" x="7313613" y="490538"/>
          <p14:tracePt t="257141" x="7348538" y="490538"/>
          <p14:tracePt t="257195" x="7375525" y="490538"/>
          <p14:tracePt t="257196" x="7423150" y="476250"/>
          <p14:tracePt t="257220" x="7381875" y="476250"/>
          <p14:tracePt t="257246" x="7292975" y="476250"/>
          <p14:tracePt t="257311" x="7116763" y="469900"/>
          <p14:tracePt t="257312" x="7081838" y="469900"/>
          <p14:tracePt t="257334" x="7096125" y="469900"/>
          <p14:tracePt t="257362" x="7150100" y="469900"/>
          <p14:tracePt t="257424" x="7265988" y="476250"/>
          <p14:tracePt t="257426" x="7327900" y="476250"/>
          <p14:tracePt t="257448" x="7313613" y="476250"/>
          <p14:tracePt t="257479" x="7177088" y="469900"/>
          <p14:tracePt t="257539" x="7069138" y="455613"/>
          <p14:tracePt t="257540" x="7034213" y="455613"/>
          <p14:tracePt t="257562" x="7069138" y="455613"/>
          <p14:tracePt t="257591" x="7259638" y="469900"/>
          <p14:tracePt t="257623" x="7348538" y="469900"/>
          <p14:tracePt t="257688" x="7375525" y="469900"/>
          <p14:tracePt t="257689" x="7265988" y="469900"/>
          <p14:tracePt t="257691" x="7212013" y="455613"/>
          <p14:tracePt t="257712" x="7164388" y="455613"/>
          <p14:tracePt t="257715" x="7116763" y="455613"/>
          <p14:tracePt t="257746" x="7081838" y="455613"/>
          <p14:tracePt t="257810" x="7116763" y="455613"/>
          <p14:tracePt t="257812" x="7265988" y="455613"/>
          <p14:tracePt t="257833" x="7381875" y="455613"/>
          <p14:tracePt t="257893" x="7396163" y="455613"/>
          <p14:tracePt t="257895" x="7300913" y="455613"/>
          <p14:tracePt t="257916" x="7245350" y="455613"/>
          <p14:tracePt t="257919" x="7185025" y="442913"/>
          <p14:tracePt t="257945" x="7150100" y="442913"/>
          <p14:tracePt t="257979" x="7185025" y="442913"/>
          <p14:tracePt t="258042" x="7361238" y="469900"/>
          <p14:tracePt t="258044" x="7462838" y="476250"/>
          <p14:tracePt t="258066" x="7443788" y="476250"/>
          <p14:tracePt t="258127" x="7361238" y="476250"/>
          <p14:tracePt t="258129" x="7197725" y="455613"/>
          <p14:tracePt t="258130" x="7185025" y="455613"/>
          <p14:tracePt t="258180" x="7245350" y="455613"/>
          <p14:tracePt t="258227" x="7361238" y="469900"/>
          <p14:tracePt t="258229" x="7423150" y="469900"/>
          <p14:tracePt t="258310" x="7313613" y="469900"/>
          <p14:tracePt t="258312" x="7185025" y="442913"/>
          <p14:tracePt t="258362" x="7177088" y="442913"/>
          <p14:tracePt t="258363" x="7212013" y="442913"/>
          <p14:tracePt t="258384" x="7259638" y="455613"/>
          <p14:tracePt t="258412" x="7292975" y="455613"/>
          <p14:tracePt t="258415" x="7300913" y="455613"/>
          <p14:tracePt t="258440" x="7292975" y="455613"/>
          <p14:tracePt t="258505" x="7232650" y="455613"/>
          <p14:tracePt t="258506" x="7212013" y="442913"/>
          <p14:tracePt t="258528" x="7218363" y="442913"/>
          <p14:tracePt t="258560" x="7280275" y="455613"/>
          <p14:tracePt t="258624" x="7292975" y="455613"/>
          <p14:tracePt t="258626" x="7280275" y="442913"/>
          <p14:tracePt t="258647" x="7265988" y="442913"/>
          <p14:tracePt t="258674" x="7197725" y="442913"/>
          <p14:tracePt t="258741" x="7150100" y="442913"/>
          <p14:tracePt t="258767" x="7177088" y="442913"/>
          <p14:tracePt t="258796" x="7212013" y="442913"/>
          <p14:tracePt t="258859" x="7245350" y="442913"/>
          <p14:tracePt t="258861" x="7265988" y="442913"/>
          <p14:tracePt t="258885" x="7259638" y="442913"/>
          <p14:tracePt t="258943" x="7232650" y="442913"/>
          <p14:tracePt t="258945" x="7218363" y="442913"/>
          <p14:tracePt t="259031" x="7232650" y="442913"/>
          <p14:tracePt t="259053" x="7245350" y="442913"/>
          <p14:tracePt t="259084" x="7265988" y="442913"/>
          <p14:tracePt t="259143" x="7327900" y="442913"/>
          <p14:tracePt t="259145" x="7429500" y="455613"/>
          <p14:tracePt t="259167" x="7524750" y="455613"/>
          <p14:tracePt t="259226" x="7634288" y="455613"/>
          <p14:tracePt t="259228" x="7735888" y="455613"/>
          <p14:tracePt t="259249" x="7756525" y="455613"/>
          <p14:tracePt t="259308" x="7783513" y="455613"/>
          <p14:tracePt t="259309" x="7796213" y="455613"/>
          <p14:tracePt t="259311" x="7804150" y="455613"/>
          <p14:tracePt t="259366" x="7816850" y="455613"/>
          <p14:tracePt t="259368" x="7878763" y="455613"/>
          <p14:tracePt t="259388" x="7885113" y="455613"/>
          <p14:tracePt t="259391" x="7899400" y="455613"/>
          <p14:tracePt t="259444" x="7912100" y="455613"/>
          <p14:tracePt t="259448" x="7932738" y="455613"/>
          <p14:tracePt t="259466" x="7947025" y="455613"/>
          <p14:tracePt t="259490" x="7980363" y="455613"/>
          <p14:tracePt t="259492" x="7994650" y="455613"/>
          <p14:tracePt t="259549" x="8001000" y="455613"/>
          <p14:tracePt t="259661" x="8015288" y="455613"/>
          <p14:tracePt t="259662" x="8048625" y="455613"/>
          <p14:tracePt t="259684" x="8096250" y="455613"/>
          <p14:tracePt t="259745" x="8123238" y="469900"/>
          <p14:tracePt t="259747" x="8081963" y="455613"/>
          <p14:tracePt t="259954" x="8245475" y="469900"/>
          <p14:tracePt t="259975" x="8293100" y="476250"/>
          <p14:tracePt t="259978" x="8367713" y="476250"/>
          <p14:tracePt t="260036" x="8435975" y="476250"/>
          <p14:tracePt t="260038" x="8518525" y="476250"/>
          <p14:tracePt t="260059" x="8531225" y="476250"/>
          <p14:tracePt t="260092" x="8531225" y="469900"/>
          <p14:tracePt t="260214" x="8539163" y="476250"/>
          <p14:tracePt t="260305" x="8539163" y="469900"/>
          <p14:tracePt t="260360" x="8531225" y="469900"/>
          <p14:tracePt t="260387" x="8518525" y="469900"/>
          <p14:tracePt t="260415" x="8491538" y="455613"/>
          <p14:tracePt t="260480" x="8483600" y="455613"/>
          <p14:tracePt t="260631" x="8504238" y="455613"/>
          <p14:tracePt t="260653" x="8531225" y="455613"/>
          <p14:tracePt t="260712" x="8572500" y="455613"/>
          <p14:tracePt t="260714" x="8653463" y="469900"/>
          <p14:tracePt t="260735" x="8701088" y="469900"/>
          <p14:tracePt t="260769" x="8729663" y="469900"/>
          <p14:tracePt t="260836" x="8736013" y="455613"/>
          <p14:tracePt t="260859" x="8763000" y="455613"/>
          <p14:tracePt t="260886" x="8796338" y="455613"/>
          <p14:tracePt t="260887" x="8810625" y="455613"/>
          <p14:tracePt t="260936" x="8843963" y="469900"/>
          <p14:tracePt t="260937" x="8926513" y="469900"/>
          <p14:tracePt t="260958" x="9007475" y="469900"/>
          <p14:tracePt t="260988" x="9090025" y="469900"/>
          <p14:tracePt t="261050" x="9110663" y="469900"/>
          <p14:tracePt t="261051" x="9137650" y="469900"/>
          <p14:tracePt t="261072" x="9158288" y="469900"/>
          <p14:tracePt t="261101" x="9218613" y="476250"/>
          <p14:tracePt t="261132" x="9239250" y="476250"/>
          <p14:tracePt t="261170" x="9253538" y="476250"/>
          <p14:tracePt t="261228" x="9266238" y="476250"/>
          <p14:tracePt t="261230" x="9272588" y="476250"/>
          <p14:tracePt t="261303" x="9253538" y="476250"/>
          <p14:tracePt t="261305" x="9191625" y="476250"/>
          <p14:tracePt t="261326" x="9075738" y="469900"/>
          <p14:tracePt t="261354" x="8959850" y="469900"/>
          <p14:tracePt t="261383" x="8777288" y="455613"/>
          <p14:tracePt t="261448" x="8729663" y="455613"/>
          <p14:tracePt t="261450" x="8647113" y="455613"/>
          <p14:tracePt t="261473" x="8634413" y="455613"/>
          <p14:tracePt t="261507" x="8620125" y="455613"/>
          <p14:tracePt t="261607" x="8634413" y="455613"/>
          <p14:tracePt t="261628" x="8653463" y="455613"/>
          <p14:tracePt t="261630" x="8667750" y="455613"/>
          <p14:tracePt t="261657" x="8729663" y="455613"/>
          <p14:tracePt t="261715" x="8816975" y="455613"/>
          <p14:tracePt t="261717" x="9021763" y="469900"/>
          <p14:tracePt t="261719" x="9063038" y="469900"/>
          <p14:tracePt t="261771" x="9123363" y="469900"/>
          <p14:tracePt t="261773" x="9205913" y="476250"/>
          <p14:tracePt t="261852" x="9218613" y="476250"/>
          <p14:tracePt t="261935" x="9239250" y="476250"/>
          <p14:tracePt t="261936" x="9266238" y="476250"/>
          <p14:tracePt t="261958" x="9272588" y="476250"/>
          <p14:tracePt t="261990" x="9286875" y="476250"/>
          <p14:tracePt t="262130" x="9272588" y="476250"/>
          <p14:tracePt t="262184" x="9253538" y="476250"/>
          <p14:tracePt t="262185" x="9102725" y="469900"/>
          <p14:tracePt t="262239" x="8959850" y="455613"/>
          <p14:tracePt t="262241" x="8777288" y="442913"/>
          <p14:tracePt t="262263" x="8715375" y="428625"/>
          <p14:tracePt t="262323" x="8694738" y="428625"/>
          <p14:tracePt t="262325" x="8682038" y="428625"/>
          <p14:tracePt t="262351" x="8667750" y="428625"/>
          <p14:tracePt t="262378" x="8647113" y="428625"/>
          <p14:tracePt t="262439" x="8634413" y="428625"/>
          <p14:tracePt t="262555" x="8620125" y="428625"/>
          <p14:tracePt t="262582" x="8620125" y="442913"/>
          <p14:tracePt t="262664" x="8599488" y="455613"/>
          <p14:tracePt t="262685" x="8572500" y="455613"/>
          <p14:tracePt t="262740" x="8470900" y="428625"/>
          <p14:tracePt t="262742" x="8408988" y="422275"/>
          <p14:tracePt t="262743" x="8388350" y="407988"/>
          <p14:tracePt t="262901" x="8402638" y="442913"/>
          <p14:tracePt t="262923" x="8408988" y="455613"/>
          <p14:tracePt t="262926" x="8423275" y="455613"/>
          <p14:tracePt t="262956" x="8435975" y="469900"/>
          <p14:tracePt t="262959" x="8450263" y="469900"/>
          <p14:tracePt t="262993" x="8456613" y="469900"/>
          <p14:tracePt t="263023" x="8470900" y="469900"/>
          <p14:tracePt t="263026" x="8491538" y="469900"/>
          <p14:tracePt t="263082" x="8539163" y="469900"/>
          <p14:tracePt t="263083" x="8634413" y="469900"/>
          <p14:tracePt t="263105" x="8682038" y="455613"/>
          <p14:tracePt t="263133" x="8694738" y="442913"/>
          <p14:tracePt t="263136" x="8701088" y="428625"/>
          <p14:tracePt t="263164" x="8715375" y="422275"/>
          <p14:tracePt t="263226" x="8715375" y="395288"/>
          <p14:tracePt t="263227" x="8701088" y="387350"/>
          <p14:tracePt t="263249" x="8701088" y="374650"/>
          <p14:tracePt t="263310" x="8701088" y="360363"/>
          <p14:tracePt t="263335" x="8694738" y="347663"/>
          <p14:tracePt t="263364" x="8667750" y="312738"/>
          <p14:tracePt t="263427" x="8653463" y="292100"/>
          <p14:tracePt t="263429" x="8647113" y="244475"/>
          <p14:tracePt t="263450" x="8634413" y="244475"/>
          <p14:tracePt t="263453" x="8620125" y="231775"/>
          <p14:tracePt t="263481" x="8599488" y="211138"/>
          <p14:tracePt t="263546" x="8572500" y="196850"/>
          <p14:tracePt t="263547" x="8539163" y="196850"/>
          <p14:tracePt t="263569" x="8504238" y="196850"/>
          <p14:tracePt t="263631" x="8483600" y="196850"/>
          <p14:tracePt t="263633" x="8423275" y="196850"/>
          <p14:tracePt t="263654" x="8408988" y="196850"/>
          <p14:tracePt t="263686" x="8388350" y="223838"/>
          <p14:tracePt t="263689" x="8375650" y="223838"/>
          <p14:tracePt t="263747" x="8367713" y="244475"/>
          <p14:tracePt t="263749" x="8355013" y="279400"/>
          <p14:tracePt t="263771" x="8355013" y="306388"/>
          <p14:tracePt t="263801" x="8355013" y="327025"/>
          <p14:tracePt t="263860" x="8355013" y="360363"/>
          <p14:tracePt t="263862" x="8388350" y="395288"/>
          <p14:tracePt t="263884" x="8423275" y="422275"/>
          <p14:tracePt t="263944" x="8483600" y="428625"/>
          <p14:tracePt t="263946" x="8586788" y="442913"/>
          <p14:tracePt t="263947" x="8620125" y="442913"/>
          <p14:tracePt t="263994" x="8667750" y="442913"/>
          <p14:tracePt t="263996" x="8748713" y="428625"/>
          <p14:tracePt t="264016" x="8783638" y="407988"/>
          <p14:tracePt t="264078" x="8796338" y="374650"/>
          <p14:tracePt t="264080" x="8831263" y="312738"/>
          <p14:tracePt t="264081" x="8831263" y="292100"/>
          <p14:tracePt t="264131" x="8831263" y="279400"/>
          <p14:tracePt t="264132" x="8831263" y="223838"/>
          <p14:tracePt t="264154" x="8831263" y="211138"/>
          <p14:tracePt t="264183" x="8783638" y="163513"/>
          <p14:tracePt t="264186" x="8763000" y="149225"/>
          <p14:tracePt t="264246" x="8701088" y="128588"/>
          <p14:tracePt t="264248" x="8634413" y="128588"/>
          <p14:tracePt t="264250" x="8613775" y="128588"/>
          <p14:tracePt t="264270" x="8586788" y="128588"/>
          <p14:tracePt t="264273" x="8566150" y="128588"/>
          <p14:tracePt t="264326" x="8539163" y="142875"/>
          <p14:tracePt t="264328" x="8518525" y="149225"/>
          <p14:tracePt t="264330" x="8504238" y="149225"/>
          <p14:tracePt t="264389" x="8491538" y="176213"/>
          <p14:tracePt t="264391" x="8470900" y="196850"/>
          <p14:tracePt t="264414" x="8456613" y="223838"/>
          <p14:tracePt t="264443" x="8456613" y="258763"/>
          <p14:tracePt t="264476" x="8450263" y="306388"/>
          <p14:tracePt t="264541" x="8450263" y="327025"/>
          <p14:tracePt t="264543" x="8483600" y="374650"/>
          <p14:tracePt t="264565" x="8491538" y="374650"/>
          <p14:tracePt t="264568" x="8518525" y="387350"/>
          <p14:tracePt t="264625" x="8551863" y="395288"/>
          <p14:tracePt t="264626" x="8647113" y="407988"/>
          <p14:tracePt t="264648" x="8701088" y="395288"/>
          <p14:tracePt t="264680" x="8748713" y="374650"/>
          <p14:tracePt t="264714" x="8777288" y="312738"/>
          <p14:tracePt t="264748" x="8729663" y="223838"/>
          <p14:tracePt t="264809" x="8518525" y="128588"/>
          <p14:tracePt t="264832" x="8456613" y="128588"/>
          <p14:tracePt t="264865" x="8408988" y="128588"/>
          <p14:tracePt t="264929" x="8375650" y="149225"/>
          <p14:tracePt t="264931" x="8328025" y="196850"/>
          <p14:tracePt t="264953" x="8307388" y="231775"/>
          <p14:tracePt t="264983" x="8293100" y="265113"/>
          <p14:tracePt t="264985" x="8293100" y="292100"/>
          <p14:tracePt t="265044" x="8307388" y="312738"/>
          <p14:tracePt t="265045" x="8355013" y="360363"/>
          <p14:tracePt t="265096" x="8402638" y="387350"/>
          <p14:tracePt t="265097" x="8483600" y="407988"/>
          <p14:tracePt t="265120" x="8539163" y="407988"/>
          <p14:tracePt t="265149" x="8572500" y="407988"/>
          <p14:tracePt t="265152" x="8586788" y="395288"/>
          <p14:tracePt t="265178" x="8620125" y="360363"/>
          <p14:tracePt t="265244" x="8653463" y="265113"/>
          <p14:tracePt t="265246" x="8647113" y="176213"/>
          <p14:tracePt t="265269" x="8634413" y="142875"/>
          <p14:tracePt t="265298" x="8572500" y="115888"/>
          <p14:tracePt t="265358" x="8539163" y="115888"/>
          <p14:tracePt t="265359" x="8483600" y="128588"/>
          <p14:tracePt t="265382" x="8456613" y="128588"/>
          <p14:tracePt t="265447" x="8450263" y="128588"/>
          <p14:tracePt t="265473" x="8435975" y="128588"/>
          <p14:tracePt t="265530" x="8423275" y="128588"/>
          <p14:tracePt t="265532" x="8158163" y="149225"/>
          <p14:tracePt t="265580" x="7932738" y="176213"/>
          <p14:tracePt t="265582" x="6837363" y="258763"/>
          <p14:tracePt t="265631" x="5986463" y="327025"/>
          <p14:tracePt t="265633" x="5122863" y="395288"/>
          <p14:tracePt t="265634" x="4783138" y="422275"/>
          <p14:tracePt t="265654" x="4605338" y="428625"/>
          <p14:tracePt t="265657" x="4422775" y="455613"/>
          <p14:tracePt t="265683" x="4244975" y="503238"/>
          <p14:tracePt t="265744" x="4197350" y="509588"/>
          <p14:tracePt t="265746" x="4176713" y="538163"/>
          <p14:tracePt t="265748" x="4164013" y="538163"/>
          <p14:tracePt t="265769" x="4164013" y="550863"/>
          <p14:tracePt t="265772" x="4149725" y="557213"/>
          <p14:tracePt t="265826" x="4143375" y="571500"/>
          <p14:tracePt t="265828" x="4116388" y="592138"/>
          <p14:tracePt t="265851" x="4081463" y="604838"/>
          <p14:tracePt t="265881" x="4062413" y="633413"/>
          <p14:tracePt t="265917" x="4048125" y="633413"/>
          <p14:tracePt t="265979" x="4033838" y="633413"/>
          <p14:tracePt t="265981" x="4027488" y="652463"/>
          <p14:tracePt t="266006" x="4027488" y="666750"/>
          <p14:tracePt t="266059" x="4027488" y="714375"/>
          <p14:tracePt t="266082" x="4033838" y="720725"/>
          <p14:tracePt t="266085" x="4033838" y="735013"/>
          <p14:tracePt t="266147" x="4062413" y="735013"/>
          <p14:tracePt t="266149" x="4095750" y="735013"/>
          <p14:tracePt t="266170" x="4116388" y="720725"/>
          <p14:tracePt t="266199" x="4143375" y="700088"/>
          <p14:tracePt t="266228" x="4129088" y="666750"/>
          <p14:tracePt t="266231" x="4116388" y="652463"/>
          <p14:tracePt t="266294" x="4068763" y="619125"/>
          <p14:tracePt t="266297" x="4014788" y="604838"/>
          <p14:tracePt t="266298" x="4000500" y="619125"/>
          <p14:tracePt t="266319" x="3986213" y="633413"/>
          <p14:tracePt t="266322" x="3979863" y="639763"/>
          <p14:tracePt t="266350" x="3979863" y="666750"/>
          <p14:tracePt t="266382" x="4000500" y="700088"/>
          <p14:tracePt t="266448" x="4081463" y="720725"/>
          <p14:tracePt t="266450" x="4211638" y="720725"/>
          <p14:tracePt t="266471" x="4259263" y="720725"/>
          <p14:tracePt t="266501" x="4259263" y="687388"/>
          <p14:tracePt t="266529" x="4224338" y="666750"/>
          <p14:tracePt t="266562" x="4143375" y="666750"/>
          <p14:tracePt t="266628" x="4081463" y="700088"/>
          <p14:tracePt t="266629" x="4081463" y="755650"/>
          <p14:tracePt t="266651" x="4110038" y="782638"/>
          <p14:tracePt t="266680" x="4164013" y="803275"/>
          <p14:tracePt t="266683" x="4176713" y="803275"/>
          <p14:tracePt t="266714" x="4197350" y="803275"/>
          <p14:tracePt t="266717" x="4197350" y="795338"/>
          <p14:tracePt t="266747" x="4197350" y="782638"/>
          <p14:tracePt t="266810" x="4191000" y="782638"/>
          <p14:tracePt t="266812" x="4164013" y="863600"/>
          <p14:tracePt t="266833" x="4149725" y="931863"/>
          <p14:tracePt t="266863" x="4143375" y="946150"/>
          <p14:tracePt t="267087" x="4197350" y="966788"/>
          <p14:tracePt t="267109" x="4197350" y="1027113"/>
          <p14:tracePt t="267141" x="4259263" y="1204913"/>
          <p14:tracePt t="267144" x="4313238" y="1366838"/>
          <p14:tracePt t="267168" x="4476750" y="1857375"/>
          <p14:tracePt t="267191" x="4714875" y="2544763"/>
          <p14:tracePt t="267222" x="5122863" y="3509963"/>
          <p14:tracePt t="267255" x="5354638" y="4149725"/>
          <p14:tracePt t="267258" x="5414963" y="4360863"/>
          <p14:tracePt t="267310" x="5530850" y="4919663"/>
          <p14:tracePt t="267314" x="5626100" y="5586413"/>
          <p14:tracePt t="267339" x="5634038" y="5926138"/>
          <p14:tracePt t="267394" x="5681663" y="6253163"/>
          <p14:tracePt t="267398" x="5729288" y="6381750"/>
          <p14:tracePt t="267400" x="5748338" y="6415088"/>
          <p14:tracePt t="267425" x="5776913" y="6462713"/>
          <p14:tracePt t="267456" x="5789613" y="6518275"/>
          <p14:tracePt t="267459" x="5795963" y="6551613"/>
          <p14:tracePt t="267485" x="5810250" y="6634163"/>
          <p14:tracePt t="267553" x="5824538" y="6756400"/>
          <p14:tracePt t="268262" x="0" y="0"/>
        </p14:tracePtLst>
        <p14:tracePtLst>
          <p14:tracePt t="334508" x="4795838" y="6545263"/>
          <p14:tracePt t="334533" x="5307013" y="6042025"/>
          <p14:tracePt t="334567" x="6157913" y="4911725"/>
          <p14:tracePt t="334621" x="6565900" y="4197350"/>
          <p14:tracePt t="334623" x="6973888" y="3163888"/>
          <p14:tracePt t="334647" x="7177088" y="2482850"/>
          <p14:tracePt t="334680" x="7348538" y="1700213"/>
          <p14:tracePt t="334733" x="7408863" y="1238250"/>
          <p14:tracePt t="334735" x="7408863" y="850900"/>
          <p14:tracePt t="334759" x="7423150" y="768350"/>
          <p14:tracePt t="334789" x="7429500" y="755650"/>
          <p14:tracePt t="334874" x="7429500" y="747713"/>
          <p14:tracePt t="334876" x="7429500" y="687388"/>
          <p14:tracePt t="334878" x="7429500" y="633413"/>
          <p14:tracePt t="334902" x="7423150" y="592138"/>
          <p14:tracePt t="334906" x="7408863" y="550863"/>
          <p14:tracePt t="334937" x="7381875" y="469900"/>
          <p14:tracePt t="334940" x="7381875" y="428625"/>
          <p14:tracePt t="334993" x="7381875" y="347663"/>
          <p14:tracePt t="334997" x="7361238" y="292100"/>
          <p14:tracePt t="335085" x="7340600" y="312738"/>
          <p14:tracePt t="335087" x="7232650" y="442913"/>
          <p14:tracePt t="335111" x="7164388" y="523875"/>
          <p14:tracePt t="335147" x="7129463" y="571500"/>
          <p14:tracePt t="335215" x="7116763" y="571500"/>
          <p14:tracePt t="335242" x="7116763" y="557213"/>
          <p14:tracePt t="335274" x="7116763" y="538163"/>
          <p14:tracePt t="335305" x="7102475" y="523875"/>
          <p14:tracePt t="335366" x="7116763" y="509588"/>
          <p14:tracePt t="335369" x="7129463" y="509588"/>
          <p14:tracePt t="335392" x="7177088" y="503238"/>
          <p14:tracePt t="335423" x="7292975" y="509588"/>
          <p14:tracePt t="335455" x="7524750" y="523875"/>
          <p14:tracePt t="335486" x="7796213" y="523875"/>
          <p14:tracePt t="335489" x="7947025" y="523875"/>
          <p14:tracePt t="335520" x="8205788" y="509588"/>
          <p14:tracePt t="335523" x="8328025" y="509588"/>
          <p14:tracePt t="335587" x="8531225" y="503238"/>
          <p14:tracePt t="335589" x="8843963" y="503238"/>
          <p14:tracePt t="335613" x="8899525" y="503238"/>
          <p14:tracePt t="335642" x="8947150" y="503238"/>
          <p14:tracePt t="335645" x="8959850" y="503238"/>
          <p14:tracePt t="335673" x="8994775" y="503238"/>
          <p14:tracePt t="335738" x="9063038" y="503238"/>
          <p14:tracePt t="335741" x="9170988" y="503238"/>
          <p14:tracePt t="335764" x="9307513" y="509588"/>
          <p14:tracePt t="335831" x="9498013" y="509588"/>
          <p14:tracePt t="335833" x="9531350" y="509588"/>
          <p14:tracePt t="335860" x="9518650" y="509588"/>
          <p14:tracePt t="335888" x="9450388" y="509588"/>
          <p14:tracePt t="335951" x="9123363" y="503238"/>
          <p14:tracePt t="335953" x="8763000" y="490538"/>
          <p14:tracePt t="335976" x="8586788" y="490538"/>
          <p14:tracePt t="336036" x="8402638" y="503238"/>
          <p14:tracePt t="336038" x="8205788" y="509588"/>
          <p14:tracePt t="336062" x="8062913" y="523875"/>
          <p14:tracePt t="336132" x="7756525" y="509588"/>
          <p14:tracePt t="336133" x="7429500" y="490538"/>
          <p14:tracePt t="336156" x="7348538" y="490538"/>
          <p14:tracePt t="336187" x="7313613" y="490538"/>
          <p14:tracePt t="336254" x="7340600" y="490538"/>
          <p14:tracePt t="336306" x="7375525" y="490538"/>
          <p14:tracePt t="336308" x="7700963" y="503238"/>
          <p14:tracePt t="336332" x="8027988" y="503238"/>
          <p14:tracePt t="336401" x="8694738" y="490538"/>
          <p14:tracePt t="336403" x="9382125" y="503238"/>
          <p14:tracePt t="336428" x="9626600" y="503238"/>
          <p14:tracePt t="336431" x="9709150" y="509588"/>
          <p14:tracePt t="336464" x="9763125" y="509588"/>
          <p14:tracePt t="336532" x="9756775" y="509588"/>
          <p14:tracePt t="336534" x="9647238" y="509588"/>
          <p14:tracePt t="336558" x="9498013" y="509588"/>
          <p14:tracePt t="336621" x="9191625" y="503238"/>
          <p14:tracePt t="336623" x="8551863" y="476250"/>
          <p14:tracePt t="336646" x="8286750" y="476250"/>
          <p14:tracePt t="336679" x="7912100" y="476250"/>
          <p14:tracePt t="336737" x="7700963" y="476250"/>
          <p14:tracePt t="336739" x="7504113" y="476250"/>
          <p14:tracePt t="336761" x="7462838" y="476250"/>
          <p14:tracePt t="336843" x="7539038" y="490538"/>
          <p14:tracePt t="336844" x="7688263" y="490538"/>
          <p14:tracePt t="336869" x="8062913" y="523875"/>
          <p14:tracePt t="336873" x="8259763" y="523875"/>
          <p14:tracePt t="336937" x="8899525" y="538163"/>
          <p14:tracePt t="336939" x="9763125" y="523875"/>
          <p14:tracePt t="336964" x="9879013" y="523875"/>
          <p14:tracePt t="337033" x="9825038" y="523875"/>
          <p14:tracePt t="337056" x="9682163" y="523875"/>
          <p14:tracePt t="337086" x="9205913" y="523875"/>
          <p14:tracePt t="337155" x="8694738" y="523875"/>
          <p14:tracePt t="337156" x="8272463" y="509588"/>
          <p14:tracePt t="337180" x="8075613" y="509588"/>
          <p14:tracePt t="337248" x="7912100" y="509588"/>
          <p14:tracePt t="337250" x="7837488" y="523875"/>
          <p14:tracePt t="337333" x="7851775" y="523875"/>
          <p14:tracePt t="337336" x="7878763" y="523875"/>
          <p14:tracePt t="337359" x="8205788" y="523875"/>
          <p14:tracePt t="337390" x="8777288" y="538163"/>
          <p14:tracePt t="337421" x="9253538" y="538163"/>
          <p14:tracePt t="337424" x="9415463" y="538163"/>
          <p14:tracePt t="337480" x="9694863" y="538163"/>
          <p14:tracePt t="337484" x="9756775" y="538163"/>
          <p14:tracePt t="337546" x="9709150" y="538163"/>
          <p14:tracePt t="337548" x="9545638" y="538163"/>
          <p14:tracePt t="337572" x="9348788" y="538163"/>
          <p14:tracePt t="337635" x="8926513" y="523875"/>
          <p14:tracePt t="337637" x="8572500" y="523875"/>
          <p14:tracePt t="337661" x="8470900" y="509588"/>
          <p14:tracePt t="337691" x="8435975" y="509588"/>
          <p14:tracePt t="337754" x="8456613" y="509588"/>
          <p14:tracePt t="337808" x="8539163" y="509588"/>
          <p14:tracePt t="337810" x="8858250" y="523875"/>
          <p14:tracePt t="337867" x="9123363" y="523875"/>
          <p14:tracePt t="337869" x="9266238" y="523875"/>
          <p14:tracePt t="339326" x="9253538" y="523875"/>
          <p14:tracePt t="339328" x="9205913" y="538163"/>
          <p14:tracePt t="339351" x="9102725" y="550863"/>
          <p14:tracePt t="339381" x="8653463" y="633413"/>
          <p14:tracePt t="339442" x="7510463" y="1128713"/>
          <p14:tracePt t="339447" x="6102350" y="2306638"/>
          <p14:tracePt t="339502" x="5300663" y="3381375"/>
          <p14:tracePt t="339503" x="4762500" y="4714875"/>
          <p14:tracePt t="339527" x="4687888" y="5292725"/>
          <p14:tracePt t="339808" x="4714875" y="5286375"/>
          <p14:tracePt t="339832" x="4816475" y="5367338"/>
          <p14:tracePt t="339867" x="5095875" y="5599113"/>
          <p14:tracePt t="339891" x="5334000" y="5783263"/>
          <p14:tracePt t="339961" x="5626100" y="6102350"/>
          <p14:tracePt t="339963" x="5741988" y="6462713"/>
          <p14:tracePt t="339986" x="5762625" y="6578600"/>
          <p14:tracePt t="339990" x="5762625" y="6634163"/>
          <p14:tracePt t="340046" x="5776913" y="6789738"/>
          <p14:tracePt t="340462" x="0" y="0"/>
        </p14:tracePtLst>
        <p14:tracePtLst>
          <p14:tracePt t="675329" x="4110038" y="6837363"/>
          <p14:tracePt t="675339" x="4014788" y="6634163"/>
          <p14:tracePt t="675353" x="3946525" y="6483350"/>
          <p14:tracePt t="675363" x="3871913" y="6272213"/>
          <p14:tracePt t="675393" x="3836988" y="6102350"/>
          <p14:tracePt t="675399" x="3824288" y="5980113"/>
          <p14:tracePt t="675405" x="3824288" y="5830888"/>
          <p14:tracePt t="675411" x="3824288" y="5681663"/>
          <p14:tracePt t="675421" x="3836988" y="5565775"/>
          <p14:tracePt t="675428" x="3836988" y="5483225"/>
          <p14:tracePt t="675439" x="3851275" y="5402263"/>
          <p14:tracePt t="675453" x="3851275" y="5327650"/>
          <p14:tracePt t="675463" x="3851275" y="5292725"/>
          <p14:tracePt t="675474" x="3851275" y="5272088"/>
          <p14:tracePt t="675484" x="3863975" y="5245100"/>
          <p14:tracePt t="675496" x="3863975" y="5238750"/>
          <p14:tracePt t="675506" x="3871913" y="5238750"/>
          <p14:tracePt t="675519" x="3871913" y="5224463"/>
          <p14:tracePt t="675529" x="3884613" y="5211763"/>
          <p14:tracePt t="675540" x="3884613" y="5205413"/>
          <p14:tracePt t="675552" x="3884613" y="5191125"/>
          <p14:tracePt t="675563" x="3884613" y="5176838"/>
          <p14:tracePt t="675574" x="3884613" y="5164138"/>
          <p14:tracePt t="675586" x="3884613" y="5157788"/>
          <p14:tracePt t="675596" x="3898900" y="5143500"/>
          <p14:tracePt t="675618" x="3898900" y="5129213"/>
          <p14:tracePt t="675630" x="3898900" y="5122863"/>
          <p14:tracePt t="675641" x="3898900" y="5081588"/>
          <p14:tracePt t="675653" x="3898900" y="5062538"/>
          <p14:tracePt t="675664" x="3884613" y="5027613"/>
          <p14:tracePt t="675676" x="3884613" y="4994275"/>
          <p14:tracePt t="675687" x="3871913" y="4959350"/>
          <p14:tracePt t="675697" x="3863975" y="4932363"/>
          <p14:tracePt t="675709" x="3851275" y="4899025"/>
          <p14:tracePt t="675721" x="3816350" y="4878388"/>
          <p14:tracePt t="675732" x="3789363" y="4837113"/>
          <p14:tracePt t="675744" x="3768725" y="4830763"/>
          <p14:tracePt t="675754" x="3721100" y="4803775"/>
          <p14:tracePt t="675765" x="3673475" y="4795838"/>
          <p14:tracePt t="675777" x="3640138" y="4783138"/>
          <p14:tracePt t="675788" x="3578225" y="4768850"/>
          <p14:tracePt t="675799" x="3538538" y="4768850"/>
          <p14:tracePt t="675811" x="3497263" y="4768850"/>
          <p14:tracePt t="675822" x="3476625" y="4768850"/>
          <p14:tracePt t="675832" x="3443288" y="4768850"/>
          <p14:tracePt t="675844" x="3414713" y="4783138"/>
          <p14:tracePt t="675856" x="3408363" y="4795838"/>
          <p14:tracePt t="675866" x="3395663" y="4803775"/>
          <p14:tracePt t="675878" x="3381375" y="4830763"/>
          <p14:tracePt t="675889" x="3375025" y="4864100"/>
          <p14:tracePt t="675900" x="3360738" y="4899025"/>
          <p14:tracePt t="675912" x="3348038" y="4932363"/>
          <p14:tracePt t="675923" x="3333750" y="4967288"/>
          <p14:tracePt t="675934" x="3333750" y="5014913"/>
          <p14:tracePt t="675945" x="3360738" y="5062538"/>
          <p14:tracePt t="675956" x="3375025" y="5110163"/>
          <p14:tracePt t="675968" x="3408363" y="5157788"/>
          <p14:tracePt t="675979" x="3443288" y="5191125"/>
          <p14:tracePt t="675991" x="3476625" y="5238750"/>
          <p14:tracePt t="676002" x="3497263" y="5245100"/>
          <p14:tracePt t="676013" x="3544888" y="5286375"/>
          <p14:tracePt t="676024" x="3592513" y="5307013"/>
          <p14:tracePt t="676036" x="3640138" y="5319713"/>
          <p14:tracePt t="676047" x="3687763" y="5327650"/>
          <p14:tracePt t="676058" x="3741738" y="5327650"/>
          <p14:tracePt t="676070" x="3816350" y="5327650"/>
          <p14:tracePt t="676080" x="3898900" y="5327650"/>
          <p14:tracePt t="676091" x="3967163" y="5319713"/>
          <p14:tracePt t="676103" x="4048125" y="5292725"/>
          <p14:tracePt t="676114" x="4116388" y="5259388"/>
          <p14:tracePt t="676126" x="4176713" y="5224463"/>
          <p14:tracePt t="676137" x="4211638" y="5205413"/>
          <p14:tracePt t="676147" x="4232275" y="5157788"/>
          <p14:tracePt t="676159" x="4244975" y="5122863"/>
          <p14:tracePt t="676171" x="4244975" y="5081588"/>
          <p14:tracePt t="676181" x="4232275" y="5048250"/>
          <p14:tracePt t="676193" x="4224338" y="5000625"/>
          <p14:tracePt t="676204" x="4197350" y="4967288"/>
          <p14:tracePt t="676215" x="4149725" y="4919663"/>
          <p14:tracePt t="676227" x="4095750" y="4884738"/>
          <p14:tracePt t="676238" x="4027488" y="4851400"/>
          <p14:tracePt t="676249" x="3946525" y="4816475"/>
          <p14:tracePt t="676261" x="3871913" y="4803775"/>
          <p14:tracePt t="676273" x="3824288" y="4803775"/>
          <p14:tracePt t="676283" x="3768725" y="4803775"/>
          <p14:tracePt t="676294" x="3708400" y="4803775"/>
          <p14:tracePt t="676306" x="3652838" y="4830763"/>
          <p14:tracePt t="676316" x="3619500" y="4837113"/>
          <p14:tracePt t="676328" x="3578225" y="4864100"/>
          <p14:tracePt t="676339" x="3544888" y="4899025"/>
          <p14:tracePt t="676350" x="3509963" y="4946650"/>
          <p14:tracePt t="676362" x="3490913" y="4967288"/>
          <p14:tracePt t="676373" x="3462338" y="5000625"/>
          <p14:tracePt t="676385" x="3462338" y="5041900"/>
          <p14:tracePt t="676395" x="3455988" y="5062538"/>
          <p14:tracePt t="676406" x="3455988" y="5081588"/>
          <p14:tracePt t="676440" x="3476625" y="5122863"/>
          <p14:tracePt t="676444" x="3497263" y="5143500"/>
          <p14:tracePt t="676456" x="3592513" y="5205413"/>
          <p14:tracePt t="676465" x="3660775" y="5211763"/>
          <p14:tracePt t="676476" x="3741738" y="5224463"/>
          <p14:tracePt t="676487" x="3816350" y="5224463"/>
          <p14:tracePt t="676496" x="3905250" y="5224463"/>
          <p14:tracePt t="676508" x="3986213" y="5211763"/>
          <p14:tracePt t="676520" x="4062413" y="5191125"/>
          <p14:tracePt t="676530" x="4081463" y="5164138"/>
          <p14:tracePt t="676541" x="4110038" y="5129213"/>
          <p14:tracePt t="676553" x="4110038" y="5095875"/>
          <p14:tracePt t="676564" x="4095750" y="5048250"/>
          <p14:tracePt t="676576" x="4068763" y="5000625"/>
          <p14:tracePt t="676587" x="4014788" y="4946650"/>
          <p14:tracePt t="676597" x="3946525" y="4884738"/>
          <p14:tracePt t="676609" x="3863975" y="4851400"/>
          <p14:tracePt t="676620" x="3816350" y="4830763"/>
          <p14:tracePt t="676631" x="3741738" y="4803775"/>
          <p14:tracePt t="676643" x="3673475" y="4803775"/>
          <p14:tracePt t="676655" x="3625850" y="4803775"/>
          <p14:tracePt t="676665" x="3592513" y="4816475"/>
          <p14:tracePt t="676677" x="3544888" y="4837113"/>
          <p14:tracePt t="676688" x="3524250" y="4884738"/>
          <p14:tracePt t="676699" x="3497263" y="4946650"/>
          <p14:tracePt t="676711" x="3490913" y="4979988"/>
          <p14:tracePt t="676722" x="3490913" y="5027613"/>
          <p14:tracePt t="676732" x="3497263" y="5062538"/>
          <p14:tracePt t="676745" x="3524250" y="5095875"/>
          <p14:tracePt t="676756" x="3544888" y="5122863"/>
          <p14:tracePt t="676766" x="3592513" y="5143500"/>
          <p14:tracePt t="676778" x="3652838" y="5164138"/>
          <p14:tracePt t="676789" x="3721100" y="5164138"/>
          <p14:tracePt t="676800" x="3768725" y="5164138"/>
          <p14:tracePt t="676811" x="3851275" y="5164138"/>
          <p14:tracePt t="676823" x="3932238" y="5143500"/>
          <p14:tracePt t="676833" x="4000500" y="5122863"/>
          <p14:tracePt t="676845" x="4062413" y="5095875"/>
          <p14:tracePt t="676857" x="4110038" y="5048250"/>
          <p14:tracePt t="676867" x="4129088" y="5014913"/>
          <p14:tracePt t="676879" x="4143375" y="4979988"/>
          <p14:tracePt t="676890" x="4129088" y="4946650"/>
          <p14:tracePt t="676902" x="4095750" y="4899025"/>
          <p14:tracePt t="676912" x="4048125" y="4837113"/>
          <p14:tracePt t="676924" x="3979863" y="4803775"/>
          <p14:tracePt t="676936" x="3932238" y="4783138"/>
          <p14:tracePt t="676946" x="3863975" y="4768850"/>
          <p14:tracePt t="676958" x="3803650" y="4768850"/>
          <p14:tracePt t="676972" x="3768725" y="4783138"/>
          <p14:tracePt t="676981" x="3741738" y="4803775"/>
          <p14:tracePt t="676993" x="3708400" y="4837113"/>
          <p14:tracePt t="677004" x="3673475" y="4884738"/>
          <p14:tracePt t="677014" x="3652838" y="4932363"/>
          <p14:tracePt t="677025" x="3640138" y="4959350"/>
          <p14:tracePt t="677037" x="3640138" y="4994275"/>
          <p14:tracePt t="677047" x="3640138" y="5027613"/>
          <p14:tracePt t="677059" x="3652838" y="5048250"/>
          <p14:tracePt t="677071" x="3673475" y="5062538"/>
          <p14:tracePt t="677081" x="3708400" y="5081588"/>
          <p14:tracePt t="677093" x="3756025" y="5095875"/>
          <p14:tracePt t="677104" x="3824288" y="5110163"/>
          <p14:tracePt t="677115" x="3884613" y="5110163"/>
          <p14:tracePt t="677127" x="3967163" y="5095875"/>
          <p14:tracePt t="677138" x="4033838" y="5075238"/>
          <p14:tracePt t="677149" x="4095750" y="5048250"/>
          <p14:tracePt t="677160" x="4116388" y="5041900"/>
          <p14:tracePt t="677172" x="4129088" y="5000625"/>
          <p14:tracePt t="677183" x="4116388" y="4967288"/>
          <p14:tracePt t="677195" x="4095750" y="4932363"/>
          <p14:tracePt t="677206" x="4033838" y="4884738"/>
          <p14:tracePt t="677216" x="3919538" y="4816475"/>
          <p14:tracePt t="677228" x="3756025" y="4756150"/>
          <p14:tracePt t="677239" x="3578225" y="4721225"/>
          <p14:tracePt t="677250" x="3462338" y="4714875"/>
          <p14:tracePt t="677272" x="3348038" y="4714875"/>
          <p14:tracePt t="677275" x="3265488" y="4735513"/>
          <p14:tracePt t="677289" x="3232150" y="4756150"/>
          <p14:tracePt t="677298" x="3211513" y="4803775"/>
          <p14:tracePt t="677307" x="3211513" y="4864100"/>
          <p14:tracePt t="677319" x="3217863" y="4932363"/>
          <p14:tracePt t="677329" x="3244850" y="4979988"/>
          <p14:tracePt t="677341" x="3292475" y="5041900"/>
          <p14:tracePt t="677352" x="3375025" y="5095875"/>
          <p14:tracePt t="677363" x="3455988" y="5129213"/>
          <p14:tracePt t="677374" x="3524250" y="5157788"/>
          <p14:tracePt t="677386" x="3625850" y="5164138"/>
          <p14:tracePt t="677396" x="3735388" y="5164138"/>
          <p14:tracePt t="677408" x="3824288" y="5157788"/>
          <p14:tracePt t="677420" x="3884613" y="5129213"/>
          <p14:tracePt t="677430" x="3952875" y="5095875"/>
          <p14:tracePt t="677442" x="3986213" y="5048250"/>
          <p14:tracePt t="677453" x="4014788" y="5000625"/>
          <p14:tracePt t="677464" x="4000500" y="4946650"/>
          <p14:tracePt t="677486" x="3986213" y="4911725"/>
          <p14:tracePt t="677490" x="3967163" y="4851400"/>
          <p14:tracePt t="677499" x="3932238" y="4816475"/>
          <p14:tracePt t="677511" x="3905250" y="4803775"/>
          <p14:tracePt t="677522" x="3871913" y="4795838"/>
          <p14:tracePt t="677532" x="3851275" y="4795838"/>
          <p14:tracePt t="677543" x="3824288" y="4795838"/>
          <p14:tracePt t="677555" x="3803650" y="4795838"/>
          <p14:tracePt t="677565" x="3768725" y="4803775"/>
          <p14:tracePt t="677577" x="3735388" y="4816475"/>
          <p14:tracePt t="677588" x="3687763" y="4837113"/>
          <p14:tracePt t="677599" x="3652838" y="4851400"/>
          <p14:tracePt t="677611" x="3605213" y="4884738"/>
          <p14:tracePt t="677622" x="3578225" y="4911725"/>
          <p14:tracePt t="677633" x="3557588" y="4932363"/>
          <p14:tracePt t="677645" x="3557588" y="4946650"/>
          <p14:tracePt t="677656" x="3557588" y="4967288"/>
          <p14:tracePt t="677666" x="3571875" y="4979988"/>
          <p14:tracePt t="677678" x="3605213" y="5000625"/>
          <p14:tracePt t="677689" x="3640138" y="5000625"/>
          <p14:tracePt t="677700" x="3708400" y="5014913"/>
          <p14:tracePt t="677712" x="3783013" y="5014913"/>
          <p14:tracePt t="677723" x="3836988" y="5000625"/>
          <p14:tracePt t="677734" x="3898900" y="5000625"/>
          <p14:tracePt t="677745" x="3946525" y="4979988"/>
          <p14:tracePt t="677756" x="3952875" y="4967288"/>
          <p14:tracePt t="677768" x="3952875" y="4959350"/>
          <p14:tracePt t="677779" x="3952875" y="4946650"/>
          <p14:tracePt t="677790" x="3932238" y="4919663"/>
          <p14:tracePt t="677802" x="3919538" y="4919663"/>
          <p14:tracePt t="677813" x="3905250" y="4911725"/>
          <p14:tracePt t="677824" x="3898900" y="4899025"/>
          <p14:tracePt t="677846" x="3898900" y="4884738"/>
          <p14:tracePt t="677858" x="3898900" y="4878388"/>
          <p14:tracePt t="677870" x="3898900" y="4864100"/>
          <p14:tracePt t="677880" x="3898900" y="4837113"/>
          <p14:tracePt t="677891" x="3898900" y="4816475"/>
          <p14:tracePt t="677903" x="3898900" y="4803775"/>
          <p14:tracePt t="677914" x="3898900" y="4768850"/>
          <p14:tracePt t="677926" x="3898900" y="4748213"/>
          <p14:tracePt t="677937" x="3898900" y="4721225"/>
          <p14:tracePt t="677947" x="3905250" y="4714875"/>
          <p14:tracePt t="677959" x="3932238" y="4673600"/>
          <p14:tracePt t="677971" x="3952875" y="4633913"/>
          <p14:tracePt t="677981" x="3979863" y="4572000"/>
          <p14:tracePt t="677993" x="4000500" y="4524375"/>
          <p14:tracePt t="678005" x="4027488" y="4456113"/>
          <p14:tracePt t="678015" x="4062413" y="4375150"/>
          <p14:tracePt t="678027" x="4095750" y="4292600"/>
          <p14:tracePt t="678039" x="4116388" y="4224338"/>
          <p14:tracePt t="678049" x="4149725" y="4102100"/>
          <p14:tracePt t="678060" x="4211638" y="3979863"/>
          <p14:tracePt t="678072" x="4259263" y="3824288"/>
          <p14:tracePt t="678083" x="4292600" y="3708400"/>
          <p14:tracePt t="678095" x="4327525" y="3544888"/>
          <p14:tracePt t="678105" x="4354513" y="3381375"/>
          <p14:tracePt t="678116" x="4360863" y="3217863"/>
          <p14:tracePt t="678128" x="4360863" y="3101975"/>
          <p14:tracePt t="678139" x="4360863" y="2938463"/>
          <p14:tracePt t="678150" x="4327525" y="2789238"/>
          <p14:tracePt t="678162" x="4271963" y="2660650"/>
          <p14:tracePt t="678174" x="4224338" y="2578100"/>
          <p14:tracePt t="678184" x="4197350" y="2497138"/>
          <p14:tracePt t="678195" x="4176713" y="2435225"/>
          <p14:tracePt t="678207" x="4176713" y="2401888"/>
          <p14:tracePt t="678218" x="4164013" y="2387600"/>
          <p14:tracePt t="678229" x="4164013" y="2381250"/>
          <p14:tracePt t="678240" x="4149725" y="2366963"/>
          <p14:tracePt t="678263" x="4143375" y="2366963"/>
          <p14:tracePt t="678274" x="4143375" y="2354263"/>
          <p14:tracePt t="678286" x="4129088" y="2347913"/>
          <p14:tracePt t="678297" x="4129088" y="2319338"/>
          <p14:tracePt t="678308" x="4116388" y="2300288"/>
          <p14:tracePt t="678320" x="4110038" y="2252663"/>
          <p14:tracePt t="678330" x="4095750" y="2205038"/>
          <p14:tracePt t="678342" x="4068763" y="2122488"/>
          <p14:tracePt t="678353" x="4062413" y="2041525"/>
          <p14:tracePt t="678364" x="4027488" y="1898650"/>
          <p14:tracePt t="678376" x="3979863" y="1735138"/>
          <p14:tracePt t="678387" x="3919538" y="1565275"/>
          <p14:tracePt t="678397" x="3871913" y="1435100"/>
          <p14:tracePt t="678409" x="3816350" y="1292225"/>
          <p14:tracePt t="678421" x="3735388" y="1176338"/>
          <p14:tracePt t="678431" x="3652838" y="1074738"/>
          <p14:tracePt t="678443" x="3592513" y="1014413"/>
          <p14:tracePt t="678455" x="3490913" y="946150"/>
          <p14:tracePt t="678465" x="3395663" y="877888"/>
          <p14:tracePt t="678478" x="3313113" y="830263"/>
          <p14:tracePt t="678488" x="3232150" y="782638"/>
          <p14:tracePt t="678499" x="3136900" y="755650"/>
          <p14:tracePt t="678511" x="3068638" y="735013"/>
          <p14:tracePt t="678532" x="3021013" y="720725"/>
          <p14:tracePt t="678537" x="2952750" y="714375"/>
          <p14:tracePt t="678545" x="2919413" y="714375"/>
          <p14:tracePt t="678557" x="2884488" y="720725"/>
          <p14:tracePt t="678567" x="2871788" y="720725"/>
          <p14:tracePt t="678578" x="2857500" y="747713"/>
          <p14:tracePt t="678589" x="2857500" y="768350"/>
          <p14:tracePt t="678600" x="2871788" y="815975"/>
          <p14:tracePt t="678612" x="2884488" y="836613"/>
          <p14:tracePt t="678623" x="2890838" y="884238"/>
          <p14:tracePt t="678634" x="2938463" y="919163"/>
          <p14:tracePt t="678645" x="2973388" y="931863"/>
          <p14:tracePt t="678656" x="3021013" y="931863"/>
          <p14:tracePt t="678669" x="3081338" y="931863"/>
          <p14:tracePt t="678679" x="3149600" y="911225"/>
          <p14:tracePt t="678690" x="3217863" y="877888"/>
          <p14:tracePt t="678703" x="3265488" y="836613"/>
          <p14:tracePt t="678713" x="3292475" y="803275"/>
          <p14:tracePt t="678724" x="3300413" y="755650"/>
          <p14:tracePt t="678736" x="3300413" y="720725"/>
          <p14:tracePt t="678746" x="3292475" y="700088"/>
          <p14:tracePt t="678758" x="3279775" y="673100"/>
          <p14:tracePt t="678770" x="3252788" y="666750"/>
          <p14:tracePt t="678780" x="3217863" y="652463"/>
          <p14:tracePt t="678791" x="3184525" y="666750"/>
          <p14:tracePt t="678804" x="3128963" y="687388"/>
          <p14:tracePt t="678814" x="3068638" y="720725"/>
          <p14:tracePt t="678826" x="3021013" y="782638"/>
          <p14:tracePt t="678837" x="2986088" y="836613"/>
          <p14:tracePt t="678847" x="2967038" y="911225"/>
          <p14:tracePt t="678859" x="2967038" y="966788"/>
          <p14:tracePt t="678871" x="2986088" y="1014413"/>
          <p14:tracePt t="678881" x="3006725" y="1027113"/>
          <p14:tracePt t="678893" x="3054350" y="1027113"/>
          <p14:tracePt t="678905" x="3128963" y="1027113"/>
          <p14:tracePt t="678915" x="3232150" y="1000125"/>
          <p14:tracePt t="678927" x="3300413" y="979488"/>
          <p14:tracePt t="678938" x="3375025" y="946150"/>
          <p14:tracePt t="678949" x="3408363" y="919163"/>
          <p14:tracePt t="678960" x="3414713" y="911225"/>
          <p14:tracePt t="678993" x="3408363" y="911225"/>
          <p14:tracePt t="679005" x="3408363" y="919163"/>
          <p14:tracePt t="679016" x="3395663" y="958850"/>
          <p14:tracePt t="679028" x="3381375" y="1041400"/>
          <p14:tracePt t="679039" x="3381375" y="1157288"/>
          <p14:tracePt t="679050" x="3395663" y="1258888"/>
          <p14:tracePt t="679062" x="3408363" y="1408113"/>
          <p14:tracePt t="679073" x="3408363" y="1550988"/>
          <p14:tracePt t="679084" x="3408363" y="1652588"/>
          <p14:tracePt t="679095" x="3408363" y="1747838"/>
          <p14:tracePt t="679106" x="3408363" y="1830388"/>
          <p14:tracePt t="679119" x="3408363" y="1925638"/>
          <p14:tracePt t="679129" x="3414713" y="2020888"/>
          <p14:tracePt t="679140" x="3429000" y="2074863"/>
          <p14:tracePt t="679153" x="3443288" y="2157413"/>
          <p14:tracePt t="679163" x="3443288" y="2238375"/>
          <p14:tracePt t="679174" x="3443288" y="2319338"/>
          <p14:tracePt t="679186" x="3443288" y="2366963"/>
          <p14:tracePt t="679196" x="3443288" y="2449513"/>
          <p14:tracePt t="679208" x="3443288" y="2517775"/>
          <p14:tracePt t="679220" x="3443288" y="2592388"/>
          <p14:tracePt t="679230" x="3443288" y="2633663"/>
          <p14:tracePt t="679241" x="3455988" y="2708275"/>
          <p14:tracePt t="679253" x="3462338" y="2789238"/>
          <p14:tracePt t="679264" x="3476625" y="2857500"/>
          <p14:tracePt t="679276" x="3490913" y="2925763"/>
          <p14:tracePt t="679288" x="3509963" y="3006725"/>
          <p14:tracePt t="679297" x="3538538" y="3101975"/>
          <p14:tracePt t="679309" x="3544888" y="3205163"/>
          <p14:tracePt t="679321" x="3571875" y="3286125"/>
          <p14:tracePt t="679332" x="3592513" y="3395663"/>
          <p14:tracePt t="679343" x="3605213" y="3490913"/>
          <p14:tracePt t="679355" x="3625850" y="3578225"/>
          <p14:tracePt t="679365" x="3640138" y="3652838"/>
          <p14:tracePt t="679377" x="3673475" y="3735388"/>
          <p14:tracePt t="679388" x="3700463" y="3803650"/>
          <p14:tracePt t="679399" x="3721100" y="3871913"/>
          <p14:tracePt t="679411" x="3741738" y="3905250"/>
          <p14:tracePt t="679422" x="3756025" y="3938588"/>
          <p14:tracePt t="679433" x="3768725" y="3967163"/>
          <p14:tracePt t="679445" x="3768725" y="3979863"/>
          <p14:tracePt t="679456" x="3783013" y="3986213"/>
          <p14:tracePt t="679489" x="3783013" y="4000500"/>
          <p14:tracePt t="679511" x="3768725" y="4000500"/>
          <p14:tracePt t="679533" x="3756025" y="4014788"/>
          <p14:tracePt t="679545" x="3741738" y="4021138"/>
          <p14:tracePt t="679556" x="3721100" y="4033838"/>
          <p14:tracePt t="679590" x="3700463" y="4048125"/>
          <p14:tracePt t="679594" x="3687763" y="4068763"/>
          <p14:tracePt t="679605" x="3660775" y="4143375"/>
          <p14:tracePt t="679615" x="3660775" y="4164013"/>
          <p14:tracePt t="679626" x="3660775" y="4176713"/>
          <p14:tracePt t="679637" x="3660775" y="4184650"/>
          <p14:tracePt t="679691" x="3673475" y="4184650"/>
          <p14:tracePt t="679703" x="3673475" y="4176713"/>
          <p14:tracePt t="679713" x="3687763" y="4176713"/>
          <p14:tracePt t="679725" x="3700463" y="4164013"/>
          <p14:tracePt t="679737" x="3700463" y="4149725"/>
          <p14:tracePt t="679747" x="3708400" y="4143375"/>
          <p14:tracePt t="679759" x="3708400" y="4129088"/>
          <p14:tracePt t="679771" x="3708400" y="4102100"/>
          <p14:tracePt t="679781" x="3708400" y="4068763"/>
          <p14:tracePt t="679793" x="3700463" y="4048125"/>
          <p14:tracePt t="679805" x="3687763" y="4033838"/>
          <p14:tracePt t="679815" x="3673475" y="4014788"/>
          <p14:tracePt t="679827" x="3660775" y="4014788"/>
          <p14:tracePt t="679838" x="3640138" y="4014788"/>
          <p14:tracePt t="679849" x="3625850" y="4000500"/>
          <p14:tracePt t="679861" x="3619500" y="4014788"/>
          <p14:tracePt t="679872" x="3605213" y="4014788"/>
          <p14:tracePt t="679883" x="3592513" y="4021138"/>
          <p14:tracePt t="679895" x="3592513" y="4048125"/>
          <p14:tracePt t="679906" x="3592513" y="4068763"/>
          <p14:tracePt t="679916" x="3592513" y="4095750"/>
          <p14:tracePt t="679928" x="3605213" y="4116388"/>
          <p14:tracePt t="679939" x="3619500" y="4129088"/>
          <p14:tracePt t="679950" x="3652838" y="4149725"/>
          <p14:tracePt t="679962" x="3700463" y="4164013"/>
          <p14:tracePt t="679974" x="3741738" y="4164013"/>
          <p14:tracePt t="679984" x="3783013" y="4164013"/>
          <p14:tracePt t="679995" x="3816350" y="4164013"/>
          <p14:tracePt t="680006" x="3836988" y="4149725"/>
          <p14:tracePt t="680019" x="3851275" y="4143375"/>
          <p14:tracePt t="680029" x="3851275" y="4116388"/>
          <p14:tracePt t="680040" x="3851275" y="4081463"/>
          <p14:tracePt t="680052" x="3836988" y="4062413"/>
          <p14:tracePt t="680063" x="3803650" y="4021138"/>
          <p14:tracePt t="680074" x="3783013" y="4014788"/>
          <p14:tracePt t="680096" x="3756025" y="4000500"/>
          <p14:tracePt t="680099" x="3735388" y="4000500"/>
          <p14:tracePt t="680120" x="3721100" y="4000500"/>
          <p14:tracePt t="680121" x="3708400" y="4000500"/>
          <p14:tracePt t="680130" x="3687763" y="4021138"/>
          <p14:tracePt t="680141" x="3673475" y="4048125"/>
          <p14:tracePt t="680153" x="3660775" y="4081463"/>
          <p14:tracePt t="680164" x="3652838" y="4102100"/>
          <p14:tracePt t="680176" x="3652838" y="4143375"/>
          <p14:tracePt t="680187" x="3652838" y="4176713"/>
          <p14:tracePt t="680198" x="3652838" y="4184650"/>
          <p14:tracePt t="680209" x="3660775" y="4211638"/>
          <p14:tracePt t="680220" x="3687763" y="4224338"/>
          <p14:tracePt t="680231" x="3708400" y="4232275"/>
          <p14:tracePt t="680243" x="3721100" y="4244975"/>
          <p14:tracePt t="680255" x="3756025" y="4244975"/>
          <p14:tracePt t="680265" x="3768725" y="4232275"/>
          <p14:tracePt t="680277" x="3789363" y="4232275"/>
          <p14:tracePt t="680288" x="3803650" y="4224338"/>
          <p14:tracePt t="680299" x="3803650" y="4211638"/>
          <p14:tracePt t="680310" x="3803650" y="4176713"/>
          <p14:tracePt t="680322" x="3803650" y="4149725"/>
          <p14:tracePt t="680332" x="3783013" y="4116388"/>
          <p14:tracePt t="680345" x="3741738" y="4081463"/>
          <p14:tracePt t="680356" x="3708400" y="4048125"/>
          <p14:tracePt t="680366" x="3673475" y="4033838"/>
          <p14:tracePt t="680378" x="3652838" y="4021138"/>
          <p14:tracePt t="680389" x="3640138" y="4021138"/>
          <p14:tracePt t="680400" x="3625850" y="4033838"/>
          <p14:tracePt t="680412" x="3619500" y="4062413"/>
          <p14:tracePt t="680423" x="3605213" y="4081463"/>
          <p14:tracePt t="680434" x="3605213" y="4116388"/>
          <p14:tracePt t="680445" x="3605213" y="4143375"/>
          <p14:tracePt t="680456" x="3625850" y="4176713"/>
          <p14:tracePt t="680468" x="3640138" y="4184650"/>
          <p14:tracePt t="680479" x="3673475" y="4197350"/>
          <p14:tracePt t="680490" x="3721100" y="4211638"/>
          <p14:tracePt t="680503" x="3768725" y="4211638"/>
          <p14:tracePt t="680513" x="3789363" y="4211638"/>
          <p14:tracePt t="680525" x="3816350" y="4197350"/>
          <p14:tracePt t="680537" x="3836988" y="4184650"/>
          <p14:tracePt t="680547" x="3851275" y="4164013"/>
          <p14:tracePt t="680559" x="3851275" y="4149725"/>
          <p14:tracePt t="680570" x="3836988" y="4116388"/>
          <p14:tracePt t="680580" x="3824288" y="4095750"/>
          <p14:tracePt t="680592" x="3789363" y="4068763"/>
          <p14:tracePt t="680603" x="3783013" y="4048125"/>
          <p14:tracePt t="680636" x="3756025" y="4048125"/>
          <p14:tracePt t="680639" x="3741738" y="4048125"/>
          <p14:tracePt t="680650" x="3735388" y="4048125"/>
          <p14:tracePt t="680652" x="3721100" y="4062413"/>
          <p14:tracePt t="680661" x="3708400" y="4068763"/>
          <p14:tracePt t="680672" x="3700463" y="4102100"/>
          <p14:tracePt t="680682" x="3700463" y="4129088"/>
          <p14:tracePt t="680693" x="3700463" y="4149725"/>
          <p14:tracePt t="680704" x="3708400" y="4176713"/>
          <p14:tracePt t="680715" x="3721100" y="4184650"/>
          <p14:tracePt t="680727" x="3735388" y="4184650"/>
          <p14:tracePt t="680738" x="3741738" y="4184650"/>
          <p14:tracePt t="680749" x="3768725" y="4184650"/>
          <p14:tracePt t="680761" x="3789363" y="4184650"/>
          <p14:tracePt t="680772" x="3803650" y="4184650"/>
          <p14:tracePt t="680783" x="3816350" y="4176713"/>
          <p14:tracePt t="680795" x="3816350" y="4164013"/>
          <p14:tracePt t="680806" x="3816350" y="4149725"/>
          <p14:tracePt t="680816" x="3816350" y="4143375"/>
          <p14:tracePt t="680828" x="3803650" y="4116388"/>
          <p14:tracePt t="680839" x="3789363" y="4095750"/>
          <p14:tracePt t="680850" x="3783013" y="4081463"/>
          <p14:tracePt t="680862" x="3768725" y="4081463"/>
          <p14:tracePt t="680874" x="3741738" y="4081463"/>
          <p14:tracePt t="680895" x="3735388" y="4081463"/>
          <p14:tracePt t="680906" x="3721100" y="4095750"/>
          <p14:tracePt t="680917" x="3708400" y="4129088"/>
          <p14:tracePt t="680929" x="3708400" y="4164013"/>
          <p14:tracePt t="680940" x="3708400" y="4184650"/>
          <p14:tracePt t="680952" x="3721100" y="4197350"/>
          <p14:tracePt t="680962" x="3735388" y="4211638"/>
          <p14:tracePt t="680974" x="3768725" y="4224338"/>
          <p14:tracePt t="680987" x="3789363" y="4224338"/>
          <p14:tracePt t="680996" x="3816350" y="4224338"/>
          <p14:tracePt t="681008" x="3836988" y="4211638"/>
          <p14:tracePt t="681020" x="3851275" y="4211638"/>
          <p14:tracePt t="681030" x="3851275" y="4197350"/>
          <p14:tracePt t="681042" x="3851275" y="4176713"/>
          <p14:tracePt t="681053" x="3836988" y="4149725"/>
          <p14:tracePt t="681064" x="3824288" y="4102100"/>
          <p14:tracePt t="681076" x="3783013" y="4068763"/>
          <p14:tracePt t="681087" x="3756025" y="4048125"/>
          <p14:tracePt t="681098" x="3721100" y="4021138"/>
          <p14:tracePt t="681110" x="3700463" y="4021138"/>
          <p14:tracePt t="681121" x="3687763" y="4021138"/>
          <p14:tracePt t="681131" x="3687763" y="4033838"/>
          <p14:tracePt t="681143" x="3673475" y="4048125"/>
          <p14:tracePt t="681155" x="3660775" y="4081463"/>
          <p14:tracePt t="681165" x="3660775" y="4129088"/>
          <p14:tracePt t="681177" x="3673475" y="4149725"/>
          <p14:tracePt t="681189" x="3687763" y="4184650"/>
          <p14:tracePt t="681199" x="3708400" y="4197350"/>
          <p14:tracePt t="681211" x="3741738" y="4211638"/>
          <p14:tracePt t="681222" x="3768725" y="4224338"/>
          <p14:tracePt t="681232" x="3803650" y="4224338"/>
          <p14:tracePt t="681244" x="3824288" y="4211638"/>
          <p14:tracePt t="681256" x="3863975" y="4197350"/>
          <p14:tracePt t="681266" x="3871913" y="4184650"/>
          <p14:tracePt t="681277" x="3884613" y="4176713"/>
          <p14:tracePt t="681289" x="3898900" y="4149725"/>
          <p14:tracePt t="681300" x="3884613" y="4116388"/>
          <p14:tracePt t="681312" x="3871913" y="4095750"/>
          <p14:tracePt t="681323" x="3836988" y="4062413"/>
          <p14:tracePt t="681334" x="3789363" y="4021138"/>
          <p14:tracePt t="681346" x="3735388" y="4014788"/>
          <p14:tracePt t="681357" x="3700463" y="4014788"/>
          <p14:tracePt t="681368" x="3660775" y="4014788"/>
          <p14:tracePt t="681379" x="3640138" y="4048125"/>
          <p14:tracePt t="681390" x="3619500" y="4081463"/>
          <p14:tracePt t="681403" x="3619500" y="4143375"/>
          <p14:tracePt t="681413" x="3619500" y="4197350"/>
          <p14:tracePt t="681424" x="3652838" y="4232275"/>
          <p14:tracePt t="681436" x="3673475" y="4259263"/>
          <p14:tracePt t="681446" x="3708400" y="4259263"/>
          <p14:tracePt t="681458" x="3735388" y="4259263"/>
          <p14:tracePt t="681470" x="3741738" y="4259263"/>
          <p14:tracePt t="681480" x="3756025" y="4259263"/>
          <p14:tracePt t="681491" x="3756025" y="4244975"/>
          <p14:tracePt t="681794" x="3783013" y="4244975"/>
          <p14:tracePt t="681806" x="3816350" y="4244975"/>
          <p14:tracePt t="681818" x="3836988" y="4259263"/>
          <p14:tracePt t="681830" x="3871913" y="4265613"/>
          <p14:tracePt t="681840" x="3932238" y="4313238"/>
          <p14:tracePt t="681852" x="3986213" y="4348163"/>
          <p14:tracePt t="681863" x="4081463" y="4408488"/>
          <p14:tracePt t="681874" x="4191000" y="4491038"/>
          <p14:tracePt t="681896" x="4327525" y="4572000"/>
          <p14:tracePt t="681900" x="4443413" y="4652963"/>
          <p14:tracePt t="681912" x="4619625" y="4795838"/>
          <p14:tracePt t="681921" x="4810125" y="4919663"/>
          <p14:tracePt t="681932" x="4926013" y="5027613"/>
          <p14:tracePt t="681943" x="5062538" y="5157788"/>
          <p14:tracePt t="681953" x="5191125" y="5259388"/>
          <p14:tracePt t="681964" x="5286375" y="5354638"/>
          <p14:tracePt t="681976" x="5334000" y="5408613"/>
          <p14:tracePt t="681986" x="5381625" y="5456238"/>
          <p14:tracePt t="681998" x="5402263" y="5491163"/>
          <p14:tracePt t="682010" x="5414963" y="5518150"/>
          <p14:tracePt t="682020" x="5414963" y="5530850"/>
          <p14:tracePt t="682042" x="5414963" y="5538788"/>
          <p14:tracePt t="682054" x="5422900" y="5551488"/>
          <p14:tracePt t="682065" x="5422900" y="5565775"/>
          <p14:tracePt t="682077" x="5449888" y="5599113"/>
          <p14:tracePt t="682087" x="5497513" y="5653088"/>
          <p14:tracePt t="682099" x="5578475" y="5762625"/>
          <p14:tracePt t="682111" x="5646738" y="5857875"/>
          <p14:tracePt t="682121" x="5762625" y="6007100"/>
          <p14:tracePt t="682133" x="5872163" y="6170613"/>
          <p14:tracePt t="682144" x="5973763" y="6348413"/>
          <p14:tracePt t="682155" x="6054725" y="6483350"/>
          <p14:tracePt t="682167" x="6122988" y="6673850"/>
          <p14:tracePt t="682178" x="6170613" y="6837363"/>
          <p14:tracePt t="683453" x="0" y="0"/>
        </p14:tracePtLst>
        <p14:tracePtLst>
          <p14:tracePt t="700957" x="4306888" y="6810375"/>
          <p14:tracePt t="700968" x="4476750" y="6646863"/>
          <p14:tracePt t="700978" x="4748213" y="6402388"/>
          <p14:tracePt t="700990" x="5110163" y="6102350"/>
          <p14:tracePt t="701000" x="5422900" y="5843588"/>
          <p14:tracePt t="701010" x="5986463" y="5422900"/>
          <p14:tracePt t="701023" x="6613525" y="4967288"/>
          <p14:tracePt t="701034" x="7177088" y="4572000"/>
          <p14:tracePt t="701044" x="7967663" y="4048125"/>
          <p14:tracePt t="701056" x="8518525" y="3687763"/>
          <p14:tracePt t="701067" x="9307513" y="3136900"/>
          <p14:tracePt t="701078" x="9763125" y="2776538"/>
          <p14:tracePt t="701090" x="10313988" y="2252663"/>
          <p14:tracePt t="701101" x="10701338" y="1809750"/>
          <p14:tracePt t="701114" x="10864850" y="1550988"/>
          <p14:tracePt t="701124" x="11001375" y="1244600"/>
          <p14:tracePt t="701134" x="11049000" y="1074738"/>
          <p14:tracePt t="701145" x="11082338" y="850900"/>
          <p14:tracePt t="701157" x="11082338" y="687388"/>
          <p14:tracePt t="701168" x="11063288" y="592138"/>
          <p14:tracePt t="701179" x="11015663" y="469900"/>
          <p14:tracePt t="701191" x="10953750" y="387350"/>
          <p14:tracePt t="701202" x="10852150" y="292100"/>
          <p14:tracePt t="701214" x="10742613" y="196850"/>
          <p14:tracePt t="701224" x="10661650" y="149225"/>
          <p14:tracePt t="701235" x="10531475" y="80963"/>
          <p14:tracePt t="701247" x="10429875" y="47625"/>
          <p14:tracePt t="701258" x="10280650" y="14288"/>
          <p14:tracePt t="701361" x="9355138" y="20638"/>
          <p14:tracePt t="701371" x="9144000" y="101600"/>
          <p14:tracePt t="701382" x="8939213" y="196850"/>
          <p14:tracePt t="701404" x="8796338" y="258763"/>
          <p14:tracePt t="701408" x="8613775" y="339725"/>
          <p14:tracePt t="701416" x="8504238" y="395288"/>
          <p14:tracePt t="701429" x="8367713" y="455613"/>
          <p14:tracePt t="701440" x="8259763" y="509588"/>
          <p14:tracePt t="701451" x="8212138" y="538163"/>
          <p14:tracePt t="701461" x="8164513" y="571500"/>
          <p14:tracePt t="701473" x="8143875" y="592138"/>
          <p14:tracePt t="701485" x="8129588" y="604838"/>
          <p14:tracePt t="701505" x="8129588" y="619125"/>
          <p14:tracePt t="701527" x="8129588" y="633413"/>
          <p14:tracePt t="701550" x="8143875" y="639763"/>
          <p14:tracePt t="701561" x="8158163" y="666750"/>
          <p14:tracePt t="701573" x="8177213" y="673100"/>
          <p14:tracePt t="701606" x="8205788" y="700088"/>
          <p14:tracePt t="701611" x="8212138" y="720725"/>
          <p14:tracePt t="701618" x="8224838" y="735013"/>
          <p14:tracePt t="701623" x="8259763" y="768350"/>
          <p14:tracePt t="701634" x="8293100" y="795338"/>
          <p14:tracePt t="701642" x="8328025" y="803275"/>
          <p14:tracePt t="701653" x="8355013" y="815975"/>
          <p14:tracePt t="701666" x="8388350" y="815975"/>
          <p14:tracePt t="701676" x="8450263" y="815975"/>
          <p14:tracePt t="701686" x="8504238" y="803275"/>
          <p14:tracePt t="701698" x="8566150" y="782638"/>
          <p14:tracePt t="701708" x="8613775" y="747713"/>
          <p14:tracePt t="701719" x="8647113" y="714375"/>
          <p14:tracePt t="701732" x="8653463" y="673100"/>
          <p14:tracePt t="701742" x="8653463" y="639763"/>
          <p14:tracePt t="701753" x="8653463" y="619125"/>
          <p14:tracePt t="701765" x="8634413" y="604838"/>
          <p14:tracePt t="701775" x="8613775" y="585788"/>
          <p14:tracePt t="701787" x="8566150" y="571500"/>
          <p14:tracePt t="701799" x="8518525" y="571500"/>
          <p14:tracePt t="701809" x="8456613" y="571500"/>
          <p14:tracePt t="701820" x="8408988" y="585788"/>
          <p14:tracePt t="701832" x="8388350" y="592138"/>
          <p14:tracePt t="701843" x="8367713" y="633413"/>
          <p14:tracePt t="701855" x="8340725" y="666750"/>
          <p14:tracePt t="701866" x="8340725" y="687388"/>
          <p14:tracePt t="701877" x="8340725" y="735013"/>
          <p14:tracePt t="701888" x="8367713" y="795338"/>
          <p14:tracePt t="701900" x="8423275" y="850900"/>
          <p14:tracePt t="701910" x="8470900" y="884238"/>
          <p14:tracePt t="701922" x="8539163" y="919163"/>
          <p14:tracePt t="701934" x="8634413" y="958850"/>
          <p14:tracePt t="701944" x="8748713" y="966788"/>
          <p14:tracePt t="701956" x="8816975" y="966788"/>
          <p14:tracePt t="701967" x="8899525" y="958850"/>
          <p14:tracePt t="701978" x="8947150" y="946150"/>
          <p14:tracePt t="701990" x="8959850" y="911225"/>
          <p14:tracePt t="702001" x="8974138" y="884238"/>
          <p14:tracePt t="702011" x="8959850" y="836613"/>
          <p14:tracePt t="702024" x="8912225" y="768350"/>
          <p14:tracePt t="702035" x="8858250" y="700088"/>
          <p14:tracePt t="702045" x="8796338" y="666750"/>
          <p14:tracePt t="702057" x="8729663" y="633413"/>
          <p14:tracePt t="702068" x="8667750" y="619125"/>
          <p14:tracePt t="702080" x="8620125" y="619125"/>
          <p14:tracePt t="702090" x="8586788" y="619125"/>
          <p14:tracePt t="702102" x="8551863" y="633413"/>
          <p14:tracePt t="702114" x="8539163" y="666750"/>
          <p14:tracePt t="702125" x="8531225" y="700088"/>
          <p14:tracePt t="702137" x="8531225" y="720725"/>
          <p14:tracePt t="702148" x="8531225" y="755650"/>
          <p14:tracePt t="702158" x="8551863" y="795338"/>
          <p14:tracePt t="702170" x="8566150" y="815975"/>
          <p14:tracePt t="702182" x="8586788" y="830263"/>
          <p14:tracePt t="702193" x="8620125" y="836613"/>
          <p14:tracePt t="702206" x="8653463" y="836613"/>
          <p14:tracePt t="702217" x="8715375" y="836613"/>
          <p14:tracePt t="702226" x="8763000" y="815975"/>
          <p14:tracePt t="702238" x="8816975" y="782638"/>
          <p14:tracePt t="702249" x="8864600" y="735013"/>
          <p14:tracePt t="702259" x="8891588" y="687388"/>
          <p14:tracePt t="702271" x="8891588" y="639763"/>
          <p14:tracePt t="702282" x="8891588" y="592138"/>
          <p14:tracePt t="702293" x="8864600" y="550863"/>
          <p14:tracePt t="702305" x="8816975" y="509588"/>
          <p14:tracePt t="702316" x="8783638" y="490538"/>
          <p14:tracePt t="702327" x="8715375" y="490538"/>
          <p14:tracePt t="702338" x="8620125" y="490538"/>
          <p14:tracePt t="702350" x="8539163" y="503238"/>
          <p14:tracePt t="702360" x="8491538" y="509588"/>
          <p14:tracePt t="702372" x="8456613" y="550863"/>
          <p14:tracePt t="702384" x="8435975" y="592138"/>
          <p14:tracePt t="702394" x="8423275" y="633413"/>
          <p14:tracePt t="702406" x="8423275" y="687388"/>
          <p14:tracePt t="702417" x="8435975" y="747713"/>
          <p14:tracePt t="702428" x="8450263" y="795338"/>
          <p14:tracePt t="702439" x="8450263" y="830263"/>
          <p14:tracePt t="702451" x="8470900" y="850900"/>
          <p14:tracePt t="702462" x="8483600" y="877888"/>
          <p14:tracePt t="702475" x="8504238" y="884238"/>
          <p14:tracePt t="702485" x="8531225" y="898525"/>
          <p14:tracePt t="702495" x="8551863" y="898525"/>
          <p14:tracePt t="702507" x="8586788" y="884238"/>
          <p14:tracePt t="702518" x="8634413" y="877888"/>
          <p14:tracePt t="702529" x="8667750" y="850900"/>
          <p14:tracePt t="702541" x="8715375" y="815975"/>
          <p14:tracePt t="702552" x="8763000" y="782638"/>
          <p14:tracePt t="702564" x="8783638" y="747713"/>
          <p14:tracePt t="702574" x="8796338" y="720725"/>
          <p14:tracePt t="702585" x="8796338" y="687388"/>
          <p14:tracePt t="702597" x="8783638" y="673100"/>
          <p14:tracePt t="702608" x="8763000" y="666750"/>
          <p14:tracePt t="702619" x="8729663" y="652463"/>
          <p14:tracePt t="702632" x="8667750" y="639763"/>
          <p14:tracePt t="702653" x="8572500" y="639763"/>
          <p14:tracePt t="702656" x="8470900" y="652463"/>
          <p14:tracePt t="702667" x="8367713" y="673100"/>
          <p14:tracePt t="702678" x="8191500" y="720725"/>
          <p14:tracePt t="702689" x="8001000" y="803275"/>
          <p14:tracePt t="702700" x="7796213" y="911225"/>
          <p14:tracePt t="702709" x="7653338" y="1014413"/>
          <p14:tracePt t="702721" x="7396163" y="1204913"/>
          <p14:tracePt t="702732" x="7116763" y="1422400"/>
          <p14:tracePt t="702743" x="6804025" y="1681163"/>
          <p14:tracePt t="702755" x="6557963" y="1898650"/>
          <p14:tracePt t="702766" x="6218238" y="2224088"/>
          <p14:tracePt t="702777" x="5891213" y="2598738"/>
          <p14:tracePt t="702788" x="5551488" y="3000375"/>
          <p14:tracePt t="702799" x="5367338" y="3265488"/>
          <p14:tracePt t="702811" x="5137150" y="3652838"/>
          <p14:tracePt t="702822" x="4946650" y="4014788"/>
          <p14:tracePt t="702833" x="4830763" y="4360863"/>
          <p14:tracePt t="702844" x="4768850" y="4586288"/>
          <p14:tracePt t="702856" x="4748213" y="4837113"/>
          <p14:tracePt t="702867" x="4768850" y="5062538"/>
          <p14:tracePt t="702878" x="4816475" y="5191125"/>
          <p14:tracePt t="702889" x="4899025" y="5327650"/>
          <p14:tracePt t="702901" x="4994275" y="5449888"/>
          <p14:tracePt t="702912" x="5089525" y="5538788"/>
          <p14:tracePt t="702923" x="5157788" y="5599113"/>
          <p14:tracePt t="702934" x="5224463" y="5634038"/>
          <p14:tracePt t="702945" x="5259388" y="5646738"/>
          <p14:tracePt t="702990" x="5253038" y="5634038"/>
          <p14:tracePt t="703001" x="5238750" y="5613400"/>
          <p14:tracePt t="703014" x="5224463" y="5572125"/>
          <p14:tracePt t="703024" x="5218113" y="5538788"/>
          <p14:tracePt t="703035" x="5191125" y="5483225"/>
          <p14:tracePt t="703047" x="5157788" y="5408613"/>
          <p14:tracePt t="703058" x="5110163" y="5354638"/>
          <p14:tracePt t="703069" x="5027613" y="5292725"/>
          <p14:tracePt t="703082" x="4899025" y="5259388"/>
          <p14:tracePt t="703092" x="4729163" y="5238750"/>
          <p14:tracePt t="703104" x="4598988" y="5238750"/>
          <p14:tracePt t="703115" x="4408488" y="5272088"/>
          <p14:tracePt t="703126" x="4244975" y="5327650"/>
          <p14:tracePt t="703137" x="4129088" y="5402263"/>
          <p14:tracePt t="703149" x="4129088" y="5408613"/>
          <p14:tracePt t="703159" x="4129088" y="5422900"/>
          <p14:tracePt t="703171" x="4143375" y="5456238"/>
          <p14:tracePt t="703182" x="4149725" y="5483225"/>
          <p14:tracePt t="703193" x="4149725" y="5503863"/>
          <p14:tracePt t="703204" x="4149725" y="5530850"/>
          <p14:tracePt t="703216" x="4149725" y="5538788"/>
          <p14:tracePt t="703282" x="4149725" y="5530850"/>
          <p14:tracePt t="703294" x="4149725" y="5503863"/>
          <p14:tracePt t="703305" x="4143375" y="5483225"/>
          <p14:tracePt t="703317" x="4129088" y="5456238"/>
          <p14:tracePt t="703328" x="4116388" y="5422900"/>
          <p14:tracePt t="703339" x="4068763" y="5402263"/>
          <p14:tracePt t="703351" x="3986213" y="5367338"/>
          <p14:tracePt t="703620" x="3986213" y="5354638"/>
          <p14:tracePt t="703632" x="3979863" y="5340350"/>
          <p14:tracePt t="703643" x="3952875" y="5340350"/>
          <p14:tracePt t="703654" x="3932238" y="5327650"/>
          <p14:tracePt t="703665" x="3919538" y="5327650"/>
          <p14:tracePt t="703677" x="3905250" y="5327650"/>
          <p14:tracePt t="703699" x="3871913" y="5327650"/>
          <p14:tracePt t="703702" x="3851275" y="5319713"/>
          <p14:tracePt t="703711" x="3816350" y="5319713"/>
          <p14:tracePt t="703723" x="3803650" y="5307013"/>
          <p14:tracePt t="703733" x="3789363" y="5307013"/>
          <p14:tracePt t="703755" x="3783013" y="5319713"/>
          <p14:tracePt t="703778" x="3768725" y="5319713"/>
          <p14:tracePt t="703789" x="3756025" y="5327650"/>
          <p14:tracePt t="703801" x="3741738" y="5340350"/>
          <p14:tracePt t="703811" x="3735388" y="5354638"/>
          <p14:tracePt t="703823" x="3721100" y="5367338"/>
          <p14:tracePt t="703835" x="3708400" y="5387975"/>
          <p14:tracePt t="703845" x="3708400" y="5402263"/>
          <p14:tracePt t="703856" x="3708400" y="5408613"/>
          <p14:tracePt t="703869" x="3721100" y="5422900"/>
          <p14:tracePt t="703879" x="3735388" y="5435600"/>
          <p14:tracePt t="703891" x="3756025" y="5449888"/>
          <p14:tracePt t="703902" x="3783013" y="5449888"/>
          <p14:tracePt t="703913" x="3824288" y="5449888"/>
          <p14:tracePt t="703924" x="3871913" y="5449888"/>
          <p14:tracePt t="703936" x="3919538" y="5435600"/>
          <p14:tracePt t="703946" x="3946525" y="5422900"/>
          <p14:tracePt t="703958" x="3952875" y="5402263"/>
          <p14:tracePt t="703971" x="3952875" y="5375275"/>
          <p14:tracePt t="703980" x="3946525" y="5354638"/>
          <p14:tracePt t="703992" x="3919538" y="5340350"/>
          <p14:tracePt t="704004" x="3863975" y="5307013"/>
          <p14:tracePt t="704014" x="3789363" y="5307013"/>
          <p14:tracePt t="704026" x="3756025" y="5307013"/>
          <p14:tracePt t="704037" x="3708400" y="5307013"/>
          <p14:tracePt t="704048" x="3687763" y="5327650"/>
          <p14:tracePt t="704060" x="3660775" y="5354638"/>
          <p14:tracePt t="704071" x="3660775" y="5375275"/>
          <p14:tracePt t="704082" x="3660775" y="5408613"/>
          <p14:tracePt t="704093" x="3660775" y="5449888"/>
          <p14:tracePt t="704104" x="3687763" y="5483225"/>
          <p14:tracePt t="704116" x="3708400" y="5491163"/>
          <p14:tracePt t="704128" x="3735388" y="5518150"/>
          <p14:tracePt t="704138" x="3783013" y="5530850"/>
          <p14:tracePt t="704149" x="3824288" y="5530850"/>
          <p14:tracePt t="704160" x="3871913" y="5530850"/>
          <p14:tracePt t="704172" x="3905250" y="5503863"/>
          <p14:tracePt t="704183" x="3946525" y="5470525"/>
          <p14:tracePt t="704194" x="3952875" y="5435600"/>
          <p14:tracePt t="704206" x="3952875" y="5402263"/>
          <p14:tracePt t="704227" x="3946525" y="5354638"/>
          <p14:tracePt t="704232" x="3905250" y="5307013"/>
          <p14:tracePt t="704241" x="3863975" y="5286375"/>
          <p14:tracePt t="704254" x="3824288" y="5272088"/>
          <p14:tracePt t="704263" x="3783013" y="5272088"/>
          <p14:tracePt t="704275" x="3741738" y="5286375"/>
          <p14:tracePt t="704285" x="3721100" y="5307013"/>
          <p14:tracePt t="704296" x="3700463" y="5327650"/>
          <p14:tracePt t="704307" x="3687763" y="5367338"/>
          <p14:tracePt t="704319" x="3687763" y="5402263"/>
          <p14:tracePt t="704329" x="3700463" y="5435600"/>
          <p14:tracePt t="704340" x="3708400" y="5456238"/>
          <p14:tracePt t="704352" x="3721100" y="5483225"/>
          <p14:tracePt t="704363" x="3756025" y="5491163"/>
          <p14:tracePt t="704375" x="3789363" y="5491163"/>
          <p14:tracePt t="704386" x="3816350" y="5491163"/>
          <p14:tracePt t="704397" x="3836988" y="5483225"/>
          <p14:tracePt t="704408" x="3863975" y="5470525"/>
          <p14:tracePt t="704420" x="3871913" y="5449888"/>
          <p14:tracePt t="704430" x="3871913" y="5422900"/>
          <p14:tracePt t="704442" x="3871913" y="5402263"/>
          <p14:tracePt t="704464" x="3871913" y="5387975"/>
          <p14:tracePt t="704497" x="3863975" y="5387975"/>
          <p14:tracePt t="704509" x="3863975" y="5402263"/>
          <p14:tracePt t="704520" x="3836988" y="5402263"/>
          <p14:tracePt t="704531" x="3824288" y="5402263"/>
          <p14:tracePt t="704758" x="3863975" y="5402263"/>
          <p14:tracePt t="704769" x="3898900" y="5402263"/>
          <p14:tracePt t="704771" x="3932238" y="5402263"/>
          <p14:tracePt t="704780" x="3967163" y="5402263"/>
          <p14:tracePt t="704793" x="3986213" y="5402263"/>
          <p14:tracePt t="704803" x="4000500" y="5402263"/>
          <p14:tracePt t="704813" x="4014788" y="5402263"/>
          <p14:tracePt t="704824" x="4033838" y="5402263"/>
          <p14:tracePt t="704836" x="4062413" y="5422900"/>
          <p14:tracePt t="704847" x="4110038" y="5435600"/>
          <p14:tracePt t="704858" x="4176713" y="5470525"/>
          <p14:tracePt t="704869" x="4232275" y="5503863"/>
          <p14:tracePt t="704880" x="4375150" y="5572125"/>
          <p14:tracePt t="704892" x="4557713" y="5681663"/>
          <p14:tracePt t="704903" x="4714875" y="5762625"/>
          <p14:tracePt t="704916" x="4946650" y="5899150"/>
          <p14:tracePt t="704926" x="5089525" y="5980113"/>
          <p14:tracePt t="704937" x="5272088" y="6110288"/>
          <p14:tracePt t="704948" x="5435600" y="6238875"/>
          <p14:tracePt t="704960" x="5545138" y="6319838"/>
          <p14:tracePt t="704972" x="5681663" y="6429375"/>
          <p14:tracePt t="704983" x="5748338" y="6483350"/>
          <p14:tracePt t="704994" x="5795963" y="6530975"/>
          <p14:tracePt t="705004" x="5795963" y="6545263"/>
          <p14:tracePt t="705265" x="5810250" y="6545263"/>
          <p14:tracePt t="705296" x="5824538" y="6545263"/>
          <p14:tracePt t="705308" x="5830888" y="6545263"/>
          <p14:tracePt t="705319" x="5843588" y="6551613"/>
          <p14:tracePt t="705330" x="5857875" y="6565900"/>
          <p14:tracePt t="705342" x="5872163" y="6578600"/>
          <p14:tracePt t="705353" x="5878513" y="6578600"/>
          <p14:tracePt t="705364" x="5891213" y="6599238"/>
          <p14:tracePt t="705376" x="5905500" y="6613525"/>
          <p14:tracePt t="705387" x="5905500" y="6626225"/>
          <p14:tracePt t="705398" x="5911850" y="6634163"/>
          <p14:tracePt t="705420" x="5926138" y="6646863"/>
          <p14:tracePt t="705431" x="5926138" y="6661150"/>
          <p14:tracePt t="705443" x="5926138" y="6673850"/>
          <p14:tracePt t="705454" x="5926138" y="6681788"/>
          <p14:tracePt t="705465" x="5926138" y="6694488"/>
          <p14:tracePt t="705477" x="5938838" y="6708775"/>
          <p14:tracePt t="705488" x="5938838" y="6729413"/>
          <p14:tracePt t="705499" x="5938838" y="6756400"/>
          <p14:tracePt t="705511" x="5926138" y="6777038"/>
          <p14:tracePt t="705522" x="5911850" y="6810375"/>
          <p14:tracePt t="706044" x="0" y="0"/>
        </p14:tracePtLst>
        <p14:tracePtLst>
          <p14:tracePt t="1015724" x="5027613" y="6810375"/>
          <p14:tracePt t="1015735" x="5387975" y="6646863"/>
          <p14:tracePt t="1015746" x="5748338" y="6470650"/>
          <p14:tracePt t="1015758" x="6089650" y="6272213"/>
          <p14:tracePt t="1015769" x="6286500" y="6137275"/>
          <p14:tracePt t="1015780" x="6483350" y="5946775"/>
          <p14:tracePt t="1015792" x="6626225" y="5795963"/>
          <p14:tracePt t="1015803" x="6729413" y="5653088"/>
          <p14:tracePt t="1015814" x="6777038" y="5572125"/>
          <p14:tracePt t="1015825" x="6810375" y="5456238"/>
          <p14:tracePt t="1015837" x="6824663" y="5354638"/>
          <p14:tracePt t="1015847" x="6837363" y="5259388"/>
          <p14:tracePt t="1015859" x="6837363" y="5211763"/>
          <p14:tracePt t="1015870" x="6837363" y="5164138"/>
          <p14:tracePt t="1015882" x="6851650" y="5143500"/>
          <p14:tracePt t="1015892" x="6858000" y="5122863"/>
          <p14:tracePt t="1015904" x="6884988" y="5110163"/>
          <p14:tracePt t="1015916" x="6905625" y="5081588"/>
          <p14:tracePt t="1015926" x="6938963" y="5075238"/>
          <p14:tracePt t="1015938" x="6953250" y="5048250"/>
          <p14:tracePt t="1015950" x="6967538" y="5027613"/>
          <p14:tracePt t="1015960" x="6973888" y="5000625"/>
          <p14:tracePt t="1015971" x="6986588" y="4967288"/>
          <p14:tracePt t="1015983" x="7000875" y="4959350"/>
          <p14:tracePt t="1015993" x="7015163" y="4932363"/>
          <p14:tracePt t="1016005" x="7034213" y="4911725"/>
          <p14:tracePt t="1016017" x="7069138" y="4878388"/>
          <p14:tracePt t="1016027" x="7096125" y="4837113"/>
          <p14:tracePt t="1016039" x="7150100" y="4783138"/>
          <p14:tracePt t="1016051" x="7218363" y="4714875"/>
          <p14:tracePt t="1016061" x="7280275" y="4667250"/>
          <p14:tracePt t="1016073" x="7348538" y="4605338"/>
          <p14:tracePt t="1016085" x="7423150" y="4551363"/>
          <p14:tracePt t="1016095" x="7477125" y="4503738"/>
          <p14:tracePt t="1016107" x="7510463" y="4476750"/>
          <p14:tracePt t="1016118" x="7558088" y="4443413"/>
          <p14:tracePt t="1016128" x="7593013" y="4408488"/>
          <p14:tracePt t="1016140" x="7620000" y="4387850"/>
          <p14:tracePt t="1016152" x="7640638" y="4360863"/>
          <p14:tracePt t="1016163" x="7667625" y="4340225"/>
          <p14:tracePt t="1016175" x="7673975" y="4313238"/>
          <p14:tracePt t="1016186" x="7673975" y="4306888"/>
          <p14:tracePt t="1016196" x="7673975" y="4292600"/>
          <p14:tracePt t="1016218" x="7673975" y="4279900"/>
          <p14:tracePt t="1016241" x="7673975" y="4265613"/>
          <p14:tracePt t="1016252" x="7667625" y="4259263"/>
          <p14:tracePt t="1016264" x="7653338" y="4244975"/>
          <p14:tracePt t="1016275" x="7640638" y="4232275"/>
          <p14:tracePt t="1016286" x="7620000" y="4232275"/>
          <p14:tracePt t="1016297" x="7586663" y="4232275"/>
          <p14:tracePt t="1016309" x="7539038" y="4232275"/>
          <p14:tracePt t="1016320" x="7477125" y="4244975"/>
          <p14:tracePt t="1016332" x="7396163" y="4244975"/>
          <p14:tracePt t="1016342" x="7300913" y="4265613"/>
          <p14:tracePt t="1016354" x="7185025" y="4292600"/>
          <p14:tracePt t="1016366" x="7116763" y="4313238"/>
          <p14:tracePt t="1016376" x="7021513" y="4348163"/>
          <p14:tracePt t="1016387" x="6967538" y="4387850"/>
          <p14:tracePt t="1016400" x="6932613" y="4429125"/>
          <p14:tracePt t="1016410" x="6919913" y="4456113"/>
          <p14:tracePt t="1016421" x="6905625" y="4491038"/>
          <p14:tracePt t="1016454" x="6905625" y="4538663"/>
          <p14:tracePt t="1016458" x="6905625" y="4572000"/>
          <p14:tracePt t="1016468" x="6919913" y="4619625"/>
          <p14:tracePt t="1016469" x="6938963" y="4667250"/>
          <p14:tracePt t="1016480" x="6973888" y="4700588"/>
          <p14:tracePt t="1016489" x="7015163" y="4735513"/>
          <p14:tracePt t="1016501" x="7054850" y="4756150"/>
          <p14:tracePt t="1016511" x="7102475" y="4783138"/>
          <p14:tracePt t="1016523" x="7150100" y="4795838"/>
          <p14:tracePt t="1016534" x="7197725" y="4803775"/>
          <p14:tracePt t="1016545" x="7259638" y="4803775"/>
          <p14:tracePt t="1016557" x="7327900" y="4803775"/>
          <p14:tracePt t="1016568" x="7396163" y="4795838"/>
          <p14:tracePt t="1016579" x="7443788" y="4768850"/>
          <p14:tracePt t="1016591" x="7477125" y="4735513"/>
          <p14:tracePt t="1016602" x="7510463" y="4700588"/>
          <p14:tracePt t="1016612" x="7524750" y="4652963"/>
          <p14:tracePt t="1016624" x="7539038" y="4619625"/>
          <p14:tracePt t="1016636" x="7539038" y="4572000"/>
          <p14:tracePt t="1016646" x="7510463" y="4524375"/>
          <p14:tracePt t="1016658" x="7491413" y="4491038"/>
          <p14:tracePt t="1016669" x="7443788" y="4443413"/>
          <p14:tracePt t="1016680" x="7381875" y="4408488"/>
          <p14:tracePt t="1016691" x="7327900" y="4395788"/>
          <p14:tracePt t="1016703" x="7280275" y="4395788"/>
          <p14:tracePt t="1016714" x="7245350" y="4395788"/>
          <p14:tracePt t="1016725" x="7212013" y="4408488"/>
          <p14:tracePt t="1016736" x="7185025" y="4443413"/>
          <p14:tracePt t="1016747" x="7164388" y="4470400"/>
          <p14:tracePt t="1016760" x="7137400" y="4503738"/>
          <p14:tracePt t="1016771" x="7129463" y="4551363"/>
          <p14:tracePt t="1016782" x="7116763" y="4592638"/>
          <p14:tracePt t="1016793" x="7116763" y="4633913"/>
          <p14:tracePt t="1016804" x="7116763" y="4667250"/>
          <p14:tracePt t="1016816" x="7129463" y="4700588"/>
          <p14:tracePt t="1016826" x="7150100" y="4735513"/>
          <p14:tracePt t="1016837" x="7197725" y="4756150"/>
          <p14:tracePt t="1016850" x="7265988" y="4783138"/>
          <p14:tracePt t="1016860" x="7348538" y="4783138"/>
          <p14:tracePt t="1016871" x="7408863" y="4783138"/>
          <p14:tracePt t="1016883" x="7510463" y="4768850"/>
          <p14:tracePt t="1016893" x="7605713" y="4748213"/>
          <p14:tracePt t="1016905" x="7688263" y="4700588"/>
          <p14:tracePt t="1016917" x="7735888" y="4667250"/>
          <p14:tracePt t="1016928" x="7769225" y="4633913"/>
          <p14:tracePt t="1016939" x="7769225" y="4586288"/>
          <p14:tracePt t="1016951" x="7756525" y="4538663"/>
          <p14:tracePt t="1016961" x="7721600" y="4491038"/>
          <p14:tracePt t="1016972" x="7640638" y="4443413"/>
          <p14:tracePt t="1016984" x="7539038" y="4387850"/>
          <p14:tracePt t="1016995" x="7456488" y="4360863"/>
          <p14:tracePt t="1017007" x="7348538" y="4340225"/>
          <p14:tracePt t="1017019" x="7280275" y="4340225"/>
          <p14:tracePt t="1017029" x="7232650" y="4340225"/>
          <p14:tracePt t="1017040" x="7212013" y="4348163"/>
          <p14:tracePt t="1017052" x="7177088" y="4360863"/>
          <p14:tracePt t="1017062" x="7164388" y="4387850"/>
          <p14:tracePt t="1017075" x="7150100" y="4408488"/>
          <p14:tracePt t="1017086" x="7137400" y="4429125"/>
          <p14:tracePt t="1017096" x="7137400" y="4456113"/>
          <p14:tracePt t="1017107" x="7137400" y="4491038"/>
          <p14:tracePt t="1017119" x="7150100" y="4503738"/>
          <p14:tracePt t="1017130" x="7164388" y="4524375"/>
          <p14:tracePt t="1017141" x="7177088" y="4538663"/>
          <p14:tracePt t="1017152" x="7197725" y="4551363"/>
          <p14:tracePt t="1017164" x="7232650" y="4551363"/>
          <p14:tracePt t="1017175" x="7265988" y="4551363"/>
          <p14:tracePt t="1017186" x="7327900" y="4538663"/>
          <p14:tracePt t="1017197" x="7381875" y="4524375"/>
          <p14:tracePt t="1017209" x="7429500" y="4503738"/>
          <p14:tracePt t="1017220" x="7462838" y="4476750"/>
          <p14:tracePt t="1017232" x="7491413" y="4443413"/>
          <p14:tracePt t="1017242" x="7504113" y="4422775"/>
          <p14:tracePt t="1017254" x="7504113" y="4395788"/>
          <p14:tracePt t="1017266" x="7491413" y="4375150"/>
          <p14:tracePt t="1017276" x="7456488" y="4348163"/>
          <p14:tracePt t="1017287" x="7408863" y="4313238"/>
          <p14:tracePt t="1017300" x="7375525" y="4306888"/>
          <p14:tracePt t="1017310" x="7313613" y="4306888"/>
          <p14:tracePt t="1017321" x="7280275" y="4306888"/>
          <p14:tracePt t="1017333" x="7259638" y="4313238"/>
          <p14:tracePt t="1017344" x="7232650" y="4327525"/>
          <p14:tracePt t="1017355" x="7197725" y="4375150"/>
          <p14:tracePt t="1017367" x="7177088" y="4422775"/>
          <p14:tracePt t="1017377" x="7164388" y="4470400"/>
          <p14:tracePt t="1017389" x="7150100" y="4538663"/>
          <p14:tracePt t="1017401" x="7150100" y="4605338"/>
          <p14:tracePt t="1017411" x="7164388" y="4667250"/>
          <p14:tracePt t="1017423" x="7185025" y="4700588"/>
          <p14:tracePt t="1017434" x="7218363" y="4748213"/>
          <p14:tracePt t="1017445" x="7265988" y="4783138"/>
          <p14:tracePt t="1017457" x="7340600" y="4803775"/>
          <p14:tracePt t="1017469" x="7396163" y="4816475"/>
          <p14:tracePt t="1017479" x="7477125" y="4803775"/>
          <p14:tracePt t="1017501" x="7572375" y="4795838"/>
          <p14:tracePt t="1017505" x="7640638" y="4756150"/>
          <p14:tracePt t="1017514" x="7688263" y="4721225"/>
          <p14:tracePt t="1017526" x="7735888" y="4667250"/>
          <p14:tracePt t="1017537" x="7756525" y="4592638"/>
          <p14:tracePt t="1017546" x="7748588" y="4524375"/>
          <p14:tracePt t="1017558" x="7721600" y="4476750"/>
          <p14:tracePt t="1017569" x="7667625" y="4422775"/>
          <p14:tracePt t="1017580" x="7558088" y="4360863"/>
          <p14:tracePt t="1017592" x="7456488" y="4327525"/>
          <p14:tracePt t="1017603" x="7300913" y="4313238"/>
          <p14:tracePt t="1017614" x="7185025" y="4313238"/>
          <p14:tracePt t="1017625" x="7102475" y="4327525"/>
          <p14:tracePt t="1017636" x="7069138" y="4348163"/>
          <p14:tracePt t="1017648" x="7034213" y="4387850"/>
          <p14:tracePt t="1017659" x="7015163" y="4443413"/>
          <p14:tracePt t="1017670" x="7000875" y="4491038"/>
          <p14:tracePt t="1017682" x="7015163" y="4538663"/>
          <p14:tracePt t="1017692" x="7048500" y="4605338"/>
          <p14:tracePt t="1017704" x="7096125" y="4667250"/>
          <p14:tracePt t="1017716" x="7177088" y="4721225"/>
          <p14:tracePt t="1017726" x="7218363" y="4756150"/>
          <p14:tracePt t="1017737" x="7300913" y="4783138"/>
          <p14:tracePt t="1017750" x="7396163" y="4783138"/>
          <p14:tracePt t="1017760" x="7462838" y="4783138"/>
          <p14:tracePt t="1017771" x="7545388" y="4768850"/>
          <p14:tracePt t="1017784" x="7620000" y="4735513"/>
          <p14:tracePt t="1017794" x="7667625" y="4687888"/>
          <p14:tracePt t="1017805" x="7688263" y="4652963"/>
          <p14:tracePt t="1017817" x="7715250" y="4592638"/>
          <p14:tracePt t="1017827" x="7700963" y="4551363"/>
          <p14:tracePt t="1017839" x="7673975" y="4510088"/>
          <p14:tracePt t="1017850" x="7634288" y="4476750"/>
          <p14:tracePt t="1017861" x="7545388" y="4443413"/>
          <p14:tracePt t="1017873" x="7456488" y="4429125"/>
          <p14:tracePt t="1017885" x="7348538" y="4429125"/>
          <p14:tracePt t="1017895" x="7292975" y="4443413"/>
          <p14:tracePt t="1017907" x="7218363" y="4470400"/>
          <p14:tracePt t="1017918" x="7164388" y="4510088"/>
          <p14:tracePt t="1017929" x="7129463" y="4551363"/>
          <p14:tracePt t="1017941" x="7102475" y="4592638"/>
          <p14:tracePt t="1017952" x="7096125" y="4640263"/>
          <p14:tracePt t="1017962" x="7096125" y="4687888"/>
          <p14:tracePt t="1017974" x="7102475" y="4721225"/>
          <p14:tracePt t="1017986" x="7129463" y="4756150"/>
          <p14:tracePt t="1017996" x="7177088" y="4783138"/>
          <p14:tracePt t="1018008" x="7218363" y="4795838"/>
          <p14:tracePt t="1018019" x="7280275" y="4795838"/>
          <p14:tracePt t="1018031" x="7348538" y="4795838"/>
          <p14:tracePt t="1018042" x="7423150" y="4768850"/>
          <p14:tracePt t="1018053" x="7491413" y="4735513"/>
          <p14:tracePt t="1018064" x="7524750" y="4700588"/>
          <p14:tracePt t="1018076" x="7558088" y="4667250"/>
          <p14:tracePt t="1018087" x="7558088" y="4605338"/>
          <p14:tracePt t="1018097" x="7545388" y="4586288"/>
          <p14:tracePt t="1018109" x="7510463" y="4538663"/>
          <p14:tracePt t="1018120" x="7456488" y="4491038"/>
          <p14:tracePt t="1018132" x="7348538" y="4470400"/>
          <p14:tracePt t="1018142" x="7265988" y="4456113"/>
          <p14:tracePt t="1018154" x="7177088" y="4456113"/>
          <p14:tracePt t="1018166" x="7096125" y="4476750"/>
          <p14:tracePt t="1018177" x="7048500" y="4524375"/>
          <p14:tracePt t="1018189" x="7015163" y="4557713"/>
          <p14:tracePt t="1018200" x="7000875" y="4619625"/>
          <p14:tracePt t="1018210" x="7000875" y="4673600"/>
          <p14:tracePt t="1018221" x="7021513" y="4735513"/>
          <p14:tracePt t="1018233" x="7054850" y="4768850"/>
          <p14:tracePt t="1018244" x="7116763" y="4816475"/>
          <p14:tracePt t="1018256" x="7185025" y="4837113"/>
          <p14:tracePt t="1018267" x="7259638" y="4837113"/>
          <p14:tracePt t="1018278" x="7300913" y="4837113"/>
          <p14:tracePt t="1018289" x="7375525" y="4816475"/>
          <p14:tracePt t="1018300" x="7443788" y="4783138"/>
          <p14:tracePt t="1018311" x="7462838" y="4748213"/>
          <p14:tracePt t="1018323" x="7504113" y="4687888"/>
          <p14:tracePt t="1018334" x="7504113" y="4633913"/>
          <p14:tracePt t="1018345" x="7491413" y="4586288"/>
          <p14:tracePt t="1018357" x="7462838" y="4538663"/>
          <p14:tracePt t="1018368" x="7423150" y="4503738"/>
          <p14:tracePt t="1018379" x="7375525" y="4476750"/>
          <p14:tracePt t="1018390" x="7313613" y="4476750"/>
          <p14:tracePt t="1018401" x="7280275" y="4476750"/>
          <p14:tracePt t="1018412" x="7232650" y="4503738"/>
          <p14:tracePt t="1018425" x="7212013" y="4538663"/>
          <p14:tracePt t="1018436" x="7185025" y="4586288"/>
          <p14:tracePt t="1018446" x="7177088" y="4633913"/>
          <p14:tracePt t="1018458" x="7177088" y="4673600"/>
          <p14:tracePt t="1018470" x="7177088" y="4714875"/>
          <p14:tracePt t="1018480" x="7185025" y="4735513"/>
          <p14:tracePt t="1018492" x="7212013" y="4748213"/>
          <p14:tracePt t="1018503" x="7245350" y="4768850"/>
          <p14:tracePt t="1018514" x="7292975" y="4768850"/>
          <p14:tracePt t="1018525" x="7340600" y="4768850"/>
          <p14:tracePt t="1018547" x="7396163" y="4748213"/>
          <p14:tracePt t="1018551" x="7456488" y="4735513"/>
          <p14:tracePt t="1018561" x="7510463" y="4687888"/>
          <p14:tracePt t="1018570" x="7539038" y="4667250"/>
          <p14:tracePt t="1018583" x="7572375" y="4605338"/>
          <p14:tracePt t="1018593" x="7572375" y="4572000"/>
          <p14:tracePt t="1018604" x="7572375" y="4524375"/>
          <p14:tracePt t="1018616" x="7545388" y="4491038"/>
          <p14:tracePt t="1018626" x="7504113" y="4456113"/>
          <p14:tracePt t="1018638" x="7423150" y="4422775"/>
          <p14:tracePt t="1018650" x="7340600" y="4408488"/>
          <p14:tracePt t="1018660" x="7265988" y="4422775"/>
          <p14:tracePt t="1018671" x="7212013" y="4429125"/>
          <p14:tracePt t="1018683" x="7164388" y="4456113"/>
          <p14:tracePt t="1018694" x="7137400" y="4476750"/>
          <p14:tracePt t="1018705" x="7116763" y="4510088"/>
          <p14:tracePt t="1018717" x="7102475" y="4551363"/>
          <p14:tracePt t="1018727" x="7102475" y="4586288"/>
          <p14:tracePt t="1018739" x="7116763" y="4605338"/>
          <p14:tracePt t="1018750" x="7129463" y="4619625"/>
          <p14:tracePt t="1018761" x="7150100" y="4633913"/>
          <p14:tracePt t="1018773" x="7177088" y="4633913"/>
          <p14:tracePt t="1018784" x="7197725" y="4619625"/>
          <p14:tracePt t="1018795" x="7218363" y="4586288"/>
          <p14:tracePt t="1018807" x="7232650" y="4538663"/>
          <p14:tracePt t="1018829" x="7245350" y="4470400"/>
          <p14:tracePt t="1018833" x="7232650" y="4395788"/>
          <p14:tracePt t="1018842" x="7212013" y="4313238"/>
          <p14:tracePt t="1018853" x="7177088" y="4232275"/>
          <p14:tracePt t="1018863" x="7150100" y="4184650"/>
          <p14:tracePt t="1018873" x="7116763" y="4143375"/>
          <p14:tracePt t="1018885" x="7102475" y="4129088"/>
          <p14:tracePt t="1018896" x="7096125" y="4116388"/>
          <p14:tracePt t="1018908" x="7081838" y="4116388"/>
          <p14:tracePt t="1018974" x="7069138" y="4116388"/>
          <p14:tracePt t="1018986" x="7054850" y="4102100"/>
          <p14:tracePt t="1018997" x="7048500" y="4102100"/>
          <p14:tracePt t="1019008" x="7021513" y="4095750"/>
          <p14:tracePt t="1019020" x="7000875" y="4081463"/>
          <p14:tracePt t="1019042" x="6973888" y="4068763"/>
          <p14:tracePt t="1019054" x="6967538" y="4048125"/>
          <p14:tracePt t="1019065" x="6953250" y="4033838"/>
          <p14:tracePt t="1019087" x="6953250" y="4021138"/>
          <p14:tracePt t="1019143" x="6938963" y="4021138"/>
          <p14:tracePt t="1019155" x="6932613" y="4021138"/>
          <p14:tracePt t="1019166" x="6919913" y="4021138"/>
          <p14:tracePt t="1019177" x="6905625" y="4021138"/>
          <p14:tracePt t="1019189" x="6872288" y="4021138"/>
          <p14:tracePt t="1019200" x="6858000" y="4021138"/>
          <p14:tracePt t="1019211" x="6851650" y="4033838"/>
          <p14:tracePt t="1019267" x="6872288" y="4033838"/>
          <p14:tracePt t="1019278" x="6891338" y="4048125"/>
          <p14:tracePt t="1019290" x="6919913" y="4048125"/>
          <p14:tracePt t="1019301" x="6953250" y="4048125"/>
          <p14:tracePt t="1019312" x="6986588" y="4048125"/>
          <p14:tracePt t="1019323" x="7021513" y="4048125"/>
          <p14:tracePt t="1019335" x="7048500" y="4048125"/>
          <p14:tracePt t="1019346" x="7054850" y="4033838"/>
          <p14:tracePt t="1019358" x="7069138" y="4033838"/>
          <p14:tracePt t="1019369" x="7081838" y="4021138"/>
          <p14:tracePt t="1019380" x="7081838" y="4014788"/>
          <p14:tracePt t="1019391" x="7081838" y="3986213"/>
          <p14:tracePt t="1019403" x="7081838" y="3979863"/>
          <p14:tracePt t="1019413" x="7081838" y="3967163"/>
          <p14:tracePt t="1019425" x="7081838" y="3938588"/>
          <p14:tracePt t="1019436" x="7081838" y="3919538"/>
          <p14:tracePt t="1019447" x="7069138" y="3898900"/>
          <p14:tracePt t="1019459" x="7069138" y="3884613"/>
          <p14:tracePt t="1019470" x="7054850" y="3857625"/>
          <p14:tracePt t="1019482" x="7048500" y="3851275"/>
          <p14:tracePt t="1019492" x="7034213" y="3836988"/>
          <p14:tracePt t="1019504" x="7021513" y="3824288"/>
          <p14:tracePt t="1019516" x="7015163" y="3816350"/>
          <p14:tracePt t="1019526" x="6986588" y="3816350"/>
          <p14:tracePt t="1019538" x="6967538" y="3816350"/>
          <p14:tracePt t="1019550" x="6953250" y="3803650"/>
          <p14:tracePt t="1019560" x="6932613" y="3803650"/>
          <p14:tracePt t="1019571" x="6919913" y="3803650"/>
          <p14:tracePt t="1019605" x="6905625" y="3803650"/>
          <p14:tracePt t="1019608" x="6891338" y="3816350"/>
          <p14:tracePt t="1019618" x="6872288" y="3816350"/>
          <p14:tracePt t="1019619" x="6858000" y="3816350"/>
          <p14:tracePt t="1019629" x="6858000" y="3824288"/>
          <p14:tracePt t="1019640" x="6851650" y="3836988"/>
          <p14:tracePt t="1019651" x="6851650" y="3851275"/>
          <p14:tracePt t="1019661" x="6837363" y="3871913"/>
          <p14:tracePt t="1019673" x="6837363" y="3884613"/>
          <p14:tracePt t="1019684" x="6851650" y="3905250"/>
          <p14:tracePt t="1019695" x="6858000" y="3932238"/>
          <p14:tracePt t="1019707" x="6872288" y="3952875"/>
          <p14:tracePt t="1019718" x="6884988" y="3967163"/>
          <p14:tracePt t="1019729" x="6905625" y="3979863"/>
          <p14:tracePt t="1019741" x="6932613" y="3986213"/>
          <p14:tracePt t="1019752" x="6953250" y="3986213"/>
          <p14:tracePt t="1019763" x="6967538" y="3986213"/>
          <p14:tracePt t="1019774" x="6973888" y="3979863"/>
          <p14:tracePt t="1019786" x="6973888" y="3967163"/>
          <p14:tracePt t="1019796" x="6986588" y="3967163"/>
          <p14:tracePt t="1019808" x="6986588" y="3938588"/>
          <p14:tracePt t="1019819" x="7000875" y="3919538"/>
          <p14:tracePt t="1019830" x="6986588" y="3884613"/>
          <p14:tracePt t="1019841" x="6986588" y="3857625"/>
          <p14:tracePt t="1019852" x="6973888" y="3836988"/>
          <p14:tracePt t="1019864" x="6967538" y="3816350"/>
          <p14:tracePt t="1019876" x="6938963" y="3789363"/>
          <p14:tracePt t="1019887" x="6919913" y="3776663"/>
          <p14:tracePt t="1019899" x="6891338" y="3776663"/>
          <p14:tracePt t="1019909" x="6872288" y="3768725"/>
          <p14:tracePt t="1019920" x="6858000" y="3768725"/>
          <p14:tracePt t="1019932" x="6851650" y="3776663"/>
          <p14:tracePt t="1019942" x="6824663" y="3776663"/>
          <p14:tracePt t="1019954" x="6810375" y="3789363"/>
          <p14:tracePt t="1019966" x="6804025" y="3803650"/>
          <p14:tracePt t="1019976" x="6789738" y="3824288"/>
          <p14:tracePt t="1019988" x="6777038" y="3851275"/>
          <p14:tracePt t="1020000" x="6777038" y="3871913"/>
          <p14:tracePt t="1020010" x="6789738" y="3898900"/>
          <p14:tracePt t="1020021" x="6804025" y="3919538"/>
          <p14:tracePt t="1020034" x="6824663" y="3932238"/>
          <p14:tracePt t="1020044" x="6851650" y="3938588"/>
          <p14:tracePt t="1020056" x="6884988" y="3952875"/>
          <p14:tracePt t="1020067" x="6905625" y="3952875"/>
          <p14:tracePt t="1020078" x="6938963" y="3967163"/>
          <p14:tracePt t="1020090" x="6967538" y="3952875"/>
          <p14:tracePt t="1020111" x="6973888" y="3952875"/>
          <p14:tracePt t="1020125" x="6986588" y="3938588"/>
          <p14:tracePt t="1020138" x="6986588" y="3932238"/>
          <p14:tracePt t="1020147" x="6986588" y="3905250"/>
          <p14:tracePt t="1020158" x="6986588" y="3898900"/>
          <p14:tracePt t="1020169" x="6986588" y="3871913"/>
          <p14:tracePt t="1020178" x="6973888" y="3857625"/>
          <p14:tracePt t="1020191" x="6967538" y="3851275"/>
          <p14:tracePt t="1020202" x="6953250" y="3836988"/>
          <p14:tracePt t="1020212" x="6938963" y="3824288"/>
          <p14:tracePt t="1020224" x="6919913" y="3824288"/>
          <p14:tracePt t="1020236" x="6905625" y="3824288"/>
          <p14:tracePt t="1020246" x="6884988" y="3836988"/>
          <p14:tracePt t="1020258" x="6858000" y="3851275"/>
          <p14:tracePt t="1020269" x="6851650" y="3857625"/>
          <p14:tracePt t="1020280" x="6837363" y="3884613"/>
          <p14:tracePt t="1020292" x="6824663" y="3905250"/>
          <p14:tracePt t="1020303" x="6810375" y="3932238"/>
          <p14:tracePt t="1020313" x="6810375" y="3952875"/>
          <p14:tracePt t="1020325" x="6824663" y="3979863"/>
          <p14:tracePt t="1020337" x="6851650" y="3986213"/>
          <p14:tracePt t="1020347" x="6872288" y="4000500"/>
          <p14:tracePt t="1020359" x="6891338" y="4000500"/>
          <p14:tracePt t="1020370" x="6932613" y="4000500"/>
          <p14:tracePt t="1020382" x="6953250" y="4000500"/>
          <p14:tracePt t="1020393" x="6967538" y="3986213"/>
          <p14:tracePt t="1020404" x="6973888" y="3979863"/>
          <p14:tracePt t="1020416" x="6986588" y="3967163"/>
          <p14:tracePt t="1020426" x="6986588" y="3938588"/>
          <p14:tracePt t="1020438" x="6986588" y="3919538"/>
          <p14:tracePt t="1020450" x="6986588" y="3898900"/>
          <p14:tracePt t="1020460" x="6973888" y="3871913"/>
          <p14:tracePt t="1020471" x="6953250" y="3857625"/>
          <p14:tracePt t="1020483" x="6938963" y="3851275"/>
          <p14:tracePt t="1020494" x="6919913" y="3851275"/>
          <p14:tracePt t="1020505" x="6891338" y="3836988"/>
          <p14:tracePt t="1020517" x="6884988" y="3836988"/>
          <p14:tracePt t="1020527" x="6858000" y="3851275"/>
          <p14:tracePt t="1020540" x="6837363" y="3857625"/>
          <p14:tracePt t="1020551" x="6810375" y="3871913"/>
          <p14:tracePt t="1020561" x="6804025" y="3898900"/>
          <p14:tracePt t="1020573" x="6789738" y="3932238"/>
          <p14:tracePt t="1020585" x="6789738" y="3952875"/>
          <p14:tracePt t="1020595" x="6804025" y="3979863"/>
          <p14:tracePt t="1020607" x="6804025" y="3986213"/>
          <p14:tracePt t="1020618" x="6824663" y="3986213"/>
          <p14:tracePt t="1020651" x="6858000" y="4000500"/>
          <p14:tracePt t="1020657" x="6891338" y="4000500"/>
          <p14:tracePt t="1020667" x="6932613" y="3986213"/>
          <p14:tracePt t="1020668" x="6967538" y="3979863"/>
          <p14:tracePt t="1020675" x="6986588" y="3967163"/>
          <p14:tracePt t="1020687" x="7000875" y="3952875"/>
          <p14:tracePt t="1020697" x="7000875" y="3932238"/>
          <p14:tracePt t="1020708" x="7000875" y="3905250"/>
          <p14:tracePt t="1020719" x="7000875" y="3884613"/>
          <p14:tracePt t="1020730" x="6986588" y="3871913"/>
          <p14:tracePt t="1020741" x="6967538" y="3857625"/>
          <p14:tracePt t="1020753" x="6938963" y="3851275"/>
          <p14:tracePt t="1020764" x="6919913" y="3851275"/>
          <p14:tracePt t="1020775" x="6891338" y="3857625"/>
          <p14:tracePt t="1020787" x="6884988" y="3857625"/>
          <p14:tracePt t="1020799" x="6872288" y="3871913"/>
          <p14:tracePt t="1020809" x="6858000" y="3898900"/>
          <p14:tracePt t="1020820" x="6851650" y="3905250"/>
          <p14:tracePt t="1020832" x="6851650" y="3932238"/>
          <p14:tracePt t="1020843" x="6851650" y="3938588"/>
          <p14:tracePt t="1020853" x="6858000" y="3938588"/>
          <p14:tracePt t="1020866" x="6872288" y="3952875"/>
          <p14:tracePt t="1020876" x="6891338" y="3952875"/>
          <p14:tracePt t="1020887" x="6938963" y="3952875"/>
          <p14:tracePt t="1020900" x="6967538" y="3952875"/>
          <p14:tracePt t="1020910" x="7015163" y="3938588"/>
          <p14:tracePt t="1020921" x="7048500" y="3932238"/>
          <p14:tracePt t="1020934" x="7054850" y="3905250"/>
          <p14:tracePt t="1020955" x="7054850" y="3898900"/>
          <p14:tracePt t="1020967" x="7054850" y="3884613"/>
          <p14:tracePt t="1020977" x="7048500" y="3871913"/>
          <p14:tracePt t="1020989" x="7034213" y="3871913"/>
          <p14:tracePt t="1021001" x="7021513" y="3871913"/>
          <p14:tracePt t="1021011" x="7015163" y="3871913"/>
          <p14:tracePt t="1021034" x="7000875" y="3871913"/>
          <p14:tracePt t="1021056" x="6986588" y="3871913"/>
          <p14:tracePt t="1021112" x="6986588" y="3884613"/>
          <p14:tracePt t="1021135" x="6986588" y="3898900"/>
          <p14:tracePt t="1021146" x="6986588" y="3905250"/>
          <p14:tracePt t="1021157" x="6986588" y="3919538"/>
          <p14:tracePt t="1021169" x="6986588" y="3952875"/>
          <p14:tracePt t="1021180" x="7000875" y="3986213"/>
          <p14:tracePt t="1021191" x="7015163" y="4033838"/>
          <p14:tracePt t="1021202" x="7034213" y="4081463"/>
          <p14:tracePt t="1021214" x="7054850" y="4143375"/>
          <p14:tracePt t="1021225" x="7081838" y="4224338"/>
          <p14:tracePt t="1021237" x="7116763" y="4306888"/>
          <p14:tracePt t="1021247" x="7150100" y="4443413"/>
          <p14:tracePt t="1021259" x="7197725" y="4605338"/>
          <p14:tracePt t="1021271" x="7245350" y="4795838"/>
          <p14:tracePt t="1021282" x="7292975" y="4946650"/>
          <p14:tracePt t="1021292" x="7327900" y="5157788"/>
          <p14:tracePt t="1021304" x="7375525" y="5387975"/>
          <p14:tracePt t="1021316" x="7396163" y="5613400"/>
          <p14:tracePt t="1021326" x="7423150" y="5762625"/>
          <p14:tracePt t="1021338" x="7429500" y="5938838"/>
          <p14:tracePt t="1021350" x="7443788" y="6089650"/>
          <p14:tracePt t="1021360" x="7443788" y="6218238"/>
          <p14:tracePt t="1021371" x="7443788" y="6272213"/>
          <p14:tracePt t="1021384" x="7429500" y="6348413"/>
          <p14:tracePt t="1021393" x="7408863" y="6402388"/>
          <p14:tracePt t="1021406" x="7381875" y="6435725"/>
          <p14:tracePt t="1021417" x="7375525" y="6483350"/>
          <p14:tracePt t="1021427" x="7361238" y="6530975"/>
          <p14:tracePt t="1021439" x="7348538" y="6578600"/>
          <p14:tracePt t="1021451" x="7348538" y="6626225"/>
          <p14:tracePt t="1021461" x="7340600" y="6673850"/>
          <p14:tracePt t="1021473" x="7327900" y="6729413"/>
          <p14:tracePt t="1021484" x="7313613" y="6789738"/>
          <p14:tracePt t="1021495" x="7313613" y="6824663"/>
          <p14:tracePt t="1023221" x="0" y="0"/>
        </p14:tracePtLst>
      </p14:laserTraceLst>
    </p:ext>
  </p:extLs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8FB0C5-6333-A643-8D3A-2280ECC108F3}"/>
              </a:ext>
            </a:extLst>
          </p:cNvPr>
          <p:cNvSpPr>
            <a:spLocks noGrp="1"/>
          </p:cNvSpPr>
          <p:nvPr>
            <p:ph type="title"/>
          </p:nvPr>
        </p:nvSpPr>
        <p:spPr/>
        <p:txBody>
          <a:bodyPr/>
          <a:lstStyle/>
          <a:p>
            <a:r>
              <a:rPr lang="en-US" dirty="0"/>
              <a:t>Elliptic Curve Diffie-Hellman Key Exchange (ECDH)</a:t>
            </a:r>
          </a:p>
        </p:txBody>
      </p:sp>
      <p:sp>
        <p:nvSpPr>
          <p:cNvPr id="3" name="Content Placeholder 2">
            <a:extLst>
              <a:ext uri="{FF2B5EF4-FFF2-40B4-BE49-F238E27FC236}">
                <a16:creationId xmlns:a16="http://schemas.microsoft.com/office/drawing/2014/main" id="{28A71A9D-8A6E-BC4C-801E-108AC2E2CCD6}"/>
              </a:ext>
            </a:extLst>
          </p:cNvPr>
          <p:cNvSpPr>
            <a:spLocks noGrp="1"/>
          </p:cNvSpPr>
          <p:nvPr>
            <p:ph idx="1"/>
          </p:nvPr>
        </p:nvSpPr>
        <p:spPr/>
        <p:txBody>
          <a:bodyPr/>
          <a:lstStyle/>
          <a:p>
            <a:r>
              <a:rPr lang="en-US" dirty="0"/>
              <a:t>Example:</a:t>
            </a:r>
          </a:p>
          <a:p>
            <a:r>
              <a:rPr lang="en-US" dirty="0"/>
              <a:t>P = 211, E</a:t>
            </a:r>
            <a:r>
              <a:rPr lang="en-US" baseline="-25000" dirty="0"/>
              <a:t>p</a:t>
            </a:r>
            <a:r>
              <a:rPr lang="en-US" dirty="0"/>
              <a:t>(0, -4), which is y</a:t>
            </a:r>
            <a:r>
              <a:rPr lang="en-US" baseline="30000" dirty="0"/>
              <a:t>2</a:t>
            </a:r>
            <a:r>
              <a:rPr lang="en-US" dirty="0"/>
              <a:t> mod 211</a:t>
            </a:r>
            <a:r>
              <a:rPr lang="en-US" baseline="30000" dirty="0"/>
              <a:t> </a:t>
            </a:r>
            <a:r>
              <a:rPr lang="en-US" dirty="0"/>
              <a:t>= x</a:t>
            </a:r>
            <a:r>
              <a:rPr lang="en-US" baseline="30000" dirty="0"/>
              <a:t>3 </a:t>
            </a:r>
            <a:r>
              <a:rPr lang="en-US" dirty="0"/>
              <a:t>– 4 mod 211 and G = (2,2).</a:t>
            </a:r>
          </a:p>
          <a:p>
            <a:r>
              <a:rPr lang="en-US" dirty="0"/>
              <a:t>User A choose </a:t>
            </a:r>
            <a:r>
              <a:rPr lang="en-US" dirty="0" err="1"/>
              <a:t>n</a:t>
            </a:r>
            <a:r>
              <a:rPr lang="en-US" baseline="-25000" dirty="0" err="1"/>
              <a:t>A</a:t>
            </a:r>
            <a:r>
              <a:rPr lang="en-US" dirty="0"/>
              <a:t>=121, the public key is P</a:t>
            </a:r>
            <a:r>
              <a:rPr lang="en-US" baseline="-25000" dirty="0"/>
              <a:t>A </a:t>
            </a:r>
            <a:r>
              <a:rPr lang="en-US" dirty="0"/>
              <a:t>= 121G = (115, 48).</a:t>
            </a:r>
          </a:p>
          <a:p>
            <a:r>
              <a:rPr lang="en-US" dirty="0"/>
              <a:t>User B choose </a:t>
            </a:r>
            <a:r>
              <a:rPr lang="en-US" dirty="0" err="1"/>
              <a:t>n</a:t>
            </a:r>
            <a:r>
              <a:rPr lang="en-US" baseline="-25000" dirty="0" err="1"/>
              <a:t>B</a:t>
            </a:r>
            <a:r>
              <a:rPr lang="en-US" dirty="0"/>
              <a:t>=203, the public key is P</a:t>
            </a:r>
            <a:r>
              <a:rPr lang="en-US" baseline="-25000" dirty="0"/>
              <a:t>B </a:t>
            </a:r>
            <a:r>
              <a:rPr lang="en-US" dirty="0"/>
              <a:t>= 203G = (130, 203).</a:t>
            </a:r>
          </a:p>
          <a:p>
            <a:r>
              <a:rPr lang="en-US" dirty="0"/>
              <a:t>The shared key is 121P</a:t>
            </a:r>
            <a:r>
              <a:rPr lang="en-US" baseline="-25000" dirty="0"/>
              <a:t>B</a:t>
            </a:r>
            <a:r>
              <a:rPr lang="en-US" dirty="0"/>
              <a:t> = 203P</a:t>
            </a:r>
            <a:r>
              <a:rPr lang="en-US" baseline="-25000" dirty="0"/>
              <a:t>A</a:t>
            </a:r>
            <a:r>
              <a:rPr lang="en-US" dirty="0"/>
              <a:t> = (161, 69).</a:t>
            </a:r>
          </a:p>
        </p:txBody>
      </p:sp>
    </p:spTree>
    <p:custDataLst>
      <p:tags r:id="rId1"/>
    </p:custDataLst>
    <p:extLst>
      <p:ext uri="{BB962C8B-B14F-4D97-AF65-F5344CB8AC3E}">
        <p14:creationId xmlns:p14="http://schemas.microsoft.com/office/powerpoint/2010/main" val="3312379874"/>
      </p:ext>
    </p:extLst>
  </p:cSld>
  <p:clrMapOvr>
    <a:masterClrMapping/>
  </p:clrMapOvr>
  <mc:AlternateContent xmlns:mc="http://schemas.openxmlformats.org/markup-compatibility/2006" xmlns:p14="http://schemas.microsoft.com/office/powerpoint/2010/main">
    <mc:Choice Requires="p14">
      <p:transition spd="slow" p14:dur="2000" advTm="106240"/>
    </mc:Choice>
    <mc:Fallback xmlns="">
      <p:transition spd="slow" advTm="10624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10158E-DD79-174B-B8F0-AD87DA98389B}"/>
              </a:ext>
            </a:extLst>
          </p:cNvPr>
          <p:cNvSpPr>
            <a:spLocks noGrp="1"/>
          </p:cNvSpPr>
          <p:nvPr>
            <p:ph type="title"/>
          </p:nvPr>
        </p:nvSpPr>
        <p:spPr/>
        <p:txBody>
          <a:bodyPr/>
          <a:lstStyle/>
          <a:p>
            <a:r>
              <a:rPr lang="en-US" dirty="0"/>
              <a:t>Elliptic Curve Encryption/Decryption</a:t>
            </a:r>
          </a:p>
        </p:txBody>
      </p:sp>
      <p:sp>
        <p:nvSpPr>
          <p:cNvPr id="3" name="Content Placeholder 2">
            <a:extLst>
              <a:ext uri="{FF2B5EF4-FFF2-40B4-BE49-F238E27FC236}">
                <a16:creationId xmlns:a16="http://schemas.microsoft.com/office/drawing/2014/main" id="{639C7124-F35F-7F46-817C-9F75BA2CBCF4}"/>
              </a:ext>
            </a:extLst>
          </p:cNvPr>
          <p:cNvSpPr>
            <a:spLocks noGrp="1"/>
          </p:cNvSpPr>
          <p:nvPr>
            <p:ph idx="1"/>
          </p:nvPr>
        </p:nvSpPr>
        <p:spPr/>
        <p:txBody>
          <a:bodyPr/>
          <a:lstStyle/>
          <a:p>
            <a:r>
              <a:rPr lang="en-US" dirty="0"/>
              <a:t>To encrypt and send a message P</a:t>
            </a:r>
            <a:r>
              <a:rPr lang="en-US" baseline="-25000" dirty="0"/>
              <a:t>m</a:t>
            </a:r>
            <a:r>
              <a:rPr lang="en-US" dirty="0"/>
              <a:t> from A to B</a:t>
            </a:r>
          </a:p>
          <a:p>
            <a:pPr lvl="1"/>
            <a:r>
              <a:rPr lang="en-US" sz="2800" dirty="0"/>
              <a:t>Choose a random positive integer k</a:t>
            </a:r>
          </a:p>
          <a:p>
            <a:pPr lvl="1"/>
            <a:r>
              <a:rPr lang="en-US" sz="2800" dirty="0"/>
              <a:t>Produce ciphertext C</a:t>
            </a:r>
            <a:r>
              <a:rPr lang="en-US" sz="2800" baseline="-25000" dirty="0"/>
              <a:t>m</a:t>
            </a:r>
          </a:p>
          <a:p>
            <a:pPr marL="349250" lvl="1" indent="0">
              <a:buNone/>
            </a:pPr>
            <a:endParaRPr lang="en-US" baseline="-25000" dirty="0"/>
          </a:p>
          <a:p>
            <a:endParaRPr lang="en-US" dirty="0"/>
          </a:p>
          <a:p>
            <a:r>
              <a:rPr lang="en-US" dirty="0"/>
              <a:t>To decrypt the ciphertext C</a:t>
            </a:r>
            <a:r>
              <a:rPr lang="en-US" baseline="-25000" dirty="0"/>
              <a:t>m</a:t>
            </a:r>
            <a:endParaRPr lang="en-US" dirty="0"/>
          </a:p>
          <a:p>
            <a:pPr lvl="1"/>
            <a:r>
              <a:rPr lang="en-US" dirty="0"/>
              <a:t>B multiplies the first point in the pair by B’s private key and subtracts the result from the second point:</a:t>
            </a:r>
          </a:p>
        </p:txBody>
      </p:sp>
      <p:pic>
        <p:nvPicPr>
          <p:cNvPr id="6" name="Picture 5" descr="Formula for ciphertext generation in ECC.">
            <a:extLst>
              <a:ext uri="{FF2B5EF4-FFF2-40B4-BE49-F238E27FC236}">
                <a16:creationId xmlns:a16="http://schemas.microsoft.com/office/drawing/2014/main" id="{2FE4913E-CA36-144A-B2BC-AA33782B17AE}"/>
              </a:ext>
            </a:extLst>
          </p:cNvPr>
          <p:cNvPicPr>
            <a:picLocks noChangeAspect="1"/>
          </p:cNvPicPr>
          <p:nvPr/>
        </p:nvPicPr>
        <p:blipFill>
          <a:blip r:embed="rId3"/>
          <a:stretch>
            <a:fillRect/>
          </a:stretch>
        </p:blipFill>
        <p:spPr>
          <a:xfrm>
            <a:off x="4438258" y="3185480"/>
            <a:ext cx="3019648" cy="487040"/>
          </a:xfrm>
          <a:prstGeom prst="rect">
            <a:avLst/>
          </a:prstGeom>
        </p:spPr>
      </p:pic>
      <p:pic>
        <p:nvPicPr>
          <p:cNvPr id="7" name="Picture 6" descr="Decryption formula for ECC">
            <a:extLst>
              <a:ext uri="{FF2B5EF4-FFF2-40B4-BE49-F238E27FC236}">
                <a16:creationId xmlns:a16="http://schemas.microsoft.com/office/drawing/2014/main" id="{A7D68C96-48DD-DB42-942B-366D2CB65587}"/>
              </a:ext>
            </a:extLst>
          </p:cNvPr>
          <p:cNvPicPr>
            <a:picLocks noChangeAspect="1"/>
          </p:cNvPicPr>
          <p:nvPr/>
        </p:nvPicPr>
        <p:blipFill>
          <a:blip r:embed="rId4"/>
          <a:stretch>
            <a:fillRect/>
          </a:stretch>
        </p:blipFill>
        <p:spPr>
          <a:xfrm>
            <a:off x="2063552" y="5294882"/>
            <a:ext cx="8356718" cy="648072"/>
          </a:xfrm>
          <a:prstGeom prst="rect">
            <a:avLst/>
          </a:prstGeom>
        </p:spPr>
      </p:pic>
    </p:spTree>
    <p:custDataLst>
      <p:tags r:id="rId1"/>
    </p:custDataLst>
    <p:extLst>
      <p:ext uri="{BB962C8B-B14F-4D97-AF65-F5344CB8AC3E}">
        <p14:creationId xmlns:p14="http://schemas.microsoft.com/office/powerpoint/2010/main" val="2515941102"/>
      </p:ext>
    </p:extLst>
  </p:cSld>
  <p:clrMapOvr>
    <a:masterClrMapping/>
  </p:clrMapOvr>
  <mc:AlternateContent xmlns:mc="http://schemas.openxmlformats.org/markup-compatibility/2006" xmlns:p14="http://schemas.microsoft.com/office/powerpoint/2010/main">
    <mc:Choice Requires="p14">
      <p:transition spd="slow" p14:dur="2000" advTm="140128"/>
    </mc:Choice>
    <mc:Fallback xmlns="">
      <p:transition spd="slow" advTm="140128"/>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3" presetClass="entr" presetSubtype="10" fill="hold" nodeType="click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blinds(horizontal)">
                                      <p:cBhvr>
                                        <p:cTn id="15" dur="500"/>
                                        <p:tgtEl>
                                          <p:spTgt spid="6"/>
                                        </p:tgtEl>
                                      </p:cBhvr>
                                    </p:animEffec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grpId="0" nodeType="clickEffect">
                                  <p:stCondLst>
                                    <p:cond delay="0"/>
                                  </p:stCondLst>
                                  <p:childTnLst>
                                    <p:set>
                                      <p:cBhvr>
                                        <p:cTn id="19" dur="1" fill="hold">
                                          <p:stCondLst>
                                            <p:cond delay="0"/>
                                          </p:stCondLst>
                                        </p:cTn>
                                        <p:tgtEl>
                                          <p:spTgt spid="3">
                                            <p:txEl>
                                              <p:pRg st="5" end="5"/>
                                            </p:txEl>
                                          </p:spTgt>
                                        </p:tgtEl>
                                        <p:attrNameLst>
                                          <p:attrName>style.visibility</p:attrName>
                                        </p:attrNameLst>
                                      </p:cBhvr>
                                      <p:to>
                                        <p:strVal val="visible"/>
                                      </p:to>
                                    </p:set>
                                  </p:childTnLst>
                                </p:cTn>
                              </p:par>
                              <p:par>
                                <p:cTn id="20" presetID="1" presetClass="entr" presetSubtype="0" fill="hold" grpId="0" nodeType="withEffect">
                                  <p:stCondLst>
                                    <p:cond delay="0"/>
                                  </p:stCondLst>
                                  <p:childTnLst>
                                    <p:set>
                                      <p:cBhvr>
                                        <p:cTn id="21"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3" presetClass="entr" presetSubtype="10" fill="hold" nodeType="clickEffect">
                                  <p:stCondLst>
                                    <p:cond delay="0"/>
                                  </p:stCondLst>
                                  <p:childTnLst>
                                    <p:set>
                                      <p:cBhvr>
                                        <p:cTn id="25" dur="1" fill="hold">
                                          <p:stCondLst>
                                            <p:cond delay="0"/>
                                          </p:stCondLst>
                                        </p:cTn>
                                        <p:tgtEl>
                                          <p:spTgt spid="7"/>
                                        </p:tgtEl>
                                        <p:attrNameLst>
                                          <p:attrName>style.visibility</p:attrName>
                                        </p:attrNameLst>
                                      </p:cBhvr>
                                      <p:to>
                                        <p:strVal val="visible"/>
                                      </p:to>
                                    </p:set>
                                    <p:animEffect transition="in" filter="blinds(horizontal)">
                                      <p:cBhvr>
                                        <p:cTn id="26"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2"/>
          <p:cNvSpPr>
            <a:spLocks noGrp="1" noChangeArrowheads="1"/>
          </p:cNvSpPr>
          <p:nvPr>
            <p:ph type="title"/>
          </p:nvPr>
        </p:nvSpPr>
        <p:spPr/>
        <p:txBody>
          <a:bodyPr/>
          <a:lstStyle/>
          <a:p>
            <a:r>
              <a:rPr lang="en-US" sz="4800" dirty="0"/>
              <a:t>Security of Elliptic Curve Cryptography</a:t>
            </a:r>
            <a:endParaRPr lang="en-AU" sz="4800" dirty="0"/>
          </a:p>
        </p:txBody>
      </p:sp>
      <p:sp>
        <p:nvSpPr>
          <p:cNvPr id="78851" name="Rectangle 3"/>
          <p:cNvSpPr>
            <a:spLocks noGrp="1" noChangeArrowheads="1"/>
          </p:cNvSpPr>
          <p:nvPr>
            <p:ph idx="1"/>
          </p:nvPr>
        </p:nvSpPr>
        <p:spPr/>
        <p:txBody>
          <a:bodyPr>
            <a:normAutofit/>
          </a:bodyPr>
          <a:lstStyle/>
          <a:p>
            <a:r>
              <a:rPr lang="en-US" dirty="0"/>
              <a:t>Depends on the difficulty of the elliptic curve logarithm problem</a:t>
            </a:r>
          </a:p>
          <a:p>
            <a:r>
              <a:rPr lang="en-US" dirty="0"/>
              <a:t>Compared to factoring, can use much smaller key sizes than with RSA</a:t>
            </a:r>
          </a:p>
          <a:p>
            <a:r>
              <a:rPr lang="en-US" dirty="0"/>
              <a:t>For equivalent key lengths computations are roughly equivalent</a:t>
            </a:r>
          </a:p>
          <a:p>
            <a:r>
              <a:rPr lang="en-US" dirty="0"/>
              <a:t>Hence, for similar security ECC offers significant computational advantages</a:t>
            </a:r>
            <a:endParaRPr lang="en-AU" dirty="0"/>
          </a:p>
        </p:txBody>
      </p:sp>
    </p:spTree>
  </p:cSld>
  <p:clrMapOvr>
    <a:masterClrMapping/>
  </p:clrMapOvr>
  <mc:AlternateContent xmlns:mc="http://schemas.openxmlformats.org/markup-compatibility/2006" xmlns:p14="http://schemas.microsoft.com/office/powerpoint/2010/main">
    <mc:Choice Requires="p14">
      <p:transition spd="slow" p14:dur="2000" advTm="67776"/>
    </mc:Choice>
    <mc:Fallback xmlns="">
      <p:transition spd="slow" advTm="67776"/>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p:cNvSpPr>
            <a:spLocks noGrp="1"/>
          </p:cNvSpPr>
          <p:nvPr>
            <p:ph type="title" idx="4294967295"/>
          </p:nvPr>
        </p:nvSpPr>
        <p:spPr>
          <a:xfrm>
            <a:off x="1524000" y="-381000"/>
            <a:ext cx="9144000" cy="2551112"/>
          </a:xfrm>
        </p:spPr>
        <p:txBody>
          <a:bodyPr/>
          <a:lstStyle/>
          <a:p>
            <a:pPr>
              <a:lnSpc>
                <a:spcPct val="100000"/>
              </a:lnSpc>
              <a:spcBef>
                <a:spcPts val="3000"/>
              </a:spcBef>
              <a:spcAft>
                <a:spcPts val="1200"/>
              </a:spcAft>
            </a:pPr>
            <a:br>
              <a:rPr lang="en-US" sz="3600" b="1" dirty="0">
                <a:solidFill>
                  <a:schemeClr val="tx2">
                    <a:lumMod val="75000"/>
                  </a:schemeClr>
                </a:solidFill>
              </a:rPr>
            </a:br>
            <a:r>
              <a:rPr lang="en-US" sz="3600" b="1" dirty="0">
                <a:solidFill>
                  <a:schemeClr val="tx2">
                    <a:lumMod val="75000"/>
                  </a:schemeClr>
                </a:solidFill>
              </a:rPr>
              <a:t>Table 10.3 </a:t>
            </a:r>
            <a:br>
              <a:rPr lang="en-US" sz="3600" dirty="0">
                <a:solidFill>
                  <a:schemeClr val="tx2">
                    <a:lumMod val="75000"/>
                  </a:schemeClr>
                </a:solidFill>
              </a:rPr>
            </a:br>
            <a:r>
              <a:rPr lang="en-US" sz="2800" dirty="0">
                <a:solidFill>
                  <a:schemeClr val="tx2">
                    <a:lumMod val="75000"/>
                  </a:schemeClr>
                </a:solidFill>
              </a:rPr>
              <a:t>Comparable Key Sizes in Terms of Computational Effort </a:t>
            </a:r>
            <a:br>
              <a:rPr lang="en-US" sz="2800" dirty="0">
                <a:solidFill>
                  <a:schemeClr val="tx2">
                    <a:lumMod val="75000"/>
                  </a:schemeClr>
                </a:solidFill>
              </a:rPr>
            </a:br>
            <a:r>
              <a:rPr lang="en-US" sz="2800" dirty="0">
                <a:solidFill>
                  <a:schemeClr val="tx2">
                    <a:lumMod val="75000"/>
                  </a:schemeClr>
                </a:solidFill>
              </a:rPr>
              <a:t>for Cryptanalysis  (NIST SP-800-57) </a:t>
            </a:r>
            <a:endParaRPr lang="en-US" sz="3600" dirty="0">
              <a:solidFill>
                <a:schemeClr val="tx2">
                  <a:lumMod val="75000"/>
                </a:schemeClr>
              </a:solidFill>
            </a:endParaRPr>
          </a:p>
        </p:txBody>
      </p:sp>
      <p:sp>
        <p:nvSpPr>
          <p:cNvPr id="11" name="Rectangle 10"/>
          <p:cNvSpPr/>
          <p:nvPr/>
        </p:nvSpPr>
        <p:spPr>
          <a:xfrm>
            <a:off x="1828800" y="5943600"/>
            <a:ext cx="8382000" cy="338554"/>
          </a:xfrm>
          <a:prstGeom prst="rect">
            <a:avLst/>
          </a:prstGeom>
        </p:spPr>
        <p:txBody>
          <a:bodyPr wrap="square">
            <a:spAutoFit/>
          </a:bodyPr>
          <a:lstStyle/>
          <a:p>
            <a:r>
              <a:rPr lang="en-US" sz="1600" i="1" dirty="0">
                <a:latin typeface="+mn-lt"/>
              </a:rPr>
              <a:t>Note: L</a:t>
            </a:r>
            <a:r>
              <a:rPr lang="en-US" sz="1600" dirty="0">
                <a:latin typeface="+mn-lt"/>
              </a:rPr>
              <a:t> = size of public key, </a:t>
            </a:r>
            <a:r>
              <a:rPr lang="en-US" sz="1600" i="1" dirty="0">
                <a:latin typeface="+mn-lt"/>
              </a:rPr>
              <a:t>N</a:t>
            </a:r>
            <a:r>
              <a:rPr lang="en-US" sz="1600" dirty="0">
                <a:latin typeface="+mn-lt"/>
              </a:rPr>
              <a:t> = size of private key </a:t>
            </a:r>
          </a:p>
        </p:txBody>
      </p:sp>
      <p:pic>
        <p:nvPicPr>
          <p:cNvPr id="2" name="Picture 1" descr="Table 10.3, from NIST SP800-57 (Recommendation for Key Management—Part 1: General, September 2015), compares various algorithms by showing comparable key sizes in terms of computational effort for cryptanalysis. As can be seen, a considerably&#13;&#10;smaller key size can be used for ECC compared to RSA. &#13;&#10;">
            <a:extLst>
              <a:ext uri="{FF2B5EF4-FFF2-40B4-BE49-F238E27FC236}">
                <a16:creationId xmlns:a16="http://schemas.microsoft.com/office/drawing/2014/main" id="{39148F12-9408-D34B-92F8-49473E133E53}"/>
              </a:ext>
            </a:extLst>
          </p:cNvPr>
          <p:cNvPicPr>
            <a:picLocks noChangeAspect="1"/>
          </p:cNvPicPr>
          <p:nvPr/>
        </p:nvPicPr>
        <p:blipFill>
          <a:blip r:embed="rId3"/>
          <a:stretch>
            <a:fillRect/>
          </a:stretch>
        </p:blipFill>
        <p:spPr>
          <a:xfrm>
            <a:off x="1840982" y="2171700"/>
            <a:ext cx="8575498" cy="3628095"/>
          </a:xfrm>
          <a:prstGeom prst="rect">
            <a:avLst/>
          </a:prstGeom>
        </p:spPr>
      </p:pic>
      <p:cxnSp>
        <p:nvCxnSpPr>
          <p:cNvPr id="4" name="Straight Connector 3">
            <a:extLst>
              <a:ext uri="{FF2B5EF4-FFF2-40B4-BE49-F238E27FC236}">
                <a16:creationId xmlns:a16="http://schemas.microsoft.com/office/drawing/2014/main" id="{4AE670F4-D21C-FA47-AFC5-2D04B2376248}"/>
              </a:ext>
              <a:ext uri="{C183D7F6-B498-43B3-948B-1728B52AA6E4}">
                <adec:decorative xmlns:adec="http://schemas.microsoft.com/office/drawing/2017/decorative" val="1"/>
              </a:ext>
            </a:extLst>
          </p:cNvPr>
          <p:cNvCxnSpPr>
            <a:cxnSpLocks/>
          </p:cNvCxnSpPr>
          <p:nvPr/>
        </p:nvCxnSpPr>
        <p:spPr>
          <a:xfrm>
            <a:off x="1828800" y="2170112"/>
            <a:ext cx="0" cy="3347120"/>
          </a:xfrm>
          <a:prstGeom prst="line">
            <a:avLst/>
          </a:prstGeom>
          <a:ln w="22225">
            <a:solidFill>
              <a:schemeClr val="tx1">
                <a:alpha val="50000"/>
              </a:schemeClr>
            </a:solidFill>
          </a:ln>
        </p:spPr>
        <p:style>
          <a:lnRef idx="2">
            <a:schemeClr val="accent1"/>
          </a:lnRef>
          <a:fillRef idx="0">
            <a:schemeClr val="accent1"/>
          </a:fillRef>
          <a:effectRef idx="1">
            <a:schemeClr val="accent1"/>
          </a:effectRef>
          <a:fontRef idx="minor">
            <a:schemeClr val="tx1"/>
          </a:fontRef>
        </p:style>
      </p:cxnSp>
    </p:spTree>
  </p:cSld>
  <p:clrMapOvr>
    <a:masterClrMapping/>
  </p:clrMapOvr>
  <p:transition advTm="132213">
    <p:dissolv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Rectangle 2"/>
          <p:cNvSpPr>
            <a:spLocks noGrp="1" noChangeArrowheads="1"/>
          </p:cNvSpPr>
          <p:nvPr>
            <p:ph type="title"/>
          </p:nvPr>
        </p:nvSpPr>
        <p:spPr/>
        <p:txBody>
          <a:bodyPr/>
          <a:lstStyle/>
          <a:p>
            <a:r>
              <a:rPr lang="en-US" dirty="0"/>
              <a:t>Summary</a:t>
            </a:r>
            <a:endParaRPr lang="en-AU" dirty="0"/>
          </a:p>
        </p:txBody>
      </p:sp>
      <p:sp>
        <p:nvSpPr>
          <p:cNvPr id="100355" name="Rectangle 3"/>
          <p:cNvSpPr>
            <a:spLocks noGrp="1" noChangeArrowheads="1"/>
          </p:cNvSpPr>
          <p:nvPr>
            <p:ph idx="1"/>
          </p:nvPr>
        </p:nvSpPr>
        <p:spPr/>
        <p:txBody>
          <a:bodyPr>
            <a:normAutofit/>
          </a:bodyPr>
          <a:lstStyle/>
          <a:p>
            <a:r>
              <a:rPr lang="en-US" dirty="0"/>
              <a:t>Define Diffie-Hellman Key Exchange</a:t>
            </a:r>
          </a:p>
          <a:p>
            <a:r>
              <a:rPr lang="en-US" dirty="0"/>
              <a:t>Understand the Man-in-the-middle attack</a:t>
            </a:r>
          </a:p>
          <a:p>
            <a:r>
              <a:rPr lang="en-US" dirty="0"/>
              <a:t>Present an overview of the Elgamal cryptographic system</a:t>
            </a:r>
          </a:p>
          <a:p>
            <a:r>
              <a:rPr lang="en-US" dirty="0"/>
              <a:t>Understand Elliptic curve arithmetic</a:t>
            </a:r>
          </a:p>
          <a:p>
            <a:r>
              <a:rPr lang="en-US" dirty="0"/>
              <a:t>Present an overview of elliptic curve cryptography</a:t>
            </a:r>
          </a:p>
          <a:p>
            <a:endParaRPr lang="en-US" dirty="0"/>
          </a:p>
          <a:p>
            <a:endParaRPr lang="en-US" dirty="0"/>
          </a:p>
        </p:txBody>
      </p:sp>
    </p:spTree>
  </p:cSld>
  <p:clrMapOvr>
    <a:masterClrMapping/>
  </p:clrMapOvr>
  <mc:AlternateContent xmlns:mc="http://schemas.openxmlformats.org/markup-compatibility/2006" xmlns:p14="http://schemas.microsoft.com/office/powerpoint/2010/main">
    <mc:Choice Requires="p14">
      <p:transition spd="slow" p14:dur="2000" advTm="50901"/>
    </mc:Choice>
    <mc:Fallback xmlns="">
      <p:transition spd="slow" advTm="50901"/>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TIMING" val="|18.3|12.4|19"/>
</p:tagLst>
</file>

<file path=ppt/tags/tag2.xml><?xml version="1.0" encoding="utf-8"?>
<p:tagLst xmlns:a="http://schemas.openxmlformats.org/drawingml/2006/main" xmlns:r="http://schemas.openxmlformats.org/officeDocument/2006/relationships" xmlns:p="http://schemas.openxmlformats.org/presentationml/2006/main">
  <p:tag name="TIMING" val="|1.4|0.4|55.5|9.5|13.7"/>
</p:tagLst>
</file>

<file path=ppt/tags/tag3.xml><?xml version="1.0" encoding="utf-8"?>
<p:tagLst xmlns:a="http://schemas.openxmlformats.org/drawingml/2006/main" xmlns:r="http://schemas.openxmlformats.org/officeDocument/2006/relationships" xmlns:p="http://schemas.openxmlformats.org/presentationml/2006/main">
  <p:tag name="TIMING" val="|5.5|30.4|26.1|14.5"/>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10</TotalTime>
  <Words>1324</Words>
  <Application>Microsoft Macintosh PowerPoint</Application>
  <PresentationFormat>Widescreen</PresentationFormat>
  <Paragraphs>124</Paragraphs>
  <Slides>10</Slides>
  <Notes>7</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Aptos</vt:lpstr>
      <vt:lpstr>Aptos Display</vt:lpstr>
      <vt:lpstr>Arial</vt:lpstr>
      <vt:lpstr>Office Theme</vt:lpstr>
      <vt:lpstr>Elliptic Curve Cryptography</vt:lpstr>
      <vt:lpstr>Elliptic Curve Cryptography (ECC)</vt:lpstr>
      <vt:lpstr>ECC Diffie-Hellman Key Exchange</vt:lpstr>
      <vt:lpstr>ECC Example</vt:lpstr>
      <vt:lpstr>ECC Example answers</vt:lpstr>
      <vt:lpstr>Elliptic Curve Diffie-Hellman Key Exchange (ECDH)</vt:lpstr>
      <vt:lpstr>Elliptic Curve Encryption/Decryption</vt:lpstr>
      <vt:lpstr>Security of Elliptic Curve Cryptography</vt:lpstr>
      <vt:lpstr> Table 10.3  Comparable Key Sizes in Terms of Computational Effort  for Cryptanalysis  (NIST SP-800-57) </vt:lpstr>
      <vt:lpstr>Summary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Xinyue Zhang</dc:creator>
  <cp:lastModifiedBy>Xinyue Zhang</cp:lastModifiedBy>
  <cp:revision>12</cp:revision>
  <dcterms:created xsi:type="dcterms:W3CDTF">2026-04-22T22:49:06Z</dcterms:created>
  <dcterms:modified xsi:type="dcterms:W3CDTF">2026-04-22T23:14:52Z</dcterms:modified>
</cp:coreProperties>
</file>